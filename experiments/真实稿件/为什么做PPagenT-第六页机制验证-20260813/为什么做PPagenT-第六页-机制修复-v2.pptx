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f87ebfd98246be" /><Relationship Type="http://schemas.openxmlformats.org/officeDocument/2006/relationships/extended-properties" Target="/docProps/app.xml" Id="R4975d3d00798495b" /><Relationship Type="http://schemas.openxmlformats.org/officeDocument/2006/relationships/officeDocument" Target="/ppt/presentation.xml" Id="R1758cf36d6a042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20b93cf9e743f9"/>
    <p:sldMasterId xmlns:r="http://schemas.openxmlformats.org/officeDocument/2006/relationships" id="2147483660" r:id="R33f70f4bac26437d"/>
    <p:sldMasterId xmlns:r="http://schemas.openxmlformats.org/officeDocument/2006/relationships" id="2147483663" r:id="R738bc56029984276"/>
  </p:sldMasterIdLst>
  <p:notesMasterIdLst>
    <p:notesMasterId xmlns:r="http://schemas.openxmlformats.org/officeDocument/2006/relationships" r:id="R464e4e384e6c4bce"/>
  </p:notesMasterIdLst>
  <p:sldIdLst>
    <p:sldId xmlns:r="http://schemas.openxmlformats.org/officeDocument/2006/relationships" id="256" r:id="Ra760defc4a6848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0e3da18380433e" /><Relationship Type="http://schemas.openxmlformats.org/officeDocument/2006/relationships/slideMaster" Target="/ppt/slideMasters/slideMaster1.xml" Id="Rc820b93cf9e743f9" /><Relationship Type="http://schemas.openxmlformats.org/officeDocument/2006/relationships/slideMaster" Target="/ppt/slideMasters/slideMaster2.xml" Id="R33f70f4bac26437d" /><Relationship Type="http://schemas.openxmlformats.org/officeDocument/2006/relationships/slideMaster" Target="/ppt/slideMasters/slideMaster3.xml" Id="R738bc56029984276" /><Relationship Type="http://schemas.openxmlformats.org/officeDocument/2006/relationships/notesMaster" Target="/ppt/notesMasters/notesMaster1.xml" Id="R464e4e384e6c4bce" /><Relationship Type="http://schemas.openxmlformats.org/officeDocument/2006/relationships/presProps" Target="/ppt/presProps.xml" Id="R05cf64cf214e4e8f" /><Relationship Type="http://schemas.openxmlformats.org/officeDocument/2006/relationships/viewProps" Target="/ppt/viewProps.xml" Id="R94e423e4159e46b4" /><Relationship Type="http://schemas.openxmlformats.org/officeDocument/2006/relationships/tableStyles" Target="/ppt/tableStyles.xml" Id="R2b787ca2714c4952" /><Relationship Type="http://schemas.openxmlformats.org/officeDocument/2006/relationships/slide" Target="/ppt/slides/slide1.xml" Id="Ra760defc4a6848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71ef39ecb28f4a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725df5f1da40de" /><Relationship Type="http://schemas.openxmlformats.org/officeDocument/2006/relationships/notesMaster" Target="/ppt/notesMasters/notesMaster1.xml" Id="Ra8ab8a7edbdf4f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内容：experiments/真实稿件/为什么做PPagenT-第六页机制验证-20260813/第六页验证稿.md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PPagenT：page-1-sequence → sequential-process-001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74ca578e1341f1" /><Relationship Type="http://schemas.openxmlformats.org/officeDocument/2006/relationships/image" Target="/ppt/media/image.jpeg" Id="Raa3b17eb10664fb8" /><Relationship Type="http://schemas.openxmlformats.org/officeDocument/2006/relationships/image" Target="/ppt/media/image.png" Id="R42813bff8060447f" /><Relationship Type="http://schemas.openxmlformats.org/officeDocument/2006/relationships/image" Target="/ppt/media/image2.png" Id="Rdcf0c735e9ba4f1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81f234b01b46a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a1a8d53adc4079" /><Relationship Type="http://schemas.openxmlformats.org/officeDocument/2006/relationships/image" Target="/ppt/media/image3.png" Id="Re510da811d02449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9aa9caee13483a" /><Relationship Type="http://schemas.openxmlformats.org/officeDocument/2006/relationships/image" Target="/ppt/media/image4.png" Id="R92ce80646628497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4464e5e1cd457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cd6aea0196482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d63ee44062492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7b2e29fcdf42a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0098b184864d3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f67a48b4e7495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2a1dcbabf4449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85db6e21766414f" /><Relationship Type="http://schemas.openxmlformats.org/officeDocument/2006/relationships/image" Target="/ppt/media/image5.png" Id="Re0662ff308fd461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e7762c4eda44120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64928a534764b6c" /><Relationship Type="http://schemas.openxmlformats.org/officeDocument/2006/relationships/image" Target="/ppt/media/image5.png" Id="Rfa2ece2a3d7c413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c0243334dc743bb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3b17eb10664fb8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813bff8060447f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0c735e9ba4f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B8963D8-2FF8-4626-B7E6-762FBD3A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10da811d024493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F49AC15A-13E5-47E7-8F6E-1D2531B1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0D22A9A4-6041-40B5-A4EA-E39355C2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8CB10E4E-A748-4DBB-81B2-45E5A3A3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C0EC4896-B6E3-4A52-9C6E-E3A9AD59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ce806466284971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517B0682-B96A-473A-9B32-D90AAC38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459797F2-B1CC-4A65-87DC-A9370F97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94299D0-C957-4130-A438-B77AC7AF5C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E8ECDBD-984F-45A8-B8D8-2D29EBAEF3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1B9111A7-BF3B-47F3-B96C-84C5A8DC469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1294A343-485D-4B95-A036-4D416F229F9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29C4C6BD-C3DE-4DB7-842F-9C799FD88D0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D1CFCBBC-CA42-47C5-A224-35324B5E5A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6CBB356E-836B-4F5F-BF4D-127BAC0C8D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B39137D9-7432-40CC-A38A-BCFCC67319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8E85D78-4F18-4E16-98E2-BECB31BC49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57E267C-2E30-4935-B163-9A6F2F95D9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A1086712-49FF-44FA-9F99-6F7FEA7B07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AF18F483-35C4-476C-B705-98A251CFCD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AFD24BDF-B981-46FB-B4FD-B3A0DE2102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700E3D7C-226F-4C71-A78E-C9BAA18508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8039EE90-0D8A-46CA-988F-0A353AA6D8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14E8FAA-C54E-4BE1-A310-EC4282A93E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A96DDD0-41A5-43E3-97B3-606A682156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2724644C-0F75-4B08-ABF4-1261E6764B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4BB1BD9-6289-4CCB-B72E-0381D519E9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79B48FA-A63D-4675-A375-CF7F4A1F8B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CAB827C-D782-4CC2-9458-8D42BD6E38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82F8FDD-A91D-4C19-B499-6425DA4546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8485D85D-98D8-4261-8D9E-10ACD8F8EBB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D5A852B-3CD5-4EFA-99D6-B40936DD908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49BA782-D4FA-4705-8E0D-30CABC9ABC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844ED46-227C-476F-99A5-6A651DEAC0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B68CF45-BC22-4414-941E-D103527521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9EFE3BB-9C58-4792-B859-8428ECCFE9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9424F5B-0508-4D57-8231-BB020B05B2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CFB89F5-8B7E-412D-93B8-562BF8B525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17602B0-47A6-4186-9F51-2ED6A79F45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81CF30D-4230-4AFB-81B0-4DFC252F1C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9C902157-3302-4B46-8E3C-0B11099FCD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8143C7B7-2658-466C-BA2F-78E76ABDA3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35C97A1-4EC5-455F-A2F4-CCF1541BE2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68F9C77-AE31-41F4-8CB3-37330B0711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1A77522-AF1E-49D0-8A1A-A1A924F18E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662ff308fd461a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B5EBABA9-58E5-4466-890C-BA1D102F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9CAC524-602D-4B14-ABF1-124C8C91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8FFE89CE-D9E3-4A30-9297-D331A3EB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AF3B9DAB-E11D-41C7-BA02-D081AFC3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2ece2a3d7c4131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7CEB1556-E05A-4DBE-91D8-99906082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33CC08E-E5A4-4F17-86D9-9A11CCAE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623386B4-A8FB-461A-B0A7-FF8DE132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FEA0FD36-D768-4820-ADD8-051944F5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c09967d66047b5" /><Relationship Type="http://schemas.openxmlformats.org/officeDocument/2006/relationships/slideLayout" Target="/ppt/slideLayouts/slideLayout1.xml" Id="Rf602a14d547e4e18" /><Relationship Type="http://schemas.openxmlformats.org/officeDocument/2006/relationships/slideLayout" Target="/ppt/slideLayouts/slideLayout2.xml" Id="R8507933a226944de" /><Relationship Type="http://schemas.openxmlformats.org/officeDocument/2006/relationships/slideLayout" Target="/ppt/slideLayouts/slideLayout3.xml" Id="R7c797249b0244738" /><Relationship Type="http://schemas.openxmlformats.org/officeDocument/2006/relationships/slideLayout" Target="/ppt/slideLayouts/slideLayout4.xml" Id="R410207e3ecd54706" /><Relationship Type="http://schemas.openxmlformats.org/officeDocument/2006/relationships/slideLayout" Target="/ppt/slideLayouts/slideLayout5.xml" Id="Ra28f559dd3ed43b5" /><Relationship Type="http://schemas.openxmlformats.org/officeDocument/2006/relationships/slideLayout" Target="/ppt/slideLayouts/slideLayout6.xml" Id="R8a4e891154b14338" /><Relationship Type="http://schemas.openxmlformats.org/officeDocument/2006/relationships/slideLayout" Target="/ppt/slideLayouts/slideLayout7.xml" Id="R6fb0b44e35ae48f3" /><Relationship Type="http://schemas.openxmlformats.org/officeDocument/2006/relationships/slideLayout" Target="/ppt/slideLayouts/slideLayout8.xml" Id="R9b7b6d71d5704b80" /><Relationship Type="http://schemas.openxmlformats.org/officeDocument/2006/relationships/slideLayout" Target="/ppt/slideLayouts/slideLayout9.xml" Id="Rf98e6a8842ee4010" /><Relationship Type="http://schemas.openxmlformats.org/officeDocument/2006/relationships/slideLayout" Target="/ppt/slideLayouts/slideLayout10.xml" Id="R8f9caecbb4264f69" /><Relationship Type="http://schemas.openxmlformats.org/officeDocument/2006/relationships/slideLayout" Target="/ppt/slideLayouts/slideLayout11.xml" Id="R3518ad6cfbeb460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8f301868cc04ca5" /><Relationship Type="http://schemas.openxmlformats.org/officeDocument/2006/relationships/slideLayout" Target="/ppt/slideLayouts/slideLayout12.xml" Id="Rfd25cc6e9fc14a9a" /><Relationship Type="http://schemas.openxmlformats.org/officeDocument/2006/relationships/slideLayout" Target="/ppt/slideLayouts/slideLayout13.xml" Id="Raf99ce4a22274224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aabcf41de6764c89" /><Relationship Type="http://schemas.openxmlformats.org/officeDocument/2006/relationships/slideLayout" Target="/ppt/slideLayouts/slideLayout14.xml" Id="R4f221d2271e2477d" /><Relationship Type="http://schemas.openxmlformats.org/officeDocument/2006/relationships/slideLayout" Target="/ppt/slideLayouts/slideLayout15.xml" Id="Re8d991ee7ece4d3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5CED590-26B1-4D65-B104-D83C762204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EDFDB60-71EE-4C24-87E6-6081334C77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297A7F7-D02E-4AA8-912A-3FAC9E8D84D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DA871D7-9738-4D89-AEE2-2C58C9EE7B2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6C3F8B4-92E2-406A-BDD1-3B35C8EF040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02a14d547e4e18"/>
    <p:sldLayoutId xmlns:r="http://schemas.openxmlformats.org/officeDocument/2006/relationships" id="2147483650" r:id="R8507933a226944de"/>
    <p:sldLayoutId xmlns:r="http://schemas.openxmlformats.org/officeDocument/2006/relationships" id="2147483651" r:id="R7c797249b0244738"/>
    <p:sldLayoutId xmlns:r="http://schemas.openxmlformats.org/officeDocument/2006/relationships" id="2147483652" r:id="R410207e3ecd54706"/>
    <p:sldLayoutId xmlns:r="http://schemas.openxmlformats.org/officeDocument/2006/relationships" id="2147483653" r:id="Ra28f559dd3ed43b5"/>
    <p:sldLayoutId xmlns:r="http://schemas.openxmlformats.org/officeDocument/2006/relationships" id="2147483654" r:id="R8a4e891154b14338"/>
    <p:sldLayoutId xmlns:r="http://schemas.openxmlformats.org/officeDocument/2006/relationships" id="2147483655" r:id="R6fb0b44e35ae48f3"/>
    <p:sldLayoutId xmlns:r="http://schemas.openxmlformats.org/officeDocument/2006/relationships" id="2147483656" r:id="R9b7b6d71d5704b80"/>
    <p:sldLayoutId xmlns:r="http://schemas.openxmlformats.org/officeDocument/2006/relationships" id="2147483657" r:id="Rf98e6a8842ee4010"/>
    <p:sldLayoutId xmlns:r="http://schemas.openxmlformats.org/officeDocument/2006/relationships" id="2147483658" r:id="R8f9caecbb4264f69"/>
    <p:sldLayoutId xmlns:r="http://schemas.openxmlformats.org/officeDocument/2006/relationships" id="2147483659" r:id="R3518ad6cfbeb460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A2DC1772-1F8A-4907-9BB4-F495B1FCD0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277A1DF-60C4-4FE6-9D84-6F6D175322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F884E31-2B0F-4354-93DE-1F2B72859FC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96DD97B-67EB-429A-980C-0F2B15600A8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1C99F6F-50B1-4EAE-8093-9A3118C0EC0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fd25cc6e9fc14a9a"/>
    <p:sldLayoutId xmlns:r="http://schemas.openxmlformats.org/officeDocument/2006/relationships" id="2147483662" r:id="Raf99ce4a22274224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63266135-DFCE-4C34-A521-DCDC699173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EC4345DB-78C5-4C0A-A62E-EFCDB07C37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46DA4DE-0877-459E-8245-54F2CE5431F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818FC44-C336-4F7D-AF16-84D011375F0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52D6171-05D9-445C-9ADC-72AB2D2E450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4f221d2271e2477d"/>
    <p:sldLayoutId xmlns:r="http://schemas.openxmlformats.org/officeDocument/2006/relationships" id="2147483665" r:id="Re8d991ee7ece4d3b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5b2273ce16848a1" /><Relationship Type="http://schemas.openxmlformats.org/officeDocument/2006/relationships/notesSlide" Target="/ppt/notesSlides/notesSlide1.xml" Id="R5f9967eecb13487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真正积累的不是一万个模板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流程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FAFC702-869C-4F56-83F6-357E22BF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D9971325-87DF-401C-B48B-C6164AE8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sequential-step-0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6344055E-9E0B-4108-9AB9-FAD3EA5D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191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PPAGENT_QA|parent=sequential-step-1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22FFD225-8D04-4E3B-A422-114115A9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843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17406D"/>
          </a:solidFill>
          <a:ln xmlns:a="http://schemas.openxmlformats.org/drawingml/2006/main" w="38100">
            <a:solidFill>
              <a:srgbClr val="78AE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8" name="PPAGENT_QA|parent=sequential-step-2|domains=sequential-steps">
            <a:extLst xmlns:a="http://schemas.openxmlformats.org/drawingml/2006/main">
              <a:ext uri="{FF2B5EF4-FFF2-40B4-BE49-F238E27FC236}">
                <a16:creationId xmlns:a16="http://schemas.microsoft.com/office/drawing/2014/main" id="{B403BDEB-8821-4C14-956B-1F7E3EBF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2496" y="2437301"/>
            <a:ext cx="3208313" cy="2433271"/>
          </a:xfrm>
          <a:prstGeom xmlns:a="http://schemas.openxmlformats.org/drawingml/2006/main" prst="roundRect">
            <a:avLst>
              <a:gd name="adj" fmla="val 4697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cxnSp>
        <p:nvCxnSpPr>
          <p:cNvPr id="39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239504" y="3653937"/>
            <a:ext cx="252339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cxnSp>
        <p:nvCxnSpPr>
          <p:cNvPr id="40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700156" y="3653937"/>
            <a:ext cx="25234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5EA8"/>
            </a:solidFill>
            <a:prstDash val="solid"/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38A7DC-E184-4775-A19D-50F5C154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09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sequential-step-0|role=title">
            <a:extLst xmlns:a="http://schemas.openxmlformats.org/drawingml/2006/main">
              <a:ext uri="{FF2B5EF4-FFF2-40B4-BE49-F238E27FC236}">
                <a16:creationId xmlns:a16="http://schemas.microsoft.com/office/drawing/2014/main" id="{FD3385CF-A600-47D2-B418-69211CE9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作品</a:t>
            </a:r>
          </a:p>
        </p:txBody>
      </p:sp>
      <p:sp>
        <p:nvSpPr>
          <p:cNvPr id="23" name="PPAGENT_QA|within=sequential-step-0|role=body">
            <a:extLst xmlns:a="http://schemas.openxmlformats.org/drawingml/2006/main">
              <a:ext uri="{FF2B5EF4-FFF2-40B4-BE49-F238E27FC236}">
                <a16:creationId xmlns:a16="http://schemas.microsoft.com/office/drawing/2014/main" id="{C24815B6-6A74-4757-BCA7-B2CA6B23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458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初始产物，尚为单件视觉结果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565B7F-9D96-432C-857C-682661CB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062" y="2617543"/>
            <a:ext cx="1009357" cy="342460"/>
          </a:xfrm>
          <a:prstGeom xmlns:a="http://schemas.openxmlformats.org/drawingml/2006/main" prst="roundRect">
            <a:avLst>
              <a:gd name="adj" fmla="val 33376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关键节点</a:t>
            </a:r>
          </a:p>
        </p:txBody>
      </p:sp>
      <p:sp>
        <p:nvSpPr>
          <p:cNvPr id="25" name="PPAGENT_QA|within=sequential-step-1|role=title">
            <a:extLst xmlns:a="http://schemas.openxmlformats.org/drawingml/2006/main">
              <a:ext uri="{FF2B5EF4-FFF2-40B4-BE49-F238E27FC236}">
                <a16:creationId xmlns:a16="http://schemas.microsoft.com/office/drawing/2014/main" id="{4421E26F-0B07-48A1-9AE4-C3E88159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110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规律</a:t>
            </a:r>
          </a:p>
        </p:txBody>
      </p:sp>
      <p:sp>
        <p:nvSpPr>
          <p:cNvPr id="26" name="PPAGENT_QA|within=sequential-step-1|role=body">
            <a:extLst xmlns:a="http://schemas.openxmlformats.org/drawingml/2006/main">
              <a:ext uri="{FF2B5EF4-FFF2-40B4-BE49-F238E27FC236}">
                <a16:creationId xmlns:a16="http://schemas.microsoft.com/office/drawing/2014/main" id="{BB49F0C9-C1FD-42D7-80E8-899ED2D3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110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• 表达   • 容量</a:t>
            </a:r>
          </a:p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• 变化   • 禁忌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CA3559-B068-45F4-8832-050BE349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4714" y="2617543"/>
            <a:ext cx="468630" cy="4686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PPAGENT_QA|within=sequential-step-2|role=title">
            <a:extLst xmlns:a="http://schemas.openxmlformats.org/drawingml/2006/main">
              <a:ext uri="{FF2B5EF4-FFF2-40B4-BE49-F238E27FC236}">
                <a16:creationId xmlns:a16="http://schemas.microsoft.com/office/drawing/2014/main" id="{E2E1D1D1-416C-4A34-A41B-A38A32AC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762" y="3302464"/>
            <a:ext cx="28117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</a:t>
            </a:r>
          </a:p>
        </p:txBody>
      </p:sp>
      <p:sp>
        <p:nvSpPr>
          <p:cNvPr id="29" name="PPAGENT_QA|within=sequential-step-2|role=body">
            <a:extLst xmlns:a="http://schemas.openxmlformats.org/drawingml/2006/main">
              <a:ext uri="{FF2B5EF4-FFF2-40B4-BE49-F238E27FC236}">
                <a16:creationId xmlns:a16="http://schemas.microsoft.com/office/drawing/2014/main" id="{40000F83-DB55-4718-8DFC-1FB88C5A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762" y="3915288"/>
            <a:ext cx="2811780" cy="68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6FF"/>
                </a:solidFill>
                <a:latin typeface="Microsoft YaHei"/>
                <a:ea typeface="Microsoft YaHei"/>
                <a:cs typeface="Microsoft YaHei"/>
              </a:rPr>
              <a:t>经验规律沉淀为可持续设计能力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2026-08-13T14:51:35.6530000Z</dcterms:created>
  <dcterms:modified xsi:type="dcterms:W3CDTF">2026-08-13T14:51:35.6530000Z</dcterms:modified>
</coreProperties>
</file>