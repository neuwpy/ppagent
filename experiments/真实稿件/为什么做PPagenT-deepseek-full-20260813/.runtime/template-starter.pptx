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dfa3bee1ac4e67" /><Relationship Type="http://schemas.openxmlformats.org/officeDocument/2006/relationships/extended-properties" Target="/docProps/app.xml" Id="R6b60dd44c09c4dda" /><Relationship Type="http://schemas.openxmlformats.org/officeDocument/2006/relationships/officeDocument" Target="/ppt/presentation.xml" Id="Re3fc41a997fb4b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0ace9d978c4b88"/>
    <p:sldMasterId xmlns:r="http://schemas.openxmlformats.org/officeDocument/2006/relationships" id="2147483660" r:id="R66a42c4f37844652"/>
    <p:sldMasterId xmlns:r="http://schemas.openxmlformats.org/officeDocument/2006/relationships" id="2147483663" r:id="R48f501aae0aa4a86"/>
  </p:sldMasterIdLst>
  <p:notesMasterIdLst>
    <p:notesMasterId xmlns:r="http://schemas.openxmlformats.org/officeDocument/2006/relationships" r:id="R03eae1e9e3474808"/>
  </p:notesMasterIdLst>
  <p:sldIdLst>
    <p:sldId xmlns:r="http://schemas.openxmlformats.org/officeDocument/2006/relationships" id="256" r:id="Re1e3f564635744c1"/>
    <p:sldId xmlns:r="http://schemas.openxmlformats.org/officeDocument/2006/relationships" id="257" r:id="R04a24724ada347d3"/>
    <p:sldId xmlns:r="http://schemas.openxmlformats.org/officeDocument/2006/relationships" id="258" r:id="Rff405064340c4374"/>
    <p:sldId xmlns:r="http://schemas.openxmlformats.org/officeDocument/2006/relationships" id="259" r:id="Rac3d7e33623f41c8"/>
    <p:sldId xmlns:r="http://schemas.openxmlformats.org/officeDocument/2006/relationships" id="260" r:id="R598e2a90cb804af9"/>
    <p:sldId xmlns:r="http://schemas.openxmlformats.org/officeDocument/2006/relationships" id="261" r:id="Rc2be0f2ce6ca4b13"/>
    <p:sldId xmlns:r="http://schemas.openxmlformats.org/officeDocument/2006/relationships" id="262" r:id="R31a6a6df87c147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c53bf7be18485d" /><Relationship Type="http://schemas.openxmlformats.org/officeDocument/2006/relationships/slideMaster" Target="/ppt/slideMasters/slideMaster1.xml" Id="Rea0ace9d978c4b88" /><Relationship Type="http://schemas.openxmlformats.org/officeDocument/2006/relationships/slideMaster" Target="/ppt/slideMasters/slideMaster2.xml" Id="R66a42c4f37844652" /><Relationship Type="http://schemas.openxmlformats.org/officeDocument/2006/relationships/slideMaster" Target="/ppt/slideMasters/slideMaster3.xml" Id="R48f501aae0aa4a86" /><Relationship Type="http://schemas.openxmlformats.org/officeDocument/2006/relationships/notesMaster" Target="/ppt/notesMasters/notesMaster1.xml" Id="R03eae1e9e3474808" /><Relationship Type="http://schemas.openxmlformats.org/officeDocument/2006/relationships/presProps" Target="/ppt/presProps.xml" Id="R62e4258e1b594efd" /><Relationship Type="http://schemas.openxmlformats.org/officeDocument/2006/relationships/viewProps" Target="/ppt/viewProps.xml" Id="R0198e1ce68974674" /><Relationship Type="http://schemas.openxmlformats.org/officeDocument/2006/relationships/tableStyles" Target="/ppt/tableStyles.xml" Id="R626754d4d6074c67" /><Relationship Type="http://schemas.openxmlformats.org/officeDocument/2006/relationships/slide" Target="/ppt/slides/slide1.xml" Id="Re1e3f564635744c1" /><Relationship Type="http://schemas.openxmlformats.org/officeDocument/2006/relationships/slide" Target="/ppt/slides/slide2.xml" Id="R04a24724ada347d3" /><Relationship Type="http://schemas.openxmlformats.org/officeDocument/2006/relationships/slide" Target="/ppt/slides/slide3.xml" Id="Rff405064340c4374" /><Relationship Type="http://schemas.openxmlformats.org/officeDocument/2006/relationships/slide" Target="/ppt/slides/slide4.xml" Id="Rac3d7e33623f41c8" /><Relationship Type="http://schemas.openxmlformats.org/officeDocument/2006/relationships/slide" Target="/ppt/slides/slide5.xml" Id="R598e2a90cb804af9" /><Relationship Type="http://schemas.openxmlformats.org/officeDocument/2006/relationships/slide" Target="/ppt/slides/slide6.xml" Id="Rc2be0f2ce6ca4b13" /><Relationship Type="http://schemas.openxmlformats.org/officeDocument/2006/relationships/slide" Target="/ppt/slides/slide7.xml" Id="R31a6a6df87c147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393fa67b8b7b40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de7bcf5cb44296" /><Relationship Type="http://schemas.openxmlformats.org/officeDocument/2006/relationships/notesMaster" Target="/ppt/notesMasters/notesMaster1.xml" Id="Rcfbbc69be10d47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96a3ab32347d9" /><Relationship Type="http://schemas.openxmlformats.org/officeDocument/2006/relationships/notesMaster" Target="/ppt/notesMasters/notesMaster1.xml" Id="R5bfbc8869a974a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933a4f93a24870" /><Relationship Type="http://schemas.openxmlformats.org/officeDocument/2006/relationships/notesMaster" Target="/ppt/notesMasters/notesMaster1.xml" Id="Re2b0a0a62b0d46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617c98f3ee4149" /><Relationship Type="http://schemas.openxmlformats.org/officeDocument/2006/relationships/notesMaster" Target="/ppt/notesMasters/notesMaster1.xml" Id="R6f60fba3275e4b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75b07c8ab34ad6" /><Relationship Type="http://schemas.openxmlformats.org/officeDocument/2006/relationships/notesMaster" Target="/ppt/notesMasters/notesMaster1.xml" Id="R5fbf8a152f4d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55554b5e7142ed" /><Relationship Type="http://schemas.openxmlformats.org/officeDocument/2006/relationships/notesMaster" Target="/ppt/notesMasters/notesMaster1.xml" Id="R98601fb6766a45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74409420de4d2d" /><Relationship Type="http://schemas.openxmlformats.org/officeDocument/2006/relationships/notesMaster" Target="/ppt/notesMasters/notesMaster1.xml" Id="R4824fc76882f4e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28fd780f743d8" /><Relationship Type="http://schemas.openxmlformats.org/officeDocument/2006/relationships/image" Target="/ppt/media/image.jpeg" Id="Ra2eb037b4c544513" /><Relationship Type="http://schemas.openxmlformats.org/officeDocument/2006/relationships/image" Target="/ppt/media/image.png" Id="Rb6d2ac0ace1b4d26" /><Relationship Type="http://schemas.openxmlformats.org/officeDocument/2006/relationships/image" Target="/ppt/media/image2.png" Id="R3ba3e167d9a342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9138e3cd646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dea5497e14094" /><Relationship Type="http://schemas.openxmlformats.org/officeDocument/2006/relationships/image" Target="/ppt/media/image3.png" Id="Rd250129d1b5d4d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e95a2ec644149" /><Relationship Type="http://schemas.openxmlformats.org/officeDocument/2006/relationships/image" Target="/ppt/media/image4.png" Id="R5d5ad5eb32c145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a2aaa774040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841c2bcaf14b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53151259e4a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830b1906e46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72bd9828e54c0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7f9e84d8547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28b607abc24a0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acb0d9e53849d6" /><Relationship Type="http://schemas.openxmlformats.org/officeDocument/2006/relationships/image" Target="/ppt/media/image5.png" Id="Rcbc9f80cff1d4e0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e3cf3e79b747d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94418dec4e47fa" /><Relationship Type="http://schemas.openxmlformats.org/officeDocument/2006/relationships/image" Target="/ppt/media/image5.png" Id="R78777a6ccc754db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b325d7a961f49b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b037b4c544513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2ac0ace1b4d2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3e167d9a342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E2623A46-DA28-40BE-953E-54F14B61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0129d1b5d4dd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A6F4A61F-86DF-46B0-9245-125B63C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FAA74F2-77D4-4D7B-854E-F2572710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D78560D-06C6-4C38-8621-D3CCCA7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2833E817-E340-427F-BCC4-74EA7E4D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ad5eb32c145e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6ADD6857-0C3D-43EB-95D8-9FA11E54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B7DFAF8C-71A3-4708-9C34-5C4E80A7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DB3F260-1CEC-42D3-A443-E70A5EB1F5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990A5F4-6250-4851-8524-478B891523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BFAC7A1-3C98-4735-8267-DE2BE1E153F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881D3B7D-E0F4-4EEA-83D5-CE09F8540C0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D009804-400F-4AB5-928D-8803EFBB8FD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C8084C7D-210F-4450-A333-CA45922157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5BCCB1FB-E63E-4F01-A42D-DD54CA3657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5732A84-00B5-4B11-9FCA-165210E4A5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AF6A57-A64F-41F6-A2EF-8D90925484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64A9538-9407-4025-AA52-8F5634C80D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4A912E3-9AA5-4908-B310-46D679337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91DDC9A-5A71-4435-B977-9D40DE6D45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0829AE6F-7A0B-414F-B742-46B5515541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106109C-06EE-4986-AA99-AF94033779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C039945-7171-4BC6-AE38-B7A0603F30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B63A383-018F-43C6-A980-1FDCA3DDC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9AC8B99-9D84-4647-A19B-0A2F9115C4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5CB5746-6954-49F4-BB41-D62D8A3883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680F80B-B5C8-4A76-A419-C7B7D70D51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F4E8A20-F1DB-42FF-BE87-80B1D85D18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98F17EC-3EAE-4BD9-83E3-435435EB0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BF6EC0-482C-4AEE-9EB0-CCF8699F42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E03C85E-41E9-4C71-BE50-F529A4FD328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017933-C07A-4A7E-9739-7F47F4F529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1CF2C8A-0523-4ACF-B989-2244BA42A2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5EFF991-089F-46B4-A36C-7D10C3AC9F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14AA47A-E509-4392-AB6A-0C2B4E91E5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B4CACBC-75FC-4866-B78F-3DBE33464D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6F9CE785-6457-47BF-B7FD-83F9B9D8FA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E888CC-D458-42AA-B5C9-D7347D8DC3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10E642E-1A28-4A82-80FB-BBAFE286A1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2C24C6A-7E63-477B-80BF-023E9958CE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1FC814-70C0-43AE-8733-4C3B2BECD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C6394DD-B794-4581-9978-3C11FABAFE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28355D-D9B4-4232-AA5E-DB91695A29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33B656-C0F1-468B-BFD3-7620A49301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2AB1475-26C9-4FA1-8847-C42720DFD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9f80cff1d4e0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CFDAF64-916E-449F-80BA-7647230E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D4F4733-00CF-48E2-A38D-8DD7D37C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CF4AF80-1AE3-47B5-A357-A0DE0C97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D8F30767-55C4-47E0-BC6E-B961A7A0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777a6ccc754db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DC7D1AB3-4A6E-4B2C-BE12-CE366031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5423AAE-262A-48F1-8E94-4D407A1F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6B092F34-5E18-43F0-88B5-A80E0BA7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FA01AFE-CE10-4375-B8E9-43C219A0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bbcc38b3144368" /><Relationship Type="http://schemas.openxmlformats.org/officeDocument/2006/relationships/slideLayout" Target="/ppt/slideLayouts/slideLayout1.xml" Id="Rbe95efa580624daa" /><Relationship Type="http://schemas.openxmlformats.org/officeDocument/2006/relationships/slideLayout" Target="/ppt/slideLayouts/slideLayout2.xml" Id="R4f9f69917025444c" /><Relationship Type="http://schemas.openxmlformats.org/officeDocument/2006/relationships/slideLayout" Target="/ppt/slideLayouts/slideLayout3.xml" Id="R1bffec85e0304005" /><Relationship Type="http://schemas.openxmlformats.org/officeDocument/2006/relationships/slideLayout" Target="/ppt/slideLayouts/slideLayout4.xml" Id="Ra3a22291b8a44267" /><Relationship Type="http://schemas.openxmlformats.org/officeDocument/2006/relationships/slideLayout" Target="/ppt/slideLayouts/slideLayout5.xml" Id="R43870042e79d4f36" /><Relationship Type="http://schemas.openxmlformats.org/officeDocument/2006/relationships/slideLayout" Target="/ppt/slideLayouts/slideLayout6.xml" Id="R6d8e7e370df04f11" /><Relationship Type="http://schemas.openxmlformats.org/officeDocument/2006/relationships/slideLayout" Target="/ppt/slideLayouts/slideLayout7.xml" Id="Re653e604bc314db5" /><Relationship Type="http://schemas.openxmlformats.org/officeDocument/2006/relationships/slideLayout" Target="/ppt/slideLayouts/slideLayout8.xml" Id="Rd2fdf507dc2b494c" /><Relationship Type="http://schemas.openxmlformats.org/officeDocument/2006/relationships/slideLayout" Target="/ppt/slideLayouts/slideLayout9.xml" Id="R59636551a7374ed1" /><Relationship Type="http://schemas.openxmlformats.org/officeDocument/2006/relationships/slideLayout" Target="/ppt/slideLayouts/slideLayout10.xml" Id="Ref0502540d49409a" /><Relationship Type="http://schemas.openxmlformats.org/officeDocument/2006/relationships/slideLayout" Target="/ppt/slideLayouts/slideLayout11.xml" Id="R5d4241821a61461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e0d7193d78240f5" /><Relationship Type="http://schemas.openxmlformats.org/officeDocument/2006/relationships/slideLayout" Target="/ppt/slideLayouts/slideLayout12.xml" Id="R75a6b2291c094bd4" /><Relationship Type="http://schemas.openxmlformats.org/officeDocument/2006/relationships/slideLayout" Target="/ppt/slideLayouts/slideLayout13.xml" Id="Rb92c1831a44540e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c026422cec2648d5" /><Relationship Type="http://schemas.openxmlformats.org/officeDocument/2006/relationships/slideLayout" Target="/ppt/slideLayouts/slideLayout14.xml" Id="Rd3ddab631c484c50" /><Relationship Type="http://schemas.openxmlformats.org/officeDocument/2006/relationships/slideLayout" Target="/ppt/slideLayouts/slideLayout15.xml" Id="Rc23fcb4717fe487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4F08FB7A-B9EE-4EA0-A500-064CC37BA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396C5FE-4087-4E2B-A236-987F0D1D98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3B48155-5F48-4247-BA90-A531D6F6B1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41557B8-A52F-4397-BAB2-B882A193874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8389EFE-65CD-48FD-9AD1-0CE8D45DCC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5efa580624daa"/>
    <p:sldLayoutId xmlns:r="http://schemas.openxmlformats.org/officeDocument/2006/relationships" id="2147483650" r:id="R4f9f69917025444c"/>
    <p:sldLayoutId xmlns:r="http://schemas.openxmlformats.org/officeDocument/2006/relationships" id="2147483651" r:id="R1bffec85e0304005"/>
    <p:sldLayoutId xmlns:r="http://schemas.openxmlformats.org/officeDocument/2006/relationships" id="2147483652" r:id="Ra3a22291b8a44267"/>
    <p:sldLayoutId xmlns:r="http://schemas.openxmlformats.org/officeDocument/2006/relationships" id="2147483653" r:id="R43870042e79d4f36"/>
    <p:sldLayoutId xmlns:r="http://schemas.openxmlformats.org/officeDocument/2006/relationships" id="2147483654" r:id="R6d8e7e370df04f11"/>
    <p:sldLayoutId xmlns:r="http://schemas.openxmlformats.org/officeDocument/2006/relationships" id="2147483655" r:id="Re653e604bc314db5"/>
    <p:sldLayoutId xmlns:r="http://schemas.openxmlformats.org/officeDocument/2006/relationships" id="2147483656" r:id="Rd2fdf507dc2b494c"/>
    <p:sldLayoutId xmlns:r="http://schemas.openxmlformats.org/officeDocument/2006/relationships" id="2147483657" r:id="R59636551a7374ed1"/>
    <p:sldLayoutId xmlns:r="http://schemas.openxmlformats.org/officeDocument/2006/relationships" id="2147483658" r:id="Ref0502540d49409a"/>
    <p:sldLayoutId xmlns:r="http://schemas.openxmlformats.org/officeDocument/2006/relationships" id="2147483659" r:id="R5d4241821a61461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BB170574-E543-4D67-8AA1-A34FE51E1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BEC0C1C-28E1-4D3F-96E8-3596E805D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39DB1E5-D3DB-4748-9B91-1152CAE34C5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702CAC2-AEF0-47E8-AFC5-14731273118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DF723DE-FF1E-4F87-9D7D-7EEBF6B5CE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5a6b2291c094bd4"/>
    <p:sldLayoutId xmlns:r="http://schemas.openxmlformats.org/officeDocument/2006/relationships" id="2147483662" r:id="Rb92c1831a44540e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E760A99-51C6-4968-9BBD-187D8E80A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7FEF23-1FB6-4AAD-9063-9DDEDDC003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E2D4F3-60E7-480E-A2E1-FF4CE814024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33131E5-7686-49E9-8830-01FCBD33C22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0C1738-6FE1-458D-876B-5F47FFD0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d3ddab631c484c50"/>
    <p:sldLayoutId xmlns:r="http://schemas.openxmlformats.org/officeDocument/2006/relationships" id="2147483665" r:id="Rc23fcb4717fe487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15c681a63a4d53" /><Relationship Type="http://schemas.openxmlformats.org/officeDocument/2006/relationships/image" Target="/ppt/media/image6.png" Id="R5f061b04a92045bb" /><Relationship Type="http://schemas.openxmlformats.org/officeDocument/2006/relationships/notesSlide" Target="/ppt/notesSlides/notesSlide1.xml" Id="Rf6c077cc0b5a48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00f7b1bfbb4d7b" /><Relationship Type="http://schemas.openxmlformats.org/officeDocument/2006/relationships/image" Target="/ppt/media/image6.png" Id="R8f2377e6abfb474c" /><Relationship Type="http://schemas.openxmlformats.org/officeDocument/2006/relationships/notesSlide" Target="/ppt/notesSlides/notesSlide2.xml" Id="Rd5efd5e6d3a541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11bdf3ef844c72" /><Relationship Type="http://schemas.openxmlformats.org/officeDocument/2006/relationships/image" Target="/ppt/media/image6.png" Id="R9fcc2c12c18040af" /><Relationship Type="http://schemas.openxmlformats.org/officeDocument/2006/relationships/notesSlide" Target="/ppt/notesSlides/notesSlide3.xml" Id="R59b6b70b37b9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d77b3eac6c452a" /><Relationship Type="http://schemas.openxmlformats.org/officeDocument/2006/relationships/image" Target="/ppt/media/image6.png" Id="Rdb73540dbf924e8a" /><Relationship Type="http://schemas.openxmlformats.org/officeDocument/2006/relationships/notesSlide" Target="/ppt/notesSlides/notesSlide4.xml" Id="R54a9a1d8340542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4e8edd7a8d4915" /><Relationship Type="http://schemas.openxmlformats.org/officeDocument/2006/relationships/image" Target="/ppt/media/image6.png" Id="R034d7c9a734d4f58" /><Relationship Type="http://schemas.openxmlformats.org/officeDocument/2006/relationships/notesSlide" Target="/ppt/notesSlides/notesSlide5.xml" Id="Ra6b2022b730549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420966ad404f03" /><Relationship Type="http://schemas.openxmlformats.org/officeDocument/2006/relationships/image" Target="/ppt/media/image6.png" Id="R3c41c94c07d04a9b" /><Relationship Type="http://schemas.openxmlformats.org/officeDocument/2006/relationships/notesSlide" Target="/ppt/notesSlides/notesSlide6.xml" Id="Rf6feb838e97148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40a9b030be4edc" /><Relationship Type="http://schemas.openxmlformats.org/officeDocument/2006/relationships/image" Target="/ppt/media/image6.png" Id="R816c4eeb3c60451f" /><Relationship Type="http://schemas.openxmlformats.org/officeDocument/2006/relationships/notesSlide" Target="/ppt/notesSlides/notesSlide7.xml" Id="Rcb2b139638b849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61b04a92045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377e6abfb47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c2c12c18040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3540dbf924e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d7c9a734d4f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1c94c07d04a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92BAD3C-ADC2-418C-8390-07A939F6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c4eeb3c6045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2026-08-13T07:56:23.9930000Z</dcterms:created>
  <dcterms:modified xsi:type="dcterms:W3CDTF">2026-08-13T07:56:23.9930000Z</dcterms:modified>
</coreProperties>
</file>