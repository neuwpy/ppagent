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470c3898e46c1" /><Relationship Type="http://schemas.openxmlformats.org/officeDocument/2006/relationships/extended-properties" Target="/docProps/app.xml" Id="R1b1cca3a0ede48e1" /><Relationship Type="http://schemas.openxmlformats.org/officeDocument/2006/relationships/officeDocument" Target="/ppt/presentation.xml" Id="R9dc15fbdb970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780ae7b4fc4e5b"/>
    <p:sldMasterId xmlns:r="http://schemas.openxmlformats.org/officeDocument/2006/relationships" id="2147483660" r:id="Rfbe50a1b95674b37"/>
    <p:sldMasterId xmlns:r="http://schemas.openxmlformats.org/officeDocument/2006/relationships" id="2147483663" r:id="Rb9026fba399d4840"/>
  </p:sldMasterIdLst>
  <p:notesMasterIdLst>
    <p:notesMasterId xmlns:r="http://schemas.openxmlformats.org/officeDocument/2006/relationships" r:id="R9d6638f6dbb2462a"/>
  </p:notesMasterIdLst>
  <p:sldIdLst>
    <p:sldId xmlns:r="http://schemas.openxmlformats.org/officeDocument/2006/relationships" id="256" r:id="R053cc0ce920c433b"/>
    <p:sldId xmlns:r="http://schemas.openxmlformats.org/officeDocument/2006/relationships" id="257" r:id="R6093031feda34d14"/>
    <p:sldId xmlns:r="http://schemas.openxmlformats.org/officeDocument/2006/relationships" id="258" r:id="R03503c7eaa7748a6"/>
    <p:sldId xmlns:r="http://schemas.openxmlformats.org/officeDocument/2006/relationships" id="259" r:id="Rdbe69abbb5b14870"/>
    <p:sldId xmlns:r="http://schemas.openxmlformats.org/officeDocument/2006/relationships" id="260" r:id="R337612327f934d13"/>
    <p:sldId xmlns:r="http://schemas.openxmlformats.org/officeDocument/2006/relationships" id="261" r:id="Rfc015dd6873d49e4"/>
    <p:sldId xmlns:r="http://schemas.openxmlformats.org/officeDocument/2006/relationships" id="262" r:id="R05c8a4ed7da849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e9c2885601491a" /><Relationship Type="http://schemas.openxmlformats.org/officeDocument/2006/relationships/slideMaster" Target="/ppt/slideMasters/slideMaster1.xml" Id="R57780ae7b4fc4e5b" /><Relationship Type="http://schemas.openxmlformats.org/officeDocument/2006/relationships/slideMaster" Target="/ppt/slideMasters/slideMaster2.xml" Id="Rfbe50a1b95674b37" /><Relationship Type="http://schemas.openxmlformats.org/officeDocument/2006/relationships/slideMaster" Target="/ppt/slideMasters/slideMaster3.xml" Id="Rb9026fba399d4840" /><Relationship Type="http://schemas.openxmlformats.org/officeDocument/2006/relationships/notesMaster" Target="/ppt/notesMasters/notesMaster1.xml" Id="R9d6638f6dbb2462a" /><Relationship Type="http://schemas.openxmlformats.org/officeDocument/2006/relationships/presProps" Target="/ppt/presProps.xml" Id="R66b818c3678c4999" /><Relationship Type="http://schemas.openxmlformats.org/officeDocument/2006/relationships/viewProps" Target="/ppt/viewProps.xml" Id="R896efae2bba145c4" /><Relationship Type="http://schemas.openxmlformats.org/officeDocument/2006/relationships/tableStyles" Target="/ppt/tableStyles.xml" Id="R9d73892339b94051" /><Relationship Type="http://schemas.openxmlformats.org/officeDocument/2006/relationships/slide" Target="/ppt/slides/slide1.xml" Id="R053cc0ce920c433b" /><Relationship Type="http://schemas.openxmlformats.org/officeDocument/2006/relationships/slide" Target="/ppt/slides/slide2.xml" Id="R6093031feda34d14" /><Relationship Type="http://schemas.openxmlformats.org/officeDocument/2006/relationships/slide" Target="/ppt/slides/slide3.xml" Id="R03503c7eaa7748a6" /><Relationship Type="http://schemas.openxmlformats.org/officeDocument/2006/relationships/slide" Target="/ppt/slides/slide4.xml" Id="Rdbe69abbb5b14870" /><Relationship Type="http://schemas.openxmlformats.org/officeDocument/2006/relationships/slide" Target="/ppt/slides/slide5.xml" Id="R337612327f934d13" /><Relationship Type="http://schemas.openxmlformats.org/officeDocument/2006/relationships/slide" Target="/ppt/slides/slide6.xml" Id="Rfc015dd6873d49e4" /><Relationship Type="http://schemas.openxmlformats.org/officeDocument/2006/relationships/slide" Target="/ppt/slides/slide7.xml" Id="R05c8a4ed7da849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610999043fc4c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edd71e04164b00" /><Relationship Type="http://schemas.openxmlformats.org/officeDocument/2006/relationships/notesMaster" Target="/ppt/notesMasters/notesMaster1.xml" Id="Rb81454328f5e44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b78cf8ea644a47" /><Relationship Type="http://schemas.openxmlformats.org/officeDocument/2006/relationships/notesMaster" Target="/ppt/notesMasters/notesMaster1.xml" Id="Rbe968cd755c4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9bd30ac48d483e" /><Relationship Type="http://schemas.openxmlformats.org/officeDocument/2006/relationships/notesMaster" Target="/ppt/notesMasters/notesMaster1.xml" Id="Rb311015cbc1143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5d74dec0e3446c" /><Relationship Type="http://schemas.openxmlformats.org/officeDocument/2006/relationships/notesMaster" Target="/ppt/notesMasters/notesMaster1.xml" Id="Rb6e29904ba5f4a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4b292f8b134861" /><Relationship Type="http://schemas.openxmlformats.org/officeDocument/2006/relationships/notesMaster" Target="/ppt/notesMasters/notesMaster1.xml" Id="R698ddce45d8c44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68320b7984586" /><Relationship Type="http://schemas.openxmlformats.org/officeDocument/2006/relationships/notesMaster" Target="/ppt/notesMasters/notesMaster1.xml" Id="R6063e714cf6b4c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ee5615c8924d61" /><Relationship Type="http://schemas.openxmlformats.org/officeDocument/2006/relationships/notesMaster" Target="/ppt/notesMasters/notesMaster1.xml" Id="R6018adefe0c14d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d135e9b194c92" /><Relationship Type="http://schemas.openxmlformats.org/officeDocument/2006/relationships/image" Target="/ppt/media/image.jpeg" Id="Re03c0c282c444e43" /><Relationship Type="http://schemas.openxmlformats.org/officeDocument/2006/relationships/image" Target="/ppt/media/image.png" Id="Rbe2987cd34784098" /><Relationship Type="http://schemas.openxmlformats.org/officeDocument/2006/relationships/image" Target="/ppt/media/image2.png" Id="R863ee95376884f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3a879ff0741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b7328b9b64bcc" /><Relationship Type="http://schemas.openxmlformats.org/officeDocument/2006/relationships/image" Target="/ppt/media/image3.png" Id="R0690f3a667f940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b496bf9cb438f" /><Relationship Type="http://schemas.openxmlformats.org/officeDocument/2006/relationships/image" Target="/ppt/media/image4.png" Id="R89accede49ab4e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9980f743b48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aaf7d73a64d0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1b5d2b8b542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de34906d84bd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7c00efacd4a5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e065356e44f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86acf2a2d41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4d3408a1a64094" /><Relationship Type="http://schemas.openxmlformats.org/officeDocument/2006/relationships/image" Target="/ppt/media/image5.png" Id="Rdefe125546e44f7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5c67a921f04d2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6b06d0c4f0c4f5b" /><Relationship Type="http://schemas.openxmlformats.org/officeDocument/2006/relationships/image" Target="/ppt/media/image5.png" Id="R2904e8341b56496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28b2266b01477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c0c282c444e4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987cd3478409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ee95376884f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E2623A46-DA28-40BE-953E-54F14B61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0f3a667f9400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6F4A61F-86DF-46B0-9245-125B63C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FAA74F2-77D4-4D7B-854E-F2572710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D78560D-06C6-4C38-8621-D3CCCA7A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2833E817-E340-427F-BCC4-74EA7E4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ccede49ab4e2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ADD6857-0C3D-43EB-95D8-9FA11E5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B7DFAF8C-71A3-4708-9C34-5C4E80A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B3F260-1CEC-42D3-A443-E70A5EB1F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990A5F4-6250-4851-8524-478B89152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BFAC7A1-3C98-4735-8267-DE2BE1E153F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81D3B7D-E0F4-4EEA-83D5-CE09F8540C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D009804-400F-4AB5-928D-8803EFBB8FD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8084C7D-210F-4450-A333-CA45922157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BCCB1FB-E63E-4F01-A42D-DD54CA3657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5732A84-00B5-4B11-9FCA-165210E4A5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AF6A57-A64F-41F6-A2EF-8D9092548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64A9538-9407-4025-AA52-8F5634C80D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4A912E3-9AA5-4908-B310-46D679337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91DDC9A-5A71-4435-B977-9D40DE6D45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829AE6F-7A0B-414F-B742-46B5515541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106109C-06EE-4986-AA99-AF94033779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C039945-7171-4BC6-AE38-B7A0603F30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63A383-018F-43C6-A980-1FDCA3DDC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9AC8B99-9D84-4647-A19B-0A2F9115C4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5CB5746-6954-49F4-BB41-D62D8A3883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680F80B-B5C8-4A76-A419-C7B7D70D51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F4E8A20-F1DB-42FF-BE87-80B1D85D18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98F17EC-3EAE-4BD9-83E3-435435EB0D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BF6EC0-482C-4AEE-9EB0-CCF8699F4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FE03C85E-41E9-4C71-BE50-F529A4FD328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017933-C07A-4A7E-9739-7F47F4F529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1CF2C8A-0523-4ACF-B989-2244BA42A2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5EFF991-089F-46B4-A36C-7D10C3AC9F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14AA47A-E509-4392-AB6A-0C2B4E91E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4CACBC-75FC-4866-B78F-3DBE33464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F9CE785-6457-47BF-B7FD-83F9B9D8F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E888CC-D458-42AA-B5C9-D7347D8DC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10E642E-1A28-4A82-80FB-BBAFE286A1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C24C6A-7E63-477B-80BF-023E9958C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1FC814-70C0-43AE-8733-4C3B2BECD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C6394DD-B794-4581-9978-3C11FABAFE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28355D-D9B4-4232-AA5E-DB91695A29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33B656-C0F1-468B-BFD3-7620A49301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2AB1475-26C9-4FA1-8847-C42720DFD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e125546e44f7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CFDAF64-916E-449F-80BA-7647230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D4F4733-00CF-48E2-A38D-8DD7D37C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BCF4AF80-1AE3-47B5-A357-A0DE0C97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8F30767-55C4-47E0-BC6E-B961A7A0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4e8341b56496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C7D1AB3-4A6E-4B2C-BE12-CE366031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5423AAE-262A-48F1-8E94-4D407A1F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B092F34-5E18-43F0-88B5-A80E0BA7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FA01AFE-CE10-4375-B8E9-43C219A0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daedeb3e7f4d0f" /><Relationship Type="http://schemas.openxmlformats.org/officeDocument/2006/relationships/slideLayout" Target="/ppt/slideLayouts/slideLayout1.xml" Id="R4f6d211b66fe46be" /><Relationship Type="http://schemas.openxmlformats.org/officeDocument/2006/relationships/slideLayout" Target="/ppt/slideLayouts/slideLayout2.xml" Id="R5034914084d74da9" /><Relationship Type="http://schemas.openxmlformats.org/officeDocument/2006/relationships/slideLayout" Target="/ppt/slideLayouts/slideLayout3.xml" Id="R3865fb301e5b4a8f" /><Relationship Type="http://schemas.openxmlformats.org/officeDocument/2006/relationships/slideLayout" Target="/ppt/slideLayouts/slideLayout4.xml" Id="R3433d319a5004412" /><Relationship Type="http://schemas.openxmlformats.org/officeDocument/2006/relationships/slideLayout" Target="/ppt/slideLayouts/slideLayout5.xml" Id="Re20a6790daec4f0b" /><Relationship Type="http://schemas.openxmlformats.org/officeDocument/2006/relationships/slideLayout" Target="/ppt/slideLayouts/slideLayout6.xml" Id="Rb5ed4ebb482e48cc" /><Relationship Type="http://schemas.openxmlformats.org/officeDocument/2006/relationships/slideLayout" Target="/ppt/slideLayouts/slideLayout7.xml" Id="R478a9aaad9c04bb6" /><Relationship Type="http://schemas.openxmlformats.org/officeDocument/2006/relationships/slideLayout" Target="/ppt/slideLayouts/slideLayout8.xml" Id="Rd574895d37c941a3" /><Relationship Type="http://schemas.openxmlformats.org/officeDocument/2006/relationships/slideLayout" Target="/ppt/slideLayouts/slideLayout9.xml" Id="Re2502fc7bc75488a" /><Relationship Type="http://schemas.openxmlformats.org/officeDocument/2006/relationships/slideLayout" Target="/ppt/slideLayouts/slideLayout10.xml" Id="R459ad9c2e2b54115" /><Relationship Type="http://schemas.openxmlformats.org/officeDocument/2006/relationships/slideLayout" Target="/ppt/slideLayouts/slideLayout11.xml" Id="R4ae656262afe4d1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146a7fef3dc4b9e" /><Relationship Type="http://schemas.openxmlformats.org/officeDocument/2006/relationships/slideLayout" Target="/ppt/slideLayouts/slideLayout12.xml" Id="Re29f6e3e1d8d4150" /><Relationship Type="http://schemas.openxmlformats.org/officeDocument/2006/relationships/slideLayout" Target="/ppt/slideLayouts/slideLayout13.xml" Id="R3a24658b6d8248c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76d955278c54293" /><Relationship Type="http://schemas.openxmlformats.org/officeDocument/2006/relationships/slideLayout" Target="/ppt/slideLayouts/slideLayout14.xml" Id="R68e05e87ae924f59" /><Relationship Type="http://schemas.openxmlformats.org/officeDocument/2006/relationships/slideLayout" Target="/ppt/slideLayouts/slideLayout15.xml" Id="Rf0fdfcbfc9a04e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F08FB7A-B9EE-4EA0-A500-064CC37BA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396C5FE-4087-4E2B-A236-987F0D1D98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3B48155-5F48-4247-BA90-A531D6F6B1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41557B8-A52F-4397-BAB2-B882A193874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389EFE-65CD-48FD-9AD1-0CE8D45DCC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d211b66fe46be"/>
    <p:sldLayoutId xmlns:r="http://schemas.openxmlformats.org/officeDocument/2006/relationships" id="2147483650" r:id="R5034914084d74da9"/>
    <p:sldLayoutId xmlns:r="http://schemas.openxmlformats.org/officeDocument/2006/relationships" id="2147483651" r:id="R3865fb301e5b4a8f"/>
    <p:sldLayoutId xmlns:r="http://schemas.openxmlformats.org/officeDocument/2006/relationships" id="2147483652" r:id="R3433d319a5004412"/>
    <p:sldLayoutId xmlns:r="http://schemas.openxmlformats.org/officeDocument/2006/relationships" id="2147483653" r:id="Re20a6790daec4f0b"/>
    <p:sldLayoutId xmlns:r="http://schemas.openxmlformats.org/officeDocument/2006/relationships" id="2147483654" r:id="Rb5ed4ebb482e48cc"/>
    <p:sldLayoutId xmlns:r="http://schemas.openxmlformats.org/officeDocument/2006/relationships" id="2147483655" r:id="R478a9aaad9c04bb6"/>
    <p:sldLayoutId xmlns:r="http://schemas.openxmlformats.org/officeDocument/2006/relationships" id="2147483656" r:id="Rd574895d37c941a3"/>
    <p:sldLayoutId xmlns:r="http://schemas.openxmlformats.org/officeDocument/2006/relationships" id="2147483657" r:id="Re2502fc7bc75488a"/>
    <p:sldLayoutId xmlns:r="http://schemas.openxmlformats.org/officeDocument/2006/relationships" id="2147483658" r:id="R459ad9c2e2b54115"/>
    <p:sldLayoutId xmlns:r="http://schemas.openxmlformats.org/officeDocument/2006/relationships" id="2147483659" r:id="R4ae656262afe4d1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B170574-E543-4D67-8AA1-A34FE51E1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BEC0C1C-28E1-4D3F-96E8-3596E805DD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9DB1E5-D3DB-4748-9B91-1152CAE34C5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702CAC2-AEF0-47E8-AFC5-14731273118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DF723DE-FF1E-4F87-9D7D-7EEBF6B5CE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29f6e3e1d8d4150"/>
    <p:sldLayoutId xmlns:r="http://schemas.openxmlformats.org/officeDocument/2006/relationships" id="2147483662" r:id="R3a24658b6d8248c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E760A99-51C6-4968-9BBD-187D8E80A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7FEF23-1FB6-4AAD-9063-9DDEDDC00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E2D4F3-60E7-480E-A2E1-FF4CE814024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33131E5-7686-49E9-8830-01FCBD33C22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0C1738-6FE1-458D-876B-5F47FFD0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8e05e87ae924f59"/>
    <p:sldLayoutId xmlns:r="http://schemas.openxmlformats.org/officeDocument/2006/relationships" id="2147483665" r:id="Rf0fdfcbfc9a04ed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cda1d577564101" /><Relationship Type="http://schemas.openxmlformats.org/officeDocument/2006/relationships/notesSlide" Target="/ppt/notesSlides/notesSlide1.xml" Id="Rcc5d6564e57d4a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7de2583fcc4069" /><Relationship Type="http://schemas.openxmlformats.org/officeDocument/2006/relationships/notesSlide" Target="/ppt/notesSlides/notesSlide2.xml" Id="R7d4706dab09d40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0e1c3386aa4fea" /><Relationship Type="http://schemas.openxmlformats.org/officeDocument/2006/relationships/notesSlide" Target="/ppt/notesSlides/notesSlide3.xml" Id="R9f8f066981bc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7d9b68fe514ea3" /><Relationship Type="http://schemas.openxmlformats.org/officeDocument/2006/relationships/notesSlide" Target="/ppt/notesSlides/notesSlide4.xml" Id="Ra4f7fc3d89e242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ce7eb1df37419b" /><Relationship Type="http://schemas.openxmlformats.org/officeDocument/2006/relationships/notesSlide" Target="/ppt/notesSlides/notesSlide5.xml" Id="Rf356711025d743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af8246ab70435c" /><Relationship Type="http://schemas.openxmlformats.org/officeDocument/2006/relationships/notesSlide" Target="/ppt/notesSlides/notesSlide6.xml" Id="R5b3cbd113b7048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03d096f53e4d40" /><Relationship Type="http://schemas.openxmlformats.org/officeDocument/2006/relationships/notesSlide" Target="/ppt/notesSlides/notesSlide7.xml" Id="R24d21f95f6f740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8617866-CD2D-46B5-B853-23D829A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0EB6E12-59A9-4625-B0A9-303EF924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34D129D6-0C5A-42CD-9931-B5EE4DA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0078C7AB-4A0A-4F9D-B5D6-19167711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C9CB7C36-8ADA-4C45-808B-60E5ABF9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真正费时间的是判断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FFD55680-CF0C-439A-A0E4-21D39FBB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不是画图，而是一连串决定：怎么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讲、拆几页、每页讲什么、观点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关系、突出什么、何时用图等。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ECE337AF-43EA-417A-BF0C-9B09AACE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FC621FA8-D546-42CB-8AB7-928DDD3F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每次都要重新做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9DAB6911-3F3F-4A0B-B1FC-03A4259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376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即使高手知道答案，仍需重新判断，并翻找以前的 PPT 来修改。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15BD5E9-C1DC-4412-9810-5E2410D4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7C93EBF-E2F1-41C4-B108-6AC5E3DE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2CAF497F-61E2-4108-B949-0E1EF1B8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AA0B5E99-0AAC-4EAB-B3D6-1E9A8B3E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5547386A-700A-48B9-AEF7-7177D5E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固定是优点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43B7ADAC-AD40-41DF-8930-C59263B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牺牲自由换取可靠稳定，固定意味着已验证。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2A74FCAB-07A7-44E1-8E25-83CA782B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FB88A8DD-9EEC-41D9-AFED-E62EDCEA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工作 PPT 不需要每次重新设计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9FE2B6C9-07F4-4EA7-9EFF-AF3034A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能生成自由炫目的页面，但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 PPT 常常需要稳定和一致。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E3E4057-E68E-4400-BCF6-D56F5CAC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B3F4762-4681-4E2A-A071-6EC17914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EEAF7E0C-97D5-428D-B3A3-405CA12B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344A99E8-19AE-4A84-991F-A390994F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143BD00D-47C6-4D3A-B288-4407C686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负责理解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32ABEEC9-614D-45E6-A85B-F8EE36CA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读取稿件，判断重点、关系、拆页和表达目的。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61CDB5DD-86D2-4A6B-A648-B3776BA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61E17B26-B3D5-4A0F-AE0E-3299818F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规则负责决定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41C833C7-6035-486C-85B7-A06DEA8E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判断哪些版式可以使用、内容是否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装得下、什么时候应该换版式或拆页。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24B75-33C0-43EF-B549-78D5A8B9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7A0C3C1B-83C7-490E-94BA-EE3FB85D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0EEB2309-F2A8-486D-8123-061F92D0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代码负责执行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944E5B73-3153-43B5-A282-CC292A3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按照已经确认的坐标、字号、颜色和间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距，稳定生成原生可编辑的 PowerPoint。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E73DBDB-7735-4746-BA9E-D57752D9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ED9D346-B300-4742-A915-B6E2673D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44C40E60-DDAC-4109-827B-300BA67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7D82AE96-F29B-44AA-B995-629F1F2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C10285FE-40CB-44AD-A327-8F56BAFD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 80 分的价值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857C0B87-85B9-4F8A-B302-7A80E66C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稳定交付可用 80 分初稿，节省时间。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CA387487-7CC8-4FA8-A879-18763F92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72A731C9-97F7-44BA-889B-902D182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不追求随机 95 分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C16E63E6-8B6F-4703-B85C-E81C6CFA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不追求每次惊艳，追求稳定可靠。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EADD52B-7364-4740-828C-F7ACE98C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C62A307-EA85-443F-8311-E0D45132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FF6098F5-C5F6-4AF4-89DF-A0586104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F9911243-D511-4518-AE8B-E5EFEAE1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72C83878-8843-4F0C-84F8-6EE8AAB4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目标用户不是 1%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84549AE5-71F8-4F9E-817E-F4E7A51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更多人有内容但不会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排版，需要方法系统化。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8F03DD67-E8C3-4784-9DA7-F809B090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04988C7A-1F8B-4B38-94CC-12EAD215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产品价值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C08A742E-56AF-4C3F-A583-4D0A0879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376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把个人能力转为更多人可用的生产能力。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55798B7-0D4D-44C4-9B84-0C3AB377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B3138B6-E2F3-4919-9CF6-1E76EBC5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C6CCB6BA-6178-4D40-ADEE-B6FA484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E9B60429-3816-4F8C-9A6A-C99613C9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E1C3FF61-F3B4-4852-87BA-2EBEADA1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积累经验而非模板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4F9691B5-EB0F-4C53-9479-FF1353BD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页面背后的表达规律、容量边界、变化和禁忌。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C69DAE44-CE2E-45DA-A385-8D1E596B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52A8DEEE-85E8-43F8-B0C6-747EA0CB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可扩展性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D4488425-5915-4965-A5BB-F06F8EED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东北大学只是起点，可服务其他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学校、企业、实验室和个人。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BCF3F54-29DA-45C1-886A-3144803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DFFCDCE-0B88-4B3C-B59B-F8AA07F4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2C9F3ABC-42B3-4E66-A65B-877ECB47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B1C3CF17-F35B-4F82-B90D-B70258E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E3A34D28-4001-4ED6-B86A-D0CA084B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解决普通问题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28D85B99-B946-46D4-A2DA-B9E2139D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把经验留下来，让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普通人得到靠谱 PPT。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1EB6E20B-9590-4EC4-9788-9C8F6179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95709381-CCAC-4A63-A725-55B66F3A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最终结果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D1C6CB3E-BF61-4EDD-BE56-13A1ACE4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376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不一定惊艳但靠谱，不一定独一无二但好用，且第二天可修改。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2026-08-13T07:56:24.9860000Z</dcterms:created>
  <dcterms:modified xsi:type="dcterms:W3CDTF">2026-08-13T07:56:24.9860000Z</dcterms:modified>
</coreProperties>
</file>