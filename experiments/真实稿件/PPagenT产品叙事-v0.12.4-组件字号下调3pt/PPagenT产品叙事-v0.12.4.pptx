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4b077bd32b414b" /><Relationship Type="http://schemas.openxmlformats.org/officeDocument/2006/relationships/extended-properties" Target="/docProps/app.xml" Id="R8a8c052c7d254150" /><Relationship Type="http://schemas.openxmlformats.org/officeDocument/2006/relationships/officeDocument" Target="/ppt/presentation.xml" Id="R9791cc6eb91940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a94d7f5a6f4c23"/>
    <p:sldMasterId xmlns:r="http://schemas.openxmlformats.org/officeDocument/2006/relationships" id="2147483660" r:id="Rbf3340cb06ac4c13"/>
    <p:sldMasterId xmlns:r="http://schemas.openxmlformats.org/officeDocument/2006/relationships" id="2147483663" r:id="R7de4a0e488824754"/>
  </p:sldMasterIdLst>
  <p:notesMasterIdLst>
    <p:notesMasterId xmlns:r="http://schemas.openxmlformats.org/officeDocument/2006/relationships" r:id="R48653757b1e94e42"/>
  </p:notesMasterIdLst>
  <p:sldIdLst>
    <p:sldId xmlns:r="http://schemas.openxmlformats.org/officeDocument/2006/relationships" id="256" r:id="R31afc1b852b148fb"/>
    <p:sldId xmlns:r="http://schemas.openxmlformats.org/officeDocument/2006/relationships" id="257" r:id="R035b4d3850644293"/>
    <p:sldId xmlns:r="http://schemas.openxmlformats.org/officeDocument/2006/relationships" id="258" r:id="R3d3bb9efc9b24283"/>
    <p:sldId xmlns:r="http://schemas.openxmlformats.org/officeDocument/2006/relationships" id="259" r:id="Rc87a625be6714aea"/>
    <p:sldId xmlns:r="http://schemas.openxmlformats.org/officeDocument/2006/relationships" id="260" r:id="R7b4a121a3d164c43"/>
    <p:sldId xmlns:r="http://schemas.openxmlformats.org/officeDocument/2006/relationships" id="261" r:id="R5d28fb05d5974adc"/>
    <p:sldId xmlns:r="http://schemas.openxmlformats.org/officeDocument/2006/relationships" id="262" r:id="R95761da83b2d42df"/>
    <p:sldId xmlns:r="http://schemas.openxmlformats.org/officeDocument/2006/relationships" id="263" r:id="Rb55c44f22fca44bc"/>
    <p:sldId xmlns:r="http://schemas.openxmlformats.org/officeDocument/2006/relationships" id="264" r:id="R0f6c38a98fe64a0d"/>
    <p:sldId xmlns:r="http://schemas.openxmlformats.org/officeDocument/2006/relationships" id="265" r:id="Rb772cbdedbf140b2"/>
    <p:sldId xmlns:r="http://schemas.openxmlformats.org/officeDocument/2006/relationships" id="266" r:id="R54e8e818f1734b7c"/>
    <p:sldId xmlns:r="http://schemas.openxmlformats.org/officeDocument/2006/relationships" id="267" r:id="R599d0e196cd24815"/>
    <p:sldId xmlns:r="http://schemas.openxmlformats.org/officeDocument/2006/relationships" id="268" r:id="R1c942c9c6d9a4d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c44ad32904716" /><Relationship Type="http://schemas.openxmlformats.org/officeDocument/2006/relationships/slideMaster" Target="/ppt/slideMasters/slideMaster1.xml" Id="R85a94d7f5a6f4c23" /><Relationship Type="http://schemas.openxmlformats.org/officeDocument/2006/relationships/slideMaster" Target="/ppt/slideMasters/slideMaster2.xml" Id="Rbf3340cb06ac4c13" /><Relationship Type="http://schemas.openxmlformats.org/officeDocument/2006/relationships/slideMaster" Target="/ppt/slideMasters/slideMaster3.xml" Id="R7de4a0e488824754" /><Relationship Type="http://schemas.openxmlformats.org/officeDocument/2006/relationships/notesMaster" Target="/ppt/notesMasters/notesMaster1.xml" Id="R48653757b1e94e42" /><Relationship Type="http://schemas.openxmlformats.org/officeDocument/2006/relationships/presProps" Target="/ppt/presProps.xml" Id="Rd147d9ec00d042a4" /><Relationship Type="http://schemas.openxmlformats.org/officeDocument/2006/relationships/viewProps" Target="/ppt/viewProps.xml" Id="Rfbe0416ccf1b441d" /><Relationship Type="http://schemas.openxmlformats.org/officeDocument/2006/relationships/tableStyles" Target="/ppt/tableStyles.xml" Id="R0573f3961ae0499e" /><Relationship Type="http://schemas.openxmlformats.org/officeDocument/2006/relationships/slide" Target="/ppt/slides/slide1.xml" Id="R31afc1b852b148fb" /><Relationship Type="http://schemas.openxmlformats.org/officeDocument/2006/relationships/slide" Target="/ppt/slides/slide2.xml" Id="R035b4d3850644293" /><Relationship Type="http://schemas.openxmlformats.org/officeDocument/2006/relationships/slide" Target="/ppt/slides/slide3.xml" Id="R3d3bb9efc9b24283" /><Relationship Type="http://schemas.openxmlformats.org/officeDocument/2006/relationships/slide" Target="/ppt/slides/slide4.xml" Id="Rc87a625be6714aea" /><Relationship Type="http://schemas.openxmlformats.org/officeDocument/2006/relationships/slide" Target="/ppt/slides/slide5.xml" Id="R7b4a121a3d164c43" /><Relationship Type="http://schemas.openxmlformats.org/officeDocument/2006/relationships/slide" Target="/ppt/slides/slide6.xml" Id="R5d28fb05d5974adc" /><Relationship Type="http://schemas.openxmlformats.org/officeDocument/2006/relationships/slide" Target="/ppt/slides/slide7.xml" Id="R95761da83b2d42df" /><Relationship Type="http://schemas.openxmlformats.org/officeDocument/2006/relationships/slide" Target="/ppt/slides/slide8.xml" Id="Rb55c44f22fca44bc" /><Relationship Type="http://schemas.openxmlformats.org/officeDocument/2006/relationships/slide" Target="/ppt/slides/slide9.xml" Id="R0f6c38a98fe64a0d" /><Relationship Type="http://schemas.openxmlformats.org/officeDocument/2006/relationships/slide" Target="/ppt/slides/slide10.xml" Id="Rb772cbdedbf140b2" /><Relationship Type="http://schemas.openxmlformats.org/officeDocument/2006/relationships/slide" Target="/ppt/slides/slide11.xml" Id="R54e8e818f1734b7c" /><Relationship Type="http://schemas.openxmlformats.org/officeDocument/2006/relationships/slide" Target="/ppt/slides/slide12.xml" Id="R599d0e196cd24815" /><Relationship Type="http://schemas.openxmlformats.org/officeDocument/2006/relationships/slide" Target="/ppt/slides/slide13.xml" Id="R1c942c9c6d9a4d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ade1d390ec8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e5c3d99d604831" /><Relationship Type="http://schemas.openxmlformats.org/officeDocument/2006/relationships/notesMaster" Target="/ppt/notesMasters/notesMaster1.xml" Id="R45288606c078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b7f8f6d1544e0" /><Relationship Type="http://schemas.openxmlformats.org/officeDocument/2006/relationships/notesMaster" Target="/ppt/notesMasters/notesMaster1.xml" Id="R181e42611e454d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f68f13a6b42c7" /><Relationship Type="http://schemas.openxmlformats.org/officeDocument/2006/relationships/notesMaster" Target="/ppt/notesMasters/notesMaster1.xml" Id="R4d78cf3d1c404c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6ecac2aa34844" /><Relationship Type="http://schemas.openxmlformats.org/officeDocument/2006/relationships/notesMaster" Target="/ppt/notesMasters/notesMaster1.xml" Id="R14268a4757a946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5760924fa8406b" /><Relationship Type="http://schemas.openxmlformats.org/officeDocument/2006/relationships/notesMaster" Target="/ppt/notesMasters/notesMaster1.xml" Id="R69da361646fb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a1d4e848aa4160" /><Relationship Type="http://schemas.openxmlformats.org/officeDocument/2006/relationships/notesMaster" Target="/ppt/notesMasters/notesMaster1.xml" Id="R36bdec1d6ac24d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a0038457704bfa" /><Relationship Type="http://schemas.openxmlformats.org/officeDocument/2006/relationships/notesMaster" Target="/ppt/notesMasters/notesMaster1.xml" Id="Rb068a0ea11ae4d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6b255be643480e" /><Relationship Type="http://schemas.openxmlformats.org/officeDocument/2006/relationships/notesMaster" Target="/ppt/notesMasters/notesMaster1.xml" Id="Rf71a69d1f86747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d6e7d893f4e04" /><Relationship Type="http://schemas.openxmlformats.org/officeDocument/2006/relationships/notesMaster" Target="/ppt/notesMasters/notesMaster1.xml" Id="R22a4bb5f4cbe41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17e5cdcfa4ffd" /><Relationship Type="http://schemas.openxmlformats.org/officeDocument/2006/relationships/notesMaster" Target="/ppt/notesMasters/notesMaster1.xml" Id="Rbc1c1c81274040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811b81239c4858" /><Relationship Type="http://schemas.openxmlformats.org/officeDocument/2006/relationships/notesMaster" Target="/ppt/notesMasters/notesMaster1.xml" Id="R3f181e3f263247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154e58fa2aa4292" /><Relationship Type="http://schemas.openxmlformats.org/officeDocument/2006/relationships/notesMaster" Target="/ppt/notesMasters/notesMaster1.xml" Id="R50e29990575e4d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ea58d886e4a76" /><Relationship Type="http://schemas.openxmlformats.org/officeDocument/2006/relationships/notesMaster" Target="/ppt/notesMasters/notesMaster1.xml" Id="R8524587ae22b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progression-spectrum-focus-001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PPagenT：p8-intent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PPagenT：p9-intent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PPagenT：p10-intent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2bf122fe64e12" /><Relationship Type="http://schemas.openxmlformats.org/officeDocument/2006/relationships/image" Target="/ppt/media/image.jpeg" Id="R1e9064a1546d468e" /><Relationship Type="http://schemas.openxmlformats.org/officeDocument/2006/relationships/image" Target="/ppt/media/image.png" Id="R857092804f0742ec" /><Relationship Type="http://schemas.openxmlformats.org/officeDocument/2006/relationships/image" Target="/ppt/media/image2.png" Id="R2d0a9b231c1d48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86999650147a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6aadcd62549d9" /><Relationship Type="http://schemas.openxmlformats.org/officeDocument/2006/relationships/image" Target="/ppt/media/image3.png" Id="R4dae7a2dea624f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91076934548d1" /><Relationship Type="http://schemas.openxmlformats.org/officeDocument/2006/relationships/image" Target="/ppt/media/image4.png" Id="R34365e20155044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a28c768a143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4eb5e170547e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dbed5f5a44a5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c757096e64b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9dc664b1741c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750385a3b42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a8e912d15454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8f88efa2f54fbf" /><Relationship Type="http://schemas.openxmlformats.org/officeDocument/2006/relationships/image" Target="/ppt/media/image5.png" Id="R08e0d4157a1445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9dfa37b3c2416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a454775c404100" /><Relationship Type="http://schemas.openxmlformats.org/officeDocument/2006/relationships/image" Target="/ppt/media/image5.png" Id="Ra4750d40cdbb424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40ff654d3e8451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064a1546d468e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092804f0742e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a9b231c1d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7F1F5CE-C912-4FFC-8781-E6CD7077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e7a2dea624f3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7D2FF52-4CCC-49AA-93BD-BA8F653C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76E583C-04E0-42B1-8006-5FDF8B3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9AD1284D-7E37-43B3-88F9-D458C736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711E1CD7-2E15-4D7A-8858-30F4DAF7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65e20155044d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38C7BF46-7FAE-471B-BC61-0DD36B9C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8B1EC3D8-376B-43E5-95B4-D485679E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A6E11E-4060-4BF5-9403-706BD5AD5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C0B5712-EE5B-4A3F-AD0D-D2136B2819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81AF845-2644-4524-BDEC-EC04A61A1CF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D125A304-0E09-47A2-8610-8D83EE35EC6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A7063B9-AEE5-47A1-84A7-C4B00138654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FE1ACBA1-77D8-4C2F-8F72-738AD0EF1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FEA69147-D41F-441A-ABFC-88F4A663AA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CB1AC1-2BBB-4BF5-A726-C5D24410CD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05993E-8489-4357-BE5F-BD510D1CF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94025E-9448-4D04-9723-B9D0A5C9AA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D87BADD-2149-4261-A3FC-8472809E5D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A0177DC-DDE7-48C3-8F09-CB20AE6BE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9A29B03-CF15-448F-B904-91F1ED7D4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7950126-F36B-422F-B660-A6859B4353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0D4F37C-E98E-4CC6-B01B-6918DC975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8E529A-B25E-4A37-9214-811140B8B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FC0D37-0D30-4C96-8EF6-4E41E2CD6F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5DCEBE4-9701-4E2A-A5BF-6F44E1194A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12CF2B-FBEF-4291-8944-FAF8B292EC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2CB8AFA-92D1-4CF1-9615-2B6C763A4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A68E14B-4A28-4BB8-8E3D-4F2A9DEC9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28ECD56-0EAE-430C-A762-A8C603F2D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66846B5-2D09-4218-8C40-2C37EF9BCDD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233B6AF-C2C5-41AC-A014-769B054A6A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5B21A3E-C01F-43B3-B6B2-18430CB982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A9E5980-27FF-4DB8-8517-8FD8398590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91268DA-2256-4BD8-90BD-B716D43F14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7ABDE1E-E2F3-4CA7-A852-CF7BD1F0E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DE6C622-7ADC-4475-97BD-1C8AD8971D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B199E8-AC9F-4621-9A04-642F5E376D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3DB3FBB-E2C1-402E-8309-489AE86F1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6A7E29F-FE13-449C-BC06-9C099DAB35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6A33AA9-326E-45CC-ACAC-FE930B011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3F42485-259E-4E12-AB8E-0C58DDC0CF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F67B88-6452-4EC6-858E-ED2612425F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5B8C0FD-7F5B-43DE-B944-21E650F55D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6EB1696-1110-4EB7-A3E4-AE31B496B8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0d4157a14458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DDA73FC-15FC-461B-94B9-1F6736F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71AD8CE-A6A8-457F-BE64-E1F7A45F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8C742E7-B890-4C78-97A3-E45A5DC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104F8DF-9F2B-4441-8D28-3D8BCE6E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750d40cdbb424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DF41F54-F0E3-45E8-93DB-F6D338A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AFF2703-67EA-4093-B9A9-F403D7B7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1002298-0E5B-4FAD-AE90-67483EF9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393AE86-EFD2-471A-94F3-9CFA485E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2648d46acb4c91" /><Relationship Type="http://schemas.openxmlformats.org/officeDocument/2006/relationships/slideLayout" Target="/ppt/slideLayouts/slideLayout1.xml" Id="Rbc97927fc9e849f8" /><Relationship Type="http://schemas.openxmlformats.org/officeDocument/2006/relationships/slideLayout" Target="/ppt/slideLayouts/slideLayout2.xml" Id="Rc5ef2f52ae03476f" /><Relationship Type="http://schemas.openxmlformats.org/officeDocument/2006/relationships/slideLayout" Target="/ppt/slideLayouts/slideLayout3.xml" Id="Rc4839e03a44646ea" /><Relationship Type="http://schemas.openxmlformats.org/officeDocument/2006/relationships/slideLayout" Target="/ppt/slideLayouts/slideLayout4.xml" Id="Rea45fa27167c414c" /><Relationship Type="http://schemas.openxmlformats.org/officeDocument/2006/relationships/slideLayout" Target="/ppt/slideLayouts/slideLayout5.xml" Id="R71e7c85657e94687" /><Relationship Type="http://schemas.openxmlformats.org/officeDocument/2006/relationships/slideLayout" Target="/ppt/slideLayouts/slideLayout6.xml" Id="Raffbd58bb9a54835" /><Relationship Type="http://schemas.openxmlformats.org/officeDocument/2006/relationships/slideLayout" Target="/ppt/slideLayouts/slideLayout7.xml" Id="R7eb0eeba5e824b0c" /><Relationship Type="http://schemas.openxmlformats.org/officeDocument/2006/relationships/slideLayout" Target="/ppt/slideLayouts/slideLayout8.xml" Id="R45a4710f4782411b" /><Relationship Type="http://schemas.openxmlformats.org/officeDocument/2006/relationships/slideLayout" Target="/ppt/slideLayouts/slideLayout9.xml" Id="Rd4bf20fc73444e09" /><Relationship Type="http://schemas.openxmlformats.org/officeDocument/2006/relationships/slideLayout" Target="/ppt/slideLayouts/slideLayout10.xml" Id="Rd81a7bea70964957" /><Relationship Type="http://schemas.openxmlformats.org/officeDocument/2006/relationships/slideLayout" Target="/ppt/slideLayouts/slideLayout11.xml" Id="R5a09ab145ee44bc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0813052a80d4c6a" /><Relationship Type="http://schemas.openxmlformats.org/officeDocument/2006/relationships/slideLayout" Target="/ppt/slideLayouts/slideLayout12.xml" Id="R33db4a6fd2bf4013" /><Relationship Type="http://schemas.openxmlformats.org/officeDocument/2006/relationships/slideLayout" Target="/ppt/slideLayouts/slideLayout13.xml" Id="Rd31da0a161b6469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ea8acc8b4144c66" /><Relationship Type="http://schemas.openxmlformats.org/officeDocument/2006/relationships/slideLayout" Target="/ppt/slideLayouts/slideLayout14.xml" Id="R7f238bc522464eac" /><Relationship Type="http://schemas.openxmlformats.org/officeDocument/2006/relationships/slideLayout" Target="/ppt/slideLayouts/slideLayout15.xml" Id="R95722ee9914347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7330055-24C0-4533-8A15-2A4A7DF5E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8EF9C87-81A8-4296-944A-BC9970B0E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45255ED-FE41-4D0A-8B84-8F1CCA6943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304A53-5F3F-4277-BDC1-4F8E7DC34D5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A63702-6739-43FF-97B9-E23EBF85485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97927fc9e849f8"/>
    <p:sldLayoutId xmlns:r="http://schemas.openxmlformats.org/officeDocument/2006/relationships" id="2147483650" r:id="Rc5ef2f52ae03476f"/>
    <p:sldLayoutId xmlns:r="http://schemas.openxmlformats.org/officeDocument/2006/relationships" id="2147483651" r:id="Rc4839e03a44646ea"/>
    <p:sldLayoutId xmlns:r="http://schemas.openxmlformats.org/officeDocument/2006/relationships" id="2147483652" r:id="Rea45fa27167c414c"/>
    <p:sldLayoutId xmlns:r="http://schemas.openxmlformats.org/officeDocument/2006/relationships" id="2147483653" r:id="R71e7c85657e94687"/>
    <p:sldLayoutId xmlns:r="http://schemas.openxmlformats.org/officeDocument/2006/relationships" id="2147483654" r:id="Raffbd58bb9a54835"/>
    <p:sldLayoutId xmlns:r="http://schemas.openxmlformats.org/officeDocument/2006/relationships" id="2147483655" r:id="R7eb0eeba5e824b0c"/>
    <p:sldLayoutId xmlns:r="http://schemas.openxmlformats.org/officeDocument/2006/relationships" id="2147483656" r:id="R45a4710f4782411b"/>
    <p:sldLayoutId xmlns:r="http://schemas.openxmlformats.org/officeDocument/2006/relationships" id="2147483657" r:id="Rd4bf20fc73444e09"/>
    <p:sldLayoutId xmlns:r="http://schemas.openxmlformats.org/officeDocument/2006/relationships" id="2147483658" r:id="Rd81a7bea70964957"/>
    <p:sldLayoutId xmlns:r="http://schemas.openxmlformats.org/officeDocument/2006/relationships" id="2147483659" r:id="R5a09ab145ee44bc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734E7EA0-7B24-4A08-90E5-088BD357A8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EB11377-518D-43EA-B52A-859A2B178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54E843-D08D-444A-B9D3-ED7844B5A93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C29338-1305-4601-9A24-6500478C0D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90C3162-6165-4E61-8B4D-D002AE1CCF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3db4a6fd2bf4013"/>
    <p:sldLayoutId xmlns:r="http://schemas.openxmlformats.org/officeDocument/2006/relationships" id="2147483662" r:id="Rd31da0a161b6469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D6B103F-99F8-417F-900E-F631E2CB8B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073CA9D-5722-43C8-ACF2-21EC0C31E0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D2BAE6B-AED4-4FD8-B2D6-B9E1F4A7521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5A3F102-3D0A-4D3E-8A71-5D182BEACB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F06ABB6-4342-41C9-A35C-FBB5434998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f238bc522464eac"/>
    <p:sldLayoutId xmlns:r="http://schemas.openxmlformats.org/officeDocument/2006/relationships" id="2147483665" r:id="R95722ee99143472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245f57dd46db" /><Relationship Type="http://schemas.openxmlformats.org/officeDocument/2006/relationships/notesSlide" Target="/ppt/notesSlides/notesSlide1.xml" Id="Ra0bd5afe03ce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9ebb3ffe584e4d" /><Relationship Type="http://schemas.openxmlformats.org/officeDocument/2006/relationships/notesSlide" Target="/ppt/notesSlides/notesSlide2.xml" Id="R6b4f588061494c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ad2493eec24524" /><Relationship Type="http://schemas.openxmlformats.org/officeDocument/2006/relationships/image" Target="/ppt/media/image6.png" Id="Rcb7ee96a7e314a74" /><Relationship Type="http://schemas.openxmlformats.org/officeDocument/2006/relationships/image" Target="/ppt/media/image.svg" Id="R12403e9241164d8d" /><Relationship Type="http://schemas.openxmlformats.org/officeDocument/2006/relationships/image" Target="/ppt/media/image7.png" Id="R615187d8e4874377" /><Relationship Type="http://schemas.openxmlformats.org/officeDocument/2006/relationships/image" Target="/ppt/media/image2.svg" Id="R97505c1bb40647ea" /><Relationship Type="http://schemas.openxmlformats.org/officeDocument/2006/relationships/image" Target="/ppt/media/image8.png" Id="R52de736a23874372" /><Relationship Type="http://schemas.openxmlformats.org/officeDocument/2006/relationships/image" Target="/ppt/media/image3.svg" Id="Rd8576ff96210446b" /><Relationship Type="http://schemas.openxmlformats.org/officeDocument/2006/relationships/image" Target="/ppt/media/image9.png" Id="R985dc912599d4b37" /><Relationship Type="http://schemas.openxmlformats.org/officeDocument/2006/relationships/image" Target="/ppt/media/image4.svg" Id="R6df5efd5c33a4342" /><Relationship Type="http://schemas.openxmlformats.org/officeDocument/2006/relationships/image" Target="/ppt/media/image10.png" Id="R3e0e8f5c28dd4ec8" /><Relationship Type="http://schemas.openxmlformats.org/officeDocument/2006/relationships/image" Target="/ppt/media/image5.svg" Id="Rd659081bf2174dfc" /><Relationship Type="http://schemas.openxmlformats.org/officeDocument/2006/relationships/image" Target="/ppt/media/image11.png" Id="Rb708697d002a4358" /><Relationship Type="http://schemas.openxmlformats.org/officeDocument/2006/relationships/image" Target="/ppt/media/image6.svg" Id="R93695d820ab546bf" /><Relationship Type="http://schemas.openxmlformats.org/officeDocument/2006/relationships/notesSlide" Target="/ppt/notesSlides/notesSlide3.xml" Id="Rcd0a3d7f919244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fa25145c8994611" /><Relationship Type="http://schemas.openxmlformats.org/officeDocument/2006/relationships/notesSlide" Target="/ppt/notesSlides/notesSlide4.xml" Id="Rc101e8227be341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1d61bde6714344" /><Relationship Type="http://schemas.openxmlformats.org/officeDocument/2006/relationships/notesSlide" Target="/ppt/notesSlides/notesSlide5.xml" Id="R482d7cf81d534a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7bd3a01a704a97" /><Relationship Type="http://schemas.openxmlformats.org/officeDocument/2006/relationships/image" Target="/ppt/media/image12.png" Id="Refb180c38c9c434f" /><Relationship Type="http://schemas.openxmlformats.org/officeDocument/2006/relationships/image" Target="/ppt/media/image7.svg" Id="R51bbc68bc4004b9b" /><Relationship Type="http://schemas.openxmlformats.org/officeDocument/2006/relationships/image" Target="/ppt/media/image13.png" Id="Ra7679abc21914097" /><Relationship Type="http://schemas.openxmlformats.org/officeDocument/2006/relationships/image" Target="/ppt/media/image8.svg" Id="R9e28f06f33fe43ed" /><Relationship Type="http://schemas.openxmlformats.org/officeDocument/2006/relationships/image" Target="/ppt/media/image14.png" Id="Rdc47d34e643345f8" /><Relationship Type="http://schemas.openxmlformats.org/officeDocument/2006/relationships/image" Target="/ppt/media/image9.svg" Id="R129b1bb1894044e1" /><Relationship Type="http://schemas.openxmlformats.org/officeDocument/2006/relationships/image" Target="/ppt/media/image15.png" Id="Rc9d98aa02b574df5" /><Relationship Type="http://schemas.openxmlformats.org/officeDocument/2006/relationships/image" Target="/ppt/media/image10.svg" Id="Rf4ed8d52bc6e4c9e" /><Relationship Type="http://schemas.openxmlformats.org/officeDocument/2006/relationships/notesSlide" Target="/ppt/notesSlides/notesSlide6.xml" Id="Rf02822d1b1e04c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fe6e8200744e34" /><Relationship Type="http://schemas.openxmlformats.org/officeDocument/2006/relationships/notesSlide" Target="/ppt/notesSlides/notesSlide7.xml" Id="Rac51d64f73d64b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78c189f8bae483f" /><Relationship Type="http://schemas.openxmlformats.org/officeDocument/2006/relationships/notesSlide" Target="/ppt/notesSlides/notesSlide8.xml" Id="Rcfe703c73cd84c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de50b49c3e24951" /><Relationship Type="http://schemas.openxmlformats.org/officeDocument/2006/relationships/notesSlide" Target="/ppt/notesSlides/notesSlide9.xml" Id="R1d9d32ff4dd748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2ef4c2e18a40b5" /><Relationship Type="http://schemas.openxmlformats.org/officeDocument/2006/relationships/image" Target="/ppt/media/image16.png" Id="R8f258ff6552242c0" /><Relationship Type="http://schemas.openxmlformats.org/officeDocument/2006/relationships/image" Target="/ppt/media/image11.svg" Id="R5c9c1bd1a11f47ec" /><Relationship Type="http://schemas.openxmlformats.org/officeDocument/2006/relationships/image" Target="/ppt/media/image17.png" Id="Rcb83be3472214364" /><Relationship Type="http://schemas.openxmlformats.org/officeDocument/2006/relationships/image" Target="/ppt/media/image12.svg" Id="Rdda28e4084fe48ad" /><Relationship Type="http://schemas.openxmlformats.org/officeDocument/2006/relationships/image" Target="/ppt/media/image18.png" Id="R346024895ab14bbb" /><Relationship Type="http://schemas.openxmlformats.org/officeDocument/2006/relationships/image" Target="/ppt/media/image13.svg" Id="R41daa0f1b0f5481e" /><Relationship Type="http://schemas.openxmlformats.org/officeDocument/2006/relationships/image" Target="/ppt/media/image19.png" Id="R540cf5347ed1460b" /><Relationship Type="http://schemas.openxmlformats.org/officeDocument/2006/relationships/image" Target="/ppt/media/image14.svg" Id="Rb8fe561ad117441e" /><Relationship Type="http://schemas.openxmlformats.org/officeDocument/2006/relationships/image" Target="/ppt/media/image20.png" Id="R1969359b306e42fd" /><Relationship Type="http://schemas.openxmlformats.org/officeDocument/2006/relationships/image" Target="/ppt/media/image15.svg" Id="R884daff9f60a4cbe" /><Relationship Type="http://schemas.openxmlformats.org/officeDocument/2006/relationships/notesSlide" Target="/ppt/notesSlides/notesSlide10.xml" Id="R643b1f8a7e5943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26d63e1d154113" /><Relationship Type="http://schemas.openxmlformats.org/officeDocument/2006/relationships/notesSlide" Target="/ppt/notesSlides/notesSlide11.xml" Id="R6099e0c1e84847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3ac71db33e4507" /><Relationship Type="http://schemas.openxmlformats.org/officeDocument/2006/relationships/image" Target="/ppt/media/image21.png" Id="R1e54efeeb7af416c" /><Relationship Type="http://schemas.openxmlformats.org/officeDocument/2006/relationships/image" Target="/ppt/media/image16.svg" Id="Re92651d83e00441b" /><Relationship Type="http://schemas.openxmlformats.org/officeDocument/2006/relationships/image" Target="/ppt/media/image22.png" Id="R36daa0f35497464d" /><Relationship Type="http://schemas.openxmlformats.org/officeDocument/2006/relationships/image" Target="/ppt/media/image17.svg" Id="R44beb761140f4dcb" /><Relationship Type="http://schemas.openxmlformats.org/officeDocument/2006/relationships/image" Target="/ppt/media/image23.png" Id="R4d9701ffc92942c6" /><Relationship Type="http://schemas.openxmlformats.org/officeDocument/2006/relationships/image" Target="/ppt/media/image18.svg" Id="R449234d8dcdb49af" /><Relationship Type="http://schemas.openxmlformats.org/officeDocument/2006/relationships/notesSlide" Target="/ppt/notesSlides/notesSlide12.xml" Id="Rd49cdd56d4354b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01a08726243a7" /><Relationship Type="http://schemas.openxmlformats.org/officeDocument/2006/relationships/notesSlide" Target="/ppt/notesSlides/notesSlide13.xml" Id="Rbd920b3a900940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54F8D6E0-77D7-40A9-BB16-7521FBFD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7D9A2EB9-8706-416B-BA37-9F8B5A66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D507288-2FAC-4E1F-9522-874126F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22D068D5-73BA-46F6-ADB2-B0F33EF1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4335125-B360-4B36-B876-D540CAB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5721147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做PPT真正昂贵的是什么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选择概率最大的需求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稳定可用优先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建设能力再稳定调用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从一个学校走向更多组织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9325700-637F-4618-8D33-E8EEEE4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4864ECD0-FC8F-4F80-B59D-93A78095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0B552234-A8C7-4410-BD30-A60F241D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DD5068E8-3B6F-4616-A77E-E16B79BA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E5247FC3-ABE9-4F2F-88FA-AA4AE453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6C4A318C-57D5-497D-A3F0-8C8C90FB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315E3F58-95A2-4E70-B3E8-1E781334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4E630789-FA79-476C-AEF1-90753E7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08FD787-12ED-420A-9FC8-F0ADD527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6B80173F-5CAE-41BE-9DBF-63FCCF26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A6C8CF50-1A89-4A31-A96C-D874B667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04EAD877-189F-4AEE-B4B9-12D086E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50B02587-5DDB-42AC-84DF-F36D7D65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1049D810-B885-4156-B641-9DDDE6F3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E5CC1840-DBDF-4794-8244-A68EB28F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67E34A70-2153-4FC6-BABF-EAA294A9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F24D3832-EEAE-4793-9895-2FBD19EA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7F708F82-3298-4F09-ABBC-4D8B3912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EA992826-9B49-4DBA-B1B3-48ABD4EF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0EA92F3B-9D9C-43AE-8B51-D958F88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245C7C27-2D65-45BD-8C01-9EC1014E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71552BBA-9415-4D03-9814-6587157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9FA9D499-F5EF-472E-B8E8-E5FD49FA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BB28E303-4C66-4A24-9E72-1ABD295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9F24F9DC-2556-469F-9CAD-7AF3CB9F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B5ED5D95-584C-4B72-8AE1-DE32AA66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8EA64EE5-6D60-4027-A3E6-EB87B276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F485AE43-989D-4AE4-BF7D-69CDB0B0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7692BE57-4A7B-42EE-977F-60A4562B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7A4FE5DC-E750-4BE3-8654-6DD8C3EC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781FF61E-867B-43AA-B7F6-FD99B5CC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9ABB1C26-8D7E-4FB5-8BBD-809E480F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68D57818-6EAF-429B-BB1A-5E0FED46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80A8BF8E-D715-46EA-B350-E4FA5AFD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1D5A1ED5-2889-4BB9-A473-266D33D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8F7226DC-A22E-4EE6-9966-C41E683E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E18EC8BB-CF74-4A7D-8D98-43381A98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FF9B3F1C-F5D3-4B93-BC57-315784F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F72F946F-A75F-42B8-AD2B-E0EE1527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0691356A-5A41-404B-8945-617655E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89ED233C-2E3F-419C-8369-52DA2DBE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D18CBCB9-13DC-440A-8A86-AE39CC78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E0BA0206-4442-4391-A0B0-E08A47AC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2FB9C643-6AD3-4D2B-B6CA-81ECA93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DBA0634D-F465-45EB-ADE3-6BD0F0C8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84FB1A90-1091-4200-B537-09DB5AA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963D330A-DA40-499E-950C-B9C32801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9F2B4CA6-41AE-4943-86D7-5505FD77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FF2D5B5D-559A-4C79-AE82-5ECCAEFA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5F118CF1-B785-4D3F-98D5-4F5DE3C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9BD27DB9-6549-4D6A-9C75-2622EC5C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F5920139-80D2-48D2-8A88-8660292A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EC7CCA10-45AD-4F48-9694-EC60B255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70BA05A9-F14C-4759-8AEF-43363F6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DF7CD247-F625-422B-82C8-6B97ED87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EC9E8E8A-9D58-435F-B345-064C1811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EC49D844-3C0C-4982-8B58-C7B31E6C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16B13364-56F4-4370-8900-286DB5D2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32A73C79-04D7-4262-8920-A38EDE41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42041593-A165-45E7-BFCA-FE76650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2748BA76-151A-4C9D-891A-9AA8E19D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13C4541E-6FD5-4E37-A88C-78378EA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37F9269C-B370-46DE-804E-DEDCC98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AE3EE193-03A0-4132-89B1-5610FC8B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5AF59D0C-6C00-4E81-8BE4-1D89623E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84ED5ABC-E304-4376-9FF4-E721CEC4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EE5CEB5B-FC54-4CE8-B673-9D2D2E0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3A1E98B7-747A-43B7-BD2B-F3F56BC7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3B9EDC05-7FB0-4004-8E73-671C5B4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A0F29D45-BC8E-43C4-B161-FE3FB46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EC31EE57-7DFD-4F1E-8A92-F0019C2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CEB10C2C-950E-460E-9D20-18B99FDA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A030ADBC-6908-4E8B-BE33-FD0EAFE5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88660639-B434-4109-8F0F-004EED8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1523591A-5520-4ADD-8378-D71FE54B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7E8BBD08-BD45-465C-AC1B-8355F68A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1B09C2A2-97F7-4AA6-8910-DA4EF85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4EAB3E95-F055-4F57-8720-F6B3A055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B4E03E3C-ADD3-4BCE-8758-92CC320B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EFF4469F-1002-4638-B5CD-9F538A0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65B1A5A1-AFEE-460A-89DB-1004118D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401524A0-0C1C-49E1-A2B1-42D1D732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9D8559F2-5879-41AC-9573-28EAEB3C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1951B8CD-AD2C-4B34-81C2-1E1AB629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44BCFD8F-1F16-4153-9629-7AA4C8A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068D09DC-5EB4-471D-963B-E3CD084A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B1453BA9-A6C9-4BCA-A343-9B9F4D1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06C2DF23-B93D-4BF4-83EE-CA517A10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53F5C038-8174-4D44-8442-17AA786D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05D14DD9-08EE-4051-B99C-DC11986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694E7A93-0F0A-479B-B0E0-43FBB60C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A0C0DA10-EB00-4ABD-BDD5-BB2B6A4C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81338D03-2943-46A6-8F12-DF672B18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1B9A21F0-5477-491B-976A-34DE185D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D67E089F-5C08-44DC-A66E-96CBB3F5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1BBC60D9-2B0E-4204-9947-D1D53110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67432F26-37BF-4303-B6A7-097F5717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3B0639A0-E4E5-463A-8698-22CB7778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692F4EDF-01A2-4523-9DF8-D5986718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EE9AD44B-229E-4D09-90C1-DDE0EE09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E33FA8AC-4EC2-4974-8529-BD0A1DD4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3D87E95A-7B73-45A2-9497-F35C41F5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1F7D4424-B399-401F-AF63-EC6BA43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B9A45AAC-768D-43A9-BAD4-A30A7ADA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D2CA9E3F-C8B0-4E34-8B5D-43E15D04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9A05AAB4-42A2-4F98-A3BC-A3F0988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E8FD7689-4429-4358-A3EC-49F9A8C9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BA93D754-B513-4CCB-8480-5F2471D1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FC748CF2-8EFD-4CA9-A640-532C624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FAECD379-0E94-4B8A-9CA6-4F9280B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337087BE-CE9E-467E-A0A3-E3BF4DED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9D24AB02-5993-43FF-BB37-2201499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BB4EC049-84BC-4280-A0E6-75C56A0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7814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BBB78325-0543-4233-AF40-637033CD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5134EFA9-694B-41CE-A86A-F3493CC4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213615F8-BDC5-4857-96EF-AA7D506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5295542B-3816-4330-A5DE-18E2FE6C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54536E77-5187-4030-A72A-5551A446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C042754C-8ED3-4A05-A792-717C00F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3AE2C135-0CDE-4152-806C-F1B92A64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9D10078E-BD38-46AE-A5FF-C3D0E311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71ED3949-34F0-43EE-B910-EE9E3A2B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79680175-9F8F-430B-B586-E11F432B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0DE85A81-F9A2-454A-A815-17C454D0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5AE07707-131C-48D7-815D-36B9E9EE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0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208B0CBE-E8FC-4613-A8CC-CDD5EA2F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5DB3E30A-6B4B-45AC-976A-36E27541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0291014E-4BCF-4E24-829B-0C049E51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23594AA3-779A-4F6B-998D-F97E5453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4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4C164440-00D3-4599-81C7-A44B4E8B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5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3D5F8958-E528-446E-9B45-C9987E6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BC120F70-5903-4DC8-9B94-DFFBD165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59480191-05D8-4C1C-9B58-93A68F09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8AFABDF5-76C6-4205-9C62-B2716BE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E5327186-CB7E-491C-ADEC-36079908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7DF6FA77-7BF7-4253-88AD-36C6BEB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30056F45-B694-45D9-B948-431AB6D0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ee96a7e314a74">
            <a:extLst>
              <a:ext uri="{96DAC541-7B7A-43D3-8B79-37D633B846F1}">
                <asvg:svgBlip xmlns:asvg="http://schemas.microsoft.com/office/drawing/2016/SVG/main" r:embed="R12403e9241164d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187d8e4874377">
            <a:extLst>
              <a:ext uri="{96DAC541-7B7A-43D3-8B79-37D633B846F1}">
                <asvg:svgBlip xmlns:asvg="http://schemas.microsoft.com/office/drawing/2016/SVG/main" r:embed="R97505c1bb40647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e736a23874372">
            <a:extLst>
              <a:ext uri="{96DAC541-7B7A-43D3-8B79-37D633B846F1}">
                <asvg:svgBlip xmlns:asvg="http://schemas.microsoft.com/office/drawing/2016/SVG/main" r:embed="Rd8576ff9621044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dc912599d4b37">
            <a:extLst>
              <a:ext uri="{96DAC541-7B7A-43D3-8B79-37D633B846F1}">
                <asvg:svgBlip xmlns:asvg="http://schemas.microsoft.com/office/drawing/2016/SVG/main" r:embed="R6df5efd5c33a43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e8f5c28dd4ec8">
            <a:extLst>
              <a:ext uri="{96DAC541-7B7A-43D3-8B79-37D633B846F1}">
                <asvg:svgBlip xmlns:asvg="http://schemas.microsoft.com/office/drawing/2016/SVG/main" r:embed="Rd659081bf2174d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8697d002a4358">
            <a:extLst>
              <a:ext uri="{96DAC541-7B7A-43D3-8B79-37D633B846F1}">
                <asvg:svgBlip xmlns:asvg="http://schemas.microsoft.com/office/drawing/2016/SVG/main" r:embed="R93695d820ab546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8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F56308F2-8129-47DC-8252-E81B6EC4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3147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汇报怎么讲</a:t>
            </a:r>
          </a:p>
        </p:txBody>
      </p:sp>
      <p:sp>
        <p:nvSpPr>
          <p:cNvPr id="159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ACBE1807-8C53-4355-9FD1-87460B6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6415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决定整场汇报的叙述思路</a:t>
            </a:r>
          </a:p>
        </p:txBody>
      </p:sp>
      <p:sp>
        <p:nvSpPr>
          <p:cNvPr id="160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ED80C5EA-D329-4516-A656-F41844BB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291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拆多少页</a:t>
            </a:r>
          </a:p>
        </p:txBody>
      </p:sp>
      <p:sp>
        <p:nvSpPr>
          <p:cNvPr id="161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AD54C5CA-7EFA-4898-B0CE-8AE165CA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9559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把长稿拆分为合适的页数</a:t>
            </a:r>
          </a:p>
        </p:txBody>
      </p:sp>
      <p:sp>
        <p:nvSpPr>
          <p:cNvPr id="162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CAFF5E6B-D6D6-471C-B55C-F8FDEC7C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436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163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DDA321DD-361A-4A89-8D6E-A1C515B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704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界定每页只承担一个职责</a:t>
            </a:r>
          </a:p>
        </p:txBody>
      </p:sp>
      <p:sp>
        <p:nvSpPr>
          <p:cNvPr id="164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C1D5AA6E-5F7D-4A2B-ADD8-70427F0B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41204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165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BACA3A51-7C87-44FF-BB2F-50E03296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68026"/>
            <a:ext cx="2571750" cy="353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判断观点是并列、递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进、因果还是流程</a:t>
            </a:r>
          </a:p>
        </p:txBody>
      </p:sp>
      <p:sp>
        <p:nvSpPr>
          <p:cNvPr id="166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163C9584-BBE5-42D2-A18C-EBA895B9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2917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167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59A93326-5ACC-48E8-8A4C-412053F2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95599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确定哪些内容需要重点强调</a:t>
            </a:r>
          </a:p>
        </p:txBody>
      </p:sp>
      <p:sp>
        <p:nvSpPr>
          <p:cNvPr id="168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D6E45135-D678-4B51-A47F-89AC00D7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436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图文时机</a:t>
            </a:r>
          </a:p>
        </p:txBody>
      </p:sp>
      <p:sp>
        <p:nvSpPr>
          <p:cNvPr id="169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D1BF9535-08A0-48C3-B921-2A532CB1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704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判断何时用图、何时用一句话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AB52829-874A-4A0E-82A6-B6E51E5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7FE0FA4D-35C6-47C4-A21E-7DB95D45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252897AD-2702-46C5-9F4D-8A50BD72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0D71BCC3-21F4-4C81-A2DC-0E103FEE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1C022AAF-A50D-4103-B7C7-58744666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73632D71-025B-4372-AF02-B69BBAB4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A1E6FDB9-1E5B-477E-BEC8-0290A47C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2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CFC6E45B-B4F7-4C02-B68A-04EBDF5D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5C773726-A559-440E-BC4D-09A789B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D2684595-ED70-460F-B122-F2C6DC0A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8CFD3B6D-0A8B-44A3-979A-C069642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26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BE23AEA7-6B5D-4D73-B763-FB32810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27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54D0052A-1982-4E03-9E9D-76B04E3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28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A6129069-64CE-44D6-9362-3AD8054E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75000"/>
              </a:lnSpc>
              <a:buNone/>
              <a:def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CC4412C0-E3FD-47E3-95EA-EC525E28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916B62E8-8211-4AA6-8783-10C5EF41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71757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31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E0F6D029-B4FE-42F0-AC05-22D930B4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4098579"/>
            <a:ext cx="2571750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不在意版式，只要把文字放上去</a:t>
            </a:r>
          </a:p>
        </p:txBody>
      </p:sp>
      <p:sp>
        <p:nvSpPr>
          <p:cNvPr id="32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F1925C78-BF6A-4291-9EB8-7303D855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DD912E97-8B2F-4279-B6B6-2356F446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474244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34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359B9409-6EDC-4D98-A697-1F7A792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855244"/>
            <a:ext cx="25717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学校、科研院所、事业单位等，需快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速生成结构清楚、视觉体面的PPT</a:t>
            </a:r>
          </a:p>
        </p:txBody>
      </p:sp>
      <p:sp>
        <p:nvSpPr>
          <p:cNvPr id="35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1295717C-B6B8-4D6D-9D6B-41FA8ECA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7500"/>
              </a:lnSpc>
              <a:buNone/>
              <a:def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5CCF054D-E5AF-4480-9008-80C8A49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617119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</a:t>
            </a:r>
          </a:p>
        </p:txBody>
      </p:sp>
      <p:sp>
        <p:nvSpPr>
          <p:cNvPr id="37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6EA29443-8BAA-479D-89B5-41204F85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98119"/>
            <a:ext cx="25717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发布会、品牌路演等，需要高度视觉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2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创意</a:t>
            </a:r>
          </a:p>
        </p:txBody>
      </p:sp>
      <p:sp>
        <p:nvSpPr>
          <p:cNvPr id="3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A7296618-085E-4680-B592-D443D2C6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D37D82B7-8DFE-47EF-95E5-139CDDD0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5DC97D5-34BE-475B-9E4E-BA92EB7E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1CD95BF6-FA7F-4534-A9B1-AF2D6A1A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A79B1E44-FA67-4400-A7E7-7BF9DCBF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CE0662D4-ADA5-4C96-ABD6-758B0D4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48EFB212-FCAB-4B6F-A56A-65EC59B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A2B682C0-74C6-4021-B6A7-22DD76D1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37FE783C-A7ED-4CFF-877E-949B7904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F7D575A8-E381-4E42-B020-AF5023B1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稳定80分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0582A3D7-A84E-4861-AA58-2EF54B04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C23BB9F6-7A9A-44FF-B07E-5717D5A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C55EF444-0821-47B8-B473-05A68C3D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8FE3C1B4-686C-424D-B3CD-6158C01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82096A88-5A96-42CC-850B-C9D69CD7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5F2AB4CA-69D2-44A2-93C1-D56EF6E1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8B0D5DEC-A2E2-496A-9B5B-C6C08D0F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2032AF04-1DD4-4756-9041-5508C63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2BDE170E-968D-4CA4-8574-9010468C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AA732F27-8B2B-4A0F-9322-4728C3DC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B4A12347-7E8A-4CCB-B51D-5B0FCBA3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75DEAF75-723F-46FF-A664-062D211A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35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BDFA1043-2F8A-4567-9AFD-7AC43DD7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6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253604ED-9C0B-4E7B-AB25-40DC1CCD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BDD0D132-EE82-4AFA-8FFF-BBFB483B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E3618963-0D66-4A57-B49B-191D4317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可靠转化概率高</a:t>
            </a:r>
          </a:p>
        </p:txBody>
      </p:sp>
      <p:sp>
        <p:nvSpPr>
          <p:cNvPr id="39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6C8F1530-A860-44CA-A936-35FE73AA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3F33A29E-455D-4517-B2E5-5BA88520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1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583EA98F-FAD5-414E-A53B-21FD9F97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F172DED7-030A-4D34-9F0F-973C5AB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3B8CCA05-F283-458D-B0F9-35C459F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随机95分</a:t>
            </a:r>
          </a:p>
        </p:txBody>
      </p:sp>
      <p:sp>
        <p:nvSpPr>
          <p:cNvPr id="44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25A15802-A1B8-495A-84D8-6D158A41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296AC2A5-C13A-4A74-9E4F-C65514F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5C5CDC02-D226-42A9-AAE6-202BE9F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7F07C461-3884-4F03-A65F-58841EB2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偶尔让人惊叹</a:t>
            </a:r>
          </a:p>
        </p:txBody>
      </p:sp>
      <p:sp>
        <p:nvSpPr>
          <p:cNvPr id="48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DDA320C3-C55B-4E36-ADE4-11B94408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1F7CFB7F-DDB3-4D47-B146-282694C3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138FAD48-81CC-4FC1-A4FD-B260C290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4A7D4783-D431-4545-96C1-4681010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成本可能迅速上升</a:t>
            </a:r>
          </a:p>
        </p:txBody>
      </p:sp>
      <p:sp>
        <p:nvSpPr>
          <p:cNvPr id="52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4120B3CB-799A-43F6-ACE4-AF0FA0D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3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0DCB8CB4-C9CB-43B9-A3D4-02606F98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0A25DA84-24C2-4BD1-B47D-76E20F04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5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B85F4493-BD83-4728-A16C-C232F8A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结果不可预测</a:t>
            </a:r>
          </a:p>
        </p:txBody>
      </p:sp>
      <p:sp>
        <p:nvSpPr>
          <p:cNvPr id="56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D878A33D-1775-4FAC-8C23-A29645FB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7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12E05CEA-AE2D-4363-8AC2-04F1F9B4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C9AC6F1E-F8B0-4AF8-91D9-02767F3A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9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7EB66D79-E627-4DFB-B034-D0534DC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依赖运气成分</a:t>
            </a:r>
          </a:p>
        </p:txBody>
      </p:sp>
      <p:sp>
        <p:nvSpPr>
          <p:cNvPr id="60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6F00F047-71AB-4739-B819-8510128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61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B471AC12-A40E-4798-91F2-0D997E75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62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29CEF12E-3A08-40BA-8EC0-CE61ECC9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57F413E3-687A-4577-846A-ACE5E86C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FBFC247-EF16-4C86-AFB3-EA162E31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66E236B8-C600-4F33-9E0B-31C435E0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E2721F98-0A3E-4816-9CB6-395E236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58E0761C-23AD-4520-BD38-98A31AF4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B5EB7CEB-04DA-45D3-AC75-7AD89D50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820DEDF3-2E14-4597-A1F7-844A7B8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180c38c9c434f">
            <a:extLst>
              <a:ext uri="{96DAC541-7B7A-43D3-8B79-37D633B846F1}">
                <asvg:svgBlip xmlns:asvg="http://schemas.microsoft.com/office/drawing/2016/SVG/main" r:embed="R51bbc68bc4004b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04BF4906-1171-40CD-9EC1-DA043A0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A5B07DC0-141C-488B-8E5C-4CF97CC5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7E9EF497-06E8-4BB0-8D42-DC576FDA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95775"/>
            <a:ext cx="201453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固定字体、颜色、Logo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等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78612943-5E6B-42CA-8671-A1856CF0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12D28BDB-AC89-47A8-B1C8-EE440353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E7F9BCCF-84A9-4317-BD9E-EC3805C0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E096E4CE-FD76-4A59-83F1-89954F65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5C8FAB04-ECDA-42C3-9145-B4A0324F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79abc21914097">
            <a:extLst>
              <a:ext uri="{96DAC541-7B7A-43D3-8B79-37D633B846F1}">
                <asvg:svgBlip xmlns:asvg="http://schemas.microsoft.com/office/drawing/2016/SVG/main" r:embed="R9e28f06f33fe43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4BEB95B6-8FC5-487C-AB1F-CA5A96D9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验证的表达能力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36E3CECA-78E3-4E5B-8AFC-F133C842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6D205EFB-E9CB-41C2-9018-1796E54C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使用经过确认的逻辑表达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87A4E589-39EB-4727-A64F-EBABC3D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459B9FFB-2D99-479A-9F8B-A157C01D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222707F0-61F7-4F6D-888F-3FE28F56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6E373E2A-477A-48A0-B2E2-E01556E0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0D2AC317-4087-49A1-B551-A6A037FF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7d34e643345f8">
            <a:extLst>
              <a:ext uri="{96DAC541-7B7A-43D3-8B79-37D633B846F1}">
                <asvg:svgBlip xmlns:asvg="http://schemas.microsoft.com/office/drawing/2016/SVG/main" r:embed="R129b1bb1894044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7C7A33C7-CEBB-43F9-BB11-A9091923A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数量与容量边界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0964AC5A-563E-44EB-97DF-E4E7B132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17D1A2F7-5BD0-4391-8752-AA49EF5C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明确每页内容量和边界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55646696-56F1-482F-B14E-64C7A570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BC675129-FBD7-47AF-9CEC-1F7CD957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EB94F4D4-6474-4C6C-9E50-B05DE456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2A7DBDB5-6468-40A7-BCBD-C9488F83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5B13D7F1-4F81-4505-A09E-8C18ADF7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98aa02b574df5">
            <a:extLst>
              <a:ext uri="{96DAC541-7B7A-43D3-8B79-37D633B846F1}">
                <asvg:svgBlip xmlns:asvg="http://schemas.microsoft.com/office/drawing/2016/SVG/main" r:embed="Rf4ed8d52bc6e4c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24B6EFB4-7033-42E3-9C34-9046D222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8500"/>
            <a:ext cx="20145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已登记的退化方式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92178127-1F8A-4E0F-97D3-B0777B7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E356E185-C276-4BA0-843B-7478099F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455766"/>
            <a:ext cx="201453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超出能力时按方案退化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149309C-C567-4926-BC24-B296338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424A24AC-7EAF-4970-B197-6A73143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2A881387-F82F-4259-A6CE-7D1A854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F6EBBC9-F6A7-4D4D-AABD-EA94E31E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6D20D929-7541-464A-8771-5BF9D1E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D72C87B3-C913-437D-93C4-CC7270AB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D317FD5F-8BD6-4B78-9B3B-964E2546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D8076310-BD7D-421B-A352-7F62728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8A3A905C-05B7-4664-984C-C41082E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E1AAC3FE-2043-4814-B0BC-C7FE5F3F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A94EA8B0-F4BC-45EF-BE2D-151C562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1FD9E2F6-7DB1-4315-B473-04297E6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9F0DB312-DD39-42C8-AC5C-C7232F4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D11C8EDD-99C5-4ECA-9866-FAF5680B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1FDE1259-0CC8-4856-94BA-AC09B3A3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016D07F9-9769-472B-B2C8-6992DC88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7BCC8B5B-09ED-40A9-9415-2D2BAE0C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15941548-654D-422F-82B8-7CC7C95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257634B6-CA66-40AB-A178-9BEB5AB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A7B2668C-5E65-4439-BB80-54C5F1D6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51F25B71-C498-4B31-9E1E-A54FE33C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D941DED0-CE64-4579-A1F3-0E4E32AA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817BB6E0-A9D6-43A8-8DD4-38F4C2F0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40C2C7F6-5C94-4761-BF4B-F2B63529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F606773-7AB2-4A4D-BBA3-710769C5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AF805DA1-8FA4-4A99-82AC-D64D1CC9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2019A1CA-262D-476D-A6B2-F9206B7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D3959AA-D307-4C02-BEDD-9B95979F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D04D1BEB-BD69-4EB3-A54D-8BD1E83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18C62B11-5CAB-433F-A1FC-7F63E98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EA7B87A-F0F7-49F7-B970-902F776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4B46C9C7-E779-4CCB-AD48-736401E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1CC7F025-7504-4ADE-8F36-33F7F015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2C268248-94F3-4FBB-9543-4F4F1154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F0981FD8-1682-4B28-B303-1C26A56C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99BB77ED-9832-48F6-BBAB-2DEFF59D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180F8497-A58E-4CDB-BBF4-CFA68148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E46041DB-4D41-4027-B432-4F99C996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0854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47438AB3-6E82-43FC-91E4-B98AD69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7ECF7241-2F7A-48E2-8E55-7AA50F0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2887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FD7023A1-8756-49CB-A5D1-6A3227C0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3FC0CC4F-CA7D-46CC-AE73-674231A6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2618" y="24733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C247BB15-777B-410E-818A-EC0CD91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AE7C3B9C-8E6B-491A-82D3-550A7CA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0048" y="247337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4E6B5368-7E69-4808-96DF-F0ACD6C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EDF2D337-61BE-4005-96AC-23E462DA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F8910E26-843B-4C5C-BC17-3BB58CB6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9E7DB289-0535-41C2-9784-420105E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A6562AAC-66B5-432E-85D7-58E34507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A616624B-4207-4430-8F2D-7DF3271B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58C41F65-8C7C-4FAE-ABF2-8451C04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746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6FCC86FC-7A27-45D5-91E3-03E02B5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E0546DEB-5A11-4FE1-9FDA-639FFFFB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426" y="4016426"/>
            <a:ext cx="71095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546636D1-35A8-49BC-9785-721AFA9F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0FBA3F8D-FBB3-4E61-BCA1-A2AB1B82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0904FE8E-6810-4C9C-891E-0507906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DECDF8D9-1C33-4E1B-8DA2-BB9730D3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87AEFE34-4C6C-4AA0-819A-CD7985F3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EEEA0CCD-95A4-4A4D-9535-8AFF87B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37E56209-D4A2-4A66-B54E-2900F5F9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4520" y="5559476"/>
            <a:ext cx="904284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425FA7FF-9AD5-453B-A6B8-A40F65F7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A4FCE56D-2AC2-4364-9C31-811CF77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9634" y="5559476"/>
            <a:ext cx="1066505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F2A038C7-6513-4F84-9E26-BC8BBB17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186159C9-49D9-4063-8640-59683412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4711" y="5559476"/>
            <a:ext cx="888806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0167B36A-58BE-4E4F-B667-4E7ADC5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C9364DE3-072F-4BD1-9499-E194937D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8603" y="5559476"/>
            <a:ext cx="123348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62B85E7-6E05-4A19-8391-A018B40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9E72D0F-3AC2-48DC-99A6-AB9176B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650F8DE-335E-4EFD-AF21-4435FF3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08235A69-4A3B-4423-ACB8-4AF8EA2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CDA120E2-2BF2-4656-A9A3-4CF7DE12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3F552866-056C-41A3-9824-D81E7241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91074334-8E7E-4529-92EB-39F6FF7B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0945CC47-BE7E-44F6-BA0A-50B7B9C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D304B886-BFB8-44B5-84E4-13107474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F14EF43-4720-4C93-9D68-715AB074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4B9BAAA2-D330-4A60-92E2-E50E5C67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BC23390A-E053-4112-B9F5-150E70E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挑选优质参考页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D8FB9F01-DE41-4266-B0FD-D9A6E3B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8DD2D82D-8ABD-4C93-A3DC-FFC0C925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D03B4CBC-0B6E-4289-A610-750530D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46C86F98-B6B8-482F-AEE0-3BBD2A00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244B8A92-C484-4353-AB54-40E108B2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2C70144F-E050-471A-BE99-74DAC345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1D7A88CA-0859-4A2F-BCE9-49C1517F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89C9F320-EADD-44FC-B7E0-D7785756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9F89829F-72E3-4219-98D4-931D3959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分析页面为何美观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BE922C69-6C8F-4AF6-B8EF-99A14AE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73263263-AB11-4D47-9F5B-865096D8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5F321EB1-17B8-4C55-B3A7-821BCDD9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3853F999-FEA5-447D-96F3-3D44DBA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1D881087-E35D-4EFE-8F8F-5E9F390B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DAA22970-4266-4045-B973-92D1628E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06736239-AA66-492D-93A6-74C93AB8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B6CD9012-5779-437C-9D55-F1EE5E98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BB4168D8-7AE2-449C-AB21-2741987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把内容、图片、数量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ADFDAABC-6500-4F3A-A943-D9F217DE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F60D3DF0-FE7E-4659-9C96-08477645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E5C3E2BB-CC52-481E-95EC-06E92A74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97C33008-C34F-4102-9B1F-ED15BF2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A56C11D8-B93B-4B38-9FB5-5A6F143D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852B8AF8-482C-41EE-81EE-202EC0AB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2166F254-DAEA-4283-88B1-042AAFD6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E96BDEE5-E370-4000-983D-3F5B149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CE6425E5-9850-4E9B-AE5B-C6A74192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测试不同数量与内容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变化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8A97AF09-3AD7-47FA-ABB0-75D588C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0BCDF963-4998-4DBD-B2E8-459D25F6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8AF60CEF-E009-455A-8BFC-7B5877E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C16675C2-3F3B-4A20-96F5-1EAF30AE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5924B2D3-E775-425E-93E9-683B1218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14C9082F-C936-4FBB-BF70-DD5B78F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E380C438-81A7-488F-90B3-308AB34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313FFBC7-D020-4E44-8C08-0A3A5956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BB781AB7-A947-4DF5-B240-F5B772B3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由用户确认后进入资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产库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0E50AB7-E811-46CB-8157-7A53FBD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2CA3F20A-8A34-46CE-9209-6D7C3132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D70AB2A7-C990-4129-A3A3-C5887839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26D747D8-A3E3-469B-894B-2580D85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E69E4531-54E0-4D46-9614-F6958FB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34C45DC4-5CDA-4A02-8A6B-7B3D8391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FE8FFBE9-003E-4A47-8B9C-CD627906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73574ED8-9720-482C-9481-CC379192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EE4DF32F-8BAB-42BF-9A95-5F47961A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42E72333-AA48-42CF-8CE3-11D1699A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6165DF6B-2F42-4095-80D1-3196C06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C4FDC957-BB89-4A72-B5CA-8EC6FCF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D84EC6FF-8FDE-430D-B498-CC34A91A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7488A77B-EF3D-429D-B6BB-BD332C94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054E86FC-A32A-45A1-B1A9-C5493BD7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0FDA54FA-CD58-4233-944D-9A8571A5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AFFC217C-B9CF-4DF3-A769-A529C183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1CE2FC1A-293F-4D6B-9578-A2B2B3E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56F43671-DDDC-43D6-BB1E-B9FD2C90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719CC092-6FB2-4CB6-BC12-478A2F2F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968E4EF5-2138-44F7-9E77-C450AEA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5BF2EC49-C24E-4DC3-B27C-CEAD878D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33298C4C-5C8D-42B6-B29D-41EA715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8EF5998C-2BD3-4F26-8714-A5408CC0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25521B35-A871-40D6-AAB7-95306A0C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0C9DBF77-8209-4FBC-A1B0-DC575C0E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C29BEBC2-7CEF-40BB-8663-156CC08C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290A6013-B5A6-4D17-AB74-C8D418AF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D7B8DFCD-2EAC-40DD-B758-9DC495AB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6A055D2F-EEDE-471C-ABCB-2C49D02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DA4368CD-F1ED-4D79-99EC-863042A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72414712-34C1-474F-8E1A-C3EB4572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A4C6FCEF-F8AA-432D-8A69-018389C1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C05667B6-CA4F-45B5-BF31-3B1163C3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18AE47AB-0053-4F9C-9B52-3FD9CE2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087B4F5D-4F85-47D1-BDC5-3C2B3390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C631A5A2-2055-4E25-8A86-0E5BB3EF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C5AB43E3-E369-4849-9558-688D6DB8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7AFB4B21-6F99-4C9A-BEED-4B41EDB8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F872691E-0752-4BD8-BAEA-AE12B462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6FFDE0FF-A6BF-413A-9017-13100917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6B4D0C2E-FC05-49B6-B5B3-39FA1B7D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4A97EE42-DD2B-4CC5-BD8C-17A6A9A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F32A98AD-DA88-4C5A-9EAB-CD45FA16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C0DAF97D-C417-4027-A0E2-8808D19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5065FB06-C965-406E-BC93-253CC53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7271DC20-344E-4C12-A13B-C692231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860FDF1C-C794-4947-A7B6-6A31D4D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52006738-ACB0-43D0-9F6F-176D5B73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FE6F4F1B-A31B-4B3F-AADC-F8E2C9F5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8E8BB446-D8F2-4CCD-AA51-FDC36FDC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C16A291D-A9DB-4BB7-BF2B-A3230BDE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CC6DCA6B-7B87-44AF-BBF3-E222436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D2384D3C-D89C-4B8D-9A0B-1FA23A0D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F4C175A4-8F8B-45D2-B235-A6CA5871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EDC00FF7-D5A1-4A28-96F6-86D0C5F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4C3ED95F-01DF-41EE-AA85-AA0F0C93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B3ED6C25-345E-447A-B8C5-322BFB7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64EB9539-CA5B-4543-92AD-52B3F6E3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1BEC642F-6E3F-4E3A-BB1B-8122806B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BD089C64-DFA9-41C6-9670-2877315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BDEA876B-DC9D-46F8-A8C1-2AABB31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D0242991-56D9-4332-B0DE-CE98051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5A85D89E-9909-4473-99F1-1241B5BC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B8FFF2B1-527C-4F0A-9C13-D21AD689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6A853213-7304-43AC-AFC6-9D70431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B6C87D0F-0ACE-4809-B225-3F49988A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848C44F8-3A73-4CF7-8740-762539D3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9EA09395-EE41-46C2-A7F8-6EF4A800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AF22EB98-8F9D-49A6-8325-4007A560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062E7FE7-028E-4CF3-80EA-35AE48E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9BFF1C35-F09C-4CE9-B47A-2D0DB8FB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902CF098-5BF8-4C87-B749-D2EA4460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EEC35FBE-FB9C-4CAB-B36E-7FE06FEA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E616E11F-1F5B-4AEB-B0DD-7CD9C3A1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E422CF50-4859-4028-B6CB-AF68AB19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0F3893D0-9CBE-47C1-A660-E5994423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C819FF8E-22CD-42FA-95BA-E38A871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4EB46EDE-9CEA-4421-AA0D-CB7CE371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9751ACAA-D9B8-42C8-A9E1-01008420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80D43F3C-6026-46E3-91C4-7B4C68C4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8482A098-3101-42F8-B23B-B5D2235D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9F9E899F-A86B-4158-BAA6-6FD812C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C231D50D-3F08-4018-AC7A-D592953F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51CC9F04-D5FE-4AB8-977A-E7FD03B9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0D259854-2402-4278-B760-13B74A5B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77A47BCC-E2CB-44AE-B214-156C021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CDC0637D-E597-4C79-A0A9-5F1DDE1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A25CEC8A-1C06-41D4-B384-D6282672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8EB3BE39-71B8-424C-BD25-3443E2D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9EE30F4D-D3F5-4A09-94A3-02EB2488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F54BC60B-8257-46C7-9813-ED7765E9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71DC627A-AC80-4F2A-9A9A-C02EE4DE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94563D56-A3FA-4FCC-9DC4-2D76BBD1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1BBA5C5B-6863-4A86-A006-79D1B425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533CC67A-F75E-4A32-AC68-7C467B93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16F8C3C8-E7D2-4491-BC9A-DAFB4E8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C7F9E428-0C85-4959-8ADB-BDDE9315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4A7E0897-D709-47BF-B3F2-3870839A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C486F893-C159-4AB6-8622-1356803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892585E1-2916-45A3-BC03-84C7E4D6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B429EDA0-E7C4-476F-8C1A-33FC289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0510C1E5-A772-48E8-BBD1-5F3324A7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97B20272-F33B-4388-9FDB-3B7C81DA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C9708794-78ED-4A3E-8BA1-DC07B303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21C1E538-C0AF-4E8E-8084-71EC40F0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EAB14B04-9FB9-4C8A-9913-D8179DF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60766284-3C49-402E-9E09-A7BA7C14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B3397916-051D-4114-B8BE-B49F2232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6C3EDBFC-1CE0-48F4-B76B-DDE57575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00BA1B38-05AE-4593-9297-8866E04D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469804F4-DB7F-47A2-83A5-ABBA604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159C404D-0525-4D8B-9B02-B434C5CE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203059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资产核心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ADFE46A7-7AD0-4FFC-931F-6868C5A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10003925-7ECD-4B95-962E-B79574AC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413ABB4E-A21C-476D-B8EE-104288DA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8FC84732-708A-4594-9131-32940D10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75823DBA-BBB0-437B-BDE4-7108AE3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F245A673-E387-4035-ABFD-B0866B4C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8C5AE06C-D539-4535-960E-92B7B07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89D245A2-CE4C-4137-8069-93500E4F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BB476E90-E3A2-4ADD-842E-8B168E19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A2721F5C-4A32-4217-B78D-EFA7548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B77FC5C0-D34B-490A-B6F3-A7B9CC3F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27414613-1BF4-4838-B025-B3FBF9A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B455F552-F233-4841-B2E4-C30B2D8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72429906-47E8-4690-BBF3-9E628CC8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476DC66F-7BDD-4DFA-B971-13CEEBDA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B7AE0809-C931-462E-BC21-43E38A10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5510FE94-5E17-4E17-9AAE-547AD7D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7B7B0144-2693-45D5-863C-1201FEFA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46E2633B-CFF8-4F99-BBEA-85CAC0F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E56880D4-8CE4-4BE9-8516-5FC677FE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58ff6552242c0">
            <a:extLst>
              <a:ext uri="{96DAC541-7B7A-43D3-8B79-37D633B846F1}">
                <asvg:svgBlip xmlns:asvg="http://schemas.microsoft.com/office/drawing/2016/SVG/main" r:embed="R5c9c1bd1a11f47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83be3472214364">
            <a:extLst>
              <a:ext uri="{96DAC541-7B7A-43D3-8B79-37D633B846F1}">
                <asvg:svgBlip xmlns:asvg="http://schemas.microsoft.com/office/drawing/2016/SVG/main" r:embed="Rdda28e4084fe48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024895ab14bbb">
            <a:extLst>
              <a:ext uri="{96DAC541-7B7A-43D3-8B79-37D633B846F1}">
                <asvg:svgBlip xmlns:asvg="http://schemas.microsoft.com/office/drawing/2016/SVG/main" r:embed="R41daa0f1b0f548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cf5347ed1460b">
            <a:extLst>
              <a:ext uri="{96DAC541-7B7A-43D3-8B79-37D633B846F1}">
                <asvg:svgBlip xmlns:asvg="http://schemas.microsoft.com/office/drawing/2016/SVG/main" r:embed="Rb8fe561ad11744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9359b306e42fd">
            <a:extLst>
              <a:ext uri="{96DAC541-7B7A-43D3-8B79-37D633B846F1}">
                <asvg:svgBlip xmlns:asvg="http://schemas.microsoft.com/office/drawing/2016/SVG/main" r:embed="R884daff9f60a4c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7779E3BF-2153-4845-A0FF-1367E6A8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3702"/>
            <a:ext cx="24574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内容表达</a:t>
            </a:r>
          </a:p>
        </p:txBody>
      </p:sp>
      <p:sp>
        <p:nvSpPr>
          <p:cNvPr id="15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EA8D47A7-8641-4448-990F-0412926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60524"/>
            <a:ext cx="24574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判断什么内容适合怎样表达</a:t>
            </a:r>
          </a:p>
        </p:txBody>
      </p:sp>
      <p:sp>
        <p:nvSpPr>
          <p:cNvPr id="15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4724EDEA-022D-45D0-8E5E-137AC3DC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624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版式容量</a:t>
            </a:r>
          </a:p>
        </p:txBody>
      </p:sp>
      <p:sp>
        <p:nvSpPr>
          <p:cNvPr id="15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53B1A2B7-3B23-47B8-B5BA-C30FD4EE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892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一个版式能处理多少内容</a:t>
            </a:r>
          </a:p>
        </p:txBody>
      </p:sp>
      <p:sp>
        <p:nvSpPr>
          <p:cNvPr id="15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C8120CA1-CF80-47F4-A020-696D2EB3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86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数量重排</a:t>
            </a:r>
          </a:p>
        </p:txBody>
      </p:sp>
      <p:sp>
        <p:nvSpPr>
          <p:cNvPr id="15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3CDAA530-7CDC-43EF-9585-CEEEF4C8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613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数量变化时如何重新排布</a:t>
            </a:r>
          </a:p>
        </p:txBody>
      </p:sp>
      <p:sp>
        <p:nvSpPr>
          <p:cNvPr id="15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17260091-0393-458E-9DA1-1BBED5E2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624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边界处理</a:t>
            </a:r>
          </a:p>
        </p:txBody>
      </p:sp>
      <p:sp>
        <p:nvSpPr>
          <p:cNvPr id="16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CC232E6B-1482-48C4-B75B-F7649450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2892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超边界时换样式、拆页或退化</a:t>
            </a:r>
          </a:p>
        </p:txBody>
      </p:sp>
      <p:sp>
        <p:nvSpPr>
          <p:cNvPr id="16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0E9C67FB-755B-45FE-BB63-4F09747E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86527"/>
            <a:ext cx="2571750" cy="26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禁忌结构</a:t>
            </a:r>
          </a:p>
        </p:txBody>
      </p:sp>
      <p:sp>
        <p:nvSpPr>
          <p:cNvPr id="16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B52950BB-7FB7-47A0-BC62-CDE8AFC9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613349"/>
            <a:ext cx="2571750" cy="206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哪些结构即使能画也不该用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D8E7EC2-1A04-469D-A568-8BDBE3CA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1290610-3C75-423E-937A-FFA11D5E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938B8DF6-423E-4187-ABE9-4DAC0C0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9AFE0C47-9334-45C0-A436-30539DB9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4816D8C3-4C70-425A-9994-87878F14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9C64943F-7E99-4420-A204-2C149F0A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197BD663-658A-44FD-9421-5753A7B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25081971-A1DA-47EA-A51C-D0C2B777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185BE4DF-D104-465E-B378-16E91F09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02BE294C-E0D3-41FC-AA0C-1C4EDBD5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E4785DC3-19DB-4660-A2A7-6EAEF229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34C19613-B806-470D-B946-49BA4E62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第一个正式落地场景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8256C732-72AD-4145-AFAA-23E8CA78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781A72AA-2395-4D03-B502-3649CF4F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39C7C8B1-AED2-41F8-9817-FCFC96A8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8B61FABC-25C6-41AA-A1ED-1594A31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8B6A634D-A42D-411C-B517-AB5F632B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80B5FFF3-D8A5-4482-8D65-9A9D88B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8AFCC7A6-4407-47F3-98D0-45A35E5C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13F197E9-E0CC-46A7-9914-BB09E32B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786599FD-97A3-4E1B-A071-B0EC8FB8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复用主题与内容规则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21F28F14-144B-4A78-A54A-77335924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科研院所与实验室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ECD68732-0E40-46A9-9797-C90CDD97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57DE5A73-9370-45C2-81F0-EC3D81D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448668A8-2EE8-455B-A38A-1AAF266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F80433EC-483E-477E-9961-F576E5BD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7B070250-7F1F-4A71-9EA4-BF91B39F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09EE9C27-A196-4622-B306-A713AC97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71379816-7248-4CEB-A0BD-1E0DE18E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D893689E-C660-45C3-8790-E8F2BDF2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提供专业汇报支持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55A203F0-0E5C-4EE9-A0B0-E562002D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企业与团队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91CE289F-2AB2-42B5-BF36-25B3E385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01337492-80E1-49A5-8E4B-E2A35199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BD297B8B-63D3-4B0C-8846-589D8A30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1F130F54-3AA9-4C5B-BAE5-3B5F46A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3971A69F-85A5-45D6-95F8-6FAD7A44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C34BF2E2-A822-4B96-B754-1D417EBE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07BD0989-F52B-455A-81B4-45E8CB1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DF293A45-C594-48B5-B060-3D15B418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提升日常输出质量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5B21F953-6C74-46DA-9296-A5806859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个人风格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A016B23E-A97E-4ADD-9CF5-FC154F6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E70146B9-D646-4CFC-81A0-AB69C368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1D0824AD-4A60-412B-80AB-377DD727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E74A0971-E2DE-476A-9FF6-99281CDF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A37CB0ED-7884-4DCE-81F3-C932254A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AF8F4FD5-C775-4669-A008-D5E55E0E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B231D219-0697-4C39-AB14-0FFFE4AA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6456316B-415C-4B68-99FF-36FF01AA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承载特定人员的长期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F747F965-B682-49EC-A8DB-90745697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30DF3DA-1AD7-4DDE-98EE-B81EFEB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0832A77D-75B5-49D3-B5A0-EF7D4532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9F8C2560-D593-48FA-8E36-AF1AAB25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FC9307E0-769A-48AE-9817-EE3948A6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6DE5251C-EC99-41C0-9BFB-EE07921D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8D039BAD-A9A1-4EEE-B49E-D8A8D9FF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4efeeb7af416c">
            <a:extLst>
              <a:ext uri="{96DAC541-7B7A-43D3-8B79-37D633B846F1}">
                <asvg:svgBlip xmlns:asvg="http://schemas.microsoft.com/office/drawing/2016/SVG/main" r:embed="Re92651d83e0044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236151E0-791C-48F6-9D40-FE5C47DC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AI读稿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464A6903-0AFA-434E-96FA-EF2E267C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6AE58DCB-0950-4C79-94E7-58625448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让AI理解稿件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192C1732-BA41-48D0-BFF1-9825F74E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BB57BF54-BDA3-4974-B3D9-E9EBE17C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2D0F020D-DA69-4468-9E27-3B31C4C4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584D7EDB-629A-49E3-8962-C18DA9C0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B1C7196B-034F-403F-9C11-1F7ED914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aa0f35497464d">
            <a:extLst>
              <a:ext uri="{96DAC541-7B7A-43D3-8B79-37D633B846F1}">
                <asvg:svgBlip xmlns:asvg="http://schemas.microsoft.com/office/drawing/2016/SVG/main" r:embed="R44beb761140f4d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810B31E3-C203-440D-840F-F83D48F3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238500"/>
            <a:ext cx="244480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99D34394-2DFA-470A-809B-62260132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A900A784-C0A2-4FFB-AD6F-ADD60EAA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4455766"/>
            <a:ext cx="2444801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让规则做决策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34E18549-3BB0-401A-855C-C9D10F1C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3EDCE0EB-5B91-421F-B984-7FAD1C1A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48367B91-F1DF-4B1E-8724-5062B0D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3E5F6F49-9F43-43D9-9B70-425FF1A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BCDAB913-C87E-4518-91DA-B542EE62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701ffc92942c6">
            <a:extLst>
              <a:ext uri="{96DAC541-7B7A-43D3-8B79-37D633B846F1}">
                <asvg:svgBlip xmlns:asvg="http://schemas.microsoft.com/office/drawing/2016/SVG/main" r:embed="R449234d8dcdb49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0F016C13-0214-4F0A-99D6-A7569E35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238500"/>
            <a:ext cx="244464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代码重复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F8F30EA6-C23B-40D0-866A-09F9BA4D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2F1FC76D-C471-4245-A21B-7E1F89C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4455766"/>
            <a:ext cx="2444648" cy="213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让代码完成重复劳动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38939CD2-C857-4E53-9B44-ADCF0B2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PPagenT通过限制自由和前置建设，
将不可预测的PPT生成转化为高概率可靠的交付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2026-08-25T03:08:22.8010000Z</dcterms:created>
  <dcterms:modified xsi:type="dcterms:W3CDTF">2026-08-25T03:08:22.8010000Z</dcterms:modified>
</coreProperties>
</file>