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f6963c0a3048d1" /><Relationship Type="http://schemas.openxmlformats.org/officeDocument/2006/relationships/extended-properties" Target="/docProps/app.xml" Id="R48b59ccd27d9490f" /><Relationship Type="http://schemas.openxmlformats.org/officeDocument/2006/relationships/officeDocument" Target="/ppt/presentation.xml" Id="Re3bac30b6c3541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e899b5423445e7"/>
    <p:sldMasterId xmlns:r="http://schemas.openxmlformats.org/officeDocument/2006/relationships" id="2147483660" r:id="R2cfd1066bc13464c"/>
    <p:sldMasterId xmlns:r="http://schemas.openxmlformats.org/officeDocument/2006/relationships" id="2147483663" r:id="R48e5a814493447ac"/>
  </p:sldMasterIdLst>
  <p:notesMasterIdLst>
    <p:notesMasterId xmlns:r="http://schemas.openxmlformats.org/officeDocument/2006/relationships" r:id="Ra41f3e50ae1b4777"/>
  </p:notesMasterIdLst>
  <p:sldIdLst>
    <p:sldId xmlns:r="http://schemas.openxmlformats.org/officeDocument/2006/relationships" id="256" r:id="R9c5842348752403d"/>
    <p:sldId xmlns:r="http://schemas.openxmlformats.org/officeDocument/2006/relationships" id="257" r:id="Rdb71ab3bb5674712"/>
    <p:sldId xmlns:r="http://schemas.openxmlformats.org/officeDocument/2006/relationships" id="258" r:id="Rb30d56805eed4008"/>
    <p:sldId xmlns:r="http://schemas.openxmlformats.org/officeDocument/2006/relationships" id="259" r:id="Re0c5549047e74f7f"/>
    <p:sldId xmlns:r="http://schemas.openxmlformats.org/officeDocument/2006/relationships" id="260" r:id="R372042ec78b64683"/>
    <p:sldId xmlns:r="http://schemas.openxmlformats.org/officeDocument/2006/relationships" id="261" r:id="Re7a7e717f9344295"/>
    <p:sldId xmlns:r="http://schemas.openxmlformats.org/officeDocument/2006/relationships" id="262" r:id="Rf643afb8a8784598"/>
    <p:sldId xmlns:r="http://schemas.openxmlformats.org/officeDocument/2006/relationships" id="263" r:id="R4c6187b2fec6408c"/>
    <p:sldId xmlns:r="http://schemas.openxmlformats.org/officeDocument/2006/relationships" id="264" r:id="R91e65c3e3e4e4ccb"/>
    <p:sldId xmlns:r="http://schemas.openxmlformats.org/officeDocument/2006/relationships" id="265" r:id="Raa64b536e68443b3"/>
    <p:sldId xmlns:r="http://schemas.openxmlformats.org/officeDocument/2006/relationships" id="266" r:id="R82d772fa7da54298"/>
    <p:sldId xmlns:r="http://schemas.openxmlformats.org/officeDocument/2006/relationships" id="267" r:id="Ra0680bdda59b442e"/>
    <p:sldId xmlns:r="http://schemas.openxmlformats.org/officeDocument/2006/relationships" id="268" r:id="R6f1849659d8142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bf099573c748d2" /><Relationship Type="http://schemas.openxmlformats.org/officeDocument/2006/relationships/slideMaster" Target="/ppt/slideMasters/slideMaster1.xml" Id="R07e899b5423445e7" /><Relationship Type="http://schemas.openxmlformats.org/officeDocument/2006/relationships/slideMaster" Target="/ppt/slideMasters/slideMaster2.xml" Id="R2cfd1066bc13464c" /><Relationship Type="http://schemas.openxmlformats.org/officeDocument/2006/relationships/slideMaster" Target="/ppt/slideMasters/slideMaster3.xml" Id="R48e5a814493447ac" /><Relationship Type="http://schemas.openxmlformats.org/officeDocument/2006/relationships/notesMaster" Target="/ppt/notesMasters/notesMaster1.xml" Id="Ra41f3e50ae1b4777" /><Relationship Type="http://schemas.openxmlformats.org/officeDocument/2006/relationships/presProps" Target="/ppt/presProps.xml" Id="Ra9c57f61db4b4ecd" /><Relationship Type="http://schemas.openxmlformats.org/officeDocument/2006/relationships/viewProps" Target="/ppt/viewProps.xml" Id="R56718fd6ade3495a" /><Relationship Type="http://schemas.openxmlformats.org/officeDocument/2006/relationships/tableStyles" Target="/ppt/tableStyles.xml" Id="Rc26ea5b0352d47db" /><Relationship Type="http://schemas.openxmlformats.org/officeDocument/2006/relationships/slide" Target="/ppt/slides/slide1.xml" Id="R9c5842348752403d" /><Relationship Type="http://schemas.openxmlformats.org/officeDocument/2006/relationships/slide" Target="/ppt/slides/slide2.xml" Id="Rdb71ab3bb5674712" /><Relationship Type="http://schemas.openxmlformats.org/officeDocument/2006/relationships/slide" Target="/ppt/slides/slide3.xml" Id="Rb30d56805eed4008" /><Relationship Type="http://schemas.openxmlformats.org/officeDocument/2006/relationships/slide" Target="/ppt/slides/slide4.xml" Id="Re0c5549047e74f7f" /><Relationship Type="http://schemas.openxmlformats.org/officeDocument/2006/relationships/slide" Target="/ppt/slides/slide5.xml" Id="R372042ec78b64683" /><Relationship Type="http://schemas.openxmlformats.org/officeDocument/2006/relationships/slide" Target="/ppt/slides/slide6.xml" Id="Re7a7e717f9344295" /><Relationship Type="http://schemas.openxmlformats.org/officeDocument/2006/relationships/slide" Target="/ppt/slides/slide7.xml" Id="Rf643afb8a8784598" /><Relationship Type="http://schemas.openxmlformats.org/officeDocument/2006/relationships/slide" Target="/ppt/slides/slide8.xml" Id="R4c6187b2fec6408c" /><Relationship Type="http://schemas.openxmlformats.org/officeDocument/2006/relationships/slide" Target="/ppt/slides/slide9.xml" Id="R91e65c3e3e4e4ccb" /><Relationship Type="http://schemas.openxmlformats.org/officeDocument/2006/relationships/slide" Target="/ppt/slides/slide10.xml" Id="Raa64b536e68443b3" /><Relationship Type="http://schemas.openxmlformats.org/officeDocument/2006/relationships/slide" Target="/ppt/slides/slide11.xml" Id="R82d772fa7da54298" /><Relationship Type="http://schemas.openxmlformats.org/officeDocument/2006/relationships/slide" Target="/ppt/slides/slide12.xml" Id="Ra0680bdda59b442e" /><Relationship Type="http://schemas.openxmlformats.org/officeDocument/2006/relationships/slide" Target="/ppt/slides/slide13.xml" Id="R6f1849659d8142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e15f5e566edc41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fd1dd6d6a849ff" /><Relationship Type="http://schemas.openxmlformats.org/officeDocument/2006/relationships/notesMaster" Target="/ppt/notesMasters/notesMaster1.xml" Id="Rf72988374e7043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8da612082f4ac4" /><Relationship Type="http://schemas.openxmlformats.org/officeDocument/2006/relationships/notesMaster" Target="/ppt/notesMasters/notesMaster1.xml" Id="R18d82383b37b49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796e6463b44788" /><Relationship Type="http://schemas.openxmlformats.org/officeDocument/2006/relationships/notesMaster" Target="/ppt/notesMasters/notesMaster1.xml" Id="Recc699d2712844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daeef67deb4308" /><Relationship Type="http://schemas.openxmlformats.org/officeDocument/2006/relationships/notesMaster" Target="/ppt/notesMasters/notesMaster1.xml" Id="R62449551bda74a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9b4c5154d94eaf" /><Relationship Type="http://schemas.openxmlformats.org/officeDocument/2006/relationships/notesMaster" Target="/ppt/notesMasters/notesMaster1.xml" Id="R820f0fabba1946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08583e81e74e29" /><Relationship Type="http://schemas.openxmlformats.org/officeDocument/2006/relationships/notesMaster" Target="/ppt/notesMasters/notesMaster1.xml" Id="Rc1de865f905648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1d3e151c90437b" /><Relationship Type="http://schemas.openxmlformats.org/officeDocument/2006/relationships/notesMaster" Target="/ppt/notesMasters/notesMaster1.xml" Id="Rf269b508edf745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6875f9bf2442c3" /><Relationship Type="http://schemas.openxmlformats.org/officeDocument/2006/relationships/notesMaster" Target="/ppt/notesMasters/notesMaster1.xml" Id="R7a7136e8302e41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e14fc38aa84eb4" /><Relationship Type="http://schemas.openxmlformats.org/officeDocument/2006/relationships/notesMaster" Target="/ppt/notesMasters/notesMaster1.xml" Id="R540d055ff09b4e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ae28ba323540cf" /><Relationship Type="http://schemas.openxmlformats.org/officeDocument/2006/relationships/notesMaster" Target="/ppt/notesMasters/notesMaster1.xml" Id="R60c2a5d19b6f4b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50ae6db3434aa3" /><Relationship Type="http://schemas.openxmlformats.org/officeDocument/2006/relationships/notesMaster" Target="/ppt/notesMasters/notesMaster1.xml" Id="Rd5967d86ccd44e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178d144bee43fe" /><Relationship Type="http://schemas.openxmlformats.org/officeDocument/2006/relationships/notesMaster" Target="/ppt/notesMasters/notesMaster1.xml" Id="Rf629abe4b74d41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4a53891f4f4772" /><Relationship Type="http://schemas.openxmlformats.org/officeDocument/2006/relationships/notesMaster" Target="/ppt/notesMasters/notesMaster1.xml" Id="R2cda68ac230b44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57c875d6ca4967" /><Relationship Type="http://schemas.openxmlformats.org/officeDocument/2006/relationships/image" Target="/ppt/media/image.jpeg" Id="R182f6eb0388c40c2" /><Relationship Type="http://schemas.openxmlformats.org/officeDocument/2006/relationships/image" Target="/ppt/media/image.png" Id="Rd3c06f2a738f44df" /><Relationship Type="http://schemas.openxmlformats.org/officeDocument/2006/relationships/image" Target="/ppt/media/image2.png" Id="R61c8c825c65f4c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f89184e3f6490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7b861f57ad49e6" /><Relationship Type="http://schemas.openxmlformats.org/officeDocument/2006/relationships/image" Target="/ppt/media/image3.png" Id="R0d8c03e2de5249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ce0c9544e46e1" /><Relationship Type="http://schemas.openxmlformats.org/officeDocument/2006/relationships/image" Target="/ppt/media/image4.png" Id="R1319094ab12545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d9953ee094b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5b12e22e75487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6e146c9b9e4b3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b803910fb141f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80527539a54ef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829139c5af4c4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b3109e708242c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12ddb6809664299" /><Relationship Type="http://schemas.openxmlformats.org/officeDocument/2006/relationships/image" Target="/ppt/media/image5.png" Id="R3fab8f74aada465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fed86cde99e421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47dad26242c4dd6" /><Relationship Type="http://schemas.openxmlformats.org/officeDocument/2006/relationships/image" Target="/ppt/media/image5.png" Id="R4d594a1faecb4ed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1cae93428714674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f6eb0388c40c2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06f2a738f44df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8c825c65f4c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07F1F5CE-C912-4FFC-8781-E6CD7077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c03e2de5249bd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97D2FF52-4CCC-49AA-93BD-BA8F653C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976E583C-04E0-42B1-8006-5FDF8B3D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9AD1284D-7E37-43B3-88F9-D458C736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711E1CD7-2E15-4D7A-8858-30F4DAF7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9094ab1254572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38C7BF46-7FAE-471B-BC61-0DD36B9C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8B1EC3D8-376B-43E5-95B4-D485679E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AA6E11E-4060-4BF5-9403-706BD5AD56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C0B5712-EE5B-4A3F-AD0D-D2136B2819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81AF845-2644-4524-BDEC-EC04A61A1CF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D125A304-0E09-47A2-8610-8D83EE35EC6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A7063B9-AEE5-47A1-84A7-C4B00138654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FE1ACBA1-77D8-4C2F-8F72-738AD0EF19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FEA69147-D41F-441A-ABFC-88F4A663AA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8CB1AC1-2BBB-4BF5-A726-C5D24410CD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205993E-8489-4357-BE5F-BD510D1CF3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594025E-9448-4D04-9723-B9D0A5C9AA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D87BADD-2149-4261-A3FC-8472809E5D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A0177DC-DDE7-48C3-8F09-CB20AE6BEA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9A29B03-CF15-448F-B904-91F1ED7D4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7950126-F36B-422F-B660-A6859B4353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0D4F37C-E98E-4CC6-B01B-6918DC9759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F8E529A-B25E-4A37-9214-811140B8B2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1FC0D37-0D30-4C96-8EF6-4E41E2CD6FC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5DCEBE4-9701-4E2A-A5BF-6F44E1194AB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512CF2B-FBEF-4291-8944-FAF8B292EC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2CB8AFA-92D1-4CF1-9615-2B6C763A4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A68E14B-4A28-4BB8-8E3D-4F2A9DEC94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28ECD56-0EAE-430C-A762-A8C603F2DA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C66846B5-2D09-4218-8C40-2C37EF9BCDD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233B6AF-C2C5-41AC-A014-769B054A6A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5B21A3E-C01F-43B3-B6B2-18430CB982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A9E5980-27FF-4DB8-8517-8FD8398590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91268DA-2256-4BD8-90BD-B716D43F14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7ABDE1E-E2F3-4CA7-A852-CF7BD1F0E2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DE6C622-7ADC-4475-97BD-1C8AD8971D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B199E8-AC9F-4621-9A04-642F5E376D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3DB3FBB-E2C1-402E-8309-489AE86F1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6A7E29F-FE13-449C-BC06-9C099DAB35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96A33AA9-326E-45CC-ACAC-FE930B011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3F42485-259E-4E12-AB8E-0C58DDC0CF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FF67B88-6452-4EC6-858E-ED2612425F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5B8C0FD-7F5B-43DE-B944-21E650F55D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6EB1696-1110-4EB7-A3E4-AE31B496B8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ab8f74aada465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9DDA73FC-15FC-461B-94B9-1F6736FF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71AD8CE-A6A8-457F-BE64-E1F7A45F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98C742E7-B890-4C78-97A3-E45A5DCC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3104F8DF-9F2B-4441-8D28-3D8BCE6E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94a1faecb4ed4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1DF41F54-F0E3-45E8-93DB-F6D338A3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AFF2703-67EA-4093-B9A9-F403D7B7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81002298-0E5B-4FAD-AE90-67483EF9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A393AE86-EFD2-471A-94F3-9CFA485E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ac9a563c484c4f" /><Relationship Type="http://schemas.openxmlformats.org/officeDocument/2006/relationships/slideLayout" Target="/ppt/slideLayouts/slideLayout1.xml" Id="Rbd7d30e8c75f4cfc" /><Relationship Type="http://schemas.openxmlformats.org/officeDocument/2006/relationships/slideLayout" Target="/ppt/slideLayouts/slideLayout2.xml" Id="Reef24188467e4755" /><Relationship Type="http://schemas.openxmlformats.org/officeDocument/2006/relationships/slideLayout" Target="/ppt/slideLayouts/slideLayout3.xml" Id="Rda971f460c904bda" /><Relationship Type="http://schemas.openxmlformats.org/officeDocument/2006/relationships/slideLayout" Target="/ppt/slideLayouts/slideLayout4.xml" Id="R28ffb0cbb7b840cc" /><Relationship Type="http://schemas.openxmlformats.org/officeDocument/2006/relationships/slideLayout" Target="/ppt/slideLayouts/slideLayout5.xml" Id="Rb5cac9b62365480c" /><Relationship Type="http://schemas.openxmlformats.org/officeDocument/2006/relationships/slideLayout" Target="/ppt/slideLayouts/slideLayout6.xml" Id="R733882a520d74a32" /><Relationship Type="http://schemas.openxmlformats.org/officeDocument/2006/relationships/slideLayout" Target="/ppt/slideLayouts/slideLayout7.xml" Id="Rbf7c81b14c604689" /><Relationship Type="http://schemas.openxmlformats.org/officeDocument/2006/relationships/slideLayout" Target="/ppt/slideLayouts/slideLayout8.xml" Id="R881b8c9c1ef34610" /><Relationship Type="http://schemas.openxmlformats.org/officeDocument/2006/relationships/slideLayout" Target="/ppt/slideLayouts/slideLayout9.xml" Id="R2c3d8a5092184341" /><Relationship Type="http://schemas.openxmlformats.org/officeDocument/2006/relationships/slideLayout" Target="/ppt/slideLayouts/slideLayout10.xml" Id="Rfeda046983af4770" /><Relationship Type="http://schemas.openxmlformats.org/officeDocument/2006/relationships/slideLayout" Target="/ppt/slideLayouts/slideLayout11.xml" Id="Rb24168ac97bf43f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6265e3a22364657" /><Relationship Type="http://schemas.openxmlformats.org/officeDocument/2006/relationships/slideLayout" Target="/ppt/slideLayouts/slideLayout12.xml" Id="Re938bfbddc9f47cd" /><Relationship Type="http://schemas.openxmlformats.org/officeDocument/2006/relationships/slideLayout" Target="/ppt/slideLayouts/slideLayout13.xml" Id="R3e7912eec6fa43a5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7b9a119090cf4449" /><Relationship Type="http://schemas.openxmlformats.org/officeDocument/2006/relationships/slideLayout" Target="/ppt/slideLayouts/slideLayout14.xml" Id="R6da88672cbf9402c" /><Relationship Type="http://schemas.openxmlformats.org/officeDocument/2006/relationships/slideLayout" Target="/ppt/slideLayouts/slideLayout15.xml" Id="R1e70a9a58cf2475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17330055-24C0-4533-8A15-2A4A7DF5E3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8EF9C87-81A8-4296-944A-BC9970B0E5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45255ED-FE41-4D0A-8B84-8F1CCA6943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A304A53-5F3F-4277-BDC1-4F8E7DC34D5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1A63702-6739-43FF-97B9-E23EBF85485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7d30e8c75f4cfc"/>
    <p:sldLayoutId xmlns:r="http://schemas.openxmlformats.org/officeDocument/2006/relationships" id="2147483650" r:id="Reef24188467e4755"/>
    <p:sldLayoutId xmlns:r="http://schemas.openxmlformats.org/officeDocument/2006/relationships" id="2147483651" r:id="Rda971f460c904bda"/>
    <p:sldLayoutId xmlns:r="http://schemas.openxmlformats.org/officeDocument/2006/relationships" id="2147483652" r:id="R28ffb0cbb7b840cc"/>
    <p:sldLayoutId xmlns:r="http://schemas.openxmlformats.org/officeDocument/2006/relationships" id="2147483653" r:id="Rb5cac9b62365480c"/>
    <p:sldLayoutId xmlns:r="http://schemas.openxmlformats.org/officeDocument/2006/relationships" id="2147483654" r:id="R733882a520d74a32"/>
    <p:sldLayoutId xmlns:r="http://schemas.openxmlformats.org/officeDocument/2006/relationships" id="2147483655" r:id="Rbf7c81b14c604689"/>
    <p:sldLayoutId xmlns:r="http://schemas.openxmlformats.org/officeDocument/2006/relationships" id="2147483656" r:id="R881b8c9c1ef34610"/>
    <p:sldLayoutId xmlns:r="http://schemas.openxmlformats.org/officeDocument/2006/relationships" id="2147483657" r:id="R2c3d8a5092184341"/>
    <p:sldLayoutId xmlns:r="http://schemas.openxmlformats.org/officeDocument/2006/relationships" id="2147483658" r:id="Rfeda046983af4770"/>
    <p:sldLayoutId xmlns:r="http://schemas.openxmlformats.org/officeDocument/2006/relationships" id="2147483659" r:id="Rb24168ac97bf43f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34E7EA0-7B24-4A08-90E5-088BD357A8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EB11377-518D-43EA-B52A-859A2B1785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D54E843-D08D-444A-B9D3-ED7844B5A93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3C29338-1305-4601-9A24-6500478C0D5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90C3162-6165-4E61-8B4D-D002AE1CCFC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938bfbddc9f47cd"/>
    <p:sldLayoutId xmlns:r="http://schemas.openxmlformats.org/officeDocument/2006/relationships" id="2147483662" r:id="R3e7912eec6fa43a5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D6B103F-99F8-417F-900E-F631E2CB8B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073CA9D-5722-43C8-ACF2-21EC0C31E0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D2BAE6B-AED4-4FD8-B2D6-B9E1F4A7521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5A3F102-3D0A-4D3E-8A71-5D182BEACB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F06ABB6-4342-41C9-A35C-FBB54349988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6da88672cbf9402c"/>
    <p:sldLayoutId xmlns:r="http://schemas.openxmlformats.org/officeDocument/2006/relationships" id="2147483665" r:id="R1e70a9a58cf2475e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73c6cb1da46ee" /><Relationship Type="http://schemas.openxmlformats.org/officeDocument/2006/relationships/notesSlide" Target="/ppt/notesSlides/notesSlide1.xml" Id="Rf62de0d70c0745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4bd4187f755471c" /><Relationship Type="http://schemas.openxmlformats.org/officeDocument/2006/relationships/notesSlide" Target="/ppt/notesSlides/notesSlide2.xml" Id="R0bc662b7111d4e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ecb750eaba4494a" /><Relationship Type="http://schemas.openxmlformats.org/officeDocument/2006/relationships/image" Target="/ppt/media/image6.png" Id="Rfdf5fedad24347e1" /><Relationship Type="http://schemas.openxmlformats.org/officeDocument/2006/relationships/notesSlide" Target="/ppt/notesSlides/notesSlide3.xml" Id="Rfbf36fbe5a614b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231bfe106bb4209" /><Relationship Type="http://schemas.openxmlformats.org/officeDocument/2006/relationships/image" Target="/ppt/media/image6.png" Id="Rc711c38127e54aae" /><Relationship Type="http://schemas.openxmlformats.org/officeDocument/2006/relationships/notesSlide" Target="/ppt/notesSlides/notesSlide4.xml" Id="R418dbccd5d1b49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4b63502a72b4a75" /><Relationship Type="http://schemas.openxmlformats.org/officeDocument/2006/relationships/image" Target="/ppt/media/image6.png" Id="R0da236739a0b4839" /><Relationship Type="http://schemas.openxmlformats.org/officeDocument/2006/relationships/notesSlide" Target="/ppt/notesSlides/notesSlide5.xml" Id="R907317174c9b4a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22da59e4d174dbe" /><Relationship Type="http://schemas.openxmlformats.org/officeDocument/2006/relationships/image" Target="/ppt/media/image6.png" Id="R28a71d92b7ab4386" /><Relationship Type="http://schemas.openxmlformats.org/officeDocument/2006/relationships/notesSlide" Target="/ppt/notesSlides/notesSlide6.xml" Id="R65934dc4ca514a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5814715206b4608" /><Relationship Type="http://schemas.openxmlformats.org/officeDocument/2006/relationships/image" Target="/ppt/media/image6.png" Id="R4317973500ea42ff" /><Relationship Type="http://schemas.openxmlformats.org/officeDocument/2006/relationships/notesSlide" Target="/ppt/notesSlides/notesSlide7.xml" Id="Rf5507627bd1743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9a7e694bb5c439c" /><Relationship Type="http://schemas.openxmlformats.org/officeDocument/2006/relationships/image" Target="/ppt/media/image6.png" Id="Rdffae0bb1dfa4f43" /><Relationship Type="http://schemas.openxmlformats.org/officeDocument/2006/relationships/notesSlide" Target="/ppt/notesSlides/notesSlide8.xml" Id="R9989633290be41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ee09cd74bef4f48" /><Relationship Type="http://schemas.openxmlformats.org/officeDocument/2006/relationships/image" Target="/ppt/media/image6.png" Id="R6c2ee96b05c14192" /><Relationship Type="http://schemas.openxmlformats.org/officeDocument/2006/relationships/notesSlide" Target="/ppt/notesSlides/notesSlide9.xml" Id="R2aa50af0d92a43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c26d768cc7e4e7b" /><Relationship Type="http://schemas.openxmlformats.org/officeDocument/2006/relationships/image" Target="/ppt/media/image6.png" Id="R70eec092285c4259" /><Relationship Type="http://schemas.openxmlformats.org/officeDocument/2006/relationships/notesSlide" Target="/ppt/notesSlides/notesSlide10.xml" Id="R295d57ab95b341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f5c9dabeaeb4682" /><Relationship Type="http://schemas.openxmlformats.org/officeDocument/2006/relationships/image" Target="/ppt/media/image6.png" Id="Re9a5643d270441ef" /><Relationship Type="http://schemas.openxmlformats.org/officeDocument/2006/relationships/notesSlide" Target="/ppt/notesSlides/notesSlide11.xml" Id="R4f6bb2ab54f84f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003a9f8423243da" /><Relationship Type="http://schemas.openxmlformats.org/officeDocument/2006/relationships/image" Target="/ppt/media/image6.png" Id="R6e3d88e6a1ce42c4" /><Relationship Type="http://schemas.openxmlformats.org/officeDocument/2006/relationships/notesSlide" Target="/ppt/notesSlides/notesSlide12.xml" Id="R33b6329549804e6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2a663fb8142f3" /><Relationship Type="http://schemas.openxmlformats.org/officeDocument/2006/relationships/notesSlide" Target="/ppt/notesSlides/notesSlide13.xml" Id="R2dfef118677543a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54F8D6E0-77D7-40A9-BB16-7521FBFD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7D9A2EB9-8706-416B-BA37-9F8B5A66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D507288-2FAC-4E1F-9522-874126FF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22D068D5-73BA-46F6-ADB2-B0F33EF1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14335125-B360-4B36-B876-D540CAB3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方法偏移量自适应选取</a:t>
            </a:r>
          </a:p>
        </p:txBody>
      </p:sp>
    </p:spTree>
    <p:extLst>
      <p:ext uri="{BB962C8B-B14F-4D97-AF65-F5344CB8AC3E}">
        <p14:creationId xmlns:p14="http://schemas.microsoft.com/office/powerpoint/2010/main" val="15721147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747F965-B682-49EC-A8DB-90745697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5fedad24347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747F965-B682-49EC-A8DB-90745697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1c38127e54a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747F965-B682-49EC-A8DB-90745697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236739a0b48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747F965-B682-49EC-A8DB-90745697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71d92b7ab43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747F965-B682-49EC-A8DB-90745697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7973500ea42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747F965-B682-49EC-A8DB-90745697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ae0bb1dfa4f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747F965-B682-49EC-A8DB-90745697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ee96b05c141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747F965-B682-49EC-A8DB-90745697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ec092285c42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747F965-B682-49EC-A8DB-90745697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5643d270441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747F965-B682-49EC-A8DB-90745697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d88e6a1ce42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38939CD2-C857-4E53-9B44-ADCF0B29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2026-08-25T03:08:15.6200000Z</dcterms:created>
  <dcterms:modified xsi:type="dcterms:W3CDTF">2026-08-25T03:08:15.6200000Z</dcterms:modified>
</coreProperties>
</file>