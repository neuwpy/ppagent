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24b1f689c04f7e" /><Relationship Type="http://schemas.openxmlformats.org/officeDocument/2006/relationships/extended-properties" Target="/docProps/app.xml" Id="R18b96a317c80413d" /><Relationship Type="http://schemas.openxmlformats.org/officeDocument/2006/relationships/officeDocument" Target="/ppt/presentation.xml" Id="R2c2e8d91cca745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40484320e14c5c"/>
    <p:sldMasterId xmlns:r="http://schemas.openxmlformats.org/officeDocument/2006/relationships" id="2147483660" r:id="R481ec87fc9f14d12"/>
    <p:sldMasterId xmlns:r="http://schemas.openxmlformats.org/officeDocument/2006/relationships" id="2147483663" r:id="R246799875170448a"/>
  </p:sldMasterIdLst>
  <p:notesMasterIdLst>
    <p:notesMasterId xmlns:r="http://schemas.openxmlformats.org/officeDocument/2006/relationships" r:id="R42e030e8a0284b5f"/>
  </p:notesMasterIdLst>
  <p:sldIdLst>
    <p:sldId xmlns:r="http://schemas.openxmlformats.org/officeDocument/2006/relationships" id="256" r:id="Rbcc037ca360342ba"/>
    <p:sldId xmlns:r="http://schemas.openxmlformats.org/officeDocument/2006/relationships" id="257" r:id="Rd4dd24f932184131"/>
    <p:sldId xmlns:r="http://schemas.openxmlformats.org/officeDocument/2006/relationships" id="258" r:id="R794fb9063874490a"/>
    <p:sldId xmlns:r="http://schemas.openxmlformats.org/officeDocument/2006/relationships" id="259" r:id="R5369b2580e9e4133"/>
    <p:sldId xmlns:r="http://schemas.openxmlformats.org/officeDocument/2006/relationships" id="260" r:id="Rda478a4473574845"/>
    <p:sldId xmlns:r="http://schemas.openxmlformats.org/officeDocument/2006/relationships" id="261" r:id="Rc42262676cdb4ef0"/>
    <p:sldId xmlns:r="http://schemas.openxmlformats.org/officeDocument/2006/relationships" id="262" r:id="R92f45f84c7284b54"/>
    <p:sldId xmlns:r="http://schemas.openxmlformats.org/officeDocument/2006/relationships" id="263" r:id="R3c25f1cecf1e4c3d"/>
    <p:sldId xmlns:r="http://schemas.openxmlformats.org/officeDocument/2006/relationships" id="264" r:id="R464360da62f74ffa"/>
    <p:sldId xmlns:r="http://schemas.openxmlformats.org/officeDocument/2006/relationships" id="265" r:id="R9fba5ed77e5c47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386071bad74159" /><Relationship Type="http://schemas.openxmlformats.org/officeDocument/2006/relationships/slideMaster" Target="/ppt/slideMasters/slideMaster1.xml" Id="R2840484320e14c5c" /><Relationship Type="http://schemas.openxmlformats.org/officeDocument/2006/relationships/slideMaster" Target="/ppt/slideMasters/slideMaster2.xml" Id="R481ec87fc9f14d12" /><Relationship Type="http://schemas.openxmlformats.org/officeDocument/2006/relationships/slideMaster" Target="/ppt/slideMasters/slideMaster3.xml" Id="R246799875170448a" /><Relationship Type="http://schemas.openxmlformats.org/officeDocument/2006/relationships/notesMaster" Target="/ppt/notesMasters/notesMaster1.xml" Id="R42e030e8a0284b5f" /><Relationship Type="http://schemas.openxmlformats.org/officeDocument/2006/relationships/presProps" Target="/ppt/presProps.xml" Id="R423eccf62af94aa6" /><Relationship Type="http://schemas.openxmlformats.org/officeDocument/2006/relationships/viewProps" Target="/ppt/viewProps.xml" Id="R5157792a69984af2" /><Relationship Type="http://schemas.openxmlformats.org/officeDocument/2006/relationships/tableStyles" Target="/ppt/tableStyles.xml" Id="R07960622b0fc4ba3" /><Relationship Type="http://schemas.openxmlformats.org/officeDocument/2006/relationships/slide" Target="/ppt/slides/slide1.xml" Id="Rbcc037ca360342ba" /><Relationship Type="http://schemas.openxmlformats.org/officeDocument/2006/relationships/slide" Target="/ppt/slides/slide2.xml" Id="Rd4dd24f932184131" /><Relationship Type="http://schemas.openxmlformats.org/officeDocument/2006/relationships/slide" Target="/ppt/slides/slide3.xml" Id="R794fb9063874490a" /><Relationship Type="http://schemas.openxmlformats.org/officeDocument/2006/relationships/slide" Target="/ppt/slides/slide4.xml" Id="R5369b2580e9e4133" /><Relationship Type="http://schemas.openxmlformats.org/officeDocument/2006/relationships/slide" Target="/ppt/slides/slide5.xml" Id="Rda478a4473574845" /><Relationship Type="http://schemas.openxmlformats.org/officeDocument/2006/relationships/slide" Target="/ppt/slides/slide6.xml" Id="Rc42262676cdb4ef0" /><Relationship Type="http://schemas.openxmlformats.org/officeDocument/2006/relationships/slide" Target="/ppt/slides/slide7.xml" Id="R92f45f84c7284b54" /><Relationship Type="http://schemas.openxmlformats.org/officeDocument/2006/relationships/slide" Target="/ppt/slides/slide8.xml" Id="R3c25f1cecf1e4c3d" /><Relationship Type="http://schemas.openxmlformats.org/officeDocument/2006/relationships/slide" Target="/ppt/slides/slide9.xml" Id="R464360da62f74ffa" /><Relationship Type="http://schemas.openxmlformats.org/officeDocument/2006/relationships/slide" Target="/ppt/slides/slide10.xml" Id="R9fba5ed77e5c47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730e1a908e64c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6c57672051439a" /><Relationship Type="http://schemas.openxmlformats.org/officeDocument/2006/relationships/notesMaster" Target="/ppt/notesMasters/notesMaster1.xml" Id="R15be0822a08440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3b505050f44599" /><Relationship Type="http://schemas.openxmlformats.org/officeDocument/2006/relationships/notesMaster" Target="/ppt/notesMasters/notesMaster1.xml" Id="R0669179d08824a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d356dd2cdf42f2" /><Relationship Type="http://schemas.openxmlformats.org/officeDocument/2006/relationships/notesMaster" Target="/ppt/notesMasters/notesMaster1.xml" Id="R987bf1b4ed9549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6eb28dd5944d19" /><Relationship Type="http://schemas.openxmlformats.org/officeDocument/2006/relationships/notesMaster" Target="/ppt/notesMasters/notesMaster1.xml" Id="Re63d7a20e8734a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75c6d414b041cc" /><Relationship Type="http://schemas.openxmlformats.org/officeDocument/2006/relationships/notesMaster" Target="/ppt/notesMasters/notesMaster1.xml" Id="R07dfd94c3f134f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28dbdb6afb425b" /><Relationship Type="http://schemas.openxmlformats.org/officeDocument/2006/relationships/notesMaster" Target="/ppt/notesMasters/notesMaster1.xml" Id="Re0de01dd47914d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566f45d5cf467f" /><Relationship Type="http://schemas.openxmlformats.org/officeDocument/2006/relationships/notesMaster" Target="/ppt/notesMasters/notesMaster1.xml" Id="R61de1411e9c042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cf2a850c5e4d00" /><Relationship Type="http://schemas.openxmlformats.org/officeDocument/2006/relationships/notesMaster" Target="/ppt/notesMasters/notesMaster1.xml" Id="R67e962a9938f45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ee3897eb684d62" /><Relationship Type="http://schemas.openxmlformats.org/officeDocument/2006/relationships/notesMaster" Target="/ppt/notesMasters/notesMaster1.xml" Id="R6f7f8944c09a4c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47bbe219374372" /><Relationship Type="http://schemas.openxmlformats.org/officeDocument/2006/relationships/notesMaster" Target="/ppt/notesMasters/notesMaster1.xml" Id="Rdd76a34663f749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eddd30bc4441b" /><Relationship Type="http://schemas.openxmlformats.org/officeDocument/2006/relationships/image" Target="/ppt/media/image.jpeg" Id="R2cae3cd3a7fa4e7f" /><Relationship Type="http://schemas.openxmlformats.org/officeDocument/2006/relationships/image" Target="/ppt/media/image.png" Id="Refab9f6a224d422c" /><Relationship Type="http://schemas.openxmlformats.org/officeDocument/2006/relationships/image" Target="/ppt/media/image2.png" Id="Rd3b7aac4b1d84d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07ffadc2a47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59b3de39d644f8" /><Relationship Type="http://schemas.openxmlformats.org/officeDocument/2006/relationships/image" Target="/ppt/media/image3.png" Id="Re4825c458afc4b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f4579411b4d48" /><Relationship Type="http://schemas.openxmlformats.org/officeDocument/2006/relationships/image" Target="/ppt/media/image4.png" Id="Red44ba475d8640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49d28a6604d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f54e8105f44c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7361afab54a5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2d575c78d4f3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92cc3e31647b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ff12c07c245c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c3ed7d1ab433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e188cabd8b426b" /><Relationship Type="http://schemas.openxmlformats.org/officeDocument/2006/relationships/image" Target="/ppt/media/image5.png" Id="R740bb89c7dc94fd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01b78a5ee4458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aeb2b49c096455c" /><Relationship Type="http://schemas.openxmlformats.org/officeDocument/2006/relationships/image" Target="/ppt/media/image5.png" Id="R51179e041ad04a5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b9c8c305edf414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e3cd3a7fa4e7f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b9f6a224d422c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7aac4b1d84d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BCBB1C4E-C62F-435D-AD97-532FEA10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25c458afc4b1b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86305F67-87D6-4FC2-8670-5949FF58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42BBDFC-308B-4643-B24A-CCB7ED6C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AF1329B8-CE8E-4962-85CC-13DBDC20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39C9A6AE-EE8A-4BA9-B47D-6AF4DD6F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4ba475d8640c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A5A470E6-6120-4A99-A0D3-D33B98F3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9B4A3FBD-FD8E-4F36-BE32-045D53C6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0E1D508-CA38-480D-9BB4-5DC20C5F4D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2DCEF46-4492-4DD0-9AB0-4B5F3654F3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39445CE-4B0D-4D84-A280-FE1F44E3052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9F50E0F-ADDC-4310-8596-6FBA18803F3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BF1BB33-4B73-4A73-B919-204AD70D12B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80C99E5-717E-4C20-9364-D4DBA48033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19FB625-F13E-43C6-80A4-6F80F3633D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F41E93E-5719-4C89-8338-6A18AF69D6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9403C8-004F-4244-B17B-42F1F65DFF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56922A9-DD6D-42B9-9BAA-A0AE6505CD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16ECE2F-2B5A-4880-A725-F96F8F608C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5B95769-2481-4AF6-B71D-BD0F012576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A6ABBE-59C1-4442-BE1D-E91CF38B63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A8D95E2-9ED6-4EA2-9512-4D613CEFB1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322C211-85AD-499F-A287-D7F551A408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95AB18-B22D-4E6E-8126-CD4A603D7B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B07CD3-98D7-46E4-9924-5BAA2CD19B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308A7C6-CAD1-48EA-9C96-BADD99CB64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9BEA8CE-69AD-4172-9065-B6A036E004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23F96A0-F1C5-4D9D-9F64-A102E7125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3D86D30-2495-42E6-B391-54F622E2D1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5ADC790-6261-4852-BE8C-87450BCEBC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193EB27-33B8-42B2-9B1B-70ADD7CB32F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0887B7B-2682-4F53-A3F1-0F327CF094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F4B72ED-F117-4DDD-84E9-DA7CB6B675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CD0B5A3-E5EA-4886-A197-F9D854F31C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687ACC1-569E-447C-9A3B-B92DFF54E8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8B303D3-71ED-4188-9662-A20C02C4D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3FA9508-8154-44B4-9602-60D6F50F4D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1BF7DE7-09BF-4E01-8BFC-E64E647235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E1F757-4017-495D-A1B7-51B658B3F8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822A9A-4CC1-4F0B-AEFD-DFB618C74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178F1A5-F8DA-4B22-B0DA-409AEDF939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98CBA4F-90F3-4EDC-8FC3-064BC585D1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411130-E34C-42B8-81AE-D1EFAE431C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CB95E5E-4EDD-4FDC-99D8-3C6CCE27DC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44C3742-3AA3-4A44-9B37-154555AE91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bb89c7dc94fd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D6AB2551-B989-464D-BD62-C99FA346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556EE82-3A55-42F9-881E-5F941528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3DBB13C-F6E3-4E00-BFE9-7898EE08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1F5EA8B-B143-4571-BD46-DE53010E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79e041ad04a5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2E0FA24-E539-406E-BD26-79B8E9DE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8C33D48-86AE-410D-BC32-8E9D0743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06FEC989-2A77-447E-B687-E1C0DB12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FCC1272-1E79-457B-8B29-F091CDAC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a71ee4940a427e" /><Relationship Type="http://schemas.openxmlformats.org/officeDocument/2006/relationships/slideLayout" Target="/ppt/slideLayouts/slideLayout1.xml" Id="R67605ed237534b9c" /><Relationship Type="http://schemas.openxmlformats.org/officeDocument/2006/relationships/slideLayout" Target="/ppt/slideLayouts/slideLayout2.xml" Id="R28e3aaeb26704c75" /><Relationship Type="http://schemas.openxmlformats.org/officeDocument/2006/relationships/slideLayout" Target="/ppt/slideLayouts/slideLayout3.xml" Id="R44c7e9bafdd0460f" /><Relationship Type="http://schemas.openxmlformats.org/officeDocument/2006/relationships/slideLayout" Target="/ppt/slideLayouts/slideLayout4.xml" Id="Raecbe381c6b9486e" /><Relationship Type="http://schemas.openxmlformats.org/officeDocument/2006/relationships/slideLayout" Target="/ppt/slideLayouts/slideLayout5.xml" Id="Re57c085b72b942e5" /><Relationship Type="http://schemas.openxmlformats.org/officeDocument/2006/relationships/slideLayout" Target="/ppt/slideLayouts/slideLayout6.xml" Id="R5377b207dfc54c49" /><Relationship Type="http://schemas.openxmlformats.org/officeDocument/2006/relationships/slideLayout" Target="/ppt/slideLayouts/slideLayout7.xml" Id="R3c5f657e29f34256" /><Relationship Type="http://schemas.openxmlformats.org/officeDocument/2006/relationships/slideLayout" Target="/ppt/slideLayouts/slideLayout8.xml" Id="R0502e3eea90f411f" /><Relationship Type="http://schemas.openxmlformats.org/officeDocument/2006/relationships/slideLayout" Target="/ppt/slideLayouts/slideLayout9.xml" Id="R303f2f5b7efa4b75" /><Relationship Type="http://schemas.openxmlformats.org/officeDocument/2006/relationships/slideLayout" Target="/ppt/slideLayouts/slideLayout10.xml" Id="R4921e7bf7b324a9d" /><Relationship Type="http://schemas.openxmlformats.org/officeDocument/2006/relationships/slideLayout" Target="/ppt/slideLayouts/slideLayout11.xml" Id="R42a464c680e74a4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e51cd4db468499d" /><Relationship Type="http://schemas.openxmlformats.org/officeDocument/2006/relationships/slideLayout" Target="/ppt/slideLayouts/slideLayout12.xml" Id="R5661156dbdfd4c7d" /><Relationship Type="http://schemas.openxmlformats.org/officeDocument/2006/relationships/slideLayout" Target="/ppt/slideLayouts/slideLayout13.xml" Id="R637f2a6cbac0434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6dd5a59dde64cc9" /><Relationship Type="http://schemas.openxmlformats.org/officeDocument/2006/relationships/slideLayout" Target="/ppt/slideLayouts/slideLayout14.xml" Id="R8e6e86628d894e1f" /><Relationship Type="http://schemas.openxmlformats.org/officeDocument/2006/relationships/slideLayout" Target="/ppt/slideLayouts/slideLayout15.xml" Id="R0ffa02da0d2d41e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659BA58-39B7-4D86-A2E1-6BFD40C77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BF24048-8F40-45D4-ABF5-2810225F14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760F3F4-66D2-460B-AB65-71FC4BC3A18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5D2BFFF-191D-4079-9146-A7C2EB359D4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D2ABEC4-3BD2-46E3-ABEA-C0FBD3247EF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605ed237534b9c"/>
    <p:sldLayoutId xmlns:r="http://schemas.openxmlformats.org/officeDocument/2006/relationships" id="2147483650" r:id="R28e3aaeb26704c75"/>
    <p:sldLayoutId xmlns:r="http://schemas.openxmlformats.org/officeDocument/2006/relationships" id="2147483651" r:id="R44c7e9bafdd0460f"/>
    <p:sldLayoutId xmlns:r="http://schemas.openxmlformats.org/officeDocument/2006/relationships" id="2147483652" r:id="Raecbe381c6b9486e"/>
    <p:sldLayoutId xmlns:r="http://schemas.openxmlformats.org/officeDocument/2006/relationships" id="2147483653" r:id="Re57c085b72b942e5"/>
    <p:sldLayoutId xmlns:r="http://schemas.openxmlformats.org/officeDocument/2006/relationships" id="2147483654" r:id="R5377b207dfc54c49"/>
    <p:sldLayoutId xmlns:r="http://schemas.openxmlformats.org/officeDocument/2006/relationships" id="2147483655" r:id="R3c5f657e29f34256"/>
    <p:sldLayoutId xmlns:r="http://schemas.openxmlformats.org/officeDocument/2006/relationships" id="2147483656" r:id="R0502e3eea90f411f"/>
    <p:sldLayoutId xmlns:r="http://schemas.openxmlformats.org/officeDocument/2006/relationships" id="2147483657" r:id="R303f2f5b7efa4b75"/>
    <p:sldLayoutId xmlns:r="http://schemas.openxmlformats.org/officeDocument/2006/relationships" id="2147483658" r:id="R4921e7bf7b324a9d"/>
    <p:sldLayoutId xmlns:r="http://schemas.openxmlformats.org/officeDocument/2006/relationships" id="2147483659" r:id="R42a464c680e74a4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FFDDDC0-BB73-4795-AB24-A6CF18251B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36777B3-1A70-4967-BBFC-43D4849FA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CA68919-BE4C-468C-BE1F-303F0A215C5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DAAE454-1CE3-402B-B8DD-ED2D17BB5CC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E2E0054-E2E0-42F1-A6B4-699B830A74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661156dbdfd4c7d"/>
    <p:sldLayoutId xmlns:r="http://schemas.openxmlformats.org/officeDocument/2006/relationships" id="2147483662" r:id="R637f2a6cbac0434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09A93DD-ED90-4C8A-BF12-98732FC103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157430-F7E1-455C-989A-8981D7931A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4AC3BCF-C817-403A-BCFC-5EEB5BE0C50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2D0AE-7BEC-45AF-B580-9F0C147ACE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33D225C-3CC2-4AC1-8A0E-0A9173CEDF0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e6e86628d894e1f"/>
    <p:sldLayoutId xmlns:r="http://schemas.openxmlformats.org/officeDocument/2006/relationships" id="2147483665" r:id="R0ffa02da0d2d41e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a9afd8cce4823" /><Relationship Type="http://schemas.openxmlformats.org/officeDocument/2006/relationships/notesSlide" Target="/ppt/notesSlides/notesSlide1.xml" Id="Rf65e8e1c05b8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2d41daea81448f" /><Relationship Type="http://schemas.openxmlformats.org/officeDocument/2006/relationships/notesSlide" Target="/ppt/notesSlides/notesSlide2.xml" Id="Raef090a548d541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622afaf8b44f66" /><Relationship Type="http://schemas.openxmlformats.org/officeDocument/2006/relationships/image" Target="/ppt/media/image6.png" Id="R609a1f5b08634030" /><Relationship Type="http://schemas.openxmlformats.org/officeDocument/2006/relationships/notesSlide" Target="/ppt/notesSlides/notesSlide3.xml" Id="R773033f666564b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1cabd0f8c445dc" /><Relationship Type="http://schemas.openxmlformats.org/officeDocument/2006/relationships/image" Target="/ppt/media/image6.png" Id="R531e60b23f28466e" /><Relationship Type="http://schemas.openxmlformats.org/officeDocument/2006/relationships/notesSlide" Target="/ppt/notesSlides/notesSlide4.xml" Id="Rb36c073d56734e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421e3cab5d4c60" /><Relationship Type="http://schemas.openxmlformats.org/officeDocument/2006/relationships/image" Target="/ppt/media/image6.png" Id="Rba7b4b4b3bbc4d83" /><Relationship Type="http://schemas.openxmlformats.org/officeDocument/2006/relationships/notesSlide" Target="/ppt/notesSlides/notesSlide5.xml" Id="R79ad5492b58f4c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4029eb44004690" /><Relationship Type="http://schemas.openxmlformats.org/officeDocument/2006/relationships/image" Target="/ppt/media/image6.png" Id="R043b12aa16f541a5" /><Relationship Type="http://schemas.openxmlformats.org/officeDocument/2006/relationships/notesSlide" Target="/ppt/notesSlides/notesSlide6.xml" Id="Rc7cc9ebbe88148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2b9808b4cb4736" /><Relationship Type="http://schemas.openxmlformats.org/officeDocument/2006/relationships/image" Target="/ppt/media/image6.png" Id="R61db1698ab4a43ef" /><Relationship Type="http://schemas.openxmlformats.org/officeDocument/2006/relationships/notesSlide" Target="/ppt/notesSlides/notesSlide7.xml" Id="Rbb82d0a3ccc549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e95db483954e90" /><Relationship Type="http://schemas.openxmlformats.org/officeDocument/2006/relationships/image" Target="/ppt/media/image6.png" Id="Rdeb2da1886ff4665" /><Relationship Type="http://schemas.openxmlformats.org/officeDocument/2006/relationships/notesSlide" Target="/ppt/notesSlides/notesSlide8.xml" Id="Re0adbcc5031149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790cd8fe44468f" /><Relationship Type="http://schemas.openxmlformats.org/officeDocument/2006/relationships/image" Target="/ppt/media/image6.png" Id="Rb6ee86ebbe054143" /><Relationship Type="http://schemas.openxmlformats.org/officeDocument/2006/relationships/notesSlide" Target="/ppt/notesSlides/notesSlide9.xml" Id="Rf9768266912447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3ede460604f99" /><Relationship Type="http://schemas.openxmlformats.org/officeDocument/2006/relationships/notesSlide" Target="/ppt/notesSlides/notesSlide10.xml" Id="Re58eb5feb92145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3E9DBAC-2EDD-4C55-8E4F-9F7A91EE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C109D4F0-C8EC-4C1A-9C08-FB395FCC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1BFC821-EA34-45DA-9C41-E8BC5EA1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E1059DE-95A0-4CC6-83F4-C979815D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B0E2033A-AB90-4481-9526-9FD6EE3F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7629429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a1f5b08634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e60b23f2846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b4b4b3bbc4d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b12aa16f541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b1698ab4a43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2da1886ff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F6FE491-E366-4BA7-A67F-A658EE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e86ebbe054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3B1F8B0-32F2-42E7-B07A-189F3A9E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2026-08-13T15:45:45.2870000Z</dcterms:created>
  <dcterms:modified xsi:type="dcterms:W3CDTF">2026-08-13T15:45:45.2870000Z</dcterms:modified>
</coreProperties>
</file>