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703b91a64049a1" /><Relationship Type="http://schemas.openxmlformats.org/officeDocument/2006/relationships/extended-properties" Target="/docProps/app.xml" Id="Rbca0b301119344e5" /><Relationship Type="http://schemas.openxmlformats.org/officeDocument/2006/relationships/officeDocument" Target="/ppt/presentation.xml" Id="R0e8ca1cae7b341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f3f11444704880"/>
    <p:sldMasterId xmlns:r="http://schemas.openxmlformats.org/officeDocument/2006/relationships" id="2147483660" r:id="R304c544549514157"/>
    <p:sldMasterId xmlns:r="http://schemas.openxmlformats.org/officeDocument/2006/relationships" id="2147483663" r:id="R496a823e192e4e30"/>
  </p:sldMasterIdLst>
  <p:notesMasterIdLst>
    <p:notesMasterId xmlns:r="http://schemas.openxmlformats.org/officeDocument/2006/relationships" r:id="Ra6d638b239544998"/>
  </p:notesMasterIdLst>
  <p:sldIdLst>
    <p:sldId xmlns:r="http://schemas.openxmlformats.org/officeDocument/2006/relationships" id="256" r:id="Re28ee54ce4294769"/>
    <p:sldId xmlns:r="http://schemas.openxmlformats.org/officeDocument/2006/relationships" id="257" r:id="R7beb778cd0484066"/>
    <p:sldId xmlns:r="http://schemas.openxmlformats.org/officeDocument/2006/relationships" id="258" r:id="Rf74992f872fc4957"/>
    <p:sldId xmlns:r="http://schemas.openxmlformats.org/officeDocument/2006/relationships" id="259" r:id="R93cb57817a0a4c95"/>
    <p:sldId xmlns:r="http://schemas.openxmlformats.org/officeDocument/2006/relationships" id="260" r:id="Rbf5ad162a0974b27"/>
    <p:sldId xmlns:r="http://schemas.openxmlformats.org/officeDocument/2006/relationships" id="261" r:id="R32a12305c96f4b99"/>
    <p:sldId xmlns:r="http://schemas.openxmlformats.org/officeDocument/2006/relationships" id="262" r:id="Ra130422466184e6e"/>
    <p:sldId xmlns:r="http://schemas.openxmlformats.org/officeDocument/2006/relationships" id="263" r:id="R1872142fb1fc40ae"/>
    <p:sldId xmlns:r="http://schemas.openxmlformats.org/officeDocument/2006/relationships" id="264" r:id="R0fb426b91987442a"/>
    <p:sldId xmlns:r="http://schemas.openxmlformats.org/officeDocument/2006/relationships" id="265" r:id="R9a3f449a5aa844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ed07839b714267" /><Relationship Type="http://schemas.openxmlformats.org/officeDocument/2006/relationships/slideMaster" Target="/ppt/slideMasters/slideMaster1.xml" Id="Rf2f3f11444704880" /><Relationship Type="http://schemas.openxmlformats.org/officeDocument/2006/relationships/slideMaster" Target="/ppt/slideMasters/slideMaster2.xml" Id="R304c544549514157" /><Relationship Type="http://schemas.openxmlformats.org/officeDocument/2006/relationships/slideMaster" Target="/ppt/slideMasters/slideMaster3.xml" Id="R496a823e192e4e30" /><Relationship Type="http://schemas.openxmlformats.org/officeDocument/2006/relationships/notesMaster" Target="/ppt/notesMasters/notesMaster1.xml" Id="Ra6d638b239544998" /><Relationship Type="http://schemas.openxmlformats.org/officeDocument/2006/relationships/presProps" Target="/ppt/presProps.xml" Id="Rb2855760fbda4a34" /><Relationship Type="http://schemas.openxmlformats.org/officeDocument/2006/relationships/viewProps" Target="/ppt/viewProps.xml" Id="R1751d33bf92e4709" /><Relationship Type="http://schemas.openxmlformats.org/officeDocument/2006/relationships/tableStyles" Target="/ppt/tableStyles.xml" Id="Rae3ede64837743b4" /><Relationship Type="http://schemas.openxmlformats.org/officeDocument/2006/relationships/slide" Target="/ppt/slides/slide1.xml" Id="Re28ee54ce4294769" /><Relationship Type="http://schemas.openxmlformats.org/officeDocument/2006/relationships/slide" Target="/ppt/slides/slide2.xml" Id="R7beb778cd0484066" /><Relationship Type="http://schemas.openxmlformats.org/officeDocument/2006/relationships/slide" Target="/ppt/slides/slide3.xml" Id="Rf74992f872fc4957" /><Relationship Type="http://schemas.openxmlformats.org/officeDocument/2006/relationships/slide" Target="/ppt/slides/slide4.xml" Id="R93cb57817a0a4c95" /><Relationship Type="http://schemas.openxmlformats.org/officeDocument/2006/relationships/slide" Target="/ppt/slides/slide5.xml" Id="Rbf5ad162a0974b27" /><Relationship Type="http://schemas.openxmlformats.org/officeDocument/2006/relationships/slide" Target="/ppt/slides/slide6.xml" Id="R32a12305c96f4b99" /><Relationship Type="http://schemas.openxmlformats.org/officeDocument/2006/relationships/slide" Target="/ppt/slides/slide7.xml" Id="Ra130422466184e6e" /><Relationship Type="http://schemas.openxmlformats.org/officeDocument/2006/relationships/slide" Target="/ppt/slides/slide8.xml" Id="R1872142fb1fc40ae" /><Relationship Type="http://schemas.openxmlformats.org/officeDocument/2006/relationships/slide" Target="/ppt/slides/slide9.xml" Id="R0fb426b91987442a" /><Relationship Type="http://schemas.openxmlformats.org/officeDocument/2006/relationships/slide" Target="/ppt/slides/slide10.xml" Id="R9a3f449a5aa844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d98bed12646241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9dcbf7a3874dc3" /><Relationship Type="http://schemas.openxmlformats.org/officeDocument/2006/relationships/notesMaster" Target="/ppt/notesMasters/notesMaster1.xml" Id="R66754a2a2c4c4a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34181729964880" /><Relationship Type="http://schemas.openxmlformats.org/officeDocument/2006/relationships/notesMaster" Target="/ppt/notesMasters/notesMaster1.xml" Id="R3b94c675b8e945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c9d5ee959d42e0" /><Relationship Type="http://schemas.openxmlformats.org/officeDocument/2006/relationships/notesMaster" Target="/ppt/notesMasters/notesMaster1.xml" Id="Rb0c6f8f4584248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d0e04d520146a2" /><Relationship Type="http://schemas.openxmlformats.org/officeDocument/2006/relationships/notesMaster" Target="/ppt/notesMasters/notesMaster1.xml" Id="Rb3a0a013605f42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9f456461c94a35" /><Relationship Type="http://schemas.openxmlformats.org/officeDocument/2006/relationships/notesMaster" Target="/ppt/notesMasters/notesMaster1.xml" Id="R54362f2f3bf54b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9b6ee2956b4c64" /><Relationship Type="http://schemas.openxmlformats.org/officeDocument/2006/relationships/notesMaster" Target="/ppt/notesMasters/notesMaster1.xml" Id="R5fe8457ae33e44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e6755e647b47c8" /><Relationship Type="http://schemas.openxmlformats.org/officeDocument/2006/relationships/notesMaster" Target="/ppt/notesMasters/notesMaster1.xml" Id="Ra437ce5d2c6540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2773b787a34611" /><Relationship Type="http://schemas.openxmlformats.org/officeDocument/2006/relationships/notesMaster" Target="/ppt/notesMasters/notesMaster1.xml" Id="Rce663f51bdf348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d1d4b12aaf45d9" /><Relationship Type="http://schemas.openxmlformats.org/officeDocument/2006/relationships/notesMaster" Target="/ppt/notesMasters/notesMaster1.xml" Id="R06a014bb0ce045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9ceffad39d455f" /><Relationship Type="http://schemas.openxmlformats.org/officeDocument/2006/relationships/notesMaster" Target="/ppt/notesMasters/notesMaster1.xml" Id="R94b6607d484a40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内容：稿件/让六地红-v1.md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PPagenT：opening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PPagenT：transformation → sequential-process-001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PPagenT：matrix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PPagenT：five-actions-1 → sequential-process-001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PPagenT：five-actions-2 → parallel-cards-001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PPagenT：results → parallel-cards-001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PPagenT：conclusion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内容：稿件/让六地红-v1.md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1ae6945fc24c96" /><Relationship Type="http://schemas.openxmlformats.org/officeDocument/2006/relationships/image" Target="/ppt/media/image.jpeg" Id="Rd1b7c7470b7e49da" /><Relationship Type="http://schemas.openxmlformats.org/officeDocument/2006/relationships/image" Target="/ppt/media/image.png" Id="R0a1d705dfcb249b6" /><Relationship Type="http://schemas.openxmlformats.org/officeDocument/2006/relationships/image" Target="/ppt/media/image2.png" Id="Rbaa36fa47e7c45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14b4a4f7b24df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ada4ef397f447b" /><Relationship Type="http://schemas.openxmlformats.org/officeDocument/2006/relationships/image" Target="/ppt/media/image3.png" Id="R6d9cc3912a5e4a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f34a9c56684f73" /><Relationship Type="http://schemas.openxmlformats.org/officeDocument/2006/relationships/image" Target="/ppt/media/image4.png" Id="R33b15490bc3d43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e4f447d50e46c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bec4b27bec49b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3b4aaa1254c7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9681ddecbc458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62fc48b9da43b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df57dce214446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b668a9debb462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10d89c1e8f4833" /><Relationship Type="http://schemas.openxmlformats.org/officeDocument/2006/relationships/image" Target="/ppt/media/image5.png" Id="R92113c4c98514ac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d5139182646434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1f2eb5659564dba" /><Relationship Type="http://schemas.openxmlformats.org/officeDocument/2006/relationships/image" Target="/ppt/media/image5.png" Id="R365f4670302d49f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a2f0e0033e24cb7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7c7470b7e49da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d705dfcb249b6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36fa47e7c45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BCBB1C4E-C62F-435D-AD97-532FEA10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cc3912a5e4a8e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86305F67-87D6-4FC2-8670-5949FF58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E42BBDFC-308B-4643-B24A-CCB7ED6C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AF1329B8-CE8E-4962-85CC-13DBDC20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39C9A6AE-EE8A-4BA9-B47D-6AF4DD6F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b15490bc3d43f6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A5A470E6-6120-4A99-A0D3-D33B98F3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9B4A3FBD-FD8E-4F36-BE32-045D53C6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0E1D508-CA38-480D-9BB4-5DC20C5F4D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2DCEF46-4492-4DD0-9AB0-4B5F3654F3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39445CE-4B0D-4D84-A280-FE1F44E3052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89F50E0F-ADDC-4310-8596-6FBA18803F3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1BF1BB33-4B73-4A73-B919-204AD70D12B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80C99E5-717E-4C20-9364-D4DBA48033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119FB625-F13E-43C6-80A4-6F80F3633D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F41E93E-5719-4C89-8338-6A18AF69D6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9403C8-004F-4244-B17B-42F1F65DFF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56922A9-DD6D-42B9-9BAA-A0AE6505CD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16ECE2F-2B5A-4880-A725-F96F8F608C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5B95769-2481-4AF6-B71D-BD0F012576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A6ABBE-59C1-4442-BE1D-E91CF38B63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7A8D95E2-9ED6-4EA2-9512-4D613CEFB1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B322C211-85AD-499F-A287-D7F551A408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B95AB18-B22D-4E6E-8126-CD4A603D7B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EB07CD3-98D7-46E4-9924-5BAA2CD19BF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308A7C6-CAD1-48EA-9C96-BADD99CB641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9BEA8CE-69AD-4172-9065-B6A036E004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23F96A0-F1C5-4D9D-9F64-A102E71252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3D86D30-2495-42E6-B391-54F622E2D1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5ADC790-6261-4852-BE8C-87450BCEBC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3193EB27-33B8-42B2-9B1B-70ADD7CB32F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0887B7B-2682-4F53-A3F1-0F327CF094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F4B72ED-F117-4DDD-84E9-DA7CB6B675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CD0B5A3-E5EA-4886-A197-F9D854F31C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687ACC1-569E-447C-9A3B-B92DFF54E8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8B303D3-71ED-4188-9662-A20C02C4D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3FA9508-8154-44B4-9602-60D6F50F4D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1BF7DE7-09BF-4E01-8BFC-E64E647235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E1F757-4017-495D-A1B7-51B658B3F8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2822A9A-4CC1-4F0B-AEFD-DFB618C740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1178F1A5-F8DA-4B22-B0DA-409AEDF939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98CBA4F-90F3-4EDC-8FC3-064BC585D1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4411130-E34C-42B8-81AE-D1EFAE431C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CB95E5E-4EDD-4FDC-99D8-3C6CCE27DC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44C3742-3AA3-4A44-9B37-154555AE91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13c4c98514ac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D6AB2551-B989-464D-BD62-C99FA346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556EE82-3A55-42F9-881E-5F941528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33DBB13C-F6E3-4E00-BFE9-7898EE08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F1F5EA8B-B143-4571-BD46-DE53010E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f4670302d49fd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82E0FA24-E539-406E-BD26-79B8E9DE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8C33D48-86AE-410D-BC32-8E9D0743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06FEC989-2A77-447E-B687-E1C0DB12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FCC1272-1E79-457B-8B29-F091CDAC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c71ceb5c744cda" /><Relationship Type="http://schemas.openxmlformats.org/officeDocument/2006/relationships/slideLayout" Target="/ppt/slideLayouts/slideLayout1.xml" Id="Rc5d056c4c7ef4c72" /><Relationship Type="http://schemas.openxmlformats.org/officeDocument/2006/relationships/slideLayout" Target="/ppt/slideLayouts/slideLayout2.xml" Id="R2deb54ae96314c9a" /><Relationship Type="http://schemas.openxmlformats.org/officeDocument/2006/relationships/slideLayout" Target="/ppt/slideLayouts/slideLayout3.xml" Id="Rbeafadd7015b4553" /><Relationship Type="http://schemas.openxmlformats.org/officeDocument/2006/relationships/slideLayout" Target="/ppt/slideLayouts/slideLayout4.xml" Id="R3a77372722224b08" /><Relationship Type="http://schemas.openxmlformats.org/officeDocument/2006/relationships/slideLayout" Target="/ppt/slideLayouts/slideLayout5.xml" Id="R56f7643deb5a4454" /><Relationship Type="http://schemas.openxmlformats.org/officeDocument/2006/relationships/slideLayout" Target="/ppt/slideLayouts/slideLayout6.xml" Id="R1703373a26fd4376" /><Relationship Type="http://schemas.openxmlformats.org/officeDocument/2006/relationships/slideLayout" Target="/ppt/slideLayouts/slideLayout7.xml" Id="Rf152ada3010b41ac" /><Relationship Type="http://schemas.openxmlformats.org/officeDocument/2006/relationships/slideLayout" Target="/ppt/slideLayouts/slideLayout8.xml" Id="Rb24cb2eb39544d69" /><Relationship Type="http://schemas.openxmlformats.org/officeDocument/2006/relationships/slideLayout" Target="/ppt/slideLayouts/slideLayout9.xml" Id="R125ca09fc31f4687" /><Relationship Type="http://schemas.openxmlformats.org/officeDocument/2006/relationships/slideLayout" Target="/ppt/slideLayouts/slideLayout10.xml" Id="R910f4f8c062241bf" /><Relationship Type="http://schemas.openxmlformats.org/officeDocument/2006/relationships/slideLayout" Target="/ppt/slideLayouts/slideLayout11.xml" Id="R86bdbf964f4a42b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9fe9429fd5f428f" /><Relationship Type="http://schemas.openxmlformats.org/officeDocument/2006/relationships/slideLayout" Target="/ppt/slideLayouts/slideLayout12.xml" Id="R6fe5a4117ac44a76" /><Relationship Type="http://schemas.openxmlformats.org/officeDocument/2006/relationships/slideLayout" Target="/ppt/slideLayouts/slideLayout13.xml" Id="Re6018737a26e4678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8472fb3f6d6c4b8c" /><Relationship Type="http://schemas.openxmlformats.org/officeDocument/2006/relationships/slideLayout" Target="/ppt/slideLayouts/slideLayout14.xml" Id="Rc3392f4dc3c041ae" /><Relationship Type="http://schemas.openxmlformats.org/officeDocument/2006/relationships/slideLayout" Target="/ppt/slideLayouts/slideLayout15.xml" Id="R61b338bbd5c44cd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659BA58-39B7-4D86-A2E1-6BFD40C77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BF24048-8F40-45D4-ABF5-2810225F14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760F3F4-66D2-460B-AB65-71FC4BC3A18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5D2BFFF-191D-4079-9146-A7C2EB359D4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D2ABEC4-3BD2-46E3-ABEA-C0FBD3247EF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d056c4c7ef4c72"/>
    <p:sldLayoutId xmlns:r="http://schemas.openxmlformats.org/officeDocument/2006/relationships" id="2147483650" r:id="R2deb54ae96314c9a"/>
    <p:sldLayoutId xmlns:r="http://schemas.openxmlformats.org/officeDocument/2006/relationships" id="2147483651" r:id="Rbeafadd7015b4553"/>
    <p:sldLayoutId xmlns:r="http://schemas.openxmlformats.org/officeDocument/2006/relationships" id="2147483652" r:id="R3a77372722224b08"/>
    <p:sldLayoutId xmlns:r="http://schemas.openxmlformats.org/officeDocument/2006/relationships" id="2147483653" r:id="R56f7643deb5a4454"/>
    <p:sldLayoutId xmlns:r="http://schemas.openxmlformats.org/officeDocument/2006/relationships" id="2147483654" r:id="R1703373a26fd4376"/>
    <p:sldLayoutId xmlns:r="http://schemas.openxmlformats.org/officeDocument/2006/relationships" id="2147483655" r:id="Rf152ada3010b41ac"/>
    <p:sldLayoutId xmlns:r="http://schemas.openxmlformats.org/officeDocument/2006/relationships" id="2147483656" r:id="Rb24cb2eb39544d69"/>
    <p:sldLayoutId xmlns:r="http://schemas.openxmlformats.org/officeDocument/2006/relationships" id="2147483657" r:id="R125ca09fc31f4687"/>
    <p:sldLayoutId xmlns:r="http://schemas.openxmlformats.org/officeDocument/2006/relationships" id="2147483658" r:id="R910f4f8c062241bf"/>
    <p:sldLayoutId xmlns:r="http://schemas.openxmlformats.org/officeDocument/2006/relationships" id="2147483659" r:id="R86bdbf964f4a42b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FFDDDC0-BB73-4795-AB24-A6CF18251B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36777B3-1A70-4967-BBFC-43D4849FA4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CA68919-BE4C-468C-BE1F-303F0A215C5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DAAE454-1CE3-402B-B8DD-ED2D17BB5CC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E2E0054-E2E0-42F1-A6B4-699B830A74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6fe5a4117ac44a76"/>
    <p:sldLayoutId xmlns:r="http://schemas.openxmlformats.org/officeDocument/2006/relationships" id="2147483662" r:id="Re6018737a26e4678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09A93DD-ED90-4C8A-BF12-98732FC103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7157430-F7E1-455C-989A-8981D7931A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4AC3BCF-C817-403A-BCFC-5EEB5BE0C50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D2D0AE-7BEC-45AF-B580-9F0C147ACEA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33D225C-3CC2-4AC1-8A0E-0A9173CEDF0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c3392f4dc3c041ae"/>
    <p:sldLayoutId xmlns:r="http://schemas.openxmlformats.org/officeDocument/2006/relationships" id="2147483665" r:id="R61b338bbd5c44cdc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241a6b42a478c" /><Relationship Type="http://schemas.openxmlformats.org/officeDocument/2006/relationships/notesSlide" Target="/ppt/notesSlides/notesSlide1.xml" Id="Re9dac5554df246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1c22fd0ad9a4f21" /><Relationship Type="http://schemas.openxmlformats.org/officeDocument/2006/relationships/notesSlide" Target="/ppt/notesSlides/notesSlide2.xml" Id="R6a68f204f2974e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b513265268a4413" /><Relationship Type="http://schemas.openxmlformats.org/officeDocument/2006/relationships/notesSlide" Target="/ppt/notesSlides/notesSlide3.xml" Id="R045270169b2140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0b0ada5135e4d59" /><Relationship Type="http://schemas.openxmlformats.org/officeDocument/2006/relationships/notesSlide" Target="/ppt/notesSlides/notesSlide4.xml" Id="R121f3baf90714a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a10e4661b184e23" /><Relationship Type="http://schemas.openxmlformats.org/officeDocument/2006/relationships/notesSlide" Target="/ppt/notesSlides/notesSlide5.xml" Id="R3654a8cc73994a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4fbca28e32a4ebc" /><Relationship Type="http://schemas.openxmlformats.org/officeDocument/2006/relationships/notesSlide" Target="/ppt/notesSlides/notesSlide6.xml" Id="Rba603f293ca048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09ecfa0ce974f02" /><Relationship Type="http://schemas.openxmlformats.org/officeDocument/2006/relationships/notesSlide" Target="/ppt/notesSlides/notesSlide7.xml" Id="R74c1c4cee27d4f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f2210f424c74b88" /><Relationship Type="http://schemas.openxmlformats.org/officeDocument/2006/relationships/notesSlide" Target="/ppt/notesSlides/notesSlide8.xml" Id="R72f99ce29cf845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d1e8fdf32664d7a" /><Relationship Type="http://schemas.openxmlformats.org/officeDocument/2006/relationships/notesSlide" Target="/ppt/notesSlides/notesSlide9.xml" Id="Rd3d780f47fe14a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c56841d0f40e4" /><Relationship Type="http://schemas.openxmlformats.org/officeDocument/2006/relationships/notesSlide" Target="/ppt/notesSlides/notesSlide10.xml" Id="R38cd50b6a23e4f2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F3E9DBAC-2EDD-4C55-8E4F-9F7A91EE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C109D4F0-C8EC-4C1A-9C08-FB395FCC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71BFC821-EA34-45DA-9C41-E8BC5EA1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E1059DE-95A0-4CC6-83F4-C979815D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B0E2033A-AB90-4481-9526-9FD6EE3F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让“六地”红，
成为理工青年最鲜亮的青春底色</a:t>
            </a:r>
          </a:p>
        </p:txBody>
      </p:sp>
    </p:spTree>
    <p:extLst>
      <p:ext uri="{BB962C8B-B14F-4D97-AF65-F5344CB8AC3E}">
        <p14:creationId xmlns:p14="http://schemas.microsoft.com/office/powerpoint/2010/main" val="7629429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开场引题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转型动因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体系构建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实践抓手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5. 成效与展望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开场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F6FE491-E366-4BA7-A67F-A658EEB1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287DC1E-236E-4E20-A2F1-A766F92E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BE38EF0-6E85-47DA-AF09-88ABD606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163ABC4A-5998-4CE1-9764-5C56FED5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254B0D05-514B-444D-A2F2-AF1E135D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0F7FEF07-FE1B-424D-81F5-9FACB48F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问候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49F5ABCF-8F94-4CB8-B323-7E4AFBF1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各位评委、各位组工干部，大家好！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B443F61A-FEF9-4214-8E56-FACB89C6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B7682211-43EF-4E16-B0A2-761F1C7B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分享主题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21A3A4CA-75B7-4C67-A381-E742C38C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3760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创新实践案例分享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从“三高三低”到深耕辽宁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流程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F6FE491-E366-4BA7-A67F-A658EEB1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9F14196F-8638-4076-B423-3F8B77A9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321F7A75-F19D-4FCD-8094-9B6FE199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91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C8037D2D-8076-4974-AA53-CDFE7A24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843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85D33359-1416-440A-9386-E0CB9191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496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cxnSp>
        <p:nvCxnSpPr>
          <p:cNvPr id="3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239504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700156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E4BC47-DDF6-4CE9-80D5-8E94AC73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09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2FD53402-60C9-4174-BCF5-4B6A3020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初始困境</a:t>
            </a:r>
          </a:p>
        </p:txBody>
      </p:sp>
      <p:sp>
        <p:nvSpPr>
          <p:cNvPr id="23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916ADBC3-BE81-4A0B-A1DA-57058FCB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破解三高三低，聚焦党建核心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952248-038A-44C1-A0DE-5CD6EA35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062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F4411B31-9859-4D67-ADB5-3F0B6952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机制路径</a:t>
            </a:r>
          </a:p>
        </p:txBody>
      </p:sp>
      <p:sp>
        <p:nvSpPr>
          <p:cNvPr id="26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D67BB998-F13B-413E-B615-2079C2F6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实践团走遍九省，锻造红色矩阵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AD7BF4-F079-4D50-9892-A8E3D3FA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714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805F2A62-3AC0-40A9-89CC-61B74EB0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最终能力</a:t>
            </a:r>
          </a:p>
        </p:txBody>
      </p:sp>
      <p:sp>
        <p:nvSpPr>
          <p:cNvPr id="29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57C83CE7-601D-41C1-B58A-2A0C28C2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深耕辽宁，落实六地嘱托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“1+3+N”新矩阵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机制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F6FE491-E366-4BA7-A67F-A658EEB1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32025F5-E07A-4C3B-896F-5642A94E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30DF735-2A63-4CF4-9725-C721A3D9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58CDA420-1E6E-4AD8-A899-0DB88F76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28632AB0-8142-4AF0-98AD-BA17B8BD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D103E5C8-E02D-46C2-8F40-C3CB48EF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双轮驱动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86C96AAA-BC14-4B02-8A7F-C38853B0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深挖六地资源，双轮驱动模式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201003A7-423F-417E-A2C3-C26BCE05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3FD5D2A0-842E-48F9-875D-F0E6964A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一条研学链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85803E5F-33AF-49E6-B194-E65969E8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84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对接22处示范点，绘制红色足迹地图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1个校本基地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6处核心场馆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N个配套教学点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59C6D9-F02B-4B2F-B3AD-770224C0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149092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CA2BE2D1-88B7-4C05-AAD2-07DE274C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23481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830F3B03-8D87-4DB8-82DE-74BC41E7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22529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三类青春课堂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0CD23277-DAAB-40D0-8027-1C884491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644392"/>
            <a:ext cx="6150292" cy="84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行走、沉浸、互动三类课堂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D6417F-8BC8-4156-9D1F-8B0A93A7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605782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composition-body|role=index-2">
            <a:extLst xmlns:a="http://schemas.openxmlformats.org/drawingml/2006/main">
              <a:ext uri="{FF2B5EF4-FFF2-40B4-BE49-F238E27FC236}">
                <a16:creationId xmlns:a16="http://schemas.microsoft.com/office/drawing/2014/main" id="{7149BA89-51EF-4F65-BFCA-7CB69ADA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469150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PPAGENT_QA|within=composition-body|role=title-2">
            <a:extLst xmlns:a="http://schemas.openxmlformats.org/drawingml/2006/main">
              <a:ext uri="{FF2B5EF4-FFF2-40B4-BE49-F238E27FC236}">
                <a16:creationId xmlns:a16="http://schemas.microsoft.com/office/drawing/2014/main" id="{CDC15AD4-9D78-40F4-A29F-099D27A0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68198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N个教育场景</a:t>
            </a:r>
          </a:p>
        </p:txBody>
      </p:sp>
      <p:sp>
        <p:nvSpPr>
          <p:cNvPr id="31" name="PPAGENT_QA|within=composition-body|role=body-2">
            <a:extLst xmlns:a="http://schemas.openxmlformats.org/drawingml/2006/main">
              <a:ext uri="{FF2B5EF4-FFF2-40B4-BE49-F238E27FC236}">
                <a16:creationId xmlns:a16="http://schemas.microsoft.com/office/drawing/2014/main" id="{0B9C2711-7F67-4874-9118-C55C760F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5101082"/>
            <a:ext cx="6150292" cy="84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校地校企校校联建，全时全域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五类实践抓手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价值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F6FE491-E366-4BA7-A67F-A658EEB1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90A02769-1449-4C30-B025-2CFC083B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0A9C5B0A-C4AF-48EB-9D95-A35C284F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91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3461A9F1-F85B-41B6-9577-C984B692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843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F3075E93-CFDC-47D3-BAAD-66181DE3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496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cxnSp>
        <p:nvCxnSpPr>
          <p:cNvPr id="3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239504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700156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9AF03F-FB29-4ABF-B6B7-9AB6D434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09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68E1DF08-BB53-4FEC-A49F-9BF2AA48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初始产物</a:t>
            </a:r>
          </a:p>
        </p:txBody>
      </p:sp>
      <p:sp>
        <p:nvSpPr>
          <p:cNvPr id="23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974E1810-061E-4FB6-BAD9-ABBD86D4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宣讲团与红色朋友圈形成初始载体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71F549-9EC3-49D5-9016-A5E3A20A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062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ECD666B7-1F0B-4F61-8856-749B936B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中间规律</a:t>
            </a:r>
          </a:p>
        </p:txBody>
      </p:sp>
      <p:sp>
        <p:nvSpPr>
          <p:cNvPr id="26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712BD8CF-D038-4D06-8CA1-D0D4F69E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• 互派党员   • VR党课共享</a:t>
            </a:r>
          </a:p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• 主题党日联办   • 红色资源联用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16512F-18F1-4D31-A07C-C598BDD7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714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B2A6FB36-6E2C-41B2-8012-E9551F6C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最终能力</a:t>
            </a:r>
          </a:p>
        </p:txBody>
      </p:sp>
      <p:sp>
        <p:nvSpPr>
          <p:cNvPr id="29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DB33429C-0D70-4761-ACE9-CD9EB9C5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实现青年讲听信与区域大风景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五类实践抓手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价值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F6FE491-E366-4BA7-A67F-A658EEB1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E83C0295-EA27-4C8D-BBBC-99CB4AF1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772C1797-13C0-4AF1-8958-7E070E9D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88F9FF51-58E5-4CF8-9BC9-9716C8EB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6170EE66-D15B-44EF-B570-4CE41928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EAD7CACA-0890-4483-A3C0-2D2190A4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宣讲团</a:t>
            </a:r>
          </a:p>
        </p:txBody>
      </p:sp>
      <p:sp>
        <p:nvSpPr>
          <p:cNvPr id="20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963DEA76-2571-40E6-9573-24903137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青春有理，青年讲听信</a:t>
            </a:r>
          </a:p>
        </p:txBody>
      </p:sp>
      <p:sp>
        <p:nvSpPr>
          <p:cNvPr id="21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AE6E3544-015E-4BB8-8AEE-F9ACED1F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7168701C-E2F5-4046-A4DB-4759699D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C211064F-A3A5-4FAD-B84A-F9157D5F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817EADF3-2915-4884-9E96-CC5D5A0C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红色朋友圈</a:t>
            </a:r>
          </a:p>
        </p:txBody>
      </p:sp>
      <p:sp>
        <p:nvSpPr>
          <p:cNvPr id="25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9D03B722-FB39-440F-AD24-9DB4B351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共享党课，联建共享</a:t>
            </a:r>
          </a:p>
        </p:txBody>
      </p:sp>
      <p:sp>
        <p:nvSpPr>
          <p:cNvPr id="26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E870D1A9-B996-4DB6-9023-E4C51D94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0CC33DCE-30AA-4E07-AB8C-95ED18A3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09D520F1-CC93-4D0C-AA1E-84F0596F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053BA023-12F8-4F56-A940-C106D75C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育人机制</a:t>
            </a:r>
          </a:p>
        </p:txBody>
      </p:sp>
      <p:sp>
        <p:nvSpPr>
          <p:cNvPr id="30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111A8AE1-F554-446B-AAF1-BFA8872C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长效党课，全周期培养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五年成效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F6FE491-E366-4BA7-A67F-A658EEB1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D98ED8B-7F62-42F7-B9D9-2D473E96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F1FCE257-BA9A-47C6-8A5B-78D2E515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6DF1FB0A-31B2-4D89-8600-6E51D0E9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53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FFCF605C-F1F1-473A-ABEF-C7603295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D6776A55-6228-423B-B952-58ED5370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信仰更强</a:t>
            </a:r>
          </a:p>
        </p:txBody>
      </p:sp>
      <p:sp>
        <p:nvSpPr>
          <p:cNvPr id="20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9AA9953D-4F53-4859-BF3E-71DC04B0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留辽意愿58%飙至87%</a:t>
            </a:r>
          </a:p>
        </p:txBody>
      </p:sp>
      <p:sp>
        <p:nvSpPr>
          <p:cNvPr id="21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BD9276D1-6C67-4F3D-B82A-0FE58E41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F8F395B1-2E75-4629-992E-EA6E60D9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253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B29B54C8-8DC4-4DA2-AC2E-A0C7CC3A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5E18020F-B5D1-47AA-8022-423D6025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527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本领更硬</a:t>
            </a:r>
          </a:p>
        </p:txBody>
      </p:sp>
      <p:sp>
        <p:nvSpPr>
          <p:cNvPr id="25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1FB8DF0A-119E-4C8E-911D-C5D502FB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385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26份微课题，8家收货</a:t>
            </a:r>
          </a:p>
        </p:txBody>
      </p:sp>
      <p:sp>
        <p:nvSpPr>
          <p:cNvPr id="26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5F6020F0-6E9A-4F65-85C4-D546ED80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D88A667F-82F5-4485-AF27-BA17C561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3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61C55823-6663-4B43-BF86-6686680F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CB58F906-97FE-4EB1-ADC1-E7C63C9B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声音更响</a:t>
            </a:r>
          </a:p>
        </p:txBody>
      </p:sp>
      <p:sp>
        <p:nvSpPr>
          <p:cNvPr id="30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E8106CD5-5519-4EAB-BEBE-60052501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青春语态，飞出校园</a:t>
            </a:r>
          </a:p>
        </p:txBody>
      </p:sp>
      <p:sp>
        <p:nvSpPr>
          <p:cNvPr id="31" name="PPAGENT_QA|parent=parallel-card-3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3833A11A-DA91-4B67-98A9-E681C1EC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PPAGENT_QA|within=parallel-card-3|role=accent-rail">
            <a:extLst xmlns:a="http://schemas.openxmlformats.org/drawingml/2006/main">
              <a:ext uri="{FF2B5EF4-FFF2-40B4-BE49-F238E27FC236}">
                <a16:creationId xmlns:a16="http://schemas.microsoft.com/office/drawing/2014/main" id="{60AAEF61-C4A9-40F2-9E0B-D306F5A8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53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PAGENT_QA|within=parallel-card-3|role=index">
            <a:extLst xmlns:a="http://schemas.openxmlformats.org/drawingml/2006/main">
              <a:ext uri="{FF2B5EF4-FFF2-40B4-BE49-F238E27FC236}">
                <a16:creationId xmlns:a16="http://schemas.microsoft.com/office/drawing/2014/main" id="{94D88B8F-D79B-4B48-95C0-85287881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4" name="PPAGENT_QA|within=parallel-card-3|role=title">
            <a:extLst xmlns:a="http://schemas.openxmlformats.org/drawingml/2006/main">
              <a:ext uri="{FF2B5EF4-FFF2-40B4-BE49-F238E27FC236}">
                <a16:creationId xmlns:a16="http://schemas.microsoft.com/office/drawing/2014/main" id="{26E0CE75-EEAE-410E-8122-1D36AA4B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527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脚步更稳</a:t>
            </a:r>
          </a:p>
        </p:txBody>
      </p:sp>
      <p:sp>
        <p:nvSpPr>
          <p:cNvPr id="35" name="PPAGENT_QA|within=parallel-card-3|role=body">
            <a:extLst xmlns:a="http://schemas.openxmlformats.org/drawingml/2006/main">
              <a:ext uri="{FF2B5EF4-FFF2-40B4-BE49-F238E27FC236}">
                <a16:creationId xmlns:a16="http://schemas.microsoft.com/office/drawing/2014/main" id="{0A0FFF5D-092E-4090-8073-4AF8BBE8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385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选调生及装备研发比例提升40%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收束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收束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F6FE491-E366-4BA7-A67F-A658EEB1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6A688B3-AD41-4E8E-9644-A2D5D224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8E1CD76-46B1-4106-B3E4-0CFF2DD9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B7C53AC1-41DA-4B40-A619-026BC8C3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E0BA2184-BD8B-4A06-BE69-8F144033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53D2148E-5D3C-455E-BEAD-6459A94E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总书记嘱托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79D3FB91-67CE-48AF-953E-4CAB900F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讲好党的故事，传承红色基因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042C5626-F978-4A33-8E3C-3C8CA442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7C178B5D-EA25-4874-B70B-5B246D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十年探路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1A6C2D3C-AF09-4581-A91E-43830A05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五个抓手贯通信仰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68CC98-5B84-4800-8BBC-645FB023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83057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F7BC4DF0-3955-4AB5-884B-BF054AE3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391629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AE9FA93B-F654-4308-874E-38143A4D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90677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青春底色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4ABB8EAE-AF8E-4BA4-9D04-5DA967F3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325874"/>
            <a:ext cx="3141345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六地红成最亮底色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3B1F8B0-32F2-42E7-B07A-189F3A9E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600">
                <a:latin typeface="HYWenRunSongYun U"/>
                <a:ea typeface="HYWenRunSongYun U"/>
                <a:cs typeface="HYWenRunSongYun U"/>
              </a:defRPr>
            </a:pPr>
            <a:r>
              <a:rPr sz="36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以“六地”红色文化为内核，通过“1+3+N”
矩阵与五大抓手，实现党员教育从“走遍全国
”到“深耕辽宁”的转化，塑造红色先锋。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2026-08-13T15:45:46.8360000Z</dcterms:created>
  <dcterms:modified xsi:type="dcterms:W3CDTF">2026-08-13T15:45:46.8360000Z</dcterms:modified>
</coreProperties>
</file>