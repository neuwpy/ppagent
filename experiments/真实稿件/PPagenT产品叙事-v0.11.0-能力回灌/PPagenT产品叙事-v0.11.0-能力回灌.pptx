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8a544c21ad4a9e" /><Relationship Type="http://schemas.openxmlformats.org/officeDocument/2006/relationships/extended-properties" Target="/docProps/app.xml" Id="R0357e40f75fa4904" /><Relationship Type="http://schemas.openxmlformats.org/officeDocument/2006/relationships/officeDocument" Target="/ppt/presentation.xml" Id="Ra014dbfef22448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39d8881194849a1"/>
    <p:sldMasterId xmlns:r="http://schemas.openxmlformats.org/officeDocument/2006/relationships" id="2147483660" r:id="R41d65dd0da544026"/>
    <p:sldMasterId xmlns:r="http://schemas.openxmlformats.org/officeDocument/2006/relationships" id="2147483663" r:id="R1935413dfd4743a0"/>
  </p:sldMasterIdLst>
  <p:notesMasterIdLst>
    <p:notesMasterId xmlns:r="http://schemas.openxmlformats.org/officeDocument/2006/relationships" r:id="Re986aee68b3f4620"/>
  </p:notesMasterIdLst>
  <p:sldIdLst>
    <p:sldId xmlns:r="http://schemas.openxmlformats.org/officeDocument/2006/relationships" id="256" r:id="R9148f930fef24783"/>
    <p:sldId xmlns:r="http://schemas.openxmlformats.org/officeDocument/2006/relationships" id="257" r:id="R1bbfa6c025e94317"/>
    <p:sldId xmlns:r="http://schemas.openxmlformats.org/officeDocument/2006/relationships" id="258" r:id="R2a3385958eb54078"/>
    <p:sldId xmlns:r="http://schemas.openxmlformats.org/officeDocument/2006/relationships" id="259" r:id="R9cbaf093a4d74308"/>
    <p:sldId xmlns:r="http://schemas.openxmlformats.org/officeDocument/2006/relationships" id="260" r:id="R5afbbf7d30eb478e"/>
    <p:sldId xmlns:r="http://schemas.openxmlformats.org/officeDocument/2006/relationships" id="261" r:id="Rb119cafc7c9f4976"/>
    <p:sldId xmlns:r="http://schemas.openxmlformats.org/officeDocument/2006/relationships" id="262" r:id="R57efc3643a4a4b02"/>
    <p:sldId xmlns:r="http://schemas.openxmlformats.org/officeDocument/2006/relationships" id="263" r:id="R6eb13b4d71f849bc"/>
    <p:sldId xmlns:r="http://schemas.openxmlformats.org/officeDocument/2006/relationships" id="264" r:id="R333b4cced48e441b"/>
    <p:sldId xmlns:r="http://schemas.openxmlformats.org/officeDocument/2006/relationships" id="265" r:id="Rf1d19306e4904b78"/>
    <p:sldId xmlns:r="http://schemas.openxmlformats.org/officeDocument/2006/relationships" id="266" r:id="Rb321c371e5f64b5d"/>
    <p:sldId xmlns:r="http://schemas.openxmlformats.org/officeDocument/2006/relationships" id="267" r:id="Rd39f26e891164c9a"/>
    <p:sldId xmlns:r="http://schemas.openxmlformats.org/officeDocument/2006/relationships" id="268" r:id="R0ee3f3425b8a46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b265b2911b64e5c" /><Relationship Type="http://schemas.openxmlformats.org/officeDocument/2006/relationships/slideMaster" Target="/ppt/slideMasters/slideMaster1.xml" Id="R939d8881194849a1" /><Relationship Type="http://schemas.openxmlformats.org/officeDocument/2006/relationships/slideMaster" Target="/ppt/slideMasters/slideMaster2.xml" Id="R41d65dd0da544026" /><Relationship Type="http://schemas.openxmlformats.org/officeDocument/2006/relationships/slideMaster" Target="/ppt/slideMasters/slideMaster3.xml" Id="R1935413dfd4743a0" /><Relationship Type="http://schemas.openxmlformats.org/officeDocument/2006/relationships/notesMaster" Target="/ppt/notesMasters/notesMaster1.xml" Id="Re986aee68b3f4620" /><Relationship Type="http://schemas.openxmlformats.org/officeDocument/2006/relationships/presProps" Target="/ppt/presProps.xml" Id="Rec25af0cc1294933" /><Relationship Type="http://schemas.openxmlformats.org/officeDocument/2006/relationships/viewProps" Target="/ppt/viewProps.xml" Id="R95d0dd0f75dd4828" /><Relationship Type="http://schemas.openxmlformats.org/officeDocument/2006/relationships/tableStyles" Target="/ppt/tableStyles.xml" Id="R4807c381e29a41ab" /><Relationship Type="http://schemas.openxmlformats.org/officeDocument/2006/relationships/slide" Target="/ppt/slides/slide1.xml" Id="R9148f930fef24783" /><Relationship Type="http://schemas.openxmlformats.org/officeDocument/2006/relationships/slide" Target="/ppt/slides/slide2.xml" Id="R1bbfa6c025e94317" /><Relationship Type="http://schemas.openxmlformats.org/officeDocument/2006/relationships/slide" Target="/ppt/slides/slide3.xml" Id="R2a3385958eb54078" /><Relationship Type="http://schemas.openxmlformats.org/officeDocument/2006/relationships/slide" Target="/ppt/slides/slide4.xml" Id="R9cbaf093a4d74308" /><Relationship Type="http://schemas.openxmlformats.org/officeDocument/2006/relationships/slide" Target="/ppt/slides/slide5.xml" Id="R5afbbf7d30eb478e" /><Relationship Type="http://schemas.openxmlformats.org/officeDocument/2006/relationships/slide" Target="/ppt/slides/slide6.xml" Id="Rb119cafc7c9f4976" /><Relationship Type="http://schemas.openxmlformats.org/officeDocument/2006/relationships/slide" Target="/ppt/slides/slide7.xml" Id="R57efc3643a4a4b02" /><Relationship Type="http://schemas.openxmlformats.org/officeDocument/2006/relationships/slide" Target="/ppt/slides/slide8.xml" Id="R6eb13b4d71f849bc" /><Relationship Type="http://schemas.openxmlformats.org/officeDocument/2006/relationships/slide" Target="/ppt/slides/slide9.xml" Id="R333b4cced48e441b" /><Relationship Type="http://schemas.openxmlformats.org/officeDocument/2006/relationships/slide" Target="/ppt/slides/slide10.xml" Id="Rf1d19306e4904b78" /><Relationship Type="http://schemas.openxmlformats.org/officeDocument/2006/relationships/slide" Target="/ppt/slides/slide11.xml" Id="Rb321c371e5f64b5d" /><Relationship Type="http://schemas.openxmlformats.org/officeDocument/2006/relationships/slide" Target="/ppt/slides/slide12.xml" Id="Rd39f26e891164c9a" /><Relationship Type="http://schemas.openxmlformats.org/officeDocument/2006/relationships/slide" Target="/ppt/slides/slide13.xml" Id="R0ee3f3425b8a46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d824899f658c48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62ae561be4ad9" /><Relationship Type="http://schemas.openxmlformats.org/officeDocument/2006/relationships/notesMaster" Target="/ppt/notesMasters/notesMaster1.xml" Id="R6e2ec3b6ff5946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62cdc6c4954bef" /><Relationship Type="http://schemas.openxmlformats.org/officeDocument/2006/relationships/notesMaster" Target="/ppt/notesMasters/notesMaster1.xml" Id="Rffb850f57fe7485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df7f3bb9084fff" /><Relationship Type="http://schemas.openxmlformats.org/officeDocument/2006/relationships/notesMaster" Target="/ppt/notesMasters/notesMaster1.xml" Id="Rf2d8834eafbf41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1d9b57abb8f49d8" /><Relationship Type="http://schemas.openxmlformats.org/officeDocument/2006/relationships/notesMaster" Target="/ppt/notesMasters/notesMaster1.xml" Id="Re80d396f78b146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b56a6cdce3643c0" /><Relationship Type="http://schemas.openxmlformats.org/officeDocument/2006/relationships/notesMaster" Target="/ppt/notesMasters/notesMaster1.xml" Id="Raa53393e4d6444a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27940491e164c1e" /><Relationship Type="http://schemas.openxmlformats.org/officeDocument/2006/relationships/notesMaster" Target="/ppt/notesMasters/notesMaster1.xml" Id="R9ca0699a7f5342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105161eef64665" /><Relationship Type="http://schemas.openxmlformats.org/officeDocument/2006/relationships/notesMaster" Target="/ppt/notesMasters/notesMaster1.xml" Id="Re6e486518a734b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56ce678fb74ffc" /><Relationship Type="http://schemas.openxmlformats.org/officeDocument/2006/relationships/notesMaster" Target="/ppt/notesMasters/notesMaster1.xml" Id="Rd9c3e221bf83492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7ed9abc77ef4dc4" /><Relationship Type="http://schemas.openxmlformats.org/officeDocument/2006/relationships/notesMaster" Target="/ppt/notesMasters/notesMaster1.xml" Id="R4c0f59bb71c748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869aabc2a1049dc" /><Relationship Type="http://schemas.openxmlformats.org/officeDocument/2006/relationships/notesMaster" Target="/ppt/notesMasters/notesMaster1.xml" Id="R19b17922d7724d6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aea88489eb94f15" /><Relationship Type="http://schemas.openxmlformats.org/officeDocument/2006/relationships/notesMaster" Target="/ppt/notesMasters/notesMaster1.xml" Id="Ra205b8819b884d3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96ef6014f54e14" /><Relationship Type="http://schemas.openxmlformats.org/officeDocument/2006/relationships/notesMaster" Target="/ppt/notesMasters/notesMaster1.xml" Id="R616698d529db4b3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a262097d72f4d46" /><Relationship Type="http://schemas.openxmlformats.org/officeDocument/2006/relationships/notesMaster" Target="/ppt/notesMasters/notesMaster1.xml" Id="R73f6a6bcef0848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内容：docs/产品叙事.md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PPagenT：shell-cover-intent → northeastern-university-cover-001</a:t>
            </a:r>
          </a:p>
          <a:p xmlns:a="http://schemas.openxmlformats.org/drawingml/2006/main">
            <a:r>
              <a:t>- 整页编排：fixed-cover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PPagenT：shell-agenda-intent → northeastern-university-agenda-001</a:t>
            </a:r>
            <a:endParaRPr/>
          </a:p>
          <a:p xmlns:a="http://schemas.openxmlformats.org/drawingml/2006/main">
            <a:r>
              <a:t>- 整页编排：fixed-agenda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PPagenT：p01-intent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PPagenT：p02-intent → progression-spectrum-focus-001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PPagenT：p03-intent → comparison-dual-verdict-001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PPagenT：p04-intent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PPagenT：p05-intent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PPagenT：p06-intent → layered-architecture-001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PPagenT：p07-intent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PPagenT：p08-intent → hub-radial-001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PPagenT：p09-intent → sequence-flow-001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内容：docs/产品叙事.md</a:t>
            </a:r>
            <a:endParaRPr/>
          </a:p>
          <a:p xmlns:a="http://schemas.openxmlformats.org/drawingml/2006/main">
            <a:r>
              <a:t>- 视觉：PPT模板-封面正文尾页.pptx（用户提供的东北大学模板）</a:t>
            </a:r>
            <a:endParaRPr/>
          </a:p>
          <a:p xmlns:a="http://schemas.openxmlformats.org/drawingml/2006/main">
            <a:r>
              <a:t>- PPagenT：p10-intent → parallel-equal-cards-001</a:t>
            </a:r>
            <a:endParaRPr/>
          </a:p>
          <a:p xmlns:a="http://schemas.openxmlformats.org/drawingml/2006/main">
            <a:r>
              <a:t>- 整页编排：component-full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内容：docs/产品叙事.md</a:t>
            </a:r>
          </a:p>
          <a:p xmlns:a="http://schemas.openxmlformats.org/drawingml/2006/main">
            <a:r>
              <a:t>- 视觉：PPT模板-封面正文尾页.pptx（用户提供的东北大学模板）</a:t>
            </a:r>
          </a:p>
          <a:p xmlns:a="http://schemas.openxmlformats.org/drawingml/2006/main">
            <a:r>
              <a:t>- PPagenT：shell-closing-intent → northeastern-university-closing-001</a:t>
            </a:r>
          </a:p>
          <a:p xmlns:a="http://schemas.openxmlformats.org/drawingml/2006/main">
            <a:r>
              <a:t>- 整页编排：fixed-closing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bad640c6f450c" /><Relationship Type="http://schemas.openxmlformats.org/officeDocument/2006/relationships/image" Target="/ppt/media/image.jpeg" Id="Rd17836a801424526" /><Relationship Type="http://schemas.openxmlformats.org/officeDocument/2006/relationships/image" Target="/ppt/media/image.png" Id="R49379cd46bec4c05" /><Relationship Type="http://schemas.openxmlformats.org/officeDocument/2006/relationships/image" Target="/ppt/media/image2.png" Id="R502f14e244f441e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eccb41a5294a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5bedf3869a49a3" /><Relationship Type="http://schemas.openxmlformats.org/officeDocument/2006/relationships/image" Target="/ppt/media/image3.png" Id="R4b7bb58d0d7b46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872fd7b83d4902" /><Relationship Type="http://schemas.openxmlformats.org/officeDocument/2006/relationships/image" Target="/ppt/media/image4.png" Id="R5480a86b466b475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6b74cdab94430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72307b2f67492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744b054a2847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39abcdb8a7497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7dc42fc974410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419b2a3d14d5d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a444b5f3434082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42a86cc037143b0" /><Relationship Type="http://schemas.openxmlformats.org/officeDocument/2006/relationships/image" Target="/ppt/media/image5.png" Id="Rc729b2d6cef640a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c772efcbf9418b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fd619ffe4d96448b" /><Relationship Type="http://schemas.openxmlformats.org/officeDocument/2006/relationships/image" Target="/ppt/media/image5.png" Id="Rbec764cbcf824dc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a0ae11c45f5a40ac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7836a801424526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379cd46bec4c05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2f14e244f441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23211B2-3DA0-4200-BB32-822323256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bb58d0d7b468f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578CC76-EDA3-4F93-89CA-3B895E9F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BCDC40B-49FE-44F4-9850-5B20ADEA0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0345F72A-CE63-43A9-A792-CDA3E6978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CE52A68F-311A-404C-A123-E7C06C2F9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80a86b466b475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598342B2-00FC-4819-BDD0-FC7B98F4B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E568113E-5402-4CDF-9AE7-BEB863D5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9A1D607-1B2F-484D-AA4A-71B26BBB6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DAE2E5C9-B34F-4D14-BAD4-8CCC1643DD1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C88CE7D6-BA95-4A94-AD49-11995B152CB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42A71736-222A-4FE9-B07B-32B860FD4FE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F1B92E43-E36B-46E9-8719-7802EE980BC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99E01EEE-DEF7-408A-8715-68E65D2C90E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E1C6E25E-FE8C-4FCA-8DC4-07E1E012A79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3DA902DE-7DEF-499A-B06E-4E649E93B5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7DA2434-FC8F-4327-9D80-1DDCC04D13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D40F3A0-98AA-42EB-A045-2163D1BAF9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C6435618-5F61-496E-9E99-DD79F07A75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1BEF8BE-7866-483D-A587-E8BBDEC2A9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115496C-B710-401E-AA5F-B54DA554606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3E3D5A8-C65C-4AAB-A7F3-7A15926BDC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3818605-2DE1-487B-85B6-3D2915967F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90C5EA-A125-4847-8747-3AF2B248D6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F0BFB066-579F-4832-AA5C-60CEC95F4A7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394E2F0E-7AA1-4C11-93F6-1D88E4C552A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508E947-55B6-4E44-9F29-6AD76300A3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BBAAC33-D675-4D50-8F03-E18C5B369DC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B0EDA5C-2B8D-4B99-AE01-A6A0803ED4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CBB5A98-DF33-442C-9229-93B2CB6803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07D5F6BB-4ED3-4872-B776-AB2030D5294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29136E97-D1CD-49AD-8D12-378B0948B0D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F873E10-405C-42FF-ABD3-CB0E00AC3D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156770BA-4549-46C7-936D-FD41606BDF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2C3BD010-D17A-41AE-8791-0D6654A296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F459E34-D25F-4296-93E2-9D21B6F1BA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4146EEFC-94D4-43EF-88A2-05CDEDC3B9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ABE4822-8589-45AF-95AF-59E250C02D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11392D-BFC5-4C7D-AA5F-765F39DCBE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D298FEA-CF3D-4E32-A8DA-BC982DF1B28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BB30F948-71EF-471F-8362-74B5C22857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861905B6-5F80-4D9B-9B5B-9947F9E9D0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24BF047-9A6E-4984-878D-830C9FC254A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D8E3CB5-A886-4918-B59D-7A387D5D0E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1B7EBB7-1E34-407F-952A-2A31102C58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29b2d6cef640a9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09BCB7CD-F1FB-42E8-A37E-407D9AD5A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50A2997F-E2E6-428F-AE3C-DD18D90D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978878C9-A9B3-4E40-960A-D399DF7A0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F954594-063F-459B-96C3-264371703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c764cbcf824dc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A2861F29-E2A1-4A59-8CB3-007CE4D89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F7FA7503-C86B-49F7-92ED-568E7A2D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5F9E2D76-5D5E-490C-8ED6-F7FFDE16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66FA0A3-90DE-4E2C-8815-69B44FD31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9e386fa76d4db7" /><Relationship Type="http://schemas.openxmlformats.org/officeDocument/2006/relationships/slideLayout" Target="/ppt/slideLayouts/slideLayout1.xml" Id="R1bea6e5aa9a242ab" /><Relationship Type="http://schemas.openxmlformats.org/officeDocument/2006/relationships/slideLayout" Target="/ppt/slideLayouts/slideLayout2.xml" Id="Rb72566059fdc4ccd" /><Relationship Type="http://schemas.openxmlformats.org/officeDocument/2006/relationships/slideLayout" Target="/ppt/slideLayouts/slideLayout3.xml" Id="R18be8231f516460f" /><Relationship Type="http://schemas.openxmlformats.org/officeDocument/2006/relationships/slideLayout" Target="/ppt/slideLayouts/slideLayout4.xml" Id="Re450bb9a84224e61" /><Relationship Type="http://schemas.openxmlformats.org/officeDocument/2006/relationships/slideLayout" Target="/ppt/slideLayouts/slideLayout5.xml" Id="R9126a6a5a6ee4a09" /><Relationship Type="http://schemas.openxmlformats.org/officeDocument/2006/relationships/slideLayout" Target="/ppt/slideLayouts/slideLayout6.xml" Id="R65ba1164bf3747ba" /><Relationship Type="http://schemas.openxmlformats.org/officeDocument/2006/relationships/slideLayout" Target="/ppt/slideLayouts/slideLayout7.xml" Id="R1167aa91256549ef" /><Relationship Type="http://schemas.openxmlformats.org/officeDocument/2006/relationships/slideLayout" Target="/ppt/slideLayouts/slideLayout8.xml" Id="R2a1ca7b7e5284182" /><Relationship Type="http://schemas.openxmlformats.org/officeDocument/2006/relationships/slideLayout" Target="/ppt/slideLayouts/slideLayout9.xml" Id="R8ac40a75434d42da" /><Relationship Type="http://schemas.openxmlformats.org/officeDocument/2006/relationships/slideLayout" Target="/ppt/slideLayouts/slideLayout10.xml" Id="Rd9b37a681df04be3" /><Relationship Type="http://schemas.openxmlformats.org/officeDocument/2006/relationships/slideLayout" Target="/ppt/slideLayouts/slideLayout11.xml" Id="R05a4e9ccbc3b486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1bf49ea38b074049" /><Relationship Type="http://schemas.openxmlformats.org/officeDocument/2006/relationships/slideLayout" Target="/ppt/slideLayouts/slideLayout12.xml" Id="R8f1129d32d9e4935" /><Relationship Type="http://schemas.openxmlformats.org/officeDocument/2006/relationships/slideLayout" Target="/ppt/slideLayouts/slideLayout13.xml" Id="R57a943da160a42de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6d5f0008f4e047c3" /><Relationship Type="http://schemas.openxmlformats.org/officeDocument/2006/relationships/slideLayout" Target="/ppt/slideLayouts/slideLayout14.xml" Id="Re758572b53154b81" /><Relationship Type="http://schemas.openxmlformats.org/officeDocument/2006/relationships/slideLayout" Target="/ppt/slideLayouts/slideLayout15.xml" Id="R3daad1da3d134e6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543B317-5C0F-4083-8017-4396FD34C1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2F72BE5E-B9D6-4345-9745-58B509B289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724E9DC-99D4-461A-895F-2492DAA2193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979847C-CCFC-43CE-AF10-A37EED96ACC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3DBE326-3D94-4B64-8AF6-1E1066D8326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bea6e5aa9a242ab"/>
    <p:sldLayoutId xmlns:r="http://schemas.openxmlformats.org/officeDocument/2006/relationships" id="2147483650" r:id="Rb72566059fdc4ccd"/>
    <p:sldLayoutId xmlns:r="http://schemas.openxmlformats.org/officeDocument/2006/relationships" id="2147483651" r:id="R18be8231f516460f"/>
    <p:sldLayoutId xmlns:r="http://schemas.openxmlformats.org/officeDocument/2006/relationships" id="2147483652" r:id="Re450bb9a84224e61"/>
    <p:sldLayoutId xmlns:r="http://schemas.openxmlformats.org/officeDocument/2006/relationships" id="2147483653" r:id="R9126a6a5a6ee4a09"/>
    <p:sldLayoutId xmlns:r="http://schemas.openxmlformats.org/officeDocument/2006/relationships" id="2147483654" r:id="R65ba1164bf3747ba"/>
    <p:sldLayoutId xmlns:r="http://schemas.openxmlformats.org/officeDocument/2006/relationships" id="2147483655" r:id="R1167aa91256549ef"/>
    <p:sldLayoutId xmlns:r="http://schemas.openxmlformats.org/officeDocument/2006/relationships" id="2147483656" r:id="R2a1ca7b7e5284182"/>
    <p:sldLayoutId xmlns:r="http://schemas.openxmlformats.org/officeDocument/2006/relationships" id="2147483657" r:id="R8ac40a75434d42da"/>
    <p:sldLayoutId xmlns:r="http://schemas.openxmlformats.org/officeDocument/2006/relationships" id="2147483658" r:id="Rd9b37a681df04be3"/>
    <p:sldLayoutId xmlns:r="http://schemas.openxmlformats.org/officeDocument/2006/relationships" id="2147483659" r:id="R05a4e9ccbc3b486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C6A5B47-B0E1-4F3D-BA74-31DFAC59E2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74995E7-C6CE-4983-92C1-530D6B865B3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CBB512-2380-42DB-AE9B-5F9720BA02B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FCE7321-8EB8-45E4-A0D9-32D4A4772C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3F243F-0439-4DC9-87CA-8CCCCFCB18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8f1129d32d9e4935"/>
    <p:sldLayoutId xmlns:r="http://schemas.openxmlformats.org/officeDocument/2006/relationships" id="2147483662" r:id="R57a943da160a42de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D7AE51C9-DA99-4C93-8D0E-BFDABD602D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5A0C859-1E1F-40C6-9B84-43A1EB0787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473C1BEC-C095-4656-8220-07165FED96A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92F92A-CB97-46AB-848A-CC87FC597A1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37D6D61-DF02-4D65-8AA0-7094AA2B3E4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e758572b53154b81"/>
    <p:sldLayoutId xmlns:r="http://schemas.openxmlformats.org/officeDocument/2006/relationships" id="2147483665" r:id="R3daad1da3d134e68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08e82dd914708" /><Relationship Type="http://schemas.openxmlformats.org/officeDocument/2006/relationships/notesSlide" Target="/ppt/notesSlides/notesSlide1.xml" Id="R1fdc60ac8fc846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9d04fb7bb7a4dd2" /><Relationship Type="http://schemas.openxmlformats.org/officeDocument/2006/relationships/notesSlide" Target="/ppt/notesSlides/notesSlide2.xml" Id="R4e8e6cc36ad947f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e4156106bbd401f" /><Relationship Type="http://schemas.openxmlformats.org/officeDocument/2006/relationships/image" Target="/ppt/media/image6.png" Id="R3e56328611474d3a" /><Relationship Type="http://schemas.openxmlformats.org/officeDocument/2006/relationships/image" Target="/ppt/media/image.svg" Id="Re1bdf1b19c7549f9" /><Relationship Type="http://schemas.openxmlformats.org/officeDocument/2006/relationships/image" Target="/ppt/media/image7.png" Id="Rd643d01a0ae540d9" /><Relationship Type="http://schemas.openxmlformats.org/officeDocument/2006/relationships/image" Target="/ppt/media/image2.svg" Id="R69abccd2313b4b42" /><Relationship Type="http://schemas.openxmlformats.org/officeDocument/2006/relationships/image" Target="/ppt/media/image8.png" Id="Rdbab8ce286b94c48" /><Relationship Type="http://schemas.openxmlformats.org/officeDocument/2006/relationships/image" Target="/ppt/media/image3.svg" Id="Rc02add9f004845a5" /><Relationship Type="http://schemas.openxmlformats.org/officeDocument/2006/relationships/image" Target="/ppt/media/image9.png" Id="R05ebddd17d524a43" /><Relationship Type="http://schemas.openxmlformats.org/officeDocument/2006/relationships/image" Target="/ppt/media/image4.svg" Id="R33cb045f304a4aed" /><Relationship Type="http://schemas.openxmlformats.org/officeDocument/2006/relationships/image" Target="/ppt/media/image10.png" Id="Rb20e157f533a4bbd" /><Relationship Type="http://schemas.openxmlformats.org/officeDocument/2006/relationships/image" Target="/ppt/media/image5.svg" Id="Rb0156009af484661" /><Relationship Type="http://schemas.openxmlformats.org/officeDocument/2006/relationships/image" Target="/ppt/media/image11.png" Id="Rd9417b3fd918456e" /><Relationship Type="http://schemas.openxmlformats.org/officeDocument/2006/relationships/image" Target="/ppt/media/image6.svg" Id="Rd1e69e4226784fea" /><Relationship Type="http://schemas.openxmlformats.org/officeDocument/2006/relationships/notesSlide" Target="/ppt/notesSlides/notesSlide3.xml" Id="R9d45b9cf8ca04a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89911ee2a854f9c" /><Relationship Type="http://schemas.openxmlformats.org/officeDocument/2006/relationships/notesSlide" Target="/ppt/notesSlides/notesSlide4.xml" Id="Reaa0b48b87f145b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f65912656c4402a" /><Relationship Type="http://schemas.openxmlformats.org/officeDocument/2006/relationships/notesSlide" Target="/ppt/notesSlides/notesSlide5.xml" Id="R7846bbf17491449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84c2a7eaf174eae" /><Relationship Type="http://schemas.openxmlformats.org/officeDocument/2006/relationships/image" Target="/ppt/media/image12.png" Id="R59d73beef9244ed8" /><Relationship Type="http://schemas.openxmlformats.org/officeDocument/2006/relationships/image" Target="/ppt/media/image7.svg" Id="R50b6d2606de44159" /><Relationship Type="http://schemas.openxmlformats.org/officeDocument/2006/relationships/image" Target="/ppt/media/image13.png" Id="R70427290f8684e02" /><Relationship Type="http://schemas.openxmlformats.org/officeDocument/2006/relationships/image" Target="/ppt/media/image8.svg" Id="R946516f4ec374b7a" /><Relationship Type="http://schemas.openxmlformats.org/officeDocument/2006/relationships/image" Target="/ppt/media/image14.png" Id="R054dfbbd0ac24d4c" /><Relationship Type="http://schemas.openxmlformats.org/officeDocument/2006/relationships/image" Target="/ppt/media/image9.svg" Id="R5ab1f78d8ecb432f" /><Relationship Type="http://schemas.openxmlformats.org/officeDocument/2006/relationships/image" Target="/ppt/media/image15.png" Id="R514506996fae4c11" /><Relationship Type="http://schemas.openxmlformats.org/officeDocument/2006/relationships/image" Target="/ppt/media/image10.svg" Id="Rf6afe552f81e417b" /><Relationship Type="http://schemas.openxmlformats.org/officeDocument/2006/relationships/notesSlide" Target="/ppt/notesSlides/notesSlide6.xml" Id="R2438c2b737c243a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2fd7a9492f84e70" /><Relationship Type="http://schemas.openxmlformats.org/officeDocument/2006/relationships/notesSlide" Target="/ppt/notesSlides/notesSlide7.xml" Id="Rbfc993106c2640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f5d7a5da55e4bf7" /><Relationship Type="http://schemas.openxmlformats.org/officeDocument/2006/relationships/notesSlide" Target="/ppt/notesSlides/notesSlide8.xml" Id="R836e7f96806a4c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06bee29b7734e8a" /><Relationship Type="http://schemas.openxmlformats.org/officeDocument/2006/relationships/notesSlide" Target="/ppt/notesSlides/notesSlide9.xml" Id="R4fbb43c8285844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9b231b3044349ad" /><Relationship Type="http://schemas.openxmlformats.org/officeDocument/2006/relationships/image" Target="/ppt/media/image16.png" Id="R0f60c85bf48246fe" /><Relationship Type="http://schemas.openxmlformats.org/officeDocument/2006/relationships/image" Target="/ppt/media/image11.svg" Id="Rcbccfd1c88354eeb" /><Relationship Type="http://schemas.openxmlformats.org/officeDocument/2006/relationships/image" Target="/ppt/media/image17.png" Id="R39f967c640a04a7a" /><Relationship Type="http://schemas.openxmlformats.org/officeDocument/2006/relationships/image" Target="/ppt/media/image12.svg" Id="R63f3cbd4fdf04ddf" /><Relationship Type="http://schemas.openxmlformats.org/officeDocument/2006/relationships/image" Target="/ppt/media/image18.png" Id="R18c4bd69ba524ca8" /><Relationship Type="http://schemas.openxmlformats.org/officeDocument/2006/relationships/image" Target="/ppt/media/image13.svg" Id="Rd35a976b97a84872" /><Relationship Type="http://schemas.openxmlformats.org/officeDocument/2006/relationships/image" Target="/ppt/media/image19.png" Id="R458307c4354042ff" /><Relationship Type="http://schemas.openxmlformats.org/officeDocument/2006/relationships/image" Target="/ppt/media/image14.svg" Id="Red67d40f96ed4c3d" /><Relationship Type="http://schemas.openxmlformats.org/officeDocument/2006/relationships/image" Target="/ppt/media/image20.png" Id="Rd439f6017cf94dc8" /><Relationship Type="http://schemas.openxmlformats.org/officeDocument/2006/relationships/image" Target="/ppt/media/image15.svg" Id="R7df56c614d4846ea" /><Relationship Type="http://schemas.openxmlformats.org/officeDocument/2006/relationships/notesSlide" Target="/ppt/notesSlides/notesSlide10.xml" Id="R20ed2d23b20940c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ef451495afe46a7" /><Relationship Type="http://schemas.openxmlformats.org/officeDocument/2006/relationships/notesSlide" Target="/ppt/notesSlides/notesSlide11.xml" Id="R698b3f610715426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d4456cb1b2945fe" /><Relationship Type="http://schemas.openxmlformats.org/officeDocument/2006/relationships/image" Target="/ppt/media/image21.png" Id="R034a7ad578ce495a" /><Relationship Type="http://schemas.openxmlformats.org/officeDocument/2006/relationships/image" Target="/ppt/media/image16.svg" Id="R152204232fd943c2" /><Relationship Type="http://schemas.openxmlformats.org/officeDocument/2006/relationships/image" Target="/ppt/media/image22.png" Id="R503591d039494a6a" /><Relationship Type="http://schemas.openxmlformats.org/officeDocument/2006/relationships/image" Target="/ppt/media/image17.svg" Id="Rc5ae0bab44a74fed" /><Relationship Type="http://schemas.openxmlformats.org/officeDocument/2006/relationships/image" Target="/ppt/media/image23.png" Id="Rc378fb28c28e4202" /><Relationship Type="http://schemas.openxmlformats.org/officeDocument/2006/relationships/image" Target="/ppt/media/image18.svg" Id="Rc22bb1b292574112" /><Relationship Type="http://schemas.openxmlformats.org/officeDocument/2006/relationships/notesSlide" Target="/ppt/notesSlides/notesSlide12.xml" Id="R3004d0b0869241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ab61a16314cc0" /><Relationship Type="http://schemas.openxmlformats.org/officeDocument/2006/relationships/notesSlide" Target="/ppt/notesSlides/notesSlide13.xml" Id="R9cfed7e8678c4f5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2740E18A-F918-419F-9C96-9F0D67363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F62491A7-BBCF-41D3-A321-E11A5CCD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B1C62936-5B83-4108-BDB3-718F0BB03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DD5D7420-B07A-46CF-885E-DAA9FC41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10A491B9-A115-4B6F-93F7-0EE84273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PPagenT：把 PPT 生成变成可靠的生产过程</a:t>
            </a:r>
          </a:p>
        </p:txBody>
      </p:sp>
    </p:spTree>
    <p:extLst>
      <p:ext uri="{BB962C8B-B14F-4D97-AF65-F5344CB8AC3E}">
        <p14:creationId xmlns:p14="http://schemas.microsoft.com/office/powerpoint/2010/main" val="2533709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542399B-F72C-D38B-F936-651F0527D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目录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4C3B1095-FE94-AC4D-7BAA-B4E29920C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952625"/>
            <a:ext cx="9620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1. 识别真问题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2. 选择概率最大的需求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3. 稳定可用优于偶然惊艳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4. 建设能力，再稳定调用</a:t>
            </a:r>
            <a:endParaRPr/>
          </a:p>
          <a:p xmlns:a="http://schemas.openxmlformats.org/drawingml/2006/main">
            <a:pPr>
              <a:lnSpc>
                <a:spcPct val="150000"/>
              </a:lnSpc>
              <a:spcBef>
                <a:spcPts val="60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1800">
                <a:latin typeface="Microsoft YaHei"/>
                <a:ea typeface="Microsoft YaHei"/>
                <a:cs typeface="Microsoft YaHei"/>
              </a:rPr>
              <a:t>5. 走向更多组织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3208921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做 PPT，真正昂贵的不是“画”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问题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3918666-56F0-4007-9BF7-51499B9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834FA19C-B064-405E-B247-2E708875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9EED41B0-902D-410A-AD94-95C40754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C77A70C6-1C97-47C8-A01D-2363D5A0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4A71421B-2796-474E-9A2F-1C56BDBF0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018A5006-408D-413D-B403-E18128FF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7F565317-AF7F-4FCB-A6D6-4EA54B165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C6161A90-316D-4E1C-B6E1-87AB6183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C55AD882-88B4-4BDC-BE96-F990B8629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1577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65F48281-F2F8-46FA-99A4-44320AB4C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12156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8DE5842C-C788-4985-8987-81AA1BA22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025304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7672401D-8EA0-4680-BBB8-64FA2BB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4873838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EF66DF7F-DCB8-4BB1-80C4-46EDE7A9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4674746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122F3236-4DE9-4443-9704-B73CACF6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438031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FCD078E0-F9AA-4834-8083-BA109DFEE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17556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A2753201-1A94-4043-837D-DE29B7CE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39004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F43555BB-40DF-4345-9AB6-F92CBAAD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68C8F4DE-15E1-402C-A6F2-59F63CBDF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44CBDFC6-77AF-4B47-89C7-9B0A9608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43D5EBA3-032C-435B-9C73-CF049C6E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689F7194-51A1-4C1B-8BCA-C41F6E8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49B229F3-C05B-4DB6-9076-62068E95F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60FD3361-0F6B-4870-8D5A-67F6D74AC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2643188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D6A15D88-D67C-4BA4-AB27-209BA0DE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2670010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9390A0AE-B811-4086-B5F9-41F9E3D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2759726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612BC610-F4EB-4548-AB98-7495994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290783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1D54E582-EC1E-401A-B249-4EB5B422A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10693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DD0457E2-44C5-4646-8336-8C7B4A0E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346999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D9D5D4CD-298E-4EF8-8FDA-DF770B5F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361601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40C505B0-0F1E-4634-B836-BF5721FA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DFDBF3C9-9BA1-401D-88A8-C09C3C1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55B52E85-D45D-4391-AEE1-A2A742A21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F322B577-CB08-46EB-AE42-9DA78589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857185AB-0859-48D2-87C8-FE8886FB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219572D3-A55A-405B-A5FA-DCFF6096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1E027754-1FAF-48F4-8BC2-3ED65CC94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D8AB80A0-79D8-4CF3-962D-707263A8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5EC717EB-E04E-4F7C-A5C6-1079A94F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FC5201B6-A13E-476C-8F93-78FE7D79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334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1EE8E0EB-2806-4512-86BC-45343FBA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30927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D803EE30-5A39-447E-B756-9DAB41853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24246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AD6267E5-E892-40E2-B878-F683F26A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13561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3286E5C8-6DCA-46AE-AA72-3FCAA599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4991948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351BC910-805D-43B9-8B94-D1532CF3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4815840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7DBE571B-22A8-4145-B78E-AE373490D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461265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11AE8DC6-D290-40E7-A874-8B3D64BC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388549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13434EA5-B6BA-4AD4-8EC7-93B52A78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15032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849F6C8E-1821-4F60-92DB-E91ACD01F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39052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94428C90-7480-4E7B-921F-F335B5AB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9A5B5CB9-8FE2-4A3D-A099-D510D466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4991879B-08CF-447B-B137-CEFE94FD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ECF06F3A-A0DA-49B7-9CFF-AA7E6A66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A9E6EE55-77DA-4817-9F67-4F99BB4F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416DADD1-AAAB-4784-82AC-D03C08A4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8DC32523-6111-4B03-BB02-680F5C5DF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9DF9CC53-5B9B-4733-BAA7-9A0AA350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64E81CD4-AF61-43B1-8635-D88E6977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4765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C8B86285-18F7-4166-8E35-736A1629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495188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C913FF70-4826-4AF0-84CF-5CB862281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557301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A65EA169-5FC1-4D3D-A5C3-7CFAA122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2660942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9903EA03-85E2-4E36-A5C1-BF43A035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2802979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05E8EE0F-ACB5-45B6-9847-18E18679B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2979077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0D0477AE-1124-44A9-9F6E-36761DE31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183903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E147E2C1-DC98-4021-A104-BBF516FD2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411226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9885A6E4-9964-4F48-9F74-79C61488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3654133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F2A95626-D838-4980-86C6-8C91BCA00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148E9A83-66C6-4853-8B5D-7EB6C366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1DF5E0AD-26C5-414B-9DDB-051BCC08F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C67A5225-DB6C-4B56-8CC3-9E3A71C3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1F770C92-2FB1-4356-B30F-6A1315183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D765ECD0-5D3F-4B3B-B968-D112F84E5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8555AED7-DA0C-4715-93EE-272F0A27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F01B45C7-2B3D-41C9-A3CF-C0CE127A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85895614-7FCF-4A77-AE03-56B626C3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DD4711AE-EECC-459C-AB2C-A10D990E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2B561BED-D57A-4DEF-8812-1A9F825C0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A9B8C075-E6F5-4342-ACE1-A7134A0AB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5102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0E2D779A-4B73-41BE-917D-074DBB295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492039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63A33C7A-40AE-48E3-90EA-AD91F5EB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44194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6F25E62B-C6C3-4A4C-8F4F-78958265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36096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79AB31AE-43CD-4EA3-8420-F49A6BD8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25073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3D72F261-9F72-4AD2-A72B-FF45D42B0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113496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2A130BBA-2917-41B7-BED6-0B7270FE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495204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BE8BE997-31C4-478D-9F50-EF0BA020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4769682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BF735FAE-825D-4FE2-B316-6940A78A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570105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165AEBB4-D20E-45DC-B571-A3A35646C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35740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8CBCB90B-8230-46F2-96D6-0C551A46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35860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7701E146-E2AE-4968-9996-EC0E9E81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39100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58C5E4F2-AEAE-4DCC-9F53-55444378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B9D353A3-5130-481B-AEC8-3D15D416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B8FAACD0-322F-4CAB-823D-18CEB424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D646D1AB-3824-4049-BBD2-400F6480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FFD87B74-CC7B-448F-A8FB-6B522F17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C7EED4F4-4421-41A5-A90A-1AC9C0810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B13B7060-47C5-4BF9-85EC-401F42E60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B1655B39-9E5A-4A5A-8CE0-36536B7B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C7434B4B-B83E-442B-BBC3-5B9B2CAFC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E62B6006-F124-4BA2-B1A9-2BE43FF8D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C45843FF-51EB-413C-9D17-B644B69A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309813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6C64CB93-E279-4950-A0A1-1FC63857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32421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273B9E4F-8E79-4535-A167-C9B8494F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371192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2DC5F01A-A168-4D04-A141-A0287721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449773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54E882B4-9CAF-4A82-9F45-3E96BF92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558377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53A1AC46-B33D-43AB-98F8-62DDE2C0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2694794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869F185C-0C8F-461D-91A1-1AA6BF8C9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2856243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8542A997-B792-4664-A426-47B4C9468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039428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8374439F-F81F-4669-A5CD-F73C560F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240634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3AC97991-30BD-42B3-957F-AB7BEE9F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455727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D03FFAE5-FD9F-4122-BEC3-9B5D16118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3680384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B4D8D7ED-17DC-42DF-961C-24425936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2609850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0D0D6282-5502-4713-A16B-3EC70A433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2771775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DB75E936-6972-4551-AEB5-21A207C09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2867025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78CD6784-D3AB-4FAE-A82D-43EE68D62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5623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高成本</a:t>
            </a:r>
          </a:p>
        </p:txBody>
      </p:sp>
      <p:sp>
        <p:nvSpPr>
          <p:cNvPr id="128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C0F60588-6008-42EB-8351-285D94BA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9624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A2E2DB8D-4A60-49E0-9CCF-751B9105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E5AED4B6-A286-4AA9-9AED-41D6C9A3A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1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7B4EACFE-04A9-482B-B11B-3937A4B8E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2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F8B90A3C-5569-4FCF-8ACE-113ACB1F6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56328611474d3a">
            <a:extLst>
              <a:ext uri="{96DAC541-7B7A-43D3-8B79-37D633B846F1}">
                <asvg:svgBlip xmlns:asvg="http://schemas.microsoft.com/office/drawing/2016/SVG/main" r:embed="Re1bdf1b19c7549f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24479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4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A30FC3B4-DEE1-40A0-9E66-6B96AF6A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2955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讲述路径</a:t>
            </a:r>
          </a:p>
        </p:txBody>
      </p:sp>
      <p:sp>
        <p:nvSpPr>
          <p:cNvPr id="135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8FB1EEAA-F694-4ED8-8F91-9FB58603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5812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这场汇报到底怎么讲</a:t>
            </a:r>
          </a:p>
        </p:txBody>
      </p:sp>
      <p:sp>
        <p:nvSpPr>
          <p:cNvPr id="136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F97E470A-7E03-4D6B-93C9-9F867947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CCD9E8DC-AF04-4EBF-8826-9E21ABCF9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30F09CFC-552C-45AD-99E6-D203A69C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87B88E3E-ED57-4882-8DF6-6D08C2BF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43d01a0ae540d9">
            <a:extLst>
              <a:ext uri="{96DAC541-7B7A-43D3-8B79-37D633B846F1}">
                <asvg:svgBlip xmlns:asvg="http://schemas.microsoft.com/office/drawing/2016/SVG/main" r:embed="R69abccd2313b4b4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762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1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945CE19C-1C27-4101-814C-6F70137F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6099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拆页数量</a:t>
            </a:r>
          </a:p>
        </p:txBody>
      </p:sp>
      <p:sp>
        <p:nvSpPr>
          <p:cNvPr id="142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009E6749-F62F-45DA-886E-3E83519C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8957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一篇长稿应该拆成多少页</a:t>
            </a:r>
          </a:p>
        </p:txBody>
      </p:sp>
      <p:sp>
        <p:nvSpPr>
          <p:cNvPr id="143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3F236B6F-A96E-49E0-84A6-014100BC1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FCE205C4-63A8-4D7D-93B5-D5306D15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5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51797E8E-6E91-4EC2-9F43-67D8E667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0D0FE3BE-3605-46F9-AFA5-277730833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b8ce286b94c48">
            <a:extLst>
              <a:ext uri="{96DAC541-7B7A-43D3-8B79-37D633B846F1}">
                <asvg:svgBlip xmlns:asvg="http://schemas.microsoft.com/office/drawing/2016/SVG/main" r:embed="Rc02add9f004845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8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4EB4F2D6-3C77-421B-B50E-E6FA799D0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4924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页面职责</a:t>
            </a:r>
          </a:p>
        </p:txBody>
      </p:sp>
      <p:sp>
        <p:nvSpPr>
          <p:cNvPr id="149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C80E5C9A-3DA2-4ED5-BC6D-87261079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101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每一页只承担什么职责</a:t>
            </a:r>
          </a:p>
        </p:txBody>
      </p:sp>
      <p:sp>
        <p:nvSpPr>
          <p:cNvPr id="150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0C76CD98-4724-4393-883E-2C282D30A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479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1E81F5B3-67A8-45D5-BC1A-E71998EF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2002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2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EBCD57BF-C5AD-4666-A388-7F768D18F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2574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3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34ED2730-CC8A-4493-9137-A6BCC4E42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23526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bddd17d524a43">
            <a:extLst>
              <a:ext uri="{96DAC541-7B7A-43D3-8B79-37D633B846F1}">
                <asvg:svgBlip xmlns:asvg="http://schemas.microsoft.com/office/drawing/2016/SVG/main" r:embed="R33cb045f304a4a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24479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5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4E0B5437-8AAD-4DA9-890E-8C2907F94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2955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观点关系</a:t>
            </a:r>
          </a:p>
        </p:txBody>
      </p:sp>
      <p:sp>
        <p:nvSpPr>
          <p:cNvPr id="156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E3A81757-BC68-4DB1-942C-75E38D42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5812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并列、递进、因果还是流程</a:t>
            </a:r>
          </a:p>
        </p:txBody>
      </p:sp>
      <p:sp>
        <p:nvSpPr>
          <p:cNvPr id="157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23A48145-4A72-4A1C-BE76-1F9F145B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6235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CC0D40FA-5CB8-4701-84BB-796F829E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351472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9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0F5B53E0-7D59-4C78-90E1-7ACF2AE5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357187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0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354A70D5-EDB3-4AEE-91EB-62676930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667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0e157f533a4bbd">
            <a:extLst>
              <a:ext uri="{96DAC541-7B7A-43D3-8B79-37D633B846F1}">
                <asvg:svgBlip xmlns:asvg="http://schemas.microsoft.com/office/drawing/2016/SVG/main" r:embed="Rb0156009af4846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7623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2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3B3B888B-B0CC-49F6-BE4E-22F21FF9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60997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重点突出</a:t>
            </a:r>
          </a:p>
        </p:txBody>
      </p:sp>
      <p:sp>
        <p:nvSpPr>
          <p:cNvPr id="163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E14916A1-7998-4521-A90F-F9115CD6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89572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哪里应该突出</a:t>
            </a:r>
          </a:p>
        </p:txBody>
      </p:sp>
      <p:sp>
        <p:nvSpPr>
          <p:cNvPr id="164" name="hub-item-underlay-5">
            <a:extLst xmlns:a="http://schemas.openxmlformats.org/drawingml/2006/main">
              <a:ext uri="{FF2B5EF4-FFF2-40B4-BE49-F238E27FC236}">
                <a16:creationId xmlns:a16="http://schemas.microsoft.com/office/drawing/2014/main" id="{70986322-7CCB-4C0E-BDF7-F3460706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768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hub-item-surface-5">
            <a:extLst xmlns:a="http://schemas.openxmlformats.org/drawingml/2006/main">
              <a:ext uri="{FF2B5EF4-FFF2-40B4-BE49-F238E27FC236}">
                <a16:creationId xmlns:a16="http://schemas.microsoft.com/office/drawing/2014/main" id="{417E5AC4-E2CD-48A7-834B-2FB3034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48291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66" name="hub-icon-halo-5">
            <a:extLst xmlns:a="http://schemas.openxmlformats.org/drawingml/2006/main">
              <a:ext uri="{FF2B5EF4-FFF2-40B4-BE49-F238E27FC236}">
                <a16:creationId xmlns:a16="http://schemas.microsoft.com/office/drawing/2014/main" id="{A576A00E-91F2-455B-A2E0-126FD553B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48863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7" name="hub-icon-core-5">
            <a:extLst xmlns:a="http://schemas.openxmlformats.org/drawingml/2006/main">
              <a:ext uri="{FF2B5EF4-FFF2-40B4-BE49-F238E27FC236}">
                <a16:creationId xmlns:a16="http://schemas.microsoft.com/office/drawing/2014/main" id="{4CED197F-8A3C-42B7-A7E4-D8E557CE8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49815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417b3fd918456e">
            <a:extLst>
              <a:ext uri="{96DAC541-7B7A-43D3-8B79-37D633B846F1}">
                <asvg:svgBlip xmlns:asvg="http://schemas.microsoft.com/office/drawing/2016/SVG/main" r:embed="Rd1e69e4226784f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0768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9" name="hub-item-title-5">
            <a:extLst xmlns:a="http://schemas.openxmlformats.org/drawingml/2006/main">
              <a:ext uri="{FF2B5EF4-FFF2-40B4-BE49-F238E27FC236}">
                <a16:creationId xmlns:a16="http://schemas.microsoft.com/office/drawing/2014/main" id="{8D4671F0-BF3A-4A1D-BCCA-D4AEF1911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49244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表达方式</a:t>
            </a:r>
          </a:p>
        </p:txBody>
      </p:sp>
      <p:sp>
        <p:nvSpPr>
          <p:cNvPr id="170" name="hub-item-body-5">
            <a:extLst xmlns:a="http://schemas.openxmlformats.org/drawingml/2006/main">
              <a:ext uri="{FF2B5EF4-FFF2-40B4-BE49-F238E27FC236}">
                <a16:creationId xmlns:a16="http://schemas.microsoft.com/office/drawing/2014/main" id="{82D5D82C-4679-4F04-84D3-1F8545F6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101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用图还是一句话更有力量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 选择的是概率最大的需求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96F7082-4883-4E0C-8E57-5A2114AC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pectrum-density-fill">
            <a:extLst xmlns:a="http://schemas.openxmlformats.org/drawingml/2006/main">
              <a:ext uri="{FF2B5EF4-FFF2-40B4-BE49-F238E27FC236}">
                <a16:creationId xmlns:a16="http://schemas.microsoft.com/office/drawing/2014/main" id="{A3BA4558-9555-446B-A7E2-C890360E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20250"/>
            <a:ext cx="10191750" cy="3599450"/>
          </a:xfrm>
          <a:custGeom xmlns:a="http://schemas.openxmlformats.org/drawingml/2006/main">
            <a:pathLst>
              <a:path w="10191750" h="3599450">
                <a:moveTo>
                  <a:pt x="0" y="3599450"/>
                </a:moveTo>
                <a:lnTo>
                  <a:pt x="0" y="3502752"/>
                </a:lnTo>
                <a:lnTo>
                  <a:pt x="0" y="3406064"/>
                </a:lnTo>
                <a:lnTo>
                  <a:pt x="0" y="3309366"/>
                </a:lnTo>
                <a:lnTo>
                  <a:pt x="0" y="3212668"/>
                </a:lnTo>
                <a:lnTo>
                  <a:pt x="79905" y="3172273"/>
                </a:lnTo>
                <a:lnTo>
                  <a:pt x="170450" y="3138364"/>
                </a:lnTo>
                <a:lnTo>
                  <a:pt x="260385" y="3102854"/>
                </a:lnTo>
                <a:lnTo>
                  <a:pt x="349682" y="3065764"/>
                </a:lnTo>
                <a:lnTo>
                  <a:pt x="438140" y="3026702"/>
                </a:lnTo>
                <a:lnTo>
                  <a:pt x="525770" y="2985840"/>
                </a:lnTo>
                <a:lnTo>
                  <a:pt x="612705" y="2943511"/>
                </a:lnTo>
                <a:lnTo>
                  <a:pt x="698925" y="2899762"/>
                </a:lnTo>
                <a:lnTo>
                  <a:pt x="784308" y="2854376"/>
                </a:lnTo>
                <a:lnTo>
                  <a:pt x="868718" y="2807208"/>
                </a:lnTo>
                <a:lnTo>
                  <a:pt x="952386" y="2758754"/>
                </a:lnTo>
                <a:lnTo>
                  <a:pt x="1035339" y="2709072"/>
                </a:lnTo>
                <a:lnTo>
                  <a:pt x="1117406" y="2657932"/>
                </a:lnTo>
                <a:lnTo>
                  <a:pt x="1198531" y="2605316"/>
                </a:lnTo>
                <a:lnTo>
                  <a:pt x="1278988" y="2551690"/>
                </a:lnTo>
                <a:lnTo>
                  <a:pt x="1358808" y="2497112"/>
                </a:lnTo>
                <a:lnTo>
                  <a:pt x="1437561" y="2441010"/>
                </a:lnTo>
                <a:lnTo>
                  <a:pt x="1515732" y="2384098"/>
                </a:lnTo>
                <a:lnTo>
                  <a:pt x="1593323" y="2326405"/>
                </a:lnTo>
                <a:lnTo>
                  <a:pt x="1670056" y="2267560"/>
                </a:lnTo>
                <a:lnTo>
                  <a:pt x="1746209" y="2207981"/>
                </a:lnTo>
                <a:lnTo>
                  <a:pt x="1821923" y="2147830"/>
                </a:lnTo>
                <a:lnTo>
                  <a:pt x="1896904" y="2086785"/>
                </a:lnTo>
                <a:lnTo>
                  <a:pt x="1971399" y="2025129"/>
                </a:lnTo>
                <a:lnTo>
                  <a:pt x="2045522" y="1963036"/>
                </a:lnTo>
                <a:lnTo>
                  <a:pt x="2119093" y="1900295"/>
                </a:lnTo>
                <a:lnTo>
                  <a:pt x="2192331" y="1837153"/>
                </a:lnTo>
                <a:lnTo>
                  <a:pt x="2265293" y="1773698"/>
                </a:lnTo>
                <a:lnTo>
                  <a:pt x="2337826" y="1709757"/>
                </a:lnTo>
                <a:lnTo>
                  <a:pt x="2410225" y="1645653"/>
                </a:lnTo>
                <a:lnTo>
                  <a:pt x="2482425" y="1581341"/>
                </a:lnTo>
                <a:lnTo>
                  <a:pt x="2554405" y="1516771"/>
                </a:lnTo>
                <a:lnTo>
                  <a:pt x="2626338" y="1452153"/>
                </a:lnTo>
                <a:lnTo>
                  <a:pt x="2698280" y="1387535"/>
                </a:lnTo>
                <a:lnTo>
                  <a:pt x="2770232" y="1322946"/>
                </a:lnTo>
                <a:lnTo>
                  <a:pt x="2842231" y="1258405"/>
                </a:lnTo>
                <a:lnTo>
                  <a:pt x="2914412" y="1194054"/>
                </a:lnTo>
                <a:lnTo>
                  <a:pt x="2986821" y="1129970"/>
                </a:lnTo>
                <a:lnTo>
                  <a:pt x="3059401" y="1066076"/>
                </a:lnTo>
                <a:lnTo>
                  <a:pt x="3132458" y="1002735"/>
                </a:lnTo>
                <a:lnTo>
                  <a:pt x="3205848" y="939775"/>
                </a:lnTo>
                <a:lnTo>
                  <a:pt x="3279600" y="877243"/>
                </a:lnTo>
                <a:lnTo>
                  <a:pt x="3354143" y="815645"/>
                </a:lnTo>
                <a:lnTo>
                  <a:pt x="3429152" y="754637"/>
                </a:lnTo>
                <a:lnTo>
                  <a:pt x="3504762" y="694353"/>
                </a:lnTo>
                <a:lnTo>
                  <a:pt x="3581467" y="635479"/>
                </a:lnTo>
                <a:lnTo>
                  <a:pt x="3658857" y="577529"/>
                </a:lnTo>
                <a:lnTo>
                  <a:pt x="3736991" y="520560"/>
                </a:lnTo>
                <a:lnTo>
                  <a:pt x="3816648" y="465753"/>
                </a:lnTo>
                <a:lnTo>
                  <a:pt x="3897278" y="412385"/>
                </a:lnTo>
                <a:lnTo>
                  <a:pt x="3978926" y="360597"/>
                </a:lnTo>
                <a:lnTo>
                  <a:pt x="4062003" y="311125"/>
                </a:lnTo>
                <a:lnTo>
                  <a:pt x="4146661" y="264424"/>
                </a:lnTo>
                <a:lnTo>
                  <a:pt x="4232596" y="220132"/>
                </a:lnTo>
                <a:lnTo>
                  <a:pt x="4319864" y="178546"/>
                </a:lnTo>
                <a:lnTo>
                  <a:pt x="4408732" y="140427"/>
                </a:lnTo>
                <a:lnTo>
                  <a:pt x="4499324" y="106651"/>
                </a:lnTo>
                <a:lnTo>
                  <a:pt x="4591260" y="76791"/>
                </a:lnTo>
                <a:lnTo>
                  <a:pt x="4684452" y="51168"/>
                </a:lnTo>
                <a:lnTo>
                  <a:pt x="4778797" y="30166"/>
                </a:lnTo>
                <a:lnTo>
                  <a:pt x="4874143" y="14126"/>
                </a:lnTo>
                <a:lnTo>
                  <a:pt x="4970326" y="4181"/>
                </a:lnTo>
                <a:lnTo>
                  <a:pt x="5066909" y="0"/>
                </a:lnTo>
                <a:lnTo>
                  <a:pt x="5163550" y="1334"/>
                </a:lnTo>
                <a:lnTo>
                  <a:pt x="5259943" y="8163"/>
                </a:lnTo>
                <a:lnTo>
                  <a:pt x="5355822" y="20355"/>
                </a:lnTo>
                <a:lnTo>
                  <a:pt x="5450919" y="37700"/>
                </a:lnTo>
                <a:lnTo>
                  <a:pt x="5544969" y="60169"/>
                </a:lnTo>
                <a:lnTo>
                  <a:pt x="5637552" y="88049"/>
                </a:lnTo>
                <a:lnTo>
                  <a:pt x="5728773" y="120015"/>
                </a:lnTo>
                <a:lnTo>
                  <a:pt x="5818613" y="155696"/>
                </a:lnTo>
                <a:lnTo>
                  <a:pt x="5907062" y="194720"/>
                </a:lnTo>
                <a:lnTo>
                  <a:pt x="5993968" y="237115"/>
                </a:lnTo>
                <a:lnTo>
                  <a:pt x="6079131" y="282893"/>
                </a:lnTo>
                <a:lnTo>
                  <a:pt x="6163018" y="330937"/>
                </a:lnTo>
                <a:lnTo>
                  <a:pt x="6245723" y="381019"/>
                </a:lnTo>
                <a:lnTo>
                  <a:pt x="6327048" y="433340"/>
                </a:lnTo>
                <a:lnTo>
                  <a:pt x="6407001" y="487699"/>
                </a:lnTo>
                <a:lnTo>
                  <a:pt x="6486058" y="543373"/>
                </a:lnTo>
                <a:lnTo>
                  <a:pt x="6564182" y="600342"/>
                </a:lnTo>
                <a:lnTo>
                  <a:pt x="6641040" y="659016"/>
                </a:lnTo>
                <a:lnTo>
                  <a:pt x="6717268" y="718499"/>
                </a:lnTo>
                <a:lnTo>
                  <a:pt x="6792878" y="778783"/>
                </a:lnTo>
                <a:lnTo>
                  <a:pt x="6867487" y="840296"/>
                </a:lnTo>
                <a:lnTo>
                  <a:pt x="6941687" y="902294"/>
                </a:lnTo>
                <a:lnTo>
                  <a:pt x="7015448" y="964816"/>
                </a:lnTo>
                <a:lnTo>
                  <a:pt x="7088553" y="1028100"/>
                </a:lnTo>
                <a:lnTo>
                  <a:pt x="7161428" y="1091660"/>
                </a:lnTo>
                <a:lnTo>
                  <a:pt x="7233999" y="1155563"/>
                </a:lnTo>
                <a:lnTo>
                  <a:pt x="7306246" y="1219829"/>
                </a:lnTo>
                <a:lnTo>
                  <a:pt x="7378370" y="1284227"/>
                </a:lnTo>
                <a:lnTo>
                  <a:pt x="7450341" y="1348816"/>
                </a:lnTo>
                <a:lnTo>
                  <a:pt x="7522283" y="1413415"/>
                </a:lnTo>
                <a:lnTo>
                  <a:pt x="7594225" y="1478032"/>
                </a:lnTo>
                <a:lnTo>
                  <a:pt x="7666158" y="1542650"/>
                </a:lnTo>
                <a:lnTo>
                  <a:pt x="7738243" y="1607096"/>
                </a:lnTo>
                <a:lnTo>
                  <a:pt x="7810452" y="1671409"/>
                </a:lnTo>
                <a:lnTo>
                  <a:pt x="7882976" y="1735369"/>
                </a:lnTo>
                <a:lnTo>
                  <a:pt x="7955680" y="1799111"/>
                </a:lnTo>
                <a:lnTo>
                  <a:pt x="8028642" y="1862566"/>
                </a:lnTo>
                <a:lnTo>
                  <a:pt x="8102127" y="1925422"/>
                </a:lnTo>
                <a:lnTo>
                  <a:pt x="8175879" y="1987944"/>
                </a:lnTo>
                <a:lnTo>
                  <a:pt x="8250069" y="2049971"/>
                </a:lnTo>
                <a:lnTo>
                  <a:pt x="8324879" y="2111235"/>
                </a:lnTo>
                <a:lnTo>
                  <a:pt x="8400088" y="2172005"/>
                </a:lnTo>
                <a:lnTo>
                  <a:pt x="8475907" y="2232012"/>
                </a:lnTo>
                <a:lnTo>
                  <a:pt x="8552431" y="2291124"/>
                </a:lnTo>
                <a:lnTo>
                  <a:pt x="8629440" y="2349589"/>
                </a:lnTo>
                <a:lnTo>
                  <a:pt x="8707145" y="2407148"/>
                </a:lnTo>
                <a:lnTo>
                  <a:pt x="8785727" y="2463479"/>
                </a:lnTo>
                <a:lnTo>
                  <a:pt x="8864908" y="2518972"/>
                </a:lnTo>
                <a:lnTo>
                  <a:pt x="8944737" y="2573550"/>
                </a:lnTo>
                <a:lnTo>
                  <a:pt x="9025623" y="2626519"/>
                </a:lnTo>
                <a:lnTo>
                  <a:pt x="9107214" y="2678411"/>
                </a:lnTo>
                <a:lnTo>
                  <a:pt x="9189501" y="2729189"/>
                </a:lnTo>
                <a:lnTo>
                  <a:pt x="9272673" y="2778500"/>
                </a:lnTo>
                <a:lnTo>
                  <a:pt x="9356798" y="2826172"/>
                </a:lnTo>
                <a:lnTo>
                  <a:pt x="9441637" y="2872550"/>
                </a:lnTo>
                <a:lnTo>
                  <a:pt x="9527210" y="2917574"/>
                </a:lnTo>
                <a:lnTo>
                  <a:pt x="9613687" y="2960846"/>
                </a:lnTo>
                <a:lnTo>
                  <a:pt x="9701012" y="3002356"/>
                </a:lnTo>
                <a:lnTo>
                  <a:pt x="9789043" y="3042352"/>
                </a:lnTo>
                <a:lnTo>
                  <a:pt x="9877768" y="3080766"/>
                </a:lnTo>
                <a:lnTo>
                  <a:pt x="9967189" y="3117571"/>
                </a:lnTo>
                <a:lnTo>
                  <a:pt x="10057448" y="3152261"/>
                </a:lnTo>
                <a:lnTo>
                  <a:pt x="10148316" y="3185303"/>
                </a:lnTo>
                <a:lnTo>
                  <a:pt x="10191750" y="3251397"/>
                </a:lnTo>
                <a:lnTo>
                  <a:pt x="10191750" y="3348095"/>
                </a:lnTo>
                <a:lnTo>
                  <a:pt x="10191750" y="3444792"/>
                </a:lnTo>
                <a:lnTo>
                  <a:pt x="10191750" y="3541490"/>
                </a:lnTo>
                <a:lnTo>
                  <a:pt x="10153021" y="3599450"/>
                </a:lnTo>
                <a:lnTo>
                  <a:pt x="10056324" y="3599450"/>
                </a:lnTo>
                <a:lnTo>
                  <a:pt x="9959626" y="3599450"/>
                </a:lnTo>
                <a:lnTo>
                  <a:pt x="9862937" y="3599450"/>
                </a:lnTo>
                <a:lnTo>
                  <a:pt x="9766240" y="3599450"/>
                </a:lnTo>
                <a:lnTo>
                  <a:pt x="9669542" y="3599450"/>
                </a:lnTo>
                <a:lnTo>
                  <a:pt x="9572844" y="3599450"/>
                </a:lnTo>
                <a:lnTo>
                  <a:pt x="9476156" y="3599450"/>
                </a:lnTo>
                <a:lnTo>
                  <a:pt x="9379458" y="3599450"/>
                </a:lnTo>
                <a:lnTo>
                  <a:pt x="9282760" y="3599450"/>
                </a:lnTo>
                <a:lnTo>
                  <a:pt x="9186062" y="3599450"/>
                </a:lnTo>
                <a:lnTo>
                  <a:pt x="9089374" y="3599450"/>
                </a:lnTo>
                <a:lnTo>
                  <a:pt x="8992676" y="3599450"/>
                </a:lnTo>
                <a:lnTo>
                  <a:pt x="8895979" y="3599450"/>
                </a:lnTo>
                <a:lnTo>
                  <a:pt x="8799281" y="3599450"/>
                </a:lnTo>
                <a:lnTo>
                  <a:pt x="8702592" y="3599450"/>
                </a:lnTo>
                <a:lnTo>
                  <a:pt x="8605895" y="3599450"/>
                </a:lnTo>
                <a:lnTo>
                  <a:pt x="8509197" y="3599450"/>
                </a:lnTo>
                <a:lnTo>
                  <a:pt x="8412499" y="3599450"/>
                </a:lnTo>
                <a:lnTo>
                  <a:pt x="8315811" y="3599450"/>
                </a:lnTo>
                <a:lnTo>
                  <a:pt x="8219113" y="3599450"/>
                </a:lnTo>
                <a:lnTo>
                  <a:pt x="8122415" y="3599450"/>
                </a:lnTo>
                <a:lnTo>
                  <a:pt x="8025717" y="3599450"/>
                </a:lnTo>
                <a:lnTo>
                  <a:pt x="7929029" y="3599450"/>
                </a:lnTo>
                <a:lnTo>
                  <a:pt x="7832331" y="3599450"/>
                </a:lnTo>
                <a:lnTo>
                  <a:pt x="7735634" y="3599450"/>
                </a:lnTo>
                <a:lnTo>
                  <a:pt x="7638936" y="3599450"/>
                </a:lnTo>
                <a:lnTo>
                  <a:pt x="7542247" y="3599450"/>
                </a:lnTo>
                <a:lnTo>
                  <a:pt x="7445550" y="3599450"/>
                </a:lnTo>
                <a:lnTo>
                  <a:pt x="7348852" y="3599450"/>
                </a:lnTo>
                <a:lnTo>
                  <a:pt x="7252154" y="3599450"/>
                </a:lnTo>
                <a:lnTo>
                  <a:pt x="7155456" y="3599450"/>
                </a:lnTo>
                <a:lnTo>
                  <a:pt x="7058768" y="3599450"/>
                </a:lnTo>
                <a:lnTo>
                  <a:pt x="6962070" y="3599450"/>
                </a:lnTo>
                <a:lnTo>
                  <a:pt x="6865372" y="3599450"/>
                </a:lnTo>
                <a:lnTo>
                  <a:pt x="6768684" y="3599450"/>
                </a:lnTo>
                <a:lnTo>
                  <a:pt x="6671986" y="3599450"/>
                </a:lnTo>
                <a:lnTo>
                  <a:pt x="6575288" y="3599450"/>
                </a:lnTo>
                <a:lnTo>
                  <a:pt x="6478591" y="3599450"/>
                </a:lnTo>
                <a:lnTo>
                  <a:pt x="6381902" y="3599450"/>
                </a:lnTo>
                <a:lnTo>
                  <a:pt x="6285205" y="3599450"/>
                </a:lnTo>
                <a:lnTo>
                  <a:pt x="6188507" y="3599450"/>
                </a:lnTo>
                <a:lnTo>
                  <a:pt x="6091809" y="3599450"/>
                </a:lnTo>
                <a:lnTo>
                  <a:pt x="5995121" y="3599450"/>
                </a:lnTo>
                <a:lnTo>
                  <a:pt x="5898423" y="3599450"/>
                </a:lnTo>
                <a:lnTo>
                  <a:pt x="5801725" y="3599450"/>
                </a:lnTo>
                <a:lnTo>
                  <a:pt x="5705027" y="3599450"/>
                </a:lnTo>
                <a:lnTo>
                  <a:pt x="5608339" y="3599450"/>
                </a:lnTo>
                <a:lnTo>
                  <a:pt x="5511641" y="3599450"/>
                </a:lnTo>
                <a:lnTo>
                  <a:pt x="5414943" y="3599450"/>
                </a:lnTo>
                <a:lnTo>
                  <a:pt x="5318246" y="3599450"/>
                </a:lnTo>
                <a:lnTo>
                  <a:pt x="5221557" y="3599450"/>
                </a:lnTo>
                <a:lnTo>
                  <a:pt x="5124860" y="3599450"/>
                </a:lnTo>
                <a:lnTo>
                  <a:pt x="5028162" y="3599450"/>
                </a:lnTo>
                <a:lnTo>
                  <a:pt x="4931464" y="3599450"/>
                </a:lnTo>
                <a:lnTo>
                  <a:pt x="4834776" y="3599450"/>
                </a:lnTo>
                <a:lnTo>
                  <a:pt x="4738078" y="3599450"/>
                </a:lnTo>
                <a:lnTo>
                  <a:pt x="4641380" y="3599450"/>
                </a:lnTo>
                <a:lnTo>
                  <a:pt x="4544682" y="3599450"/>
                </a:lnTo>
                <a:lnTo>
                  <a:pt x="4447994" y="3599450"/>
                </a:lnTo>
                <a:lnTo>
                  <a:pt x="4351296" y="3599450"/>
                </a:lnTo>
                <a:lnTo>
                  <a:pt x="4254598" y="3599450"/>
                </a:lnTo>
                <a:lnTo>
                  <a:pt x="4157901" y="3599450"/>
                </a:lnTo>
                <a:lnTo>
                  <a:pt x="4061212" y="3599450"/>
                </a:lnTo>
                <a:lnTo>
                  <a:pt x="3964515" y="3599450"/>
                </a:lnTo>
                <a:lnTo>
                  <a:pt x="3867817" y="3599450"/>
                </a:lnTo>
                <a:lnTo>
                  <a:pt x="3771119" y="3599450"/>
                </a:lnTo>
                <a:lnTo>
                  <a:pt x="3674431" y="3599450"/>
                </a:lnTo>
                <a:lnTo>
                  <a:pt x="3577733" y="3599450"/>
                </a:lnTo>
                <a:lnTo>
                  <a:pt x="3481035" y="3599450"/>
                </a:lnTo>
                <a:lnTo>
                  <a:pt x="3384337" y="3599450"/>
                </a:lnTo>
                <a:lnTo>
                  <a:pt x="3287639" y="3599450"/>
                </a:lnTo>
                <a:lnTo>
                  <a:pt x="3190951" y="3599450"/>
                </a:lnTo>
                <a:lnTo>
                  <a:pt x="3094253" y="3599450"/>
                </a:lnTo>
                <a:lnTo>
                  <a:pt x="2997556" y="3599450"/>
                </a:lnTo>
                <a:lnTo>
                  <a:pt x="2900858" y="3599450"/>
                </a:lnTo>
                <a:lnTo>
                  <a:pt x="2804170" y="3599450"/>
                </a:lnTo>
                <a:lnTo>
                  <a:pt x="2707472" y="3599450"/>
                </a:lnTo>
                <a:lnTo>
                  <a:pt x="2610774" y="3599450"/>
                </a:lnTo>
                <a:lnTo>
                  <a:pt x="2514086" y="3599450"/>
                </a:lnTo>
                <a:lnTo>
                  <a:pt x="2417388" y="3599450"/>
                </a:lnTo>
                <a:lnTo>
                  <a:pt x="2320690" y="3599450"/>
                </a:lnTo>
                <a:lnTo>
                  <a:pt x="2223992" y="3599450"/>
                </a:lnTo>
                <a:lnTo>
                  <a:pt x="2127304" y="3599450"/>
                </a:lnTo>
                <a:lnTo>
                  <a:pt x="2030606" y="3599450"/>
                </a:lnTo>
                <a:lnTo>
                  <a:pt x="1933908" y="3599450"/>
                </a:lnTo>
                <a:lnTo>
                  <a:pt x="1837211" y="3599450"/>
                </a:lnTo>
                <a:lnTo>
                  <a:pt x="1740513" y="3599450"/>
                </a:lnTo>
                <a:lnTo>
                  <a:pt x="1643825" y="3599450"/>
                </a:lnTo>
                <a:lnTo>
                  <a:pt x="1547127" y="3599450"/>
                </a:lnTo>
                <a:lnTo>
                  <a:pt x="1450429" y="3599450"/>
                </a:lnTo>
                <a:lnTo>
                  <a:pt x="1353741" y="3599450"/>
                </a:lnTo>
                <a:lnTo>
                  <a:pt x="1257043" y="3599450"/>
                </a:lnTo>
                <a:lnTo>
                  <a:pt x="1160345" y="3599450"/>
                </a:lnTo>
                <a:lnTo>
                  <a:pt x="1063647" y="3599450"/>
                </a:lnTo>
                <a:lnTo>
                  <a:pt x="966959" y="3599450"/>
                </a:lnTo>
                <a:lnTo>
                  <a:pt x="870261" y="3599450"/>
                </a:lnTo>
                <a:lnTo>
                  <a:pt x="773563" y="3599450"/>
                </a:lnTo>
                <a:lnTo>
                  <a:pt x="676866" y="3599450"/>
                </a:lnTo>
                <a:lnTo>
                  <a:pt x="580168" y="3599450"/>
                </a:lnTo>
                <a:lnTo>
                  <a:pt x="483479" y="3599450"/>
                </a:lnTo>
                <a:lnTo>
                  <a:pt x="386782" y="3599450"/>
                </a:lnTo>
                <a:lnTo>
                  <a:pt x="290084" y="3599450"/>
                </a:lnTo>
                <a:lnTo>
                  <a:pt x="193386" y="3599450"/>
                </a:lnTo>
                <a:lnTo>
                  <a:pt x="96698" y="3599450"/>
                </a:lnTo>
                <a:lnTo>
                  <a:pt x="0" y="3599450"/>
                </a:lnTo>
                <a:close/>
              </a:path>
            </a:pathLst>
          </a:custGeom>
          <a:solidFill xmlns:a="http://schemas.openxmlformats.org/drawingml/2006/main">
            <a:srgbClr val="F2F7FD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pectrum-density-curve">
            <a:extLst xmlns:a="http://schemas.openxmlformats.org/drawingml/2006/main">
              <a:ext uri="{FF2B5EF4-FFF2-40B4-BE49-F238E27FC236}">
                <a16:creationId xmlns:a16="http://schemas.microsoft.com/office/drawing/2014/main" id="{6EEF152B-F72C-46D9-AF39-52A3CD0DC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0125" y="1619250"/>
            <a:ext cx="10191750" cy="3201829"/>
          </a:xfrm>
          <a:custGeom xmlns:a="http://schemas.openxmlformats.org/drawingml/2006/main">
            <a:pathLst>
              <a:path w="10191750" h="3201829">
                <a:moveTo>
                  <a:pt x="0" y="3201829"/>
                </a:moveTo>
                <a:lnTo>
                  <a:pt x="47939" y="3184693"/>
                </a:lnTo>
                <a:lnTo>
                  <a:pt x="95879" y="3167558"/>
                </a:lnTo>
                <a:lnTo>
                  <a:pt x="143542" y="3149708"/>
                </a:lnTo>
                <a:lnTo>
                  <a:pt x="191062" y="3131439"/>
                </a:lnTo>
                <a:lnTo>
                  <a:pt x="238468" y="3112884"/>
                </a:lnTo>
                <a:lnTo>
                  <a:pt x="285540" y="3093491"/>
                </a:lnTo>
                <a:lnTo>
                  <a:pt x="332603" y="3074089"/>
                </a:lnTo>
                <a:lnTo>
                  <a:pt x="379247" y="3053705"/>
                </a:lnTo>
                <a:lnTo>
                  <a:pt x="425825" y="3033141"/>
                </a:lnTo>
                <a:lnTo>
                  <a:pt x="472173" y="3012110"/>
                </a:lnTo>
                <a:lnTo>
                  <a:pt x="518217" y="2990402"/>
                </a:lnTo>
                <a:lnTo>
                  <a:pt x="564271" y="2968695"/>
                </a:lnTo>
                <a:lnTo>
                  <a:pt x="609819" y="2945959"/>
                </a:lnTo>
                <a:lnTo>
                  <a:pt x="655339" y="2923175"/>
                </a:lnTo>
                <a:lnTo>
                  <a:pt x="700602" y="2899867"/>
                </a:lnTo>
                <a:lnTo>
                  <a:pt x="745550" y="2875969"/>
                </a:lnTo>
                <a:lnTo>
                  <a:pt x="790499" y="2852080"/>
                </a:lnTo>
                <a:lnTo>
                  <a:pt x="834914" y="2827191"/>
                </a:lnTo>
                <a:lnTo>
                  <a:pt x="879300" y="2802255"/>
                </a:lnTo>
                <a:lnTo>
                  <a:pt x="923439" y="2776909"/>
                </a:lnTo>
                <a:lnTo>
                  <a:pt x="967235" y="2750953"/>
                </a:lnTo>
                <a:lnTo>
                  <a:pt x="1011022" y="2724988"/>
                </a:lnTo>
                <a:lnTo>
                  <a:pt x="1054332" y="2698242"/>
                </a:lnTo>
                <a:lnTo>
                  <a:pt x="1097537" y="2671315"/>
                </a:lnTo>
                <a:lnTo>
                  <a:pt x="1140628" y="2644207"/>
                </a:lnTo>
                <a:lnTo>
                  <a:pt x="1183224" y="2616327"/>
                </a:lnTo>
                <a:lnTo>
                  <a:pt x="1225820" y="2588457"/>
                </a:lnTo>
                <a:lnTo>
                  <a:pt x="1268120" y="2560120"/>
                </a:lnTo>
                <a:lnTo>
                  <a:pt x="1310135" y="2531393"/>
                </a:lnTo>
                <a:lnTo>
                  <a:pt x="1352159" y="2502656"/>
                </a:lnTo>
                <a:lnTo>
                  <a:pt x="1393717" y="2473252"/>
                </a:lnTo>
                <a:lnTo>
                  <a:pt x="1435179" y="2443715"/>
                </a:lnTo>
                <a:lnTo>
                  <a:pt x="1476585" y="2414092"/>
                </a:lnTo>
                <a:lnTo>
                  <a:pt x="1517494" y="2383793"/>
                </a:lnTo>
                <a:lnTo>
                  <a:pt x="1558395" y="2353485"/>
                </a:lnTo>
                <a:lnTo>
                  <a:pt x="1599133" y="2322957"/>
                </a:lnTo>
                <a:lnTo>
                  <a:pt x="1639519" y="2291972"/>
                </a:lnTo>
                <a:lnTo>
                  <a:pt x="1679915" y="2260987"/>
                </a:lnTo>
                <a:lnTo>
                  <a:pt x="1720053" y="2229679"/>
                </a:lnTo>
                <a:lnTo>
                  <a:pt x="1759972" y="2198084"/>
                </a:lnTo>
                <a:lnTo>
                  <a:pt x="1799892" y="2166490"/>
                </a:lnTo>
                <a:lnTo>
                  <a:pt x="1839506" y="2134514"/>
                </a:lnTo>
                <a:lnTo>
                  <a:pt x="1878987" y="2102377"/>
                </a:lnTo>
                <a:lnTo>
                  <a:pt x="1918459" y="2070230"/>
                </a:lnTo>
                <a:lnTo>
                  <a:pt x="1957588" y="2037664"/>
                </a:lnTo>
                <a:lnTo>
                  <a:pt x="1996650" y="2005013"/>
                </a:lnTo>
                <a:lnTo>
                  <a:pt x="2035702" y="1972361"/>
                </a:lnTo>
                <a:lnTo>
                  <a:pt x="2074459" y="1939357"/>
                </a:lnTo>
                <a:lnTo>
                  <a:pt x="2113197" y="1906324"/>
                </a:lnTo>
                <a:lnTo>
                  <a:pt x="2151926" y="1873282"/>
                </a:lnTo>
                <a:lnTo>
                  <a:pt x="2190340" y="1839878"/>
                </a:lnTo>
                <a:lnTo>
                  <a:pt x="2228755" y="1806473"/>
                </a:lnTo>
                <a:lnTo>
                  <a:pt x="2267160" y="1773050"/>
                </a:lnTo>
                <a:lnTo>
                  <a:pt x="2305345" y="1739389"/>
                </a:lnTo>
                <a:lnTo>
                  <a:pt x="2343541" y="1705727"/>
                </a:lnTo>
                <a:lnTo>
                  <a:pt x="2381717" y="1672047"/>
                </a:lnTo>
                <a:lnTo>
                  <a:pt x="2419731" y="1638186"/>
                </a:lnTo>
                <a:lnTo>
                  <a:pt x="2457745" y="1604324"/>
                </a:lnTo>
                <a:lnTo>
                  <a:pt x="2495741" y="1570453"/>
                </a:lnTo>
                <a:lnTo>
                  <a:pt x="2533621" y="1536430"/>
                </a:lnTo>
                <a:lnTo>
                  <a:pt x="2571493" y="1502416"/>
                </a:lnTo>
                <a:lnTo>
                  <a:pt x="2609364" y="1468403"/>
                </a:lnTo>
                <a:lnTo>
                  <a:pt x="2647236" y="1434379"/>
                </a:lnTo>
                <a:lnTo>
                  <a:pt x="2685107" y="1400366"/>
                </a:lnTo>
                <a:lnTo>
                  <a:pt x="2722988" y="1366342"/>
                </a:lnTo>
                <a:lnTo>
                  <a:pt x="2760878" y="1332347"/>
                </a:lnTo>
                <a:lnTo>
                  <a:pt x="2798759" y="1298343"/>
                </a:lnTo>
                <a:lnTo>
                  <a:pt x="2836669" y="1264358"/>
                </a:lnTo>
                <a:lnTo>
                  <a:pt x="2874664" y="1230487"/>
                </a:lnTo>
                <a:lnTo>
                  <a:pt x="2912669" y="1196607"/>
                </a:lnTo>
                <a:lnTo>
                  <a:pt x="2950702" y="1162774"/>
                </a:lnTo>
                <a:lnTo>
                  <a:pt x="2988907" y="1129122"/>
                </a:lnTo>
                <a:lnTo>
                  <a:pt x="3027112" y="1095480"/>
                </a:lnTo>
                <a:lnTo>
                  <a:pt x="3065374" y="1061895"/>
                </a:lnTo>
                <a:lnTo>
                  <a:pt x="3103836" y="1028548"/>
                </a:lnTo>
                <a:lnTo>
                  <a:pt x="3142298" y="995201"/>
                </a:lnTo>
                <a:lnTo>
                  <a:pt x="3180855" y="961958"/>
                </a:lnTo>
                <a:lnTo>
                  <a:pt x="3219688" y="929040"/>
                </a:lnTo>
                <a:lnTo>
                  <a:pt x="3258522" y="896122"/>
                </a:lnTo>
                <a:lnTo>
                  <a:pt x="3297498" y="863375"/>
                </a:lnTo>
                <a:lnTo>
                  <a:pt x="3336769" y="830980"/>
                </a:lnTo>
                <a:lnTo>
                  <a:pt x="3376031" y="798576"/>
                </a:lnTo>
                <a:lnTo>
                  <a:pt x="3415551" y="766486"/>
                </a:lnTo>
                <a:lnTo>
                  <a:pt x="3455356" y="734749"/>
                </a:lnTo>
                <a:lnTo>
                  <a:pt x="3495161" y="703012"/>
                </a:lnTo>
                <a:lnTo>
                  <a:pt x="3535347" y="671770"/>
                </a:lnTo>
                <a:lnTo>
                  <a:pt x="3575780" y="640832"/>
                </a:lnTo>
                <a:lnTo>
                  <a:pt x="3616204" y="609895"/>
                </a:lnTo>
                <a:lnTo>
                  <a:pt x="3657209" y="579730"/>
                </a:lnTo>
                <a:lnTo>
                  <a:pt x="3698348" y="549735"/>
                </a:lnTo>
                <a:lnTo>
                  <a:pt x="3739534" y="519808"/>
                </a:lnTo>
                <a:lnTo>
                  <a:pt x="3781473" y="490957"/>
                </a:lnTo>
                <a:lnTo>
                  <a:pt x="3823411" y="462105"/>
                </a:lnTo>
                <a:lnTo>
                  <a:pt x="3865664" y="433721"/>
                </a:lnTo>
                <a:lnTo>
                  <a:pt x="3908479" y="406175"/>
                </a:lnTo>
                <a:lnTo>
                  <a:pt x="3951294" y="378628"/>
                </a:lnTo>
                <a:lnTo>
                  <a:pt x="3994766" y="352158"/>
                </a:lnTo>
                <a:lnTo>
                  <a:pt x="4038505" y="326107"/>
                </a:lnTo>
                <a:lnTo>
                  <a:pt x="4082377" y="300295"/>
                </a:lnTo>
                <a:lnTo>
                  <a:pt x="4127125" y="276015"/>
                </a:lnTo>
                <a:lnTo>
                  <a:pt x="4171874" y="251746"/>
                </a:lnTo>
                <a:lnTo>
                  <a:pt x="4217222" y="228629"/>
                </a:lnTo>
                <a:lnTo>
                  <a:pt x="4262980" y="206312"/>
                </a:lnTo>
                <a:lnTo>
                  <a:pt x="4308853" y="184271"/>
                </a:lnTo>
                <a:lnTo>
                  <a:pt x="4355640" y="164201"/>
                </a:lnTo>
                <a:lnTo>
                  <a:pt x="4402426" y="144132"/>
                </a:lnTo>
                <a:lnTo>
                  <a:pt x="4449909" y="125816"/>
                </a:lnTo>
                <a:lnTo>
                  <a:pt x="4497695" y="108252"/>
                </a:lnTo>
                <a:lnTo>
                  <a:pt x="4545778" y="91602"/>
                </a:lnTo>
                <a:lnTo>
                  <a:pt x="4594489" y="76800"/>
                </a:lnTo>
                <a:lnTo>
                  <a:pt x="4643209" y="62017"/>
                </a:lnTo>
                <a:lnTo>
                  <a:pt x="4692720" y="50197"/>
                </a:lnTo>
                <a:lnTo>
                  <a:pt x="4742231" y="38367"/>
                </a:lnTo>
                <a:lnTo>
                  <a:pt x="4792228" y="28861"/>
                </a:lnTo>
                <a:lnTo>
                  <a:pt x="4842405" y="20250"/>
                </a:lnTo>
                <a:lnTo>
                  <a:pt x="4892792" y="13202"/>
                </a:lnTo>
                <a:lnTo>
                  <a:pt x="4943427" y="7963"/>
                </a:lnTo>
                <a:lnTo>
                  <a:pt x="4994119" y="3505"/>
                </a:lnTo>
                <a:lnTo>
                  <a:pt x="5044992" y="1753"/>
                </a:lnTo>
                <a:lnTo>
                  <a:pt x="5095875" y="0"/>
                </a:lnTo>
                <a:lnTo>
                  <a:pt x="5146748" y="1753"/>
                </a:lnTo>
                <a:lnTo>
                  <a:pt x="5197631" y="3505"/>
                </a:lnTo>
                <a:lnTo>
                  <a:pt x="5248323" y="7963"/>
                </a:lnTo>
                <a:lnTo>
                  <a:pt x="5298958" y="13202"/>
                </a:lnTo>
                <a:lnTo>
                  <a:pt x="5349345" y="20250"/>
                </a:lnTo>
                <a:lnTo>
                  <a:pt x="5399522" y="28861"/>
                </a:lnTo>
                <a:lnTo>
                  <a:pt x="5449510" y="38367"/>
                </a:lnTo>
                <a:lnTo>
                  <a:pt x="5499030" y="50197"/>
                </a:lnTo>
                <a:lnTo>
                  <a:pt x="5548541" y="62017"/>
                </a:lnTo>
                <a:lnTo>
                  <a:pt x="5597261" y="76800"/>
                </a:lnTo>
                <a:lnTo>
                  <a:pt x="5645963" y="91602"/>
                </a:lnTo>
                <a:lnTo>
                  <a:pt x="5694055" y="108252"/>
                </a:lnTo>
                <a:lnTo>
                  <a:pt x="5741841" y="125816"/>
                </a:lnTo>
                <a:lnTo>
                  <a:pt x="5789324" y="144132"/>
                </a:lnTo>
                <a:lnTo>
                  <a:pt x="5836110" y="164201"/>
                </a:lnTo>
                <a:lnTo>
                  <a:pt x="5882897" y="184261"/>
                </a:lnTo>
                <a:lnTo>
                  <a:pt x="5928770" y="206312"/>
                </a:lnTo>
                <a:lnTo>
                  <a:pt x="5974528" y="228629"/>
                </a:lnTo>
                <a:lnTo>
                  <a:pt x="6019876" y="251746"/>
                </a:lnTo>
                <a:lnTo>
                  <a:pt x="6064625" y="276015"/>
                </a:lnTo>
                <a:lnTo>
                  <a:pt x="6109373" y="300295"/>
                </a:lnTo>
                <a:lnTo>
                  <a:pt x="6153236" y="326107"/>
                </a:lnTo>
                <a:lnTo>
                  <a:pt x="6196984" y="352158"/>
                </a:lnTo>
                <a:lnTo>
                  <a:pt x="6240456" y="378628"/>
                </a:lnTo>
                <a:lnTo>
                  <a:pt x="6283271" y="406175"/>
                </a:lnTo>
                <a:lnTo>
                  <a:pt x="6326076" y="433721"/>
                </a:lnTo>
                <a:lnTo>
                  <a:pt x="6368339" y="462096"/>
                </a:lnTo>
                <a:lnTo>
                  <a:pt x="6410277" y="490957"/>
                </a:lnTo>
                <a:lnTo>
                  <a:pt x="6452216" y="519808"/>
                </a:lnTo>
                <a:lnTo>
                  <a:pt x="6493402" y="549735"/>
                </a:lnTo>
                <a:lnTo>
                  <a:pt x="6534531" y="579730"/>
                </a:lnTo>
                <a:lnTo>
                  <a:pt x="6575536" y="609895"/>
                </a:lnTo>
                <a:lnTo>
                  <a:pt x="6615970" y="640832"/>
                </a:lnTo>
                <a:lnTo>
                  <a:pt x="6656403" y="671770"/>
                </a:lnTo>
                <a:lnTo>
                  <a:pt x="6696589" y="703012"/>
                </a:lnTo>
                <a:lnTo>
                  <a:pt x="6736394" y="734749"/>
                </a:lnTo>
                <a:lnTo>
                  <a:pt x="6776199" y="766486"/>
                </a:lnTo>
                <a:lnTo>
                  <a:pt x="6815709" y="798576"/>
                </a:lnTo>
                <a:lnTo>
                  <a:pt x="6854981" y="830980"/>
                </a:lnTo>
                <a:lnTo>
                  <a:pt x="6894252" y="863375"/>
                </a:lnTo>
                <a:lnTo>
                  <a:pt x="6933228" y="896112"/>
                </a:lnTo>
                <a:lnTo>
                  <a:pt x="6972062" y="929040"/>
                </a:lnTo>
                <a:lnTo>
                  <a:pt x="7010895" y="961958"/>
                </a:lnTo>
                <a:lnTo>
                  <a:pt x="7049453" y="995191"/>
                </a:lnTo>
                <a:lnTo>
                  <a:pt x="7087914" y="1028548"/>
                </a:lnTo>
                <a:lnTo>
                  <a:pt x="7126376" y="1061895"/>
                </a:lnTo>
                <a:lnTo>
                  <a:pt x="7164629" y="1095480"/>
                </a:lnTo>
                <a:lnTo>
                  <a:pt x="7202843" y="1129122"/>
                </a:lnTo>
                <a:lnTo>
                  <a:pt x="7241048" y="1162764"/>
                </a:lnTo>
                <a:lnTo>
                  <a:pt x="7279081" y="1196607"/>
                </a:lnTo>
                <a:lnTo>
                  <a:pt x="7317076" y="1230487"/>
                </a:lnTo>
                <a:lnTo>
                  <a:pt x="7355081" y="1264358"/>
                </a:lnTo>
                <a:lnTo>
                  <a:pt x="7392981" y="1298343"/>
                </a:lnTo>
                <a:lnTo>
                  <a:pt x="7430872" y="1332347"/>
                </a:lnTo>
                <a:lnTo>
                  <a:pt x="7468762" y="1366342"/>
                </a:lnTo>
                <a:lnTo>
                  <a:pt x="7506633" y="1400366"/>
                </a:lnTo>
                <a:lnTo>
                  <a:pt x="7544514" y="1434379"/>
                </a:lnTo>
                <a:lnTo>
                  <a:pt x="7582386" y="1468403"/>
                </a:lnTo>
                <a:lnTo>
                  <a:pt x="7620257" y="1502416"/>
                </a:lnTo>
                <a:lnTo>
                  <a:pt x="7658129" y="1536430"/>
                </a:lnTo>
                <a:lnTo>
                  <a:pt x="7696010" y="1570453"/>
                </a:lnTo>
                <a:lnTo>
                  <a:pt x="7734005" y="1604324"/>
                </a:lnTo>
                <a:lnTo>
                  <a:pt x="7772019" y="1638186"/>
                </a:lnTo>
                <a:lnTo>
                  <a:pt x="7810033" y="1672047"/>
                </a:lnTo>
                <a:lnTo>
                  <a:pt x="7848209" y="1705727"/>
                </a:lnTo>
                <a:lnTo>
                  <a:pt x="7886405" y="1739389"/>
                </a:lnTo>
                <a:lnTo>
                  <a:pt x="7924590" y="1773050"/>
                </a:lnTo>
                <a:lnTo>
                  <a:pt x="7962995" y="1806473"/>
                </a:lnTo>
                <a:lnTo>
                  <a:pt x="8001410" y="1839878"/>
                </a:lnTo>
                <a:lnTo>
                  <a:pt x="8039824" y="1873282"/>
                </a:lnTo>
                <a:lnTo>
                  <a:pt x="8078553" y="1906324"/>
                </a:lnTo>
                <a:lnTo>
                  <a:pt x="8117291" y="1939357"/>
                </a:lnTo>
                <a:lnTo>
                  <a:pt x="8156048" y="1972361"/>
                </a:lnTo>
                <a:lnTo>
                  <a:pt x="8195100" y="2005013"/>
                </a:lnTo>
                <a:lnTo>
                  <a:pt x="8234162" y="2037664"/>
                </a:lnTo>
                <a:lnTo>
                  <a:pt x="8273291" y="2070230"/>
                </a:lnTo>
                <a:lnTo>
                  <a:pt x="8312763" y="2102368"/>
                </a:lnTo>
                <a:lnTo>
                  <a:pt x="8352244" y="2134514"/>
                </a:lnTo>
                <a:lnTo>
                  <a:pt x="8391858" y="2166490"/>
                </a:lnTo>
                <a:lnTo>
                  <a:pt x="8431778" y="2198084"/>
                </a:lnTo>
                <a:lnTo>
                  <a:pt x="8471697" y="2229679"/>
                </a:lnTo>
                <a:lnTo>
                  <a:pt x="8511835" y="2260987"/>
                </a:lnTo>
                <a:lnTo>
                  <a:pt x="8552221" y="2291972"/>
                </a:lnTo>
                <a:lnTo>
                  <a:pt x="8592617" y="2322957"/>
                </a:lnTo>
                <a:lnTo>
                  <a:pt x="8633355" y="2353485"/>
                </a:lnTo>
                <a:lnTo>
                  <a:pt x="8674256" y="2383793"/>
                </a:lnTo>
                <a:lnTo>
                  <a:pt x="8715165" y="2414092"/>
                </a:lnTo>
                <a:lnTo>
                  <a:pt x="8756571" y="2443705"/>
                </a:lnTo>
                <a:lnTo>
                  <a:pt x="8798033" y="2473242"/>
                </a:lnTo>
                <a:lnTo>
                  <a:pt x="8839581" y="2502656"/>
                </a:lnTo>
                <a:lnTo>
                  <a:pt x="8881605" y="2531393"/>
                </a:lnTo>
                <a:lnTo>
                  <a:pt x="8923630" y="2560120"/>
                </a:lnTo>
                <a:lnTo>
                  <a:pt x="8965921" y="2588457"/>
                </a:lnTo>
                <a:lnTo>
                  <a:pt x="9008526" y="2616327"/>
                </a:lnTo>
                <a:lnTo>
                  <a:pt x="9051122" y="2644207"/>
                </a:lnTo>
                <a:lnTo>
                  <a:pt x="9094213" y="2671315"/>
                </a:lnTo>
                <a:lnTo>
                  <a:pt x="9137418" y="2698232"/>
                </a:lnTo>
                <a:lnTo>
                  <a:pt x="9180728" y="2724988"/>
                </a:lnTo>
                <a:lnTo>
                  <a:pt x="9224515" y="2750944"/>
                </a:lnTo>
                <a:lnTo>
                  <a:pt x="9268311" y="2776909"/>
                </a:lnTo>
                <a:lnTo>
                  <a:pt x="9312450" y="2802255"/>
                </a:lnTo>
                <a:lnTo>
                  <a:pt x="9356836" y="2827191"/>
                </a:lnTo>
                <a:lnTo>
                  <a:pt x="9401242" y="2852080"/>
                </a:lnTo>
                <a:lnTo>
                  <a:pt x="9446200" y="2875969"/>
                </a:lnTo>
                <a:lnTo>
                  <a:pt x="9491148" y="2899867"/>
                </a:lnTo>
                <a:lnTo>
                  <a:pt x="9536411" y="2923175"/>
                </a:lnTo>
                <a:lnTo>
                  <a:pt x="9581931" y="2945959"/>
                </a:lnTo>
                <a:lnTo>
                  <a:pt x="9627479" y="2968695"/>
                </a:lnTo>
                <a:lnTo>
                  <a:pt x="9673523" y="2990402"/>
                </a:lnTo>
                <a:lnTo>
                  <a:pt x="9719577" y="3012110"/>
                </a:lnTo>
                <a:lnTo>
                  <a:pt x="9765925" y="3033141"/>
                </a:lnTo>
                <a:lnTo>
                  <a:pt x="9812503" y="3053705"/>
                </a:lnTo>
                <a:lnTo>
                  <a:pt x="9859147" y="3074089"/>
                </a:lnTo>
                <a:lnTo>
                  <a:pt x="9906210" y="3093491"/>
                </a:lnTo>
                <a:lnTo>
                  <a:pt x="9953282" y="3112884"/>
                </a:lnTo>
                <a:lnTo>
                  <a:pt x="10000688" y="3131439"/>
                </a:lnTo>
                <a:lnTo>
                  <a:pt x="10048199" y="3149708"/>
                </a:lnTo>
                <a:lnTo>
                  <a:pt x="10095871" y="3167558"/>
                </a:lnTo>
                <a:lnTo>
                  <a:pt x="10143811" y="3184693"/>
                </a:lnTo>
                <a:lnTo>
                  <a:pt x="10191750" y="320182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C5DCF4"/>
            </a:solidFill>
            <a:prstDash val="solid"/>
          </a:ln>
        </p:spPr>
      </p:sp>
      <p:sp>
        <p:nvSpPr>
          <p:cNvPr id="18" name="spectrum-underlay-0">
            <a:extLst xmlns:a="http://schemas.openxmlformats.org/drawingml/2006/main">
              <a:ext uri="{FF2B5EF4-FFF2-40B4-BE49-F238E27FC236}">
                <a16:creationId xmlns:a16="http://schemas.microsoft.com/office/drawing/2014/main" id="{D834BE4B-0BB4-4E22-A9C6-E14FB00D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spectrum-card-0">
            <a:extLst xmlns:a="http://schemas.openxmlformats.org/drawingml/2006/main">
              <a:ext uri="{FF2B5EF4-FFF2-40B4-BE49-F238E27FC236}">
                <a16:creationId xmlns:a16="http://schemas.microsoft.com/office/drawing/2014/main" id="{4ABC7E73-524F-4204-A5EE-49302E76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01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20" name="spectrum-order-0">
            <a:extLst xmlns:a="http://schemas.openxmlformats.org/drawingml/2006/main">
              <a:ext uri="{FF2B5EF4-FFF2-40B4-BE49-F238E27FC236}">
                <a16:creationId xmlns:a16="http://schemas.microsoft.com/office/drawing/2014/main" id="{9E07A941-DC3B-4131-B46D-A37F4D6E8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9400"/>
              </a:lnSpc>
              <a:buNone/>
              <a:defRPr sz="1275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1" name="spectrum-title-0">
            <a:extLst xmlns:a="http://schemas.openxmlformats.org/drawingml/2006/main">
              <a:ext uri="{FF2B5EF4-FFF2-40B4-BE49-F238E27FC236}">
                <a16:creationId xmlns:a16="http://schemas.microsoft.com/office/drawing/2014/main" id="{5AA0477A-98F3-47C1-BAB1-5A6650CF0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4671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低要求端</a:t>
            </a:r>
          </a:p>
        </p:txBody>
      </p:sp>
      <p:sp>
        <p:nvSpPr>
          <p:cNvPr id="22" name="spectrum-body-0">
            <a:extLst xmlns:a="http://schemas.openxmlformats.org/drawingml/2006/main">
              <a:ext uri="{FF2B5EF4-FFF2-40B4-BE49-F238E27FC236}">
                <a16:creationId xmlns:a16="http://schemas.microsoft.com/office/drawing/2014/main" id="{EEF0F602-7158-4599-99DA-8BFCCB1D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90675" y="39147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25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只要把文字放上去</a:t>
            </a:r>
          </a:p>
        </p:txBody>
      </p:sp>
      <p:sp>
        <p:nvSpPr>
          <p:cNvPr id="23" name="spectrum-underlay-1">
            <a:extLst xmlns:a="http://schemas.openxmlformats.org/drawingml/2006/main">
              <a:ext uri="{FF2B5EF4-FFF2-40B4-BE49-F238E27FC236}">
                <a16:creationId xmlns:a16="http://schemas.microsoft.com/office/drawing/2014/main" id="{D8418844-E6B9-418A-A075-31F990F5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619375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9FC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spectrum-card-1">
            <a:extLst xmlns:a="http://schemas.openxmlformats.org/drawingml/2006/main">
              <a:ext uri="{FF2B5EF4-FFF2-40B4-BE49-F238E27FC236}">
                <a16:creationId xmlns:a16="http://schemas.microsoft.com/office/drawing/2014/main" id="{F0FDF7A0-2A8F-48BA-9499-4A5F3D77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9625" y="2552700"/>
            <a:ext cx="2952750" cy="2352675"/>
          </a:xfrm>
          <a:prstGeom xmlns:a="http://schemas.openxmlformats.org/drawingml/2006/main" prst="roundRect">
            <a:avLst>
              <a:gd name="adj" fmla="val 7287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9525">
            <a:solidFill>
              <a:srgbClr val="2F5EA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8"/>
          <a:fontRef xmlns:a="http://schemas.openxmlformats.org/drawingml/2006/main" idx="major"/>
        </p:style>
      </p:sp>
      <p:sp>
        <p:nvSpPr>
          <p:cNvPr id="25" name="spectrum-order-1">
            <a:extLst xmlns:a="http://schemas.openxmlformats.org/drawingml/2006/main">
              <a:ext uri="{FF2B5EF4-FFF2-40B4-BE49-F238E27FC236}">
                <a16:creationId xmlns:a16="http://schemas.microsoft.com/office/drawing/2014/main" id="{55D10E15-EEE7-428D-B776-4C58E5A8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2714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9400"/>
              </a:lnSpc>
              <a:buNone/>
              <a:defRPr sz="1275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B9D5F6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6" name="spectrum-title-1">
            <a:extLst xmlns:a="http://schemas.openxmlformats.org/drawingml/2006/main">
              <a:ext uri="{FF2B5EF4-FFF2-40B4-BE49-F238E27FC236}">
                <a16:creationId xmlns:a16="http://schemas.microsoft.com/office/drawing/2014/main" id="{7F069B06-9DF2-49FC-AB9A-9EB845370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18135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中间主体</a:t>
            </a:r>
          </a:p>
        </p:txBody>
      </p:sp>
      <p:sp>
        <p:nvSpPr>
          <p:cNvPr id="27" name="spectrum-body-1">
            <a:extLst xmlns:a="http://schemas.openxmlformats.org/drawingml/2006/main">
              <a:ext uri="{FF2B5EF4-FFF2-40B4-BE49-F238E27FC236}">
                <a16:creationId xmlns:a16="http://schemas.microsoft.com/office/drawing/2014/main" id="{10384DE6-63DF-4872-95E1-4B96BBC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0125" y="362902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学校、科研院所、事业单位等需要规范工作型PPT</a:t>
            </a:r>
          </a:p>
        </p:txBody>
      </p:sp>
      <p:sp>
        <p:nvSpPr>
          <p:cNvPr id="28" name="spectrum-focus-label-bg">
            <a:extLst xmlns:a="http://schemas.openxmlformats.org/drawingml/2006/main">
              <a:ext uri="{FF2B5EF4-FFF2-40B4-BE49-F238E27FC236}">
                <a16:creationId xmlns:a16="http://schemas.microsoft.com/office/drawing/2014/main" id="{2035E4D9-4822-467D-96FF-24AE74B07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spectrum-focus-label">
            <a:extLst xmlns:a="http://schemas.openxmlformats.org/drawingml/2006/main">
              <a:ext uri="{FF2B5EF4-FFF2-40B4-BE49-F238E27FC236}">
                <a16:creationId xmlns:a16="http://schemas.microsoft.com/office/drawing/2014/main" id="{7B720F32-2A69-4052-8133-7D9050C50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724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2F5EA8"/>
                </a:solidFill>
                <a:latin typeface="Microsoft YaHei"/>
                <a:ea typeface="Microsoft YaHei"/>
                <a:cs typeface="Microsoft YaHei"/>
              </a:rPr>
              <a:t>重点区域</a:t>
            </a:r>
          </a:p>
        </p:txBody>
      </p:sp>
      <p:sp>
        <p:nvSpPr>
          <p:cNvPr id="30" name="spectrum-underlay-2">
            <a:extLst xmlns:a="http://schemas.openxmlformats.org/drawingml/2006/main">
              <a:ext uri="{FF2B5EF4-FFF2-40B4-BE49-F238E27FC236}">
                <a16:creationId xmlns:a16="http://schemas.microsoft.com/office/drawing/2014/main" id="{0EA4A677-802B-4192-B433-2A8C534B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3000375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spectrum-card-2">
            <a:extLst xmlns:a="http://schemas.openxmlformats.org/drawingml/2006/main">
              <a:ext uri="{FF2B5EF4-FFF2-40B4-BE49-F238E27FC236}">
                <a16:creationId xmlns:a16="http://schemas.microsoft.com/office/drawing/2014/main" id="{BBC50DB5-6BD7-499A-B521-A35F084D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933700"/>
            <a:ext cx="2952750" cy="19716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9525">
            <a:solidFill>
              <a:srgbClr val="CFDD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sp>
        <p:nvSpPr>
          <p:cNvPr id="32" name="spectrum-order-2">
            <a:extLst xmlns:a="http://schemas.openxmlformats.org/drawingml/2006/main">
              <a:ext uri="{FF2B5EF4-FFF2-40B4-BE49-F238E27FC236}">
                <a16:creationId xmlns:a16="http://schemas.microsoft.com/office/drawing/2014/main" id="{9AE24BD1-8312-4319-84EC-F574E593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095625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9400"/>
              </a:lnSpc>
              <a:buNone/>
              <a:defRPr sz="1275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9AB1C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3" name="spectrum-title-2">
            <a:extLst xmlns:a="http://schemas.openxmlformats.org/drawingml/2006/main">
              <a:ext uri="{FF2B5EF4-FFF2-40B4-BE49-F238E27FC236}">
                <a16:creationId xmlns:a16="http://schemas.microsoft.com/office/drawing/2014/main" id="{882D1A67-411A-49F1-B00B-247D39F6A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4671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高度定制端</a:t>
            </a:r>
          </a:p>
        </p:txBody>
      </p:sp>
      <p:sp>
        <p:nvSpPr>
          <p:cNvPr id="34" name="spectrum-body-2">
            <a:extLst xmlns:a="http://schemas.openxmlformats.org/drawingml/2006/main">
              <a:ext uri="{FF2B5EF4-FFF2-40B4-BE49-F238E27FC236}">
                <a16:creationId xmlns:a16="http://schemas.microsoft.com/office/drawing/2014/main" id="{9537B5DC-2FBF-40D7-837C-15BF721C3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9575" y="3914775"/>
            <a:ext cx="2571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6000"/>
              </a:lnSpc>
              <a:buNone/>
              <a:defRPr sz="1425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526174"/>
                </a:solidFill>
                <a:latin typeface="Microsoft YaHei"/>
                <a:ea typeface="Microsoft YaHei"/>
                <a:cs typeface="Microsoft YaHei"/>
              </a:rPr>
              <a:t>发布会、品牌路演、高水平比赛</a:t>
            </a:r>
          </a:p>
        </p:txBody>
      </p:sp>
      <p:sp>
        <p:nvSpPr>
          <p:cNvPr id="35" name="spectrum-axis">
            <a:extLst xmlns:a="http://schemas.openxmlformats.org/drawingml/2006/main">
              <a:ext uri="{FF2B5EF4-FFF2-40B4-BE49-F238E27FC236}">
                <a16:creationId xmlns:a16="http://schemas.microsoft.com/office/drawing/2014/main" id="{A508AAA7-EF8D-4E80-921A-CDE3FDB52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1575" y="5381625"/>
            <a:ext cx="9810750" cy="285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FB3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spectrum-axis-arrow">
            <a:extLst xmlns:a="http://schemas.openxmlformats.org/drawingml/2006/main">
              <a:ext uri="{FF2B5EF4-FFF2-40B4-BE49-F238E27FC236}">
                <a16:creationId xmlns:a16="http://schemas.microsoft.com/office/drawing/2014/main" id="{1A41515F-BE2F-40CE-9DBA-B070A00E3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7088" y="5329238"/>
            <a:ext cx="138113" cy="133350"/>
          </a:xfrm>
          <a:custGeom xmlns:a="http://schemas.openxmlformats.org/drawingml/2006/main">
            <a:pathLst>
              <a:path w="138113" h="133350">
                <a:moveTo>
                  <a:pt x="0" y="0"/>
                </a:moveTo>
                <a:lnTo>
                  <a:pt x="8630" y="4172"/>
                </a:lnTo>
                <a:lnTo>
                  <a:pt x="17269" y="8334"/>
                </a:lnTo>
                <a:lnTo>
                  <a:pt x="25898" y="12506"/>
                </a:lnTo>
                <a:lnTo>
                  <a:pt x="34528" y="16669"/>
                </a:lnTo>
                <a:lnTo>
                  <a:pt x="43158" y="20841"/>
                </a:lnTo>
                <a:lnTo>
                  <a:pt x="51797" y="25003"/>
                </a:lnTo>
                <a:lnTo>
                  <a:pt x="60427" y="29175"/>
                </a:lnTo>
                <a:lnTo>
                  <a:pt x="69056" y="33338"/>
                </a:lnTo>
                <a:lnTo>
                  <a:pt x="77686" y="37509"/>
                </a:lnTo>
                <a:lnTo>
                  <a:pt x="86325" y="41672"/>
                </a:lnTo>
                <a:lnTo>
                  <a:pt x="94955" y="45844"/>
                </a:lnTo>
                <a:lnTo>
                  <a:pt x="103584" y="50006"/>
                </a:lnTo>
                <a:lnTo>
                  <a:pt x="112214" y="54178"/>
                </a:lnTo>
                <a:lnTo>
                  <a:pt x="120853" y="58341"/>
                </a:lnTo>
                <a:lnTo>
                  <a:pt x="129483" y="62513"/>
                </a:lnTo>
                <a:lnTo>
                  <a:pt x="138113" y="66675"/>
                </a:lnTo>
                <a:lnTo>
                  <a:pt x="129483" y="70847"/>
                </a:lnTo>
                <a:lnTo>
                  <a:pt x="120853" y="75009"/>
                </a:lnTo>
                <a:lnTo>
                  <a:pt x="112214" y="79172"/>
                </a:lnTo>
                <a:lnTo>
                  <a:pt x="103584" y="83344"/>
                </a:lnTo>
                <a:lnTo>
                  <a:pt x="94955" y="87516"/>
                </a:lnTo>
                <a:lnTo>
                  <a:pt x="86325" y="91678"/>
                </a:lnTo>
                <a:lnTo>
                  <a:pt x="77686" y="95841"/>
                </a:lnTo>
                <a:lnTo>
                  <a:pt x="69056" y="100013"/>
                </a:lnTo>
                <a:lnTo>
                  <a:pt x="60427" y="104184"/>
                </a:lnTo>
                <a:lnTo>
                  <a:pt x="51797" y="108347"/>
                </a:lnTo>
                <a:lnTo>
                  <a:pt x="43158" y="112519"/>
                </a:lnTo>
                <a:lnTo>
                  <a:pt x="34528" y="116681"/>
                </a:lnTo>
                <a:lnTo>
                  <a:pt x="25898" y="120853"/>
                </a:lnTo>
                <a:lnTo>
                  <a:pt x="17269" y="125016"/>
                </a:lnTo>
                <a:lnTo>
                  <a:pt x="8630" y="129188"/>
                </a:lnTo>
                <a:lnTo>
                  <a:pt x="0" y="1333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8FB3DF"/>
            </a:solidFill>
            <a:prstDash val="solid"/>
          </a:ln>
        </p:spPr>
      </p:sp>
      <p:sp>
        <p:nvSpPr>
          <p:cNvPr id="37" name="spectrum-axis-low">
            <a:extLst xmlns:a="http://schemas.openxmlformats.org/drawingml/2006/main">
              <a:ext uri="{FF2B5EF4-FFF2-40B4-BE49-F238E27FC236}">
                <a16:creationId xmlns:a16="http://schemas.microsoft.com/office/drawing/2014/main" id="{B224C74D-DF16-462D-96B3-E6CA652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600"/>
              </a:lnSpc>
              <a:buNone/>
              <a:defRPr sz="135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低</a:t>
            </a:r>
          </a:p>
        </p:txBody>
      </p:sp>
      <p:sp>
        <p:nvSpPr>
          <p:cNvPr id="38" name="spectrum-axis-label">
            <a:extLst xmlns:a="http://schemas.openxmlformats.org/drawingml/2006/main">
              <a:ext uri="{FF2B5EF4-FFF2-40B4-BE49-F238E27FC236}">
                <a16:creationId xmlns:a16="http://schemas.microsoft.com/office/drawing/2014/main" id="{8984E8C9-BED0-41E5-A01B-2E36486E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816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程度</a:t>
            </a:r>
          </a:p>
        </p:txBody>
      </p:sp>
      <p:sp>
        <p:nvSpPr>
          <p:cNvPr id="39" name="spectrum-axis-high">
            <a:extLst xmlns:a="http://schemas.openxmlformats.org/drawingml/2006/main">
              <a:ext uri="{FF2B5EF4-FFF2-40B4-BE49-F238E27FC236}">
                <a16:creationId xmlns:a16="http://schemas.microsoft.com/office/drawing/2014/main" id="{EF44F04A-B3C0-4E81-8F6B-02AF925C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05975" y="55816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55600"/>
              </a:lnSpc>
              <a:buNone/>
              <a:defRPr sz="135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高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稳定跨过可用线，比偶然惊艳更重要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E5055DB8-B462-4C2B-965C-550AE2D61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comparison-stage-outer">
            <a:extLst xmlns:a="http://schemas.openxmlformats.org/drawingml/2006/main">
              <a:ext uri="{FF2B5EF4-FFF2-40B4-BE49-F238E27FC236}">
                <a16:creationId xmlns:a16="http://schemas.microsoft.com/office/drawing/2014/main" id="{39BD8BF2-61E6-47D5-9E7D-4FF60AE0E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476875"/>
            <a:ext cx="109156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FC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mparison-stage-inner">
            <a:extLst xmlns:a="http://schemas.openxmlformats.org/drawingml/2006/main">
              <a:ext uri="{FF2B5EF4-FFF2-40B4-BE49-F238E27FC236}">
                <a16:creationId xmlns:a16="http://schemas.microsoft.com/office/drawing/2014/main" id="{D8E1F9A9-F07B-4835-86DA-EB5C8A09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" y="5562600"/>
            <a:ext cx="102870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mparison-shadow-0">
            <a:extLst xmlns:a="http://schemas.openxmlformats.org/drawingml/2006/main">
              <a:ext uri="{FF2B5EF4-FFF2-40B4-BE49-F238E27FC236}">
                <a16:creationId xmlns:a16="http://schemas.microsoft.com/office/drawing/2014/main" id="{C75397BC-572C-42EF-81E8-DDDAF62F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mparison-surface-0">
            <a:extLst xmlns:a="http://schemas.openxmlformats.org/drawingml/2006/main">
              <a:ext uri="{FF2B5EF4-FFF2-40B4-BE49-F238E27FC236}">
                <a16:creationId xmlns:a16="http://schemas.microsoft.com/office/drawing/2014/main" id="{9879CC74-5DFD-4276-B2FE-F43C20E0E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20" name="comparison-cap-top-0">
            <a:extLst xmlns:a="http://schemas.openxmlformats.org/drawingml/2006/main">
              <a:ext uri="{FF2B5EF4-FFF2-40B4-BE49-F238E27FC236}">
                <a16:creationId xmlns:a16="http://schemas.microsoft.com/office/drawing/2014/main" id="{766A8F3E-C552-4CC8-A924-F8A3A890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mparison-cap-bottom-0">
            <a:extLst xmlns:a="http://schemas.openxmlformats.org/drawingml/2006/main">
              <a:ext uri="{FF2B5EF4-FFF2-40B4-BE49-F238E27FC236}">
                <a16:creationId xmlns:a16="http://schemas.microsoft.com/office/drawing/2014/main" id="{36ECF35B-3A9B-42AA-ABEA-41E395D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37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2867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mparison-title-0">
            <a:extLst xmlns:a="http://schemas.openxmlformats.org/drawingml/2006/main">
              <a:ext uri="{FF2B5EF4-FFF2-40B4-BE49-F238E27FC236}">
                <a16:creationId xmlns:a16="http://schemas.microsoft.com/office/drawing/2014/main" id="{BF8AF31E-39AA-4C09-9F79-4AD7E7701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442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稳定跨过可用线</a:t>
            </a:r>
          </a:p>
        </p:txBody>
      </p:sp>
      <p:sp>
        <p:nvSpPr>
          <p:cNvPr id="23" name="comparison-row-0-0">
            <a:extLst xmlns:a="http://schemas.openxmlformats.org/drawingml/2006/main">
              <a:ext uri="{FF2B5EF4-FFF2-40B4-BE49-F238E27FC236}">
                <a16:creationId xmlns:a16="http://schemas.microsoft.com/office/drawing/2014/main" id="{92959B1F-3344-4FC4-9116-1C46B39A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4" name="comparison-marker-0-0">
            <a:extLst xmlns:a="http://schemas.openxmlformats.org/drawingml/2006/main">
              <a:ext uri="{FF2B5EF4-FFF2-40B4-BE49-F238E27FC236}">
                <a16:creationId xmlns:a16="http://schemas.microsoft.com/office/drawing/2014/main" id="{56C714AF-F30E-4E24-88E2-A6E9FC35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mparison-symbol-0-0">
            <a:extLst xmlns:a="http://schemas.openxmlformats.org/drawingml/2006/main">
              <a:ext uri="{FF2B5EF4-FFF2-40B4-BE49-F238E27FC236}">
                <a16:creationId xmlns:a16="http://schemas.microsoft.com/office/drawing/2014/main" id="{AB988E4E-8DB6-4AFD-B862-7B1E221CC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6" name="comparison-row-text-0-0">
            <a:extLst xmlns:a="http://schemas.openxmlformats.org/drawingml/2006/main">
              <a:ext uri="{FF2B5EF4-FFF2-40B4-BE49-F238E27FC236}">
                <a16:creationId xmlns:a16="http://schemas.microsoft.com/office/drawing/2014/main" id="{C38D815A-310C-47D4-9B2B-08E07352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直接使用不失专业</a:t>
            </a:r>
          </a:p>
        </p:txBody>
      </p:sp>
      <p:sp>
        <p:nvSpPr>
          <p:cNvPr id="27" name="comparison-row-0-1">
            <a:extLst xmlns:a="http://schemas.openxmlformats.org/drawingml/2006/main">
              <a:ext uri="{FF2B5EF4-FFF2-40B4-BE49-F238E27FC236}">
                <a16:creationId xmlns:a16="http://schemas.microsoft.com/office/drawing/2014/main" id="{DD6D9263-A509-4258-8FDE-615F3D2D5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28" name="comparison-marker-0-1">
            <a:extLst xmlns:a="http://schemas.openxmlformats.org/drawingml/2006/main">
              <a:ext uri="{FF2B5EF4-FFF2-40B4-BE49-F238E27FC236}">
                <a16:creationId xmlns:a16="http://schemas.microsoft.com/office/drawing/2014/main" id="{23D5C15B-0CF5-413D-AB34-60FF7DEC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mparison-symbol-0-1">
            <a:extLst xmlns:a="http://schemas.openxmlformats.org/drawingml/2006/main">
              <a:ext uri="{FF2B5EF4-FFF2-40B4-BE49-F238E27FC236}">
                <a16:creationId xmlns:a16="http://schemas.microsoft.com/office/drawing/2014/main" id="{633615D5-58B7-4DE8-A577-2B8FB6C0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0" name="comparison-row-text-0-1">
            <a:extLst xmlns:a="http://schemas.openxmlformats.org/drawingml/2006/main">
              <a:ext uri="{FF2B5EF4-FFF2-40B4-BE49-F238E27FC236}">
                <a16:creationId xmlns:a16="http://schemas.microsoft.com/office/drawing/2014/main" id="{E3B71B84-8A32-40E4-AF4A-191A5902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继续修改有可靠基础</a:t>
            </a:r>
          </a:p>
        </p:txBody>
      </p:sp>
      <p:sp>
        <p:nvSpPr>
          <p:cNvPr id="31" name="comparison-row-0-2">
            <a:extLst xmlns:a="http://schemas.openxmlformats.org/drawingml/2006/main">
              <a:ext uri="{FF2B5EF4-FFF2-40B4-BE49-F238E27FC236}">
                <a16:creationId xmlns:a16="http://schemas.microsoft.com/office/drawing/2014/main" id="{E21B40EA-7932-4F2F-96A3-A2E3F011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2" name="comparison-marker-0-2">
            <a:extLst xmlns:a="http://schemas.openxmlformats.org/drawingml/2006/main">
              <a:ext uri="{FF2B5EF4-FFF2-40B4-BE49-F238E27FC236}">
                <a16:creationId xmlns:a16="http://schemas.microsoft.com/office/drawing/2014/main" id="{36A69569-227B-4CAB-9ACE-37B35AC7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comparison-symbol-0-2">
            <a:extLst xmlns:a="http://schemas.openxmlformats.org/drawingml/2006/main">
              <a:ext uri="{FF2B5EF4-FFF2-40B4-BE49-F238E27FC236}">
                <a16:creationId xmlns:a16="http://schemas.microsoft.com/office/drawing/2014/main" id="{2A112B72-D72A-462C-867A-38FFB45C3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4" name="comparison-row-text-0-2">
            <a:extLst xmlns:a="http://schemas.openxmlformats.org/drawingml/2006/main">
              <a:ext uri="{FF2B5EF4-FFF2-40B4-BE49-F238E27FC236}">
                <a16:creationId xmlns:a16="http://schemas.microsoft.com/office/drawing/2014/main" id="{94C5F70E-91CC-40A4-884E-401FC7E85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投入与收益相匹配</a:t>
            </a:r>
          </a:p>
        </p:txBody>
      </p:sp>
      <p:sp>
        <p:nvSpPr>
          <p:cNvPr id="35" name="comparison-row-0-3">
            <a:extLst xmlns:a="http://schemas.openxmlformats.org/drawingml/2006/main">
              <a:ext uri="{FF2B5EF4-FFF2-40B4-BE49-F238E27FC236}">
                <a16:creationId xmlns:a16="http://schemas.microsoft.com/office/drawing/2014/main" id="{C4C682D1-51FA-420E-9B35-F3BFEEB4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7DFF7"/>
            </a:solidFill>
            <a:prstDash val="solid"/>
          </a:ln>
        </p:spPr>
      </p:sp>
      <p:sp>
        <p:nvSpPr>
          <p:cNvPr id="36" name="comparison-marker-0-3">
            <a:extLst xmlns:a="http://schemas.openxmlformats.org/drawingml/2006/main">
              <a:ext uri="{FF2B5EF4-FFF2-40B4-BE49-F238E27FC236}">
                <a16:creationId xmlns:a16="http://schemas.microsoft.com/office/drawing/2014/main" id="{C0D81895-4FC8-46F6-99D4-189D93345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8B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omparison-symbol-0-3">
            <a:extLst xmlns:a="http://schemas.openxmlformats.org/drawingml/2006/main">
              <a:ext uri="{FF2B5EF4-FFF2-40B4-BE49-F238E27FC236}">
                <a16:creationId xmlns:a16="http://schemas.microsoft.com/office/drawing/2014/main" id="{931C7033-DD31-4E72-B8F4-C15298738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80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38" name="comparison-row-text-0-3">
            <a:extLst xmlns:a="http://schemas.openxmlformats.org/drawingml/2006/main">
              <a:ext uri="{FF2B5EF4-FFF2-40B4-BE49-F238E27FC236}">
                <a16:creationId xmlns:a16="http://schemas.microsoft.com/office/drawing/2014/main" id="{7FCAAC9B-AF71-4F91-8B96-F5FD60865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830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对工作更值钱</a:t>
            </a:r>
          </a:p>
        </p:txBody>
      </p:sp>
      <p:sp>
        <p:nvSpPr>
          <p:cNvPr id="39" name="comparison-shadow-1">
            <a:extLst xmlns:a="http://schemas.openxmlformats.org/drawingml/2006/main">
              <a:ext uri="{FF2B5EF4-FFF2-40B4-BE49-F238E27FC236}">
                <a16:creationId xmlns:a16="http://schemas.microsoft.com/office/drawing/2014/main" id="{576A775D-D8E1-42A1-AD4B-924E183D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00875" y="1943100"/>
            <a:ext cx="4381500" cy="3790950"/>
          </a:xfrm>
          <a:prstGeom xmlns:a="http://schemas.openxmlformats.org/drawingml/2006/main" prst="roundRect">
            <a:avLst>
              <a:gd name="adj" fmla="val 7035"/>
            </a:avLst>
          </a:prstGeom>
          <a:solidFill xmlns:a="http://schemas.openxmlformats.org/drawingml/2006/main">
            <a:srgbClr val="DBE5F1">
              <a:alpha val="78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mparison-surface-1">
            <a:extLst xmlns:a="http://schemas.openxmlformats.org/drawingml/2006/main">
              <a:ext uri="{FF2B5EF4-FFF2-40B4-BE49-F238E27FC236}">
                <a16:creationId xmlns:a16="http://schemas.microsoft.com/office/drawing/2014/main" id="{E65677D9-09FA-4BA1-89A8-19E1D1F6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3810000"/>
          </a:xfrm>
          <a:prstGeom xmlns:a="http://schemas.openxmlformats.org/drawingml/2006/main" prst="roundRect">
            <a:avLst>
              <a:gd name="adj" fmla="val 7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6E0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9"/>
          <a:fontRef xmlns:a="http://schemas.openxmlformats.org/drawingml/2006/main" idx="major"/>
        </p:style>
      </p:sp>
      <p:sp>
        <p:nvSpPr>
          <p:cNvPr id="41" name="comparison-cap-top-1">
            <a:extLst xmlns:a="http://schemas.openxmlformats.org/drawingml/2006/main">
              <a:ext uri="{FF2B5EF4-FFF2-40B4-BE49-F238E27FC236}">
                <a16:creationId xmlns:a16="http://schemas.microsoft.com/office/drawing/2014/main" id="{6021BB63-8D6B-41D1-BB77-22D971655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1809750"/>
            <a:ext cx="45720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omparison-cap-bottom-1">
            <a:extLst xmlns:a="http://schemas.openxmlformats.org/drawingml/2006/main">
              <a:ext uri="{FF2B5EF4-FFF2-40B4-BE49-F238E27FC236}">
                <a16:creationId xmlns:a16="http://schemas.microsoft.com/office/drawing/2014/main" id="{96849C28-1B33-4333-B1B4-9B896688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05625" y="2076450"/>
            <a:ext cx="4572000" cy="476250"/>
          </a:xfrm>
          <a:prstGeom xmlns:a="http://schemas.openxmlformats.org/drawingml/2006/main" prst="roundRect">
            <a:avLst>
              <a:gd name="adj" fmla="val 32000"/>
            </a:avLst>
          </a:prstGeom>
          <a:solidFill xmlns:a="http://schemas.openxmlformats.org/drawingml/2006/main">
            <a:srgbClr val="7784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comparison-title-1">
            <a:extLst xmlns:a="http://schemas.openxmlformats.org/drawingml/2006/main">
              <a:ext uri="{FF2B5EF4-FFF2-40B4-BE49-F238E27FC236}">
                <a16:creationId xmlns:a16="http://schemas.microsoft.com/office/drawing/2014/main" id="{00065771-466C-4728-AA4B-CDB94C0A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5675" y="1933575"/>
            <a:ext cx="3771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偶然惊艳</a:t>
            </a:r>
          </a:p>
        </p:txBody>
      </p:sp>
      <p:sp>
        <p:nvSpPr>
          <p:cNvPr id="44" name="comparison-row-1-0">
            <a:extLst xmlns:a="http://schemas.openxmlformats.org/drawingml/2006/main">
              <a:ext uri="{FF2B5EF4-FFF2-40B4-BE49-F238E27FC236}">
                <a16:creationId xmlns:a16="http://schemas.microsoft.com/office/drawing/2014/main" id="{6BCEA10B-2DA7-442A-BB37-5E760CD28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77653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5" name="comparison-marker-1-0">
            <a:extLst xmlns:a="http://schemas.openxmlformats.org/drawingml/2006/main">
              <a:ext uri="{FF2B5EF4-FFF2-40B4-BE49-F238E27FC236}">
                <a16:creationId xmlns:a16="http://schemas.microsoft.com/office/drawing/2014/main" id="{A63FB8A0-8D68-4826-A1B9-DAD5502F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comparison-symbol-1-0">
            <a:extLst xmlns:a="http://schemas.openxmlformats.org/drawingml/2006/main">
              <a:ext uri="{FF2B5EF4-FFF2-40B4-BE49-F238E27FC236}">
                <a16:creationId xmlns:a16="http://schemas.microsoft.com/office/drawing/2014/main" id="{A8BFD002-A048-416A-A11A-B21C6B2FB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286226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47" name="comparison-row-text-1-0">
            <a:extLst xmlns:a="http://schemas.openxmlformats.org/drawingml/2006/main">
              <a:ext uri="{FF2B5EF4-FFF2-40B4-BE49-F238E27FC236}">
                <a16:creationId xmlns:a16="http://schemas.microsoft.com/office/drawing/2014/main" id="{002F803B-9E72-41F5-8EE0-E9CB84B1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78606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高度定制视觉创意</a:t>
            </a:r>
          </a:p>
        </p:txBody>
      </p:sp>
      <p:sp>
        <p:nvSpPr>
          <p:cNvPr id="48" name="comparison-row-1-1">
            <a:extLst xmlns:a="http://schemas.openxmlformats.org/drawingml/2006/main">
              <a:ext uri="{FF2B5EF4-FFF2-40B4-BE49-F238E27FC236}">
                <a16:creationId xmlns:a16="http://schemas.microsoft.com/office/drawing/2014/main" id="{D236B540-F1A9-4382-B824-5AF0C5BC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347186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49" name="comparison-marker-1-1">
            <a:extLst xmlns:a="http://schemas.openxmlformats.org/drawingml/2006/main">
              <a:ext uri="{FF2B5EF4-FFF2-40B4-BE49-F238E27FC236}">
                <a16:creationId xmlns:a16="http://schemas.microsoft.com/office/drawing/2014/main" id="{4BC6B9C3-5C7A-4252-9F09-A12A83EA8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comparison-symbol-1-1">
            <a:extLst xmlns:a="http://schemas.openxmlformats.org/drawingml/2006/main">
              <a:ext uri="{FF2B5EF4-FFF2-40B4-BE49-F238E27FC236}">
                <a16:creationId xmlns:a16="http://schemas.microsoft.com/office/drawing/2014/main" id="{7189A439-2099-4971-A356-9EA014F4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55758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1" name="comparison-row-text-1-1">
            <a:extLst xmlns:a="http://schemas.openxmlformats.org/drawingml/2006/main">
              <a:ext uri="{FF2B5EF4-FFF2-40B4-BE49-F238E27FC236}">
                <a16:creationId xmlns:a16="http://schemas.microsoft.com/office/drawing/2014/main" id="{AD6E144D-3A96-4FD5-B25D-D39611A62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348138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成本可能迅速上升</a:t>
            </a:r>
          </a:p>
        </p:txBody>
      </p:sp>
      <p:sp>
        <p:nvSpPr>
          <p:cNvPr id="52" name="comparison-row-1-2">
            <a:extLst xmlns:a="http://schemas.openxmlformats.org/drawingml/2006/main">
              <a:ext uri="{FF2B5EF4-FFF2-40B4-BE49-F238E27FC236}">
                <a16:creationId xmlns:a16="http://schemas.microsoft.com/office/drawing/2014/main" id="{AAAD86A9-33DB-49AB-ACEC-2F35FC87F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167188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3" name="comparison-marker-1-2">
            <a:extLst xmlns:a="http://schemas.openxmlformats.org/drawingml/2006/main">
              <a:ext uri="{FF2B5EF4-FFF2-40B4-BE49-F238E27FC236}">
                <a16:creationId xmlns:a16="http://schemas.microsoft.com/office/drawing/2014/main" id="{A5E04C89-A266-4792-B769-67DD5CEA1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comparison-symbol-1-2">
            <a:extLst xmlns:a="http://schemas.openxmlformats.org/drawingml/2006/main">
              <a:ext uri="{FF2B5EF4-FFF2-40B4-BE49-F238E27FC236}">
                <a16:creationId xmlns:a16="http://schemas.microsoft.com/office/drawing/2014/main" id="{F1A52296-BB78-4994-926C-3DCA49F6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52913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5" name="comparison-row-text-1-2">
            <a:extLst xmlns:a="http://schemas.openxmlformats.org/drawingml/2006/main">
              <a:ext uri="{FF2B5EF4-FFF2-40B4-BE49-F238E27FC236}">
                <a16:creationId xmlns:a16="http://schemas.microsoft.com/office/drawing/2014/main" id="{A60F6110-0E17-40BA-BD52-840EF9B5B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176713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内部汇报不需要</a:t>
            </a:r>
          </a:p>
        </p:txBody>
      </p:sp>
      <p:sp>
        <p:nvSpPr>
          <p:cNvPr id="56" name="comparison-row-1-3">
            <a:extLst xmlns:a="http://schemas.openxmlformats.org/drawingml/2006/main">
              <a:ext uri="{FF2B5EF4-FFF2-40B4-BE49-F238E27FC236}">
                <a16:creationId xmlns:a16="http://schemas.microsoft.com/office/drawing/2014/main" id="{6D852A59-5C46-4BE1-9AA6-538F3EBA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4862513"/>
            <a:ext cx="3924300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9EDF1"/>
          </a:solidFill>
          <a:ln xmlns:a="http://schemas.openxmlformats.org/drawingml/2006/main" w="9525">
            <a:solidFill>
              <a:srgbClr val="D4DAE1"/>
            </a:solidFill>
            <a:prstDash val="solid"/>
          </a:ln>
        </p:spPr>
      </p:sp>
      <p:sp>
        <p:nvSpPr>
          <p:cNvPr id="57" name="comparison-marker-1-3">
            <a:extLst xmlns:a="http://schemas.openxmlformats.org/drawingml/2006/main">
              <a:ext uri="{FF2B5EF4-FFF2-40B4-BE49-F238E27FC236}">
                <a16:creationId xmlns:a16="http://schemas.microsoft.com/office/drawing/2014/main" id="{68FFE5E5-D649-4A33-96B1-315355D9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773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comparison-symbol-1-3">
            <a:extLst xmlns:a="http://schemas.openxmlformats.org/drawingml/2006/main">
              <a:ext uri="{FF2B5EF4-FFF2-40B4-BE49-F238E27FC236}">
                <a16:creationId xmlns:a16="http://schemas.microsoft.com/office/drawing/2014/main" id="{233A61BC-02EB-44A5-B3F0-374A25002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948238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×</a:t>
            </a:r>
          </a:p>
        </p:txBody>
      </p:sp>
      <p:sp>
        <p:nvSpPr>
          <p:cNvPr id="59" name="comparison-row-text-1-3">
            <a:extLst xmlns:a="http://schemas.openxmlformats.org/drawingml/2006/main">
              <a:ext uri="{FF2B5EF4-FFF2-40B4-BE49-F238E27FC236}">
                <a16:creationId xmlns:a16="http://schemas.microsoft.com/office/drawing/2014/main" id="{84C9323F-D4B2-41AE-9465-B9835A93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4872038"/>
            <a:ext cx="2724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462"/>
                </a:solidFill>
                <a:latin typeface="Microsoft YaHei"/>
                <a:ea typeface="Microsoft YaHei"/>
                <a:cs typeface="Microsoft YaHei"/>
              </a:rPr>
              <a:t>结果不可预测</a:t>
            </a:r>
          </a:p>
        </p:txBody>
      </p:sp>
      <p:sp>
        <p:nvSpPr>
          <p:cNvPr id="60" name="comparison-knot-ring">
            <a:extLst xmlns:a="http://schemas.openxmlformats.org/drawingml/2006/main">
              <a:ext uri="{FF2B5EF4-FFF2-40B4-BE49-F238E27FC236}">
                <a16:creationId xmlns:a16="http://schemas.microsoft.com/office/drawing/2014/main" id="{FA8F4E77-E2C6-4E64-B3E5-701D766F6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76875" y="337185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EBFE1"/>
            </a:solidFill>
            <a:prstDash val="dash"/>
          </a:ln>
        </p:spPr>
      </p:sp>
      <p:sp>
        <p:nvSpPr>
          <p:cNvPr id="61" name="comparison-knot-halo">
            <a:extLst xmlns:a="http://schemas.openxmlformats.org/drawingml/2006/main">
              <a:ext uri="{FF2B5EF4-FFF2-40B4-BE49-F238E27FC236}">
                <a16:creationId xmlns:a16="http://schemas.microsoft.com/office/drawing/2014/main" id="{1DC35D69-4972-4193-BD48-51BC463F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1650" y="3476625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6FF"/>
          </a:solidFill>
          <a:ln xmlns:a="http://schemas.openxmlformats.org/drawingml/2006/main" w="9525">
            <a:solidFill>
              <a:srgbClr val="D4E5F6"/>
            </a:solidFill>
            <a:prstDash val="solid"/>
          </a:ln>
        </p:spPr>
      </p:sp>
      <p:sp>
        <p:nvSpPr>
          <p:cNvPr id="62" name="comparison-knot-core">
            <a:extLst xmlns:a="http://schemas.openxmlformats.org/drawingml/2006/main">
              <a:ext uri="{FF2B5EF4-FFF2-40B4-BE49-F238E27FC236}">
                <a16:creationId xmlns:a16="http://schemas.microsoft.com/office/drawing/2014/main" id="{F9973BB9-47A3-404E-95C7-89AF43B78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185CC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63" name="comparison-label">
            <a:extLst xmlns:a="http://schemas.openxmlformats.org/drawingml/2006/main">
              <a:ext uri="{FF2B5EF4-FFF2-40B4-BE49-F238E27FC236}">
                <a16:creationId xmlns:a16="http://schemas.microsoft.com/office/drawing/2014/main" id="{976F16BF-378B-4FF4-B774-5F2FF7AE4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86425" y="3581400"/>
            <a:ext cx="8191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用限制自由换取可靠性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价值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C85BCE49-4B8E-4F2E-8E25-0457A8B6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E39C58E5-113A-4A9E-B717-B553F6D0D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5825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18AB4194-0EF2-4D71-B2D1-7FE0FF92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8F480AF7-8EC3-4B3B-804A-60CFA4BB5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54969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15595732-8C3E-4448-94FD-38CB0A5B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8294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0775E3A8-8764-460A-9E6A-4A0415046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1644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d73beef9244ed8">
            <a:extLst>
              <a:ext uri="{96DAC541-7B7A-43D3-8B79-37D633B846F1}">
                <asvg:svgBlip xmlns:asvg="http://schemas.microsoft.com/office/drawing/2016/SVG/main" r:embed="R50b6d2606de4415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74044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BD4534C6-89D8-457B-B089-B6301E50E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175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726AB19D-428D-40A7-8E04-46C28F82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8319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A528E18A-06C1-42DD-A5B1-F59D91AB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225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颜色、字体、Logo等保持稳定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2B21B6EB-283B-4FBE-940C-DB41E7459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86163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29B034AD-8A77-4A24-AD43-04E20734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09963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864B9FC3-5E31-4535-9D87-5B692020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55306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21F8E170-4FC0-4C63-90DD-57C254D4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8631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24C573D1-CE1E-40B0-943B-B7B32B52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21981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427290f8684e02">
            <a:extLst>
              <a:ext uri="{96DAC541-7B7A-43D3-8B79-37D633B846F1}">
                <asvg:svgBlip xmlns:asvg="http://schemas.microsoft.com/office/drawing/2016/SVG/main" r:embed="R946516f4ec374b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574381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700660E8-4825-4B52-9EB1-4EC404BE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9513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0C5D8305-BA36-4925-85AA-4791654B3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8656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C29E9214-53C6-4448-90E8-DE5ADD12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38563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经过验证的并列、顺序、对比等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4D8D8AD1-00A4-4685-A6D5-E597C685A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0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9519FF29-E21F-4CAA-8A98-27656BD68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10300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B21BF546-31DC-428F-A3CF-166125947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564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728F880E-9AB0-4C3C-85BB-56A63B9D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896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EF4E0362-59AA-4F20-A5C0-760E73AB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231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4dfbbd0ac24d4c">
            <a:extLst>
              <a:ext uri="{96DAC541-7B7A-43D3-8B79-37D633B846F1}">
                <asvg:svgBlip xmlns:asvg="http://schemas.microsoft.com/office/drawing/2016/SVG/main" r:embed="R5ab1f78d8ecb43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27471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53BEC208-B795-4744-991D-6C4EC2EF0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数量与容量边界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7F612F5E-AE18-40F0-844B-7426896C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88994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DEDB633D-47AD-4E7A-A221-23E230D5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8900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明确每页内容数量和容量上限</a:t>
            </a:r>
          </a:p>
        </p:txBody>
      </p:sp>
      <p:sp>
        <p:nvSpPr>
          <p:cNvPr id="43" name="parallel-card-underlay-3">
            <a:extLst xmlns:a="http://schemas.openxmlformats.org/drawingml/2006/main">
              <a:ext uri="{FF2B5EF4-FFF2-40B4-BE49-F238E27FC236}">
                <a16:creationId xmlns:a16="http://schemas.microsoft.com/office/drawing/2014/main" id="{5C8A819F-1C0C-4E21-8D0B-95140298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86838" y="2514600"/>
            <a:ext cx="2319338" cy="3352800"/>
          </a:xfrm>
          <a:prstGeom xmlns:a="http://schemas.openxmlformats.org/drawingml/2006/main" prst="roundRect">
            <a:avLst>
              <a:gd name="adj" fmla="val 10678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4" name="parallel-card-surface-3">
            <a:extLst xmlns:a="http://schemas.openxmlformats.org/drawingml/2006/main">
              <a:ext uri="{FF2B5EF4-FFF2-40B4-BE49-F238E27FC236}">
                <a16:creationId xmlns:a16="http://schemas.microsoft.com/office/drawing/2014/main" id="{D70A6E1B-C75C-4B08-99FE-2E165D41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10638" y="2419350"/>
            <a:ext cx="2471738" cy="3352800"/>
          </a:xfrm>
          <a:prstGeom xmlns:a="http://schemas.openxmlformats.org/drawingml/2006/main" prst="roundRect">
            <a:avLst>
              <a:gd name="adj" fmla="val 10019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45" name="parallel-card-accent-3">
            <a:extLst xmlns:a="http://schemas.openxmlformats.org/drawingml/2006/main">
              <a:ext uri="{FF2B5EF4-FFF2-40B4-BE49-F238E27FC236}">
                <a16:creationId xmlns:a16="http://schemas.microsoft.com/office/drawing/2014/main" id="{A13FC160-F507-4DC9-82F0-6402892B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55981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arallel-marker-halo-3">
            <a:extLst xmlns:a="http://schemas.openxmlformats.org/drawingml/2006/main">
              <a:ext uri="{FF2B5EF4-FFF2-40B4-BE49-F238E27FC236}">
                <a16:creationId xmlns:a16="http://schemas.microsoft.com/office/drawing/2014/main" id="{382B604C-76B0-4224-8BEA-3A9A6196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9306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47" name="parallel-marker-core-3">
            <a:extLst xmlns:a="http://schemas.openxmlformats.org/drawingml/2006/main">
              <a:ext uri="{FF2B5EF4-FFF2-40B4-BE49-F238E27FC236}">
                <a16:creationId xmlns:a16="http://schemas.microsoft.com/office/drawing/2014/main" id="{6F21DACC-E0B3-477E-8948-E1CCE6477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22656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4506996fae4c11">
            <a:extLst>
              <a:ext uri="{96DAC541-7B7A-43D3-8B79-37D633B846F1}">
                <asvg:svgBlip xmlns:asvg="http://schemas.microsoft.com/office/drawing/2016/SVG/main" r:embed="Rf6afe552f81e417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975056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9" name="parallel-title-3">
            <a:extLst xmlns:a="http://schemas.openxmlformats.org/drawingml/2006/main">
              <a:ext uri="{FF2B5EF4-FFF2-40B4-BE49-F238E27FC236}">
                <a16:creationId xmlns:a16="http://schemas.microsoft.com/office/drawing/2014/main" id="{212188A5-9151-4746-90D1-0B24D95A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20188" y="3181350"/>
            <a:ext cx="20526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退化方式</a:t>
            </a:r>
          </a:p>
        </p:txBody>
      </p:sp>
      <p:sp>
        <p:nvSpPr>
          <p:cNvPr id="50" name="parallel-rule-3">
            <a:extLst xmlns:a="http://schemas.openxmlformats.org/drawingml/2006/main">
              <a:ext uri="{FF2B5EF4-FFF2-40B4-BE49-F238E27FC236}">
                <a16:creationId xmlns:a16="http://schemas.microsoft.com/office/drawing/2014/main" id="{22A7E182-48D5-4778-A297-E47BE326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89331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rallel-body-3">
            <a:extLst xmlns:a="http://schemas.openxmlformats.org/drawingml/2006/main">
              <a:ext uri="{FF2B5EF4-FFF2-40B4-BE49-F238E27FC236}">
                <a16:creationId xmlns:a16="http://schemas.microsoft.com/office/drawing/2014/main" id="{5208B1CD-F8CF-4FA2-B748-A398D3635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39238" y="3962400"/>
            <a:ext cx="201453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已登记的简单排版等兜底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AI 是控制器，不是画师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05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4F980B9-482D-4554-9198-BCB4CFCAE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49BDCD4E-0562-487C-A30A-B2983D296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3120323"/>
            <a:ext cx="6968976" cy="316973"/>
          </a:xfrm>
          <a:custGeom xmlns:a="http://schemas.openxmlformats.org/drawingml/2006/main">
            <a:pathLst>
              <a:path w="6968976" h="316973">
                <a:moveTo>
                  <a:pt x="0" y="61027"/>
                </a:moveTo>
                <a:lnTo>
                  <a:pt x="36128" y="22946"/>
                </a:lnTo>
                <a:lnTo>
                  <a:pt x="96002" y="22927"/>
                </a:lnTo>
                <a:lnTo>
                  <a:pt x="155877" y="22927"/>
                </a:lnTo>
                <a:lnTo>
                  <a:pt x="215751" y="22927"/>
                </a:lnTo>
                <a:lnTo>
                  <a:pt x="275625" y="22927"/>
                </a:lnTo>
                <a:lnTo>
                  <a:pt x="335499" y="22927"/>
                </a:lnTo>
                <a:lnTo>
                  <a:pt x="395373" y="22927"/>
                </a:lnTo>
                <a:lnTo>
                  <a:pt x="455247" y="22927"/>
                </a:lnTo>
                <a:lnTo>
                  <a:pt x="515122" y="22927"/>
                </a:lnTo>
                <a:lnTo>
                  <a:pt x="574996" y="22927"/>
                </a:lnTo>
                <a:lnTo>
                  <a:pt x="634870" y="22927"/>
                </a:lnTo>
                <a:lnTo>
                  <a:pt x="694744" y="22927"/>
                </a:lnTo>
                <a:lnTo>
                  <a:pt x="754628" y="22927"/>
                </a:lnTo>
                <a:lnTo>
                  <a:pt x="814502" y="22927"/>
                </a:lnTo>
                <a:lnTo>
                  <a:pt x="874376" y="22927"/>
                </a:lnTo>
                <a:lnTo>
                  <a:pt x="934250" y="22927"/>
                </a:lnTo>
                <a:lnTo>
                  <a:pt x="994124" y="22927"/>
                </a:lnTo>
                <a:lnTo>
                  <a:pt x="1053998" y="22927"/>
                </a:lnTo>
                <a:lnTo>
                  <a:pt x="1113873" y="22927"/>
                </a:lnTo>
                <a:lnTo>
                  <a:pt x="1173747" y="22927"/>
                </a:lnTo>
                <a:lnTo>
                  <a:pt x="1233621" y="22927"/>
                </a:lnTo>
                <a:lnTo>
                  <a:pt x="1293495" y="22927"/>
                </a:lnTo>
                <a:lnTo>
                  <a:pt x="1353369" y="22927"/>
                </a:lnTo>
                <a:lnTo>
                  <a:pt x="1413243" y="22927"/>
                </a:lnTo>
                <a:lnTo>
                  <a:pt x="1473117" y="22927"/>
                </a:lnTo>
                <a:lnTo>
                  <a:pt x="1532992" y="22927"/>
                </a:lnTo>
                <a:lnTo>
                  <a:pt x="1592866" y="22927"/>
                </a:lnTo>
                <a:lnTo>
                  <a:pt x="1652740" y="22927"/>
                </a:lnTo>
                <a:lnTo>
                  <a:pt x="1712614" y="22927"/>
                </a:lnTo>
                <a:lnTo>
                  <a:pt x="1772488" y="22927"/>
                </a:lnTo>
                <a:lnTo>
                  <a:pt x="1832362" y="22927"/>
                </a:lnTo>
                <a:lnTo>
                  <a:pt x="1892237" y="22927"/>
                </a:lnTo>
                <a:lnTo>
                  <a:pt x="1952111" y="22927"/>
                </a:lnTo>
                <a:lnTo>
                  <a:pt x="2011985" y="22927"/>
                </a:lnTo>
                <a:lnTo>
                  <a:pt x="2071859" y="22927"/>
                </a:lnTo>
                <a:lnTo>
                  <a:pt x="2131733" y="22927"/>
                </a:lnTo>
                <a:lnTo>
                  <a:pt x="2191607" y="22927"/>
                </a:lnTo>
                <a:lnTo>
                  <a:pt x="2251481" y="22927"/>
                </a:lnTo>
                <a:lnTo>
                  <a:pt x="2311356" y="22927"/>
                </a:lnTo>
                <a:lnTo>
                  <a:pt x="2371230" y="22927"/>
                </a:lnTo>
                <a:lnTo>
                  <a:pt x="2431104" y="22927"/>
                </a:lnTo>
                <a:lnTo>
                  <a:pt x="2490988" y="22927"/>
                </a:lnTo>
                <a:lnTo>
                  <a:pt x="2550862" y="22927"/>
                </a:lnTo>
                <a:lnTo>
                  <a:pt x="2610736" y="22927"/>
                </a:lnTo>
                <a:lnTo>
                  <a:pt x="2670610" y="22927"/>
                </a:lnTo>
                <a:lnTo>
                  <a:pt x="2730484" y="22927"/>
                </a:lnTo>
                <a:lnTo>
                  <a:pt x="2790358" y="22927"/>
                </a:lnTo>
                <a:lnTo>
                  <a:pt x="2850232" y="22927"/>
                </a:lnTo>
                <a:lnTo>
                  <a:pt x="2910107" y="22927"/>
                </a:lnTo>
                <a:lnTo>
                  <a:pt x="2969981" y="22927"/>
                </a:lnTo>
                <a:lnTo>
                  <a:pt x="3029855" y="22927"/>
                </a:lnTo>
                <a:lnTo>
                  <a:pt x="3089729" y="22927"/>
                </a:lnTo>
                <a:lnTo>
                  <a:pt x="3149603" y="22927"/>
                </a:lnTo>
                <a:lnTo>
                  <a:pt x="3209477" y="22927"/>
                </a:lnTo>
                <a:lnTo>
                  <a:pt x="3269351" y="22927"/>
                </a:lnTo>
                <a:lnTo>
                  <a:pt x="3329226" y="22927"/>
                </a:lnTo>
                <a:lnTo>
                  <a:pt x="3389100" y="22927"/>
                </a:lnTo>
                <a:lnTo>
                  <a:pt x="3448974" y="22927"/>
                </a:lnTo>
                <a:lnTo>
                  <a:pt x="3508848" y="22927"/>
                </a:lnTo>
                <a:lnTo>
                  <a:pt x="3568722" y="22927"/>
                </a:lnTo>
                <a:lnTo>
                  <a:pt x="3628596" y="22927"/>
                </a:lnTo>
                <a:lnTo>
                  <a:pt x="3688471" y="22927"/>
                </a:lnTo>
                <a:lnTo>
                  <a:pt x="3748345" y="22927"/>
                </a:lnTo>
                <a:lnTo>
                  <a:pt x="3808219" y="22927"/>
                </a:lnTo>
                <a:lnTo>
                  <a:pt x="3868093" y="22927"/>
                </a:lnTo>
                <a:lnTo>
                  <a:pt x="3927967" y="22927"/>
                </a:lnTo>
                <a:lnTo>
                  <a:pt x="3987841" y="22927"/>
                </a:lnTo>
                <a:lnTo>
                  <a:pt x="4047715" y="22927"/>
                </a:lnTo>
                <a:lnTo>
                  <a:pt x="4107590" y="22927"/>
                </a:lnTo>
                <a:lnTo>
                  <a:pt x="4167464" y="22927"/>
                </a:lnTo>
                <a:lnTo>
                  <a:pt x="4227338" y="22927"/>
                </a:lnTo>
                <a:lnTo>
                  <a:pt x="4287222" y="22927"/>
                </a:lnTo>
                <a:lnTo>
                  <a:pt x="4347096" y="22927"/>
                </a:lnTo>
                <a:lnTo>
                  <a:pt x="4406970" y="22927"/>
                </a:lnTo>
                <a:lnTo>
                  <a:pt x="4466844" y="22927"/>
                </a:lnTo>
                <a:lnTo>
                  <a:pt x="4526718" y="22927"/>
                </a:lnTo>
                <a:lnTo>
                  <a:pt x="4586592" y="22927"/>
                </a:lnTo>
                <a:lnTo>
                  <a:pt x="4646466" y="22927"/>
                </a:lnTo>
                <a:lnTo>
                  <a:pt x="4706341" y="22927"/>
                </a:lnTo>
                <a:lnTo>
                  <a:pt x="4766215" y="22927"/>
                </a:lnTo>
                <a:lnTo>
                  <a:pt x="4826089" y="22927"/>
                </a:lnTo>
                <a:lnTo>
                  <a:pt x="4885963" y="22927"/>
                </a:lnTo>
                <a:lnTo>
                  <a:pt x="4945837" y="22927"/>
                </a:lnTo>
                <a:lnTo>
                  <a:pt x="5005711" y="22927"/>
                </a:lnTo>
                <a:lnTo>
                  <a:pt x="5065586" y="22927"/>
                </a:lnTo>
                <a:lnTo>
                  <a:pt x="5125460" y="22927"/>
                </a:lnTo>
                <a:lnTo>
                  <a:pt x="5185334" y="22927"/>
                </a:lnTo>
                <a:lnTo>
                  <a:pt x="5245208" y="22927"/>
                </a:lnTo>
                <a:lnTo>
                  <a:pt x="5305082" y="22927"/>
                </a:lnTo>
                <a:lnTo>
                  <a:pt x="5364956" y="22927"/>
                </a:lnTo>
                <a:lnTo>
                  <a:pt x="5424830" y="22927"/>
                </a:lnTo>
                <a:lnTo>
                  <a:pt x="5484705" y="22927"/>
                </a:lnTo>
                <a:lnTo>
                  <a:pt x="5544579" y="22927"/>
                </a:lnTo>
                <a:lnTo>
                  <a:pt x="5604453" y="22927"/>
                </a:lnTo>
                <a:lnTo>
                  <a:pt x="5664327" y="22927"/>
                </a:lnTo>
                <a:lnTo>
                  <a:pt x="5724201" y="22927"/>
                </a:lnTo>
                <a:lnTo>
                  <a:pt x="5784075" y="22927"/>
                </a:lnTo>
                <a:lnTo>
                  <a:pt x="5843949" y="22927"/>
                </a:lnTo>
                <a:lnTo>
                  <a:pt x="5903824" y="22927"/>
                </a:lnTo>
                <a:lnTo>
                  <a:pt x="5963698" y="22927"/>
                </a:lnTo>
                <a:lnTo>
                  <a:pt x="6023572" y="22927"/>
                </a:lnTo>
                <a:lnTo>
                  <a:pt x="6083446" y="22927"/>
                </a:lnTo>
                <a:lnTo>
                  <a:pt x="6143330" y="22927"/>
                </a:lnTo>
                <a:lnTo>
                  <a:pt x="6203204" y="22927"/>
                </a:lnTo>
                <a:lnTo>
                  <a:pt x="6263078" y="22927"/>
                </a:lnTo>
                <a:lnTo>
                  <a:pt x="6322952" y="22927"/>
                </a:lnTo>
                <a:lnTo>
                  <a:pt x="6382826" y="22927"/>
                </a:lnTo>
                <a:lnTo>
                  <a:pt x="6442700" y="22927"/>
                </a:lnTo>
                <a:lnTo>
                  <a:pt x="6502575" y="22927"/>
                </a:lnTo>
                <a:lnTo>
                  <a:pt x="6562449" y="22927"/>
                </a:lnTo>
                <a:lnTo>
                  <a:pt x="6606826" y="7430"/>
                </a:lnTo>
                <a:lnTo>
                  <a:pt x="6640868" y="0"/>
                </a:lnTo>
                <a:lnTo>
                  <a:pt x="6695551" y="24384"/>
                </a:lnTo>
                <a:lnTo>
                  <a:pt x="6750234" y="48768"/>
                </a:lnTo>
                <a:lnTo>
                  <a:pt x="6804917" y="73152"/>
                </a:lnTo>
                <a:lnTo>
                  <a:pt x="6859610" y="97526"/>
                </a:lnTo>
                <a:lnTo>
                  <a:pt x="6914293" y="121910"/>
                </a:lnTo>
                <a:lnTo>
                  <a:pt x="6968976" y="146294"/>
                </a:lnTo>
                <a:lnTo>
                  <a:pt x="6959041" y="170678"/>
                </a:lnTo>
                <a:lnTo>
                  <a:pt x="6904358" y="195062"/>
                </a:lnTo>
                <a:lnTo>
                  <a:pt x="6849675" y="219446"/>
                </a:lnTo>
                <a:lnTo>
                  <a:pt x="6794983" y="243830"/>
                </a:lnTo>
                <a:lnTo>
                  <a:pt x="6740300" y="268205"/>
                </a:lnTo>
                <a:lnTo>
                  <a:pt x="6685617" y="292589"/>
                </a:lnTo>
                <a:lnTo>
                  <a:pt x="6630934" y="316973"/>
                </a:lnTo>
                <a:lnTo>
                  <a:pt x="6606826" y="294246"/>
                </a:lnTo>
                <a:lnTo>
                  <a:pt x="6551571" y="289627"/>
                </a:lnTo>
                <a:lnTo>
                  <a:pt x="6491697" y="289627"/>
                </a:lnTo>
                <a:lnTo>
                  <a:pt x="6431823" y="289627"/>
                </a:lnTo>
                <a:lnTo>
                  <a:pt x="6371949" y="289627"/>
                </a:lnTo>
                <a:lnTo>
                  <a:pt x="6312075" y="289627"/>
                </a:lnTo>
                <a:lnTo>
                  <a:pt x="6252200" y="289627"/>
                </a:lnTo>
                <a:lnTo>
                  <a:pt x="6192326" y="289627"/>
                </a:lnTo>
                <a:lnTo>
                  <a:pt x="6132452" y="289627"/>
                </a:lnTo>
                <a:lnTo>
                  <a:pt x="6072578" y="289627"/>
                </a:lnTo>
                <a:lnTo>
                  <a:pt x="6012704" y="289627"/>
                </a:lnTo>
                <a:lnTo>
                  <a:pt x="5952830" y="289627"/>
                </a:lnTo>
                <a:lnTo>
                  <a:pt x="5892946" y="289627"/>
                </a:lnTo>
                <a:lnTo>
                  <a:pt x="5833072" y="289627"/>
                </a:lnTo>
                <a:lnTo>
                  <a:pt x="5773198" y="289627"/>
                </a:lnTo>
                <a:lnTo>
                  <a:pt x="5713324" y="289627"/>
                </a:lnTo>
                <a:lnTo>
                  <a:pt x="5653449" y="289627"/>
                </a:lnTo>
                <a:lnTo>
                  <a:pt x="5593575" y="289627"/>
                </a:lnTo>
                <a:lnTo>
                  <a:pt x="5533701" y="289627"/>
                </a:lnTo>
                <a:lnTo>
                  <a:pt x="5473827" y="289627"/>
                </a:lnTo>
                <a:lnTo>
                  <a:pt x="5413953" y="289627"/>
                </a:lnTo>
                <a:lnTo>
                  <a:pt x="5354079" y="289627"/>
                </a:lnTo>
                <a:lnTo>
                  <a:pt x="5294205" y="289627"/>
                </a:lnTo>
                <a:lnTo>
                  <a:pt x="5234330" y="289627"/>
                </a:lnTo>
                <a:lnTo>
                  <a:pt x="5174456" y="289627"/>
                </a:lnTo>
                <a:lnTo>
                  <a:pt x="5114582" y="289627"/>
                </a:lnTo>
                <a:lnTo>
                  <a:pt x="5054708" y="289627"/>
                </a:lnTo>
                <a:lnTo>
                  <a:pt x="4994834" y="289627"/>
                </a:lnTo>
                <a:lnTo>
                  <a:pt x="4934960" y="289627"/>
                </a:lnTo>
                <a:lnTo>
                  <a:pt x="4875086" y="289627"/>
                </a:lnTo>
                <a:lnTo>
                  <a:pt x="4815211" y="289627"/>
                </a:lnTo>
                <a:lnTo>
                  <a:pt x="4755337" y="289627"/>
                </a:lnTo>
                <a:lnTo>
                  <a:pt x="4695463" y="289627"/>
                </a:lnTo>
                <a:lnTo>
                  <a:pt x="4635589" y="289627"/>
                </a:lnTo>
                <a:lnTo>
                  <a:pt x="4575715" y="289627"/>
                </a:lnTo>
                <a:lnTo>
                  <a:pt x="4515841" y="289627"/>
                </a:lnTo>
                <a:lnTo>
                  <a:pt x="4455966" y="289627"/>
                </a:lnTo>
                <a:lnTo>
                  <a:pt x="4396092" y="289627"/>
                </a:lnTo>
                <a:lnTo>
                  <a:pt x="4336218" y="289627"/>
                </a:lnTo>
                <a:lnTo>
                  <a:pt x="4276344" y="289627"/>
                </a:lnTo>
                <a:lnTo>
                  <a:pt x="4216470" y="289627"/>
                </a:lnTo>
                <a:lnTo>
                  <a:pt x="4156596" y="289627"/>
                </a:lnTo>
                <a:lnTo>
                  <a:pt x="4096712" y="289627"/>
                </a:lnTo>
                <a:lnTo>
                  <a:pt x="4036838" y="289627"/>
                </a:lnTo>
                <a:lnTo>
                  <a:pt x="3976964" y="289627"/>
                </a:lnTo>
                <a:lnTo>
                  <a:pt x="3917090" y="289627"/>
                </a:lnTo>
                <a:lnTo>
                  <a:pt x="3857215" y="289627"/>
                </a:lnTo>
                <a:lnTo>
                  <a:pt x="3797341" y="289627"/>
                </a:lnTo>
                <a:lnTo>
                  <a:pt x="3737467" y="289627"/>
                </a:lnTo>
                <a:lnTo>
                  <a:pt x="3677593" y="289627"/>
                </a:lnTo>
                <a:lnTo>
                  <a:pt x="3617719" y="289627"/>
                </a:lnTo>
                <a:lnTo>
                  <a:pt x="3557845" y="289627"/>
                </a:lnTo>
                <a:lnTo>
                  <a:pt x="3497971" y="289627"/>
                </a:lnTo>
                <a:lnTo>
                  <a:pt x="3438096" y="289627"/>
                </a:lnTo>
                <a:lnTo>
                  <a:pt x="3378222" y="289627"/>
                </a:lnTo>
                <a:lnTo>
                  <a:pt x="3318348" y="289627"/>
                </a:lnTo>
                <a:lnTo>
                  <a:pt x="3258474" y="289627"/>
                </a:lnTo>
                <a:lnTo>
                  <a:pt x="3198600" y="289627"/>
                </a:lnTo>
                <a:lnTo>
                  <a:pt x="3138726" y="289627"/>
                </a:lnTo>
                <a:lnTo>
                  <a:pt x="3078851" y="289627"/>
                </a:lnTo>
                <a:lnTo>
                  <a:pt x="3018977" y="289627"/>
                </a:lnTo>
                <a:lnTo>
                  <a:pt x="2959103" y="289627"/>
                </a:lnTo>
                <a:lnTo>
                  <a:pt x="2899229" y="289627"/>
                </a:lnTo>
                <a:lnTo>
                  <a:pt x="2839355" y="289627"/>
                </a:lnTo>
                <a:lnTo>
                  <a:pt x="2779481" y="289627"/>
                </a:lnTo>
                <a:lnTo>
                  <a:pt x="2719607" y="289627"/>
                </a:lnTo>
                <a:lnTo>
                  <a:pt x="2659732" y="289627"/>
                </a:lnTo>
                <a:lnTo>
                  <a:pt x="2599858" y="289627"/>
                </a:lnTo>
                <a:lnTo>
                  <a:pt x="2539984" y="289627"/>
                </a:lnTo>
                <a:lnTo>
                  <a:pt x="2480110" y="289627"/>
                </a:lnTo>
                <a:lnTo>
                  <a:pt x="2420236" y="289627"/>
                </a:lnTo>
                <a:lnTo>
                  <a:pt x="2360362" y="289627"/>
                </a:lnTo>
                <a:lnTo>
                  <a:pt x="2300488" y="289627"/>
                </a:lnTo>
                <a:lnTo>
                  <a:pt x="2240604" y="289627"/>
                </a:lnTo>
                <a:lnTo>
                  <a:pt x="2180730" y="289627"/>
                </a:lnTo>
                <a:lnTo>
                  <a:pt x="2120856" y="289627"/>
                </a:lnTo>
                <a:lnTo>
                  <a:pt x="2060981" y="289627"/>
                </a:lnTo>
                <a:lnTo>
                  <a:pt x="2001107" y="289627"/>
                </a:lnTo>
                <a:lnTo>
                  <a:pt x="1941233" y="289627"/>
                </a:lnTo>
                <a:lnTo>
                  <a:pt x="1881359" y="289627"/>
                </a:lnTo>
                <a:lnTo>
                  <a:pt x="1821485" y="289627"/>
                </a:lnTo>
                <a:lnTo>
                  <a:pt x="1761611" y="289627"/>
                </a:lnTo>
                <a:lnTo>
                  <a:pt x="1701737" y="289627"/>
                </a:lnTo>
                <a:lnTo>
                  <a:pt x="1641862" y="289627"/>
                </a:lnTo>
                <a:lnTo>
                  <a:pt x="1581988" y="289627"/>
                </a:lnTo>
                <a:lnTo>
                  <a:pt x="1522114" y="289627"/>
                </a:lnTo>
                <a:lnTo>
                  <a:pt x="1462240" y="289627"/>
                </a:lnTo>
                <a:lnTo>
                  <a:pt x="1402366" y="289627"/>
                </a:lnTo>
                <a:lnTo>
                  <a:pt x="1342492" y="289627"/>
                </a:lnTo>
                <a:lnTo>
                  <a:pt x="1282617" y="289627"/>
                </a:lnTo>
                <a:lnTo>
                  <a:pt x="1222743" y="289627"/>
                </a:lnTo>
                <a:lnTo>
                  <a:pt x="1162869" y="289627"/>
                </a:lnTo>
                <a:lnTo>
                  <a:pt x="1102995" y="289627"/>
                </a:lnTo>
                <a:lnTo>
                  <a:pt x="1043121" y="289627"/>
                </a:lnTo>
                <a:lnTo>
                  <a:pt x="983247" y="289627"/>
                </a:lnTo>
                <a:lnTo>
                  <a:pt x="923373" y="289627"/>
                </a:lnTo>
                <a:lnTo>
                  <a:pt x="863498" y="289627"/>
                </a:lnTo>
                <a:lnTo>
                  <a:pt x="803624" y="289627"/>
                </a:lnTo>
                <a:lnTo>
                  <a:pt x="743750" y="289627"/>
                </a:lnTo>
                <a:lnTo>
                  <a:pt x="683876" y="289627"/>
                </a:lnTo>
                <a:lnTo>
                  <a:pt x="624002" y="289627"/>
                </a:lnTo>
                <a:lnTo>
                  <a:pt x="564118" y="289627"/>
                </a:lnTo>
                <a:lnTo>
                  <a:pt x="504244" y="289627"/>
                </a:lnTo>
                <a:lnTo>
                  <a:pt x="444370" y="289627"/>
                </a:lnTo>
                <a:lnTo>
                  <a:pt x="384496" y="289627"/>
                </a:lnTo>
                <a:lnTo>
                  <a:pt x="324622" y="289627"/>
                </a:lnTo>
                <a:lnTo>
                  <a:pt x="264747" y="289627"/>
                </a:lnTo>
                <a:lnTo>
                  <a:pt x="204873" y="289627"/>
                </a:lnTo>
                <a:lnTo>
                  <a:pt x="144999" y="289627"/>
                </a:lnTo>
                <a:lnTo>
                  <a:pt x="85125" y="289627"/>
                </a:lnTo>
                <a:lnTo>
                  <a:pt x="25346" y="288331"/>
                </a:lnTo>
                <a:lnTo>
                  <a:pt x="0" y="240649"/>
                </a:lnTo>
                <a:lnTo>
                  <a:pt x="0" y="180775"/>
                </a:lnTo>
                <a:lnTo>
                  <a:pt x="0" y="120901"/>
                </a:lnTo>
                <a:lnTo>
                  <a:pt x="0" y="61027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0E163C06-9881-47D2-AF90-9434617C4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19400" y="3267075"/>
            <a:ext cx="6435328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5935A7F3-EC73-4471-B013-79843B0A9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FD81142A-0670-4A0C-9428-7693E435D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241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AF61B618-BA15-4EBC-A976-44869C7D4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B4B83919-0B37-4A06-8457-04A001822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384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EC95E136-70ED-4CF8-8061-B8B3D5DA4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289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A018E1F9-103C-4246-B9DE-F3E37A76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288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700E72BA-C925-4328-85AC-C71475C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621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5B6D991F-7E56-4C7B-AA1D-B00103D87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146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04C3E7C9-2759-4F70-926D-6D02E048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526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理解和路由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5B8DA61A-DB0E-44AD-B216-C9C6306C4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392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743F0755-DA63-44BE-B136-B8DC579DA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95EC9BE3-8E77-4DB0-9A49-ED777893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A140A1D3-63DD-46F2-9A9A-3C55BB37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1DB656B3-33B5-4D0D-AE6D-EC52A5314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D8F12840-69E2-448D-8830-DE037381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EB135DCD-19F0-45E0-A811-05059E453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1487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790F1D55-6610-4110-9F77-9E978B6CA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954901C6-E6FA-43AB-81F4-9CB9FB3A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0537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约束和选择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14AEE14D-08F5-4742-B931-5AA863B0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6675" y="2209800"/>
            <a:ext cx="2724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FE934646-CED3-4175-888B-F39CFF2E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296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02A80697-5BED-433D-BC68-0D38EB79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679D41FD-617C-4E50-BFD4-F994C3C8F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3DEEC8CD-6C1C-408B-B86C-A330B104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44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942D6313-979B-4820-BEFA-258C91DA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34300" y="4010025"/>
            <a:ext cx="26289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26175650-E3D9-47D4-93C9-6EB6BB47D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625" y="3924300"/>
            <a:ext cx="276225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19C7B205-81EE-4034-B8C4-FD864CD0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201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465A8FF8-0E38-401F-BD48-DF7A0390A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4219575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稳定生成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核心架构：建设能力，再稳定调用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分层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06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BE81244-D059-43CA-AC55-E9E8EE147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layer-0-shadow">
            <a:extLst xmlns:a="http://schemas.openxmlformats.org/drawingml/2006/main">
              <a:ext uri="{FF2B5EF4-FFF2-40B4-BE49-F238E27FC236}">
                <a16:creationId xmlns:a16="http://schemas.microsoft.com/office/drawing/2014/main" id="{58A35AFE-F361-4A02-8C73-94DDBC81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46960" y="2779014"/>
            <a:ext cx="749808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layer-0-body">
            <a:extLst xmlns:a="http://schemas.openxmlformats.org/drawingml/2006/main">
              <a:ext uri="{FF2B5EF4-FFF2-40B4-BE49-F238E27FC236}">
                <a16:creationId xmlns:a16="http://schemas.microsoft.com/office/drawing/2014/main" id="{5ED56293-DE8D-49E9-AA9F-3BBDD58C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8990" y="1863490"/>
            <a:ext cx="7792060" cy="1035520"/>
          </a:xfrm>
          <a:custGeom xmlns:a="http://schemas.openxmlformats.org/drawingml/2006/main">
            <a:pathLst>
              <a:path w="7792060" h="1035520">
                <a:moveTo>
                  <a:pt x="309801" y="133712"/>
                </a:moveTo>
                <a:lnTo>
                  <a:pt x="373161" y="105737"/>
                </a:lnTo>
                <a:lnTo>
                  <a:pt x="439569" y="94393"/>
                </a:lnTo>
                <a:lnTo>
                  <a:pt x="506120" y="86030"/>
                </a:lnTo>
                <a:lnTo>
                  <a:pt x="572729" y="79200"/>
                </a:lnTo>
                <a:lnTo>
                  <a:pt x="639375" y="73362"/>
                </a:lnTo>
                <a:lnTo>
                  <a:pt x="706031" y="68237"/>
                </a:lnTo>
                <a:lnTo>
                  <a:pt x="772697" y="63627"/>
                </a:lnTo>
                <a:lnTo>
                  <a:pt x="839381" y="59465"/>
                </a:lnTo>
                <a:lnTo>
                  <a:pt x="906066" y="55636"/>
                </a:lnTo>
                <a:lnTo>
                  <a:pt x="972760" y="52083"/>
                </a:lnTo>
                <a:lnTo>
                  <a:pt x="1039454" y="48816"/>
                </a:lnTo>
                <a:lnTo>
                  <a:pt x="1106157" y="45758"/>
                </a:lnTo>
                <a:lnTo>
                  <a:pt x="1172861" y="42891"/>
                </a:lnTo>
                <a:lnTo>
                  <a:pt x="1239564" y="40196"/>
                </a:lnTo>
                <a:lnTo>
                  <a:pt x="1306268" y="37662"/>
                </a:lnTo>
                <a:lnTo>
                  <a:pt x="1372981" y="35281"/>
                </a:lnTo>
                <a:lnTo>
                  <a:pt x="1439694" y="33023"/>
                </a:lnTo>
                <a:lnTo>
                  <a:pt x="1506407" y="30890"/>
                </a:lnTo>
                <a:lnTo>
                  <a:pt x="1573120" y="28870"/>
                </a:lnTo>
                <a:lnTo>
                  <a:pt x="1639834" y="26946"/>
                </a:lnTo>
                <a:lnTo>
                  <a:pt x="1706547" y="25127"/>
                </a:lnTo>
                <a:lnTo>
                  <a:pt x="1773260" y="23393"/>
                </a:lnTo>
                <a:lnTo>
                  <a:pt x="1839973" y="21746"/>
                </a:lnTo>
                <a:lnTo>
                  <a:pt x="1906695" y="20183"/>
                </a:lnTo>
                <a:lnTo>
                  <a:pt x="1973409" y="18698"/>
                </a:lnTo>
                <a:lnTo>
                  <a:pt x="2040131" y="17288"/>
                </a:lnTo>
                <a:lnTo>
                  <a:pt x="2106844" y="15954"/>
                </a:lnTo>
                <a:lnTo>
                  <a:pt x="2173567" y="14716"/>
                </a:lnTo>
                <a:lnTo>
                  <a:pt x="2240290" y="13487"/>
                </a:lnTo>
                <a:lnTo>
                  <a:pt x="2307003" y="12354"/>
                </a:lnTo>
                <a:lnTo>
                  <a:pt x="2373725" y="11278"/>
                </a:lnTo>
                <a:lnTo>
                  <a:pt x="2440448" y="10239"/>
                </a:lnTo>
                <a:lnTo>
                  <a:pt x="2507161" y="9287"/>
                </a:lnTo>
                <a:lnTo>
                  <a:pt x="2573884" y="8334"/>
                </a:lnTo>
                <a:lnTo>
                  <a:pt x="2640606" y="7515"/>
                </a:lnTo>
                <a:lnTo>
                  <a:pt x="2707329" y="6687"/>
                </a:lnTo>
                <a:lnTo>
                  <a:pt x="2774051" y="5934"/>
                </a:lnTo>
                <a:lnTo>
                  <a:pt x="2840774" y="5229"/>
                </a:lnTo>
                <a:lnTo>
                  <a:pt x="2907497" y="4553"/>
                </a:lnTo>
                <a:lnTo>
                  <a:pt x="2974219" y="3962"/>
                </a:lnTo>
                <a:lnTo>
                  <a:pt x="3040932" y="3372"/>
                </a:lnTo>
                <a:lnTo>
                  <a:pt x="3107655" y="2877"/>
                </a:lnTo>
                <a:lnTo>
                  <a:pt x="3174378" y="2400"/>
                </a:lnTo>
                <a:lnTo>
                  <a:pt x="3241100" y="1953"/>
                </a:lnTo>
                <a:lnTo>
                  <a:pt x="3307823" y="1591"/>
                </a:lnTo>
                <a:lnTo>
                  <a:pt x="3374546" y="1219"/>
                </a:lnTo>
                <a:lnTo>
                  <a:pt x="3441268" y="943"/>
                </a:lnTo>
                <a:lnTo>
                  <a:pt x="3507991" y="676"/>
                </a:lnTo>
                <a:lnTo>
                  <a:pt x="3574713" y="457"/>
                </a:lnTo>
                <a:lnTo>
                  <a:pt x="3641436" y="295"/>
                </a:lnTo>
                <a:lnTo>
                  <a:pt x="3708159" y="143"/>
                </a:lnTo>
                <a:lnTo>
                  <a:pt x="3774881" y="67"/>
                </a:lnTo>
                <a:lnTo>
                  <a:pt x="3841604" y="19"/>
                </a:lnTo>
                <a:lnTo>
                  <a:pt x="3908327" y="0"/>
                </a:lnTo>
                <a:lnTo>
                  <a:pt x="3975049" y="48"/>
                </a:lnTo>
                <a:lnTo>
                  <a:pt x="4041772" y="105"/>
                </a:lnTo>
                <a:lnTo>
                  <a:pt x="4108494" y="238"/>
                </a:lnTo>
                <a:lnTo>
                  <a:pt x="4175217" y="400"/>
                </a:lnTo>
                <a:lnTo>
                  <a:pt x="4241940" y="581"/>
                </a:lnTo>
                <a:lnTo>
                  <a:pt x="4308662" y="848"/>
                </a:lnTo>
                <a:lnTo>
                  <a:pt x="4375385" y="1105"/>
                </a:lnTo>
                <a:lnTo>
                  <a:pt x="4442108" y="1457"/>
                </a:lnTo>
                <a:lnTo>
                  <a:pt x="4508830" y="1819"/>
                </a:lnTo>
                <a:lnTo>
                  <a:pt x="4575553" y="2229"/>
                </a:lnTo>
                <a:lnTo>
                  <a:pt x="4642275" y="2705"/>
                </a:lnTo>
                <a:lnTo>
                  <a:pt x="4708998" y="3181"/>
                </a:lnTo>
                <a:lnTo>
                  <a:pt x="4775721" y="3753"/>
                </a:lnTo>
                <a:lnTo>
                  <a:pt x="4842443" y="4343"/>
                </a:lnTo>
                <a:lnTo>
                  <a:pt x="4909166" y="4982"/>
                </a:lnTo>
                <a:lnTo>
                  <a:pt x="4975889" y="5686"/>
                </a:lnTo>
                <a:lnTo>
                  <a:pt x="5042611" y="6391"/>
                </a:lnTo>
                <a:lnTo>
                  <a:pt x="5109334" y="7210"/>
                </a:lnTo>
                <a:lnTo>
                  <a:pt x="5176047" y="8039"/>
                </a:lnTo>
                <a:lnTo>
                  <a:pt x="5242770" y="8944"/>
                </a:lnTo>
                <a:lnTo>
                  <a:pt x="5309492" y="9896"/>
                </a:lnTo>
                <a:lnTo>
                  <a:pt x="5376215" y="10878"/>
                </a:lnTo>
                <a:lnTo>
                  <a:pt x="5442937" y="11935"/>
                </a:lnTo>
                <a:lnTo>
                  <a:pt x="5509651" y="13049"/>
                </a:lnTo>
                <a:lnTo>
                  <a:pt x="5576373" y="14278"/>
                </a:lnTo>
                <a:lnTo>
                  <a:pt x="5643096" y="15497"/>
                </a:lnTo>
                <a:lnTo>
                  <a:pt x="5709809" y="16802"/>
                </a:lnTo>
                <a:lnTo>
                  <a:pt x="5776532" y="18193"/>
                </a:lnTo>
                <a:lnTo>
                  <a:pt x="5843245" y="19650"/>
                </a:lnTo>
                <a:lnTo>
                  <a:pt x="5909967" y="21184"/>
                </a:lnTo>
                <a:lnTo>
                  <a:pt x="5976680" y="22793"/>
                </a:lnTo>
                <a:lnTo>
                  <a:pt x="6043393" y="24489"/>
                </a:lnTo>
                <a:lnTo>
                  <a:pt x="6110107" y="26279"/>
                </a:lnTo>
                <a:lnTo>
                  <a:pt x="6176829" y="28165"/>
                </a:lnTo>
                <a:lnTo>
                  <a:pt x="6243542" y="30156"/>
                </a:lnTo>
                <a:lnTo>
                  <a:pt x="6310246" y="32252"/>
                </a:lnTo>
                <a:lnTo>
                  <a:pt x="6376959" y="34461"/>
                </a:lnTo>
                <a:lnTo>
                  <a:pt x="6443672" y="36805"/>
                </a:lnTo>
                <a:lnTo>
                  <a:pt x="6510376" y="39281"/>
                </a:lnTo>
                <a:lnTo>
                  <a:pt x="6577079" y="41900"/>
                </a:lnTo>
                <a:lnTo>
                  <a:pt x="6643792" y="44691"/>
                </a:lnTo>
                <a:lnTo>
                  <a:pt x="6710486" y="47692"/>
                </a:lnTo>
                <a:lnTo>
                  <a:pt x="6777190" y="50892"/>
                </a:lnTo>
                <a:lnTo>
                  <a:pt x="6843884" y="54321"/>
                </a:lnTo>
                <a:lnTo>
                  <a:pt x="6910568" y="58036"/>
                </a:lnTo>
                <a:lnTo>
                  <a:pt x="6977253" y="62084"/>
                </a:lnTo>
                <a:lnTo>
                  <a:pt x="7043928" y="66513"/>
                </a:lnTo>
                <a:lnTo>
                  <a:pt x="7110593" y="71438"/>
                </a:lnTo>
                <a:lnTo>
                  <a:pt x="7177240" y="76991"/>
                </a:lnTo>
                <a:lnTo>
                  <a:pt x="7243858" y="83420"/>
                </a:lnTo>
                <a:lnTo>
                  <a:pt x="7310438" y="91135"/>
                </a:lnTo>
                <a:lnTo>
                  <a:pt x="7376912" y="101108"/>
                </a:lnTo>
                <a:lnTo>
                  <a:pt x="7442978" y="117253"/>
                </a:lnTo>
                <a:lnTo>
                  <a:pt x="7491651" y="191062"/>
                </a:lnTo>
                <a:lnTo>
                  <a:pt x="7534561" y="280778"/>
                </a:lnTo>
                <a:lnTo>
                  <a:pt x="7577480" y="370503"/>
                </a:lnTo>
                <a:lnTo>
                  <a:pt x="7620391" y="460219"/>
                </a:lnTo>
                <a:lnTo>
                  <a:pt x="7663310" y="549935"/>
                </a:lnTo>
                <a:lnTo>
                  <a:pt x="7706220" y="639661"/>
                </a:lnTo>
                <a:lnTo>
                  <a:pt x="7749140" y="729377"/>
                </a:lnTo>
                <a:lnTo>
                  <a:pt x="7792060" y="819093"/>
                </a:lnTo>
                <a:lnTo>
                  <a:pt x="7732709" y="861565"/>
                </a:lnTo>
                <a:lnTo>
                  <a:pt x="7666787" y="879519"/>
                </a:lnTo>
                <a:lnTo>
                  <a:pt x="7600483" y="892702"/>
                </a:lnTo>
                <a:lnTo>
                  <a:pt x="7534046" y="903437"/>
                </a:lnTo>
                <a:lnTo>
                  <a:pt x="7467533" y="912628"/>
                </a:lnTo>
                <a:lnTo>
                  <a:pt x="7400963" y="920725"/>
                </a:lnTo>
                <a:lnTo>
                  <a:pt x="7334374" y="927983"/>
                </a:lnTo>
                <a:lnTo>
                  <a:pt x="7267756" y="934574"/>
                </a:lnTo>
                <a:lnTo>
                  <a:pt x="7201119" y="940632"/>
                </a:lnTo>
                <a:lnTo>
                  <a:pt x="7134473" y="946223"/>
                </a:lnTo>
                <a:lnTo>
                  <a:pt x="7067817" y="951424"/>
                </a:lnTo>
                <a:lnTo>
                  <a:pt x="7001151" y="956272"/>
                </a:lnTo>
                <a:lnTo>
                  <a:pt x="6934476" y="960825"/>
                </a:lnTo>
                <a:lnTo>
                  <a:pt x="6867801" y="965111"/>
                </a:lnTo>
                <a:lnTo>
                  <a:pt x="6801117" y="969159"/>
                </a:lnTo>
                <a:lnTo>
                  <a:pt x="6734432" y="972988"/>
                </a:lnTo>
                <a:lnTo>
                  <a:pt x="6667738" y="976617"/>
                </a:lnTo>
                <a:lnTo>
                  <a:pt x="6601044" y="980065"/>
                </a:lnTo>
                <a:lnTo>
                  <a:pt x="6534350" y="983332"/>
                </a:lnTo>
                <a:lnTo>
                  <a:pt x="6467646" y="986447"/>
                </a:lnTo>
                <a:lnTo>
                  <a:pt x="6400952" y="989409"/>
                </a:lnTo>
                <a:lnTo>
                  <a:pt x="6334249" y="992229"/>
                </a:lnTo>
                <a:lnTo>
                  <a:pt x="6267536" y="994924"/>
                </a:lnTo>
                <a:lnTo>
                  <a:pt x="6200832" y="997496"/>
                </a:lnTo>
                <a:lnTo>
                  <a:pt x="6134129" y="999944"/>
                </a:lnTo>
                <a:lnTo>
                  <a:pt x="6067415" y="1002278"/>
                </a:lnTo>
                <a:lnTo>
                  <a:pt x="6000702" y="1004506"/>
                </a:lnTo>
                <a:lnTo>
                  <a:pt x="5933989" y="1006631"/>
                </a:lnTo>
                <a:lnTo>
                  <a:pt x="5867276" y="1008659"/>
                </a:lnTo>
                <a:lnTo>
                  <a:pt x="5800573" y="1010593"/>
                </a:lnTo>
                <a:lnTo>
                  <a:pt x="5733850" y="1012450"/>
                </a:lnTo>
                <a:lnTo>
                  <a:pt x="5667137" y="1014203"/>
                </a:lnTo>
                <a:lnTo>
                  <a:pt x="5600424" y="1015870"/>
                </a:lnTo>
                <a:lnTo>
                  <a:pt x="5533701" y="1017460"/>
                </a:lnTo>
                <a:lnTo>
                  <a:pt x="5466988" y="1018975"/>
                </a:lnTo>
                <a:lnTo>
                  <a:pt x="5400275" y="1020423"/>
                </a:lnTo>
                <a:lnTo>
                  <a:pt x="5333552" y="1021785"/>
                </a:lnTo>
                <a:lnTo>
                  <a:pt x="5266830" y="1023071"/>
                </a:lnTo>
                <a:lnTo>
                  <a:pt x="5200117" y="1024290"/>
                </a:lnTo>
                <a:lnTo>
                  <a:pt x="5133394" y="1025442"/>
                </a:lnTo>
                <a:lnTo>
                  <a:pt x="5066671" y="1026528"/>
                </a:lnTo>
                <a:lnTo>
                  <a:pt x="4999958" y="1027538"/>
                </a:lnTo>
                <a:lnTo>
                  <a:pt x="4933236" y="1028481"/>
                </a:lnTo>
                <a:lnTo>
                  <a:pt x="4866513" y="1029376"/>
                </a:lnTo>
                <a:lnTo>
                  <a:pt x="4799790" y="1030205"/>
                </a:lnTo>
                <a:lnTo>
                  <a:pt x="4733068" y="1030919"/>
                </a:lnTo>
                <a:lnTo>
                  <a:pt x="4666345" y="1031624"/>
                </a:lnTo>
                <a:lnTo>
                  <a:pt x="4599623" y="1032300"/>
                </a:lnTo>
                <a:lnTo>
                  <a:pt x="4532909" y="1032891"/>
                </a:lnTo>
                <a:lnTo>
                  <a:pt x="4466187" y="1033405"/>
                </a:lnTo>
                <a:lnTo>
                  <a:pt x="4399464" y="1033844"/>
                </a:lnTo>
                <a:lnTo>
                  <a:pt x="4332742" y="1034234"/>
                </a:lnTo>
                <a:lnTo>
                  <a:pt x="4266019" y="1034625"/>
                </a:lnTo>
                <a:lnTo>
                  <a:pt x="4199296" y="1034910"/>
                </a:lnTo>
                <a:lnTo>
                  <a:pt x="4132574" y="1035148"/>
                </a:lnTo>
                <a:lnTo>
                  <a:pt x="4065851" y="1035339"/>
                </a:lnTo>
                <a:lnTo>
                  <a:pt x="3999128" y="1035415"/>
                </a:lnTo>
                <a:lnTo>
                  <a:pt x="3932406" y="1035491"/>
                </a:lnTo>
                <a:lnTo>
                  <a:pt x="3865683" y="1035520"/>
                </a:lnTo>
                <a:lnTo>
                  <a:pt x="3798961" y="1035444"/>
                </a:lnTo>
                <a:lnTo>
                  <a:pt x="3732238" y="1035368"/>
                </a:lnTo>
                <a:lnTo>
                  <a:pt x="3665515" y="1035215"/>
                </a:lnTo>
                <a:lnTo>
                  <a:pt x="3598793" y="1035015"/>
                </a:lnTo>
                <a:lnTo>
                  <a:pt x="3532070" y="1034739"/>
                </a:lnTo>
                <a:lnTo>
                  <a:pt x="3465347" y="1034377"/>
                </a:lnTo>
                <a:lnTo>
                  <a:pt x="3398625" y="1033986"/>
                </a:lnTo>
                <a:lnTo>
                  <a:pt x="3331902" y="1033586"/>
                </a:lnTo>
                <a:lnTo>
                  <a:pt x="3265180" y="1033081"/>
                </a:lnTo>
                <a:lnTo>
                  <a:pt x="3198457" y="1032520"/>
                </a:lnTo>
                <a:lnTo>
                  <a:pt x="3131734" y="1031881"/>
                </a:lnTo>
                <a:lnTo>
                  <a:pt x="3065012" y="1031177"/>
                </a:lnTo>
                <a:lnTo>
                  <a:pt x="2998289" y="1030472"/>
                </a:lnTo>
                <a:lnTo>
                  <a:pt x="2931566" y="1029672"/>
                </a:lnTo>
                <a:lnTo>
                  <a:pt x="2864853" y="1028814"/>
                </a:lnTo>
                <a:lnTo>
                  <a:pt x="2798131" y="1027900"/>
                </a:lnTo>
                <a:lnTo>
                  <a:pt x="2731408" y="1026900"/>
                </a:lnTo>
                <a:lnTo>
                  <a:pt x="2664685" y="1025833"/>
                </a:lnTo>
                <a:lnTo>
                  <a:pt x="2597963" y="1024709"/>
                </a:lnTo>
                <a:lnTo>
                  <a:pt x="2531250" y="1023528"/>
                </a:lnTo>
                <a:lnTo>
                  <a:pt x="2464527" y="1022261"/>
                </a:lnTo>
                <a:lnTo>
                  <a:pt x="2397814" y="1020918"/>
                </a:lnTo>
                <a:lnTo>
                  <a:pt x="2331091" y="1019499"/>
                </a:lnTo>
                <a:lnTo>
                  <a:pt x="2264378" y="1018022"/>
                </a:lnTo>
                <a:lnTo>
                  <a:pt x="2197656" y="1016470"/>
                </a:lnTo>
                <a:lnTo>
                  <a:pt x="2130943" y="1014813"/>
                </a:lnTo>
                <a:lnTo>
                  <a:pt x="2064229" y="1013079"/>
                </a:lnTo>
                <a:lnTo>
                  <a:pt x="1997516" y="1011269"/>
                </a:lnTo>
                <a:lnTo>
                  <a:pt x="1930803" y="1009364"/>
                </a:lnTo>
                <a:lnTo>
                  <a:pt x="1864081" y="1007383"/>
                </a:lnTo>
                <a:lnTo>
                  <a:pt x="1797377" y="1005288"/>
                </a:lnTo>
                <a:lnTo>
                  <a:pt x="1730664" y="1003087"/>
                </a:lnTo>
                <a:lnTo>
                  <a:pt x="1663951" y="1000792"/>
                </a:lnTo>
                <a:lnTo>
                  <a:pt x="1597247" y="998382"/>
                </a:lnTo>
                <a:lnTo>
                  <a:pt x="1530534" y="995858"/>
                </a:lnTo>
                <a:lnTo>
                  <a:pt x="1463831" y="993210"/>
                </a:lnTo>
                <a:lnTo>
                  <a:pt x="1397127" y="990448"/>
                </a:lnTo>
                <a:lnTo>
                  <a:pt x="1330423" y="987533"/>
                </a:lnTo>
                <a:lnTo>
                  <a:pt x="1263720" y="984485"/>
                </a:lnTo>
                <a:lnTo>
                  <a:pt x="1197026" y="981275"/>
                </a:lnTo>
                <a:lnTo>
                  <a:pt x="1130332" y="977903"/>
                </a:lnTo>
                <a:lnTo>
                  <a:pt x="1063638" y="974341"/>
                </a:lnTo>
                <a:lnTo>
                  <a:pt x="996953" y="970588"/>
                </a:lnTo>
                <a:lnTo>
                  <a:pt x="930269" y="966616"/>
                </a:lnTo>
                <a:lnTo>
                  <a:pt x="863584" y="962406"/>
                </a:lnTo>
                <a:lnTo>
                  <a:pt x="796909" y="957948"/>
                </a:lnTo>
                <a:lnTo>
                  <a:pt x="730244" y="953224"/>
                </a:lnTo>
                <a:lnTo>
                  <a:pt x="663588" y="948119"/>
                </a:lnTo>
                <a:lnTo>
                  <a:pt x="596932" y="942699"/>
                </a:lnTo>
                <a:lnTo>
                  <a:pt x="530295" y="936812"/>
                </a:lnTo>
                <a:lnTo>
                  <a:pt x="463667" y="930431"/>
                </a:lnTo>
                <a:lnTo>
                  <a:pt x="397069" y="923430"/>
                </a:lnTo>
                <a:lnTo>
                  <a:pt x="330489" y="915657"/>
                </a:lnTo>
                <a:lnTo>
                  <a:pt x="263957" y="906904"/>
                </a:lnTo>
                <a:lnTo>
                  <a:pt x="197482" y="896779"/>
                </a:lnTo>
                <a:lnTo>
                  <a:pt x="131121" y="884644"/>
                </a:lnTo>
                <a:lnTo>
                  <a:pt x="65008" y="868899"/>
                </a:lnTo>
                <a:lnTo>
                  <a:pt x="0" y="843172"/>
                </a:lnTo>
                <a:lnTo>
                  <a:pt x="9392" y="761743"/>
                </a:lnTo>
                <a:lnTo>
                  <a:pt x="52302" y="672027"/>
                </a:lnTo>
                <a:lnTo>
                  <a:pt x="95221" y="582311"/>
                </a:lnTo>
                <a:lnTo>
                  <a:pt x="138132" y="492585"/>
                </a:lnTo>
                <a:lnTo>
                  <a:pt x="181051" y="402869"/>
                </a:lnTo>
                <a:lnTo>
                  <a:pt x="223961" y="313153"/>
                </a:lnTo>
                <a:lnTo>
                  <a:pt x="266881" y="223437"/>
                </a:lnTo>
                <a:lnTo>
                  <a:pt x="309801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layer-0-front">
            <a:extLst xmlns:a="http://schemas.openxmlformats.org/drawingml/2006/main">
              <a:ext uri="{FF2B5EF4-FFF2-40B4-BE49-F238E27FC236}">
                <a16:creationId xmlns:a16="http://schemas.microsoft.com/office/drawing/2014/main" id="{55346D50-2757-4FAF-8FDA-A394DA41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90750" y="2683002"/>
            <a:ext cx="7808138" cy="318897"/>
          </a:xfrm>
          <a:custGeom xmlns:a="http://schemas.openxmlformats.org/drawingml/2006/main">
            <a:pathLst>
              <a:path w="7808138" h="318897">
                <a:moveTo>
                  <a:pt x="0" y="0"/>
                </a:moveTo>
                <a:lnTo>
                  <a:pt x="57922" y="43472"/>
                </a:lnTo>
                <a:lnTo>
                  <a:pt x="122330" y="62113"/>
                </a:lnTo>
                <a:lnTo>
                  <a:pt x="187157" y="75809"/>
                </a:lnTo>
                <a:lnTo>
                  <a:pt x="252136" y="86963"/>
                </a:lnTo>
                <a:lnTo>
                  <a:pt x="317202" y="96526"/>
                </a:lnTo>
                <a:lnTo>
                  <a:pt x="382324" y="104937"/>
                </a:lnTo>
                <a:lnTo>
                  <a:pt x="447475" y="112490"/>
                </a:lnTo>
                <a:lnTo>
                  <a:pt x="512645" y="119367"/>
                </a:lnTo>
                <a:lnTo>
                  <a:pt x="577844" y="125654"/>
                </a:lnTo>
                <a:lnTo>
                  <a:pt x="643052" y="131483"/>
                </a:lnTo>
                <a:lnTo>
                  <a:pt x="708269" y="136903"/>
                </a:lnTo>
                <a:lnTo>
                  <a:pt x="773497" y="141970"/>
                </a:lnTo>
                <a:lnTo>
                  <a:pt x="838733" y="146723"/>
                </a:lnTo>
                <a:lnTo>
                  <a:pt x="903980" y="151200"/>
                </a:lnTo>
                <a:lnTo>
                  <a:pt x="969226" y="155419"/>
                </a:lnTo>
                <a:lnTo>
                  <a:pt x="1034482" y="159420"/>
                </a:lnTo>
                <a:lnTo>
                  <a:pt x="1099737" y="163211"/>
                </a:lnTo>
                <a:lnTo>
                  <a:pt x="1164993" y="166811"/>
                </a:lnTo>
                <a:lnTo>
                  <a:pt x="1230259" y="170231"/>
                </a:lnTo>
                <a:lnTo>
                  <a:pt x="1295524" y="173488"/>
                </a:lnTo>
                <a:lnTo>
                  <a:pt x="1360799" y="176603"/>
                </a:lnTo>
                <a:lnTo>
                  <a:pt x="1426064" y="179556"/>
                </a:lnTo>
                <a:lnTo>
                  <a:pt x="1491339" y="182366"/>
                </a:lnTo>
                <a:lnTo>
                  <a:pt x="1556614" y="185061"/>
                </a:lnTo>
                <a:lnTo>
                  <a:pt x="1621888" y="187633"/>
                </a:lnTo>
                <a:lnTo>
                  <a:pt x="1687173" y="190090"/>
                </a:lnTo>
                <a:lnTo>
                  <a:pt x="1752448" y="192443"/>
                </a:lnTo>
                <a:lnTo>
                  <a:pt x="1817732" y="194691"/>
                </a:lnTo>
                <a:lnTo>
                  <a:pt x="1883016" y="196834"/>
                </a:lnTo>
                <a:lnTo>
                  <a:pt x="1948291" y="198872"/>
                </a:lnTo>
                <a:lnTo>
                  <a:pt x="2013575" y="200816"/>
                </a:lnTo>
                <a:lnTo>
                  <a:pt x="2078860" y="202682"/>
                </a:lnTo>
                <a:lnTo>
                  <a:pt x="2144144" y="204473"/>
                </a:lnTo>
                <a:lnTo>
                  <a:pt x="2209429" y="206169"/>
                </a:lnTo>
                <a:lnTo>
                  <a:pt x="2274722" y="207769"/>
                </a:lnTo>
                <a:lnTo>
                  <a:pt x="2340007" y="209302"/>
                </a:lnTo>
                <a:lnTo>
                  <a:pt x="2405291" y="210760"/>
                </a:lnTo>
                <a:lnTo>
                  <a:pt x="2470585" y="212150"/>
                </a:lnTo>
                <a:lnTo>
                  <a:pt x="2535869" y="213455"/>
                </a:lnTo>
                <a:lnTo>
                  <a:pt x="2601163" y="214694"/>
                </a:lnTo>
                <a:lnTo>
                  <a:pt x="2666448" y="215865"/>
                </a:lnTo>
                <a:lnTo>
                  <a:pt x="2731741" y="216980"/>
                </a:lnTo>
                <a:lnTo>
                  <a:pt x="2797026" y="217999"/>
                </a:lnTo>
                <a:lnTo>
                  <a:pt x="2862320" y="218970"/>
                </a:lnTo>
                <a:lnTo>
                  <a:pt x="2927614" y="219875"/>
                </a:lnTo>
                <a:lnTo>
                  <a:pt x="2992907" y="220732"/>
                </a:lnTo>
                <a:lnTo>
                  <a:pt x="3058192" y="221504"/>
                </a:lnTo>
                <a:lnTo>
                  <a:pt x="3123486" y="222218"/>
                </a:lnTo>
                <a:lnTo>
                  <a:pt x="3188779" y="222885"/>
                </a:lnTo>
                <a:lnTo>
                  <a:pt x="3254073" y="223485"/>
                </a:lnTo>
                <a:lnTo>
                  <a:pt x="3319358" y="224018"/>
                </a:lnTo>
                <a:lnTo>
                  <a:pt x="3384652" y="224504"/>
                </a:lnTo>
                <a:lnTo>
                  <a:pt x="3449945" y="224942"/>
                </a:lnTo>
                <a:lnTo>
                  <a:pt x="3515239" y="225295"/>
                </a:lnTo>
                <a:lnTo>
                  <a:pt x="3580533" y="225600"/>
                </a:lnTo>
                <a:lnTo>
                  <a:pt x="3645827" y="225866"/>
                </a:lnTo>
                <a:lnTo>
                  <a:pt x="3711121" y="226057"/>
                </a:lnTo>
                <a:lnTo>
                  <a:pt x="3776415" y="226190"/>
                </a:lnTo>
                <a:lnTo>
                  <a:pt x="3841699" y="226276"/>
                </a:lnTo>
                <a:lnTo>
                  <a:pt x="3906993" y="226314"/>
                </a:lnTo>
                <a:lnTo>
                  <a:pt x="3972287" y="226276"/>
                </a:lnTo>
                <a:lnTo>
                  <a:pt x="4037581" y="226181"/>
                </a:lnTo>
                <a:lnTo>
                  <a:pt x="4102875" y="226047"/>
                </a:lnTo>
                <a:lnTo>
                  <a:pt x="4168169" y="225847"/>
                </a:lnTo>
                <a:lnTo>
                  <a:pt x="4233462" y="225590"/>
                </a:lnTo>
                <a:lnTo>
                  <a:pt x="4298756" y="225276"/>
                </a:lnTo>
                <a:lnTo>
                  <a:pt x="4364050" y="224923"/>
                </a:lnTo>
                <a:lnTo>
                  <a:pt x="4429335" y="224485"/>
                </a:lnTo>
                <a:lnTo>
                  <a:pt x="4494628" y="223990"/>
                </a:lnTo>
                <a:lnTo>
                  <a:pt x="4559922" y="223457"/>
                </a:lnTo>
                <a:lnTo>
                  <a:pt x="4625216" y="222856"/>
                </a:lnTo>
                <a:lnTo>
                  <a:pt x="4690510" y="222180"/>
                </a:lnTo>
                <a:lnTo>
                  <a:pt x="4755794" y="221456"/>
                </a:lnTo>
                <a:lnTo>
                  <a:pt x="4821088" y="220685"/>
                </a:lnTo>
                <a:lnTo>
                  <a:pt x="4886382" y="219837"/>
                </a:lnTo>
                <a:lnTo>
                  <a:pt x="4951676" y="218923"/>
                </a:lnTo>
                <a:lnTo>
                  <a:pt x="5016960" y="217942"/>
                </a:lnTo>
                <a:lnTo>
                  <a:pt x="5082254" y="216913"/>
                </a:lnTo>
                <a:lnTo>
                  <a:pt x="5147539" y="215808"/>
                </a:lnTo>
                <a:lnTo>
                  <a:pt x="5212832" y="214627"/>
                </a:lnTo>
                <a:lnTo>
                  <a:pt x="5278117" y="213379"/>
                </a:lnTo>
                <a:lnTo>
                  <a:pt x="5343411" y="212084"/>
                </a:lnTo>
                <a:lnTo>
                  <a:pt x="5408695" y="210683"/>
                </a:lnTo>
                <a:lnTo>
                  <a:pt x="5473989" y="209217"/>
                </a:lnTo>
                <a:lnTo>
                  <a:pt x="5539273" y="207683"/>
                </a:lnTo>
                <a:lnTo>
                  <a:pt x="5604558" y="206073"/>
                </a:lnTo>
                <a:lnTo>
                  <a:pt x="5669842" y="204378"/>
                </a:lnTo>
                <a:lnTo>
                  <a:pt x="5735126" y="202587"/>
                </a:lnTo>
                <a:lnTo>
                  <a:pt x="5800411" y="200720"/>
                </a:lnTo>
                <a:lnTo>
                  <a:pt x="5865695" y="198758"/>
                </a:lnTo>
                <a:lnTo>
                  <a:pt x="5930979" y="196720"/>
                </a:lnTo>
                <a:lnTo>
                  <a:pt x="5996264" y="194577"/>
                </a:lnTo>
                <a:lnTo>
                  <a:pt x="6061539" y="192319"/>
                </a:lnTo>
                <a:lnTo>
                  <a:pt x="6126823" y="189957"/>
                </a:lnTo>
                <a:lnTo>
                  <a:pt x="6192098" y="187500"/>
                </a:lnTo>
                <a:lnTo>
                  <a:pt x="6257373" y="184918"/>
                </a:lnTo>
                <a:lnTo>
                  <a:pt x="6322647" y="182223"/>
                </a:lnTo>
                <a:lnTo>
                  <a:pt x="6387922" y="179394"/>
                </a:lnTo>
                <a:lnTo>
                  <a:pt x="6453197" y="176432"/>
                </a:lnTo>
                <a:lnTo>
                  <a:pt x="6518462" y="173326"/>
                </a:lnTo>
                <a:lnTo>
                  <a:pt x="6583728" y="170059"/>
                </a:lnTo>
                <a:lnTo>
                  <a:pt x="6648993" y="166621"/>
                </a:lnTo>
                <a:lnTo>
                  <a:pt x="6714258" y="163011"/>
                </a:lnTo>
                <a:lnTo>
                  <a:pt x="6779514" y="159210"/>
                </a:lnTo>
                <a:lnTo>
                  <a:pt x="6844760" y="155200"/>
                </a:lnTo>
                <a:lnTo>
                  <a:pt x="6910016" y="150971"/>
                </a:lnTo>
                <a:lnTo>
                  <a:pt x="6975253" y="146485"/>
                </a:lnTo>
                <a:lnTo>
                  <a:pt x="7040489" y="141703"/>
                </a:lnTo>
                <a:lnTo>
                  <a:pt x="7105717" y="136627"/>
                </a:lnTo>
                <a:lnTo>
                  <a:pt x="7170944" y="131188"/>
                </a:lnTo>
                <a:lnTo>
                  <a:pt x="7236152" y="125330"/>
                </a:lnTo>
                <a:lnTo>
                  <a:pt x="7301341" y="119005"/>
                </a:lnTo>
                <a:lnTo>
                  <a:pt x="7366521" y="112109"/>
                </a:lnTo>
                <a:lnTo>
                  <a:pt x="7431662" y="104518"/>
                </a:lnTo>
                <a:lnTo>
                  <a:pt x="7496785" y="96050"/>
                </a:lnTo>
                <a:lnTo>
                  <a:pt x="7561840" y="86411"/>
                </a:lnTo>
                <a:lnTo>
                  <a:pt x="7626820" y="75152"/>
                </a:lnTo>
                <a:lnTo>
                  <a:pt x="7691628" y="61274"/>
                </a:lnTo>
                <a:lnTo>
                  <a:pt x="7755998" y="42215"/>
                </a:lnTo>
                <a:lnTo>
                  <a:pt x="7808138" y="4524"/>
                </a:lnTo>
                <a:lnTo>
                  <a:pt x="7749064" y="51159"/>
                </a:lnTo>
                <a:lnTo>
                  <a:pt x="7685503" y="77286"/>
                </a:lnTo>
                <a:lnTo>
                  <a:pt x="7621191" y="96984"/>
                </a:lnTo>
                <a:lnTo>
                  <a:pt x="7556554" y="113214"/>
                </a:lnTo>
                <a:lnTo>
                  <a:pt x="7491746" y="127178"/>
                </a:lnTo>
                <a:lnTo>
                  <a:pt x="7426833" y="139522"/>
                </a:lnTo>
                <a:lnTo>
                  <a:pt x="7361853" y="150609"/>
                </a:lnTo>
                <a:lnTo>
                  <a:pt x="7296807" y="160706"/>
                </a:lnTo>
                <a:lnTo>
                  <a:pt x="7231732" y="169983"/>
                </a:lnTo>
                <a:lnTo>
                  <a:pt x="7166620" y="178575"/>
                </a:lnTo>
                <a:lnTo>
                  <a:pt x="7101488" y="186566"/>
                </a:lnTo>
                <a:lnTo>
                  <a:pt x="7036337" y="194062"/>
                </a:lnTo>
                <a:lnTo>
                  <a:pt x="6971167" y="201082"/>
                </a:lnTo>
                <a:lnTo>
                  <a:pt x="6905977" y="207693"/>
                </a:lnTo>
                <a:lnTo>
                  <a:pt x="6840788" y="213932"/>
                </a:lnTo>
                <a:lnTo>
                  <a:pt x="6775580" y="219847"/>
                </a:lnTo>
                <a:lnTo>
                  <a:pt x="6710363" y="225457"/>
                </a:lnTo>
                <a:lnTo>
                  <a:pt x="6645135" y="230772"/>
                </a:lnTo>
                <a:lnTo>
                  <a:pt x="6579908" y="235839"/>
                </a:lnTo>
                <a:lnTo>
                  <a:pt x="6514671" y="240640"/>
                </a:lnTo>
                <a:lnTo>
                  <a:pt x="6449435" y="245231"/>
                </a:lnTo>
                <a:lnTo>
                  <a:pt x="6384188" y="249622"/>
                </a:lnTo>
                <a:lnTo>
                  <a:pt x="6318942" y="253803"/>
                </a:lnTo>
                <a:lnTo>
                  <a:pt x="6253686" y="257804"/>
                </a:lnTo>
                <a:lnTo>
                  <a:pt x="6188431" y="261604"/>
                </a:lnTo>
                <a:lnTo>
                  <a:pt x="6123175" y="265233"/>
                </a:lnTo>
                <a:lnTo>
                  <a:pt x="6057910" y="268700"/>
                </a:lnTo>
                <a:lnTo>
                  <a:pt x="5992644" y="272024"/>
                </a:lnTo>
                <a:lnTo>
                  <a:pt x="5927369" y="275196"/>
                </a:lnTo>
                <a:lnTo>
                  <a:pt x="5862104" y="278235"/>
                </a:lnTo>
                <a:lnTo>
                  <a:pt x="5796829" y="281140"/>
                </a:lnTo>
                <a:lnTo>
                  <a:pt x="5731554" y="283893"/>
                </a:lnTo>
                <a:lnTo>
                  <a:pt x="5666280" y="286512"/>
                </a:lnTo>
                <a:lnTo>
                  <a:pt x="5601005" y="289017"/>
                </a:lnTo>
                <a:lnTo>
                  <a:pt x="5535730" y="291417"/>
                </a:lnTo>
                <a:lnTo>
                  <a:pt x="5470446" y="293703"/>
                </a:lnTo>
                <a:lnTo>
                  <a:pt x="5405161" y="295847"/>
                </a:lnTo>
                <a:lnTo>
                  <a:pt x="5339886" y="297894"/>
                </a:lnTo>
                <a:lnTo>
                  <a:pt x="5274602" y="299837"/>
                </a:lnTo>
                <a:lnTo>
                  <a:pt x="5209318" y="301676"/>
                </a:lnTo>
                <a:lnTo>
                  <a:pt x="5144024" y="303419"/>
                </a:lnTo>
                <a:lnTo>
                  <a:pt x="5078740" y="305038"/>
                </a:lnTo>
                <a:lnTo>
                  <a:pt x="5013455" y="306572"/>
                </a:lnTo>
                <a:lnTo>
                  <a:pt x="4948171" y="308019"/>
                </a:lnTo>
                <a:lnTo>
                  <a:pt x="4882877" y="309372"/>
                </a:lnTo>
                <a:lnTo>
                  <a:pt x="4817593" y="310610"/>
                </a:lnTo>
                <a:lnTo>
                  <a:pt x="4752299" y="311763"/>
                </a:lnTo>
                <a:lnTo>
                  <a:pt x="4687005" y="312839"/>
                </a:lnTo>
                <a:lnTo>
                  <a:pt x="4621721" y="313820"/>
                </a:lnTo>
                <a:lnTo>
                  <a:pt x="4556427" y="314696"/>
                </a:lnTo>
                <a:lnTo>
                  <a:pt x="4491142" y="315497"/>
                </a:lnTo>
                <a:lnTo>
                  <a:pt x="4425848" y="316220"/>
                </a:lnTo>
                <a:lnTo>
                  <a:pt x="4360555" y="316859"/>
                </a:lnTo>
                <a:lnTo>
                  <a:pt x="4295261" y="317383"/>
                </a:lnTo>
                <a:lnTo>
                  <a:pt x="4229967" y="317849"/>
                </a:lnTo>
                <a:lnTo>
                  <a:pt x="4164673" y="318230"/>
                </a:lnTo>
                <a:lnTo>
                  <a:pt x="4099379" y="318516"/>
                </a:lnTo>
                <a:lnTo>
                  <a:pt x="4034095" y="318716"/>
                </a:lnTo>
                <a:lnTo>
                  <a:pt x="3968801" y="318840"/>
                </a:lnTo>
                <a:lnTo>
                  <a:pt x="3903507" y="318897"/>
                </a:lnTo>
                <a:lnTo>
                  <a:pt x="3838213" y="318840"/>
                </a:lnTo>
                <a:lnTo>
                  <a:pt x="3772919" y="318707"/>
                </a:lnTo>
                <a:lnTo>
                  <a:pt x="3707625" y="318506"/>
                </a:lnTo>
                <a:lnTo>
                  <a:pt x="3642331" y="318221"/>
                </a:lnTo>
                <a:lnTo>
                  <a:pt x="3577038" y="317821"/>
                </a:lnTo>
                <a:lnTo>
                  <a:pt x="3511753" y="317363"/>
                </a:lnTo>
                <a:lnTo>
                  <a:pt x="3446459" y="316821"/>
                </a:lnTo>
                <a:lnTo>
                  <a:pt x="3381165" y="316192"/>
                </a:lnTo>
                <a:lnTo>
                  <a:pt x="3315872" y="315458"/>
                </a:lnTo>
                <a:lnTo>
                  <a:pt x="3250578" y="314649"/>
                </a:lnTo>
                <a:lnTo>
                  <a:pt x="3185293" y="313773"/>
                </a:lnTo>
                <a:lnTo>
                  <a:pt x="3119999" y="312782"/>
                </a:lnTo>
                <a:lnTo>
                  <a:pt x="3054706" y="311706"/>
                </a:lnTo>
                <a:lnTo>
                  <a:pt x="2989421" y="310544"/>
                </a:lnTo>
                <a:lnTo>
                  <a:pt x="2924127" y="309296"/>
                </a:lnTo>
                <a:lnTo>
                  <a:pt x="2858843" y="307943"/>
                </a:lnTo>
                <a:lnTo>
                  <a:pt x="2793559" y="306495"/>
                </a:lnTo>
                <a:lnTo>
                  <a:pt x="2728265" y="304952"/>
                </a:lnTo>
                <a:lnTo>
                  <a:pt x="2662980" y="303324"/>
                </a:lnTo>
                <a:lnTo>
                  <a:pt x="2597696" y="301590"/>
                </a:lnTo>
                <a:lnTo>
                  <a:pt x="2532412" y="299733"/>
                </a:lnTo>
                <a:lnTo>
                  <a:pt x="2467127" y="297780"/>
                </a:lnTo>
                <a:lnTo>
                  <a:pt x="2401843" y="295732"/>
                </a:lnTo>
                <a:lnTo>
                  <a:pt x="2336568" y="293580"/>
                </a:lnTo>
                <a:lnTo>
                  <a:pt x="2271284" y="291294"/>
                </a:lnTo>
                <a:lnTo>
                  <a:pt x="2206009" y="288893"/>
                </a:lnTo>
                <a:lnTo>
                  <a:pt x="2140725" y="286379"/>
                </a:lnTo>
                <a:lnTo>
                  <a:pt x="2075450" y="283740"/>
                </a:lnTo>
                <a:lnTo>
                  <a:pt x="2010175" y="280988"/>
                </a:lnTo>
                <a:lnTo>
                  <a:pt x="1944910" y="278082"/>
                </a:lnTo>
                <a:lnTo>
                  <a:pt x="1879635" y="275034"/>
                </a:lnTo>
                <a:lnTo>
                  <a:pt x="1814370" y="271853"/>
                </a:lnTo>
                <a:lnTo>
                  <a:pt x="1749104" y="268519"/>
                </a:lnTo>
                <a:lnTo>
                  <a:pt x="1683839" y="265043"/>
                </a:lnTo>
                <a:lnTo>
                  <a:pt x="1618583" y="261395"/>
                </a:lnTo>
                <a:lnTo>
                  <a:pt x="1553327" y="257585"/>
                </a:lnTo>
                <a:lnTo>
                  <a:pt x="1488072" y="253594"/>
                </a:lnTo>
                <a:lnTo>
                  <a:pt x="1422825" y="249393"/>
                </a:lnTo>
                <a:lnTo>
                  <a:pt x="1357579" y="244993"/>
                </a:lnTo>
                <a:lnTo>
                  <a:pt x="1292333" y="240392"/>
                </a:lnTo>
                <a:lnTo>
                  <a:pt x="1227106" y="235572"/>
                </a:lnTo>
                <a:lnTo>
                  <a:pt x="1161869" y="230495"/>
                </a:lnTo>
                <a:lnTo>
                  <a:pt x="1096651" y="225161"/>
                </a:lnTo>
                <a:lnTo>
                  <a:pt x="1031434" y="219542"/>
                </a:lnTo>
                <a:lnTo>
                  <a:pt x="966235" y="213608"/>
                </a:lnTo>
                <a:lnTo>
                  <a:pt x="901036" y="207350"/>
                </a:lnTo>
                <a:lnTo>
                  <a:pt x="835847" y="200720"/>
                </a:lnTo>
                <a:lnTo>
                  <a:pt x="770687" y="193662"/>
                </a:lnTo>
                <a:lnTo>
                  <a:pt x="705526" y="186157"/>
                </a:lnTo>
                <a:lnTo>
                  <a:pt x="640394" y="178137"/>
                </a:lnTo>
                <a:lnTo>
                  <a:pt x="575291" y="169497"/>
                </a:lnTo>
                <a:lnTo>
                  <a:pt x="510216" y="160182"/>
                </a:lnTo>
                <a:lnTo>
                  <a:pt x="445179" y="150038"/>
                </a:lnTo>
                <a:lnTo>
                  <a:pt x="380190" y="138884"/>
                </a:lnTo>
                <a:lnTo>
                  <a:pt x="315287" y="126473"/>
                </a:lnTo>
                <a:lnTo>
                  <a:pt x="250488" y="112414"/>
                </a:lnTo>
                <a:lnTo>
                  <a:pt x="185861" y="96041"/>
                </a:lnTo>
                <a:lnTo>
                  <a:pt x="121568" y="76086"/>
                </a:lnTo>
                <a:lnTo>
                  <a:pt x="58083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9" name="layer-0-cap">
            <a:extLst xmlns:a="http://schemas.openxmlformats.org/drawingml/2006/main">
              <a:ext uri="{FF2B5EF4-FFF2-40B4-BE49-F238E27FC236}">
                <a16:creationId xmlns:a16="http://schemas.microsoft.com/office/drawing/2014/main" id="{091470A0-4A17-4ABF-916B-EE40E5924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18791" y="1750314"/>
            <a:ext cx="7154418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3BEC7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0" name="layer-0-cap-highlight">
            <a:extLst xmlns:a="http://schemas.openxmlformats.org/drawingml/2006/main">
              <a:ext uri="{FF2B5EF4-FFF2-40B4-BE49-F238E27FC236}">
                <a16:creationId xmlns:a16="http://schemas.microsoft.com/office/drawing/2014/main" id="{79FDE0F8-EFA2-4A7F-B81B-33CC0B781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68727" y="1798320"/>
            <a:ext cx="6653270" cy="144018"/>
          </a:xfrm>
          <a:custGeom xmlns:a="http://schemas.openxmlformats.org/drawingml/2006/main">
            <a:pathLst>
              <a:path w="6653270" h="144018">
                <a:moveTo>
                  <a:pt x="0" y="144018"/>
                </a:moveTo>
                <a:lnTo>
                  <a:pt x="55283" y="135960"/>
                </a:lnTo>
                <a:lnTo>
                  <a:pt x="110595" y="128559"/>
                </a:lnTo>
                <a:lnTo>
                  <a:pt x="165926" y="121720"/>
                </a:lnTo>
                <a:lnTo>
                  <a:pt x="221285" y="115357"/>
                </a:lnTo>
                <a:lnTo>
                  <a:pt x="276654" y="109385"/>
                </a:lnTo>
                <a:lnTo>
                  <a:pt x="332032" y="103784"/>
                </a:lnTo>
                <a:lnTo>
                  <a:pt x="387420" y="98489"/>
                </a:lnTo>
                <a:lnTo>
                  <a:pt x="442817" y="93507"/>
                </a:lnTo>
                <a:lnTo>
                  <a:pt x="498224" y="88763"/>
                </a:lnTo>
                <a:lnTo>
                  <a:pt x="553641" y="84258"/>
                </a:lnTo>
                <a:lnTo>
                  <a:pt x="609057" y="79991"/>
                </a:lnTo>
                <a:lnTo>
                  <a:pt x="664483" y="75905"/>
                </a:lnTo>
                <a:lnTo>
                  <a:pt x="719909" y="72009"/>
                </a:lnTo>
                <a:lnTo>
                  <a:pt x="775345" y="68285"/>
                </a:lnTo>
                <a:lnTo>
                  <a:pt x="830780" y="64732"/>
                </a:lnTo>
                <a:lnTo>
                  <a:pt x="886216" y="61331"/>
                </a:lnTo>
                <a:lnTo>
                  <a:pt x="941651" y="58074"/>
                </a:lnTo>
                <a:lnTo>
                  <a:pt x="997096" y="54940"/>
                </a:lnTo>
                <a:lnTo>
                  <a:pt x="1052541" y="51949"/>
                </a:lnTo>
                <a:lnTo>
                  <a:pt x="1107996" y="49073"/>
                </a:lnTo>
                <a:lnTo>
                  <a:pt x="1163441" y="46311"/>
                </a:lnTo>
                <a:lnTo>
                  <a:pt x="1218895" y="43663"/>
                </a:lnTo>
                <a:lnTo>
                  <a:pt x="1274350" y="41129"/>
                </a:lnTo>
                <a:lnTo>
                  <a:pt x="1329804" y="38691"/>
                </a:lnTo>
                <a:lnTo>
                  <a:pt x="1385259" y="36347"/>
                </a:lnTo>
                <a:lnTo>
                  <a:pt x="1440713" y="34138"/>
                </a:lnTo>
                <a:lnTo>
                  <a:pt x="1496177" y="31956"/>
                </a:lnTo>
                <a:lnTo>
                  <a:pt x="1551632" y="29918"/>
                </a:lnTo>
                <a:lnTo>
                  <a:pt x="1607096" y="27918"/>
                </a:lnTo>
                <a:lnTo>
                  <a:pt x="1662560" y="26041"/>
                </a:lnTo>
                <a:lnTo>
                  <a:pt x="1718015" y="24203"/>
                </a:lnTo>
                <a:lnTo>
                  <a:pt x="1773479" y="22460"/>
                </a:lnTo>
                <a:lnTo>
                  <a:pt x="1828943" y="20793"/>
                </a:lnTo>
                <a:lnTo>
                  <a:pt x="1884407" y="19231"/>
                </a:lnTo>
                <a:lnTo>
                  <a:pt x="1939881" y="17707"/>
                </a:lnTo>
                <a:lnTo>
                  <a:pt x="1995345" y="16269"/>
                </a:lnTo>
                <a:lnTo>
                  <a:pt x="2050809" y="14897"/>
                </a:lnTo>
                <a:lnTo>
                  <a:pt x="2106273" y="13573"/>
                </a:lnTo>
                <a:lnTo>
                  <a:pt x="2161746" y="12344"/>
                </a:lnTo>
                <a:lnTo>
                  <a:pt x="2217210" y="11144"/>
                </a:lnTo>
                <a:lnTo>
                  <a:pt x="2272684" y="10058"/>
                </a:lnTo>
                <a:lnTo>
                  <a:pt x="2328148" y="8973"/>
                </a:lnTo>
                <a:lnTo>
                  <a:pt x="2383622" y="8020"/>
                </a:lnTo>
                <a:lnTo>
                  <a:pt x="2439086" y="7068"/>
                </a:lnTo>
                <a:lnTo>
                  <a:pt x="2494559" y="6220"/>
                </a:lnTo>
                <a:lnTo>
                  <a:pt x="2550033" y="5401"/>
                </a:lnTo>
                <a:lnTo>
                  <a:pt x="2605497" y="4658"/>
                </a:lnTo>
                <a:lnTo>
                  <a:pt x="2660971" y="3972"/>
                </a:lnTo>
                <a:lnTo>
                  <a:pt x="2716444" y="3324"/>
                </a:lnTo>
                <a:lnTo>
                  <a:pt x="2771908" y="2762"/>
                </a:lnTo>
                <a:lnTo>
                  <a:pt x="2827382" y="2210"/>
                </a:lnTo>
                <a:lnTo>
                  <a:pt x="2882856" y="1781"/>
                </a:lnTo>
                <a:lnTo>
                  <a:pt x="2938329" y="1343"/>
                </a:lnTo>
                <a:lnTo>
                  <a:pt x="2993803" y="1010"/>
                </a:lnTo>
                <a:lnTo>
                  <a:pt x="3049267" y="705"/>
                </a:lnTo>
                <a:lnTo>
                  <a:pt x="3104740" y="457"/>
                </a:lnTo>
                <a:lnTo>
                  <a:pt x="3160214" y="276"/>
                </a:lnTo>
                <a:lnTo>
                  <a:pt x="3215688" y="124"/>
                </a:lnTo>
                <a:lnTo>
                  <a:pt x="3271161" y="57"/>
                </a:lnTo>
                <a:lnTo>
                  <a:pt x="3326635" y="0"/>
                </a:lnTo>
                <a:lnTo>
                  <a:pt x="3382099" y="57"/>
                </a:lnTo>
                <a:lnTo>
                  <a:pt x="3437573" y="124"/>
                </a:lnTo>
                <a:lnTo>
                  <a:pt x="3493046" y="267"/>
                </a:lnTo>
                <a:lnTo>
                  <a:pt x="3548520" y="457"/>
                </a:lnTo>
                <a:lnTo>
                  <a:pt x="3603993" y="695"/>
                </a:lnTo>
                <a:lnTo>
                  <a:pt x="3659467" y="1000"/>
                </a:lnTo>
                <a:lnTo>
                  <a:pt x="3714931" y="1334"/>
                </a:lnTo>
                <a:lnTo>
                  <a:pt x="3770405" y="1772"/>
                </a:lnTo>
                <a:lnTo>
                  <a:pt x="3825878" y="2200"/>
                </a:lnTo>
                <a:lnTo>
                  <a:pt x="3881352" y="2753"/>
                </a:lnTo>
                <a:lnTo>
                  <a:pt x="3936816" y="3315"/>
                </a:lnTo>
                <a:lnTo>
                  <a:pt x="3992289" y="3953"/>
                </a:lnTo>
                <a:lnTo>
                  <a:pt x="4047763" y="4639"/>
                </a:lnTo>
                <a:lnTo>
                  <a:pt x="4103237" y="5382"/>
                </a:lnTo>
                <a:lnTo>
                  <a:pt x="4158701" y="6201"/>
                </a:lnTo>
                <a:lnTo>
                  <a:pt x="4214174" y="7049"/>
                </a:lnTo>
                <a:lnTo>
                  <a:pt x="4269638" y="8001"/>
                </a:lnTo>
                <a:lnTo>
                  <a:pt x="4325112" y="8954"/>
                </a:lnTo>
                <a:lnTo>
                  <a:pt x="4380576" y="10030"/>
                </a:lnTo>
                <a:lnTo>
                  <a:pt x="4436050" y="11125"/>
                </a:lnTo>
                <a:lnTo>
                  <a:pt x="4491514" y="12287"/>
                </a:lnTo>
                <a:lnTo>
                  <a:pt x="4546987" y="13535"/>
                </a:lnTo>
                <a:lnTo>
                  <a:pt x="4602451" y="14859"/>
                </a:lnTo>
                <a:lnTo>
                  <a:pt x="4657916" y="16240"/>
                </a:lnTo>
                <a:lnTo>
                  <a:pt x="4713389" y="17678"/>
                </a:lnTo>
                <a:lnTo>
                  <a:pt x="4768853" y="19202"/>
                </a:lnTo>
                <a:lnTo>
                  <a:pt x="4824317" y="20774"/>
                </a:lnTo>
                <a:lnTo>
                  <a:pt x="4879781" y="22450"/>
                </a:lnTo>
                <a:lnTo>
                  <a:pt x="4935245" y="24155"/>
                </a:lnTo>
                <a:lnTo>
                  <a:pt x="4990700" y="25965"/>
                </a:lnTo>
                <a:lnTo>
                  <a:pt x="5046164" y="27870"/>
                </a:lnTo>
                <a:lnTo>
                  <a:pt x="5101628" y="29870"/>
                </a:lnTo>
                <a:lnTo>
                  <a:pt x="5157083" y="31909"/>
                </a:lnTo>
                <a:lnTo>
                  <a:pt x="5212547" y="34090"/>
                </a:lnTo>
                <a:lnTo>
                  <a:pt x="5268001" y="36290"/>
                </a:lnTo>
                <a:lnTo>
                  <a:pt x="5323456" y="38633"/>
                </a:lnTo>
                <a:lnTo>
                  <a:pt x="5378910" y="41062"/>
                </a:lnTo>
                <a:lnTo>
                  <a:pt x="5434365" y="43605"/>
                </a:lnTo>
                <a:lnTo>
                  <a:pt x="5489819" y="46253"/>
                </a:lnTo>
                <a:lnTo>
                  <a:pt x="5545274" y="49006"/>
                </a:lnTo>
                <a:lnTo>
                  <a:pt x="5600719" y="51883"/>
                </a:lnTo>
                <a:lnTo>
                  <a:pt x="5656164" y="54874"/>
                </a:lnTo>
                <a:lnTo>
                  <a:pt x="5711609" y="57998"/>
                </a:lnTo>
                <a:lnTo>
                  <a:pt x="5767045" y="61255"/>
                </a:lnTo>
                <a:lnTo>
                  <a:pt x="5822490" y="64646"/>
                </a:lnTo>
                <a:lnTo>
                  <a:pt x="5877925" y="68199"/>
                </a:lnTo>
                <a:lnTo>
                  <a:pt x="5933351" y="71923"/>
                </a:lnTo>
                <a:lnTo>
                  <a:pt x="5988777" y="75819"/>
                </a:lnTo>
                <a:lnTo>
                  <a:pt x="6044203" y="79896"/>
                </a:lnTo>
                <a:lnTo>
                  <a:pt x="6099620" y="84153"/>
                </a:lnTo>
                <a:lnTo>
                  <a:pt x="6155036" y="88659"/>
                </a:lnTo>
                <a:lnTo>
                  <a:pt x="6210443" y="93393"/>
                </a:lnTo>
                <a:lnTo>
                  <a:pt x="6265840" y="98374"/>
                </a:lnTo>
                <a:lnTo>
                  <a:pt x="6321238" y="103661"/>
                </a:lnTo>
                <a:lnTo>
                  <a:pt x="6376616" y="109252"/>
                </a:lnTo>
                <a:lnTo>
                  <a:pt x="6431985" y="115205"/>
                </a:lnTo>
                <a:lnTo>
                  <a:pt x="6487335" y="121558"/>
                </a:lnTo>
                <a:lnTo>
                  <a:pt x="6542675" y="128397"/>
                </a:lnTo>
                <a:lnTo>
                  <a:pt x="6597987" y="135779"/>
                </a:lnTo>
                <a:lnTo>
                  <a:pt x="6653270" y="143828"/>
                </a:lnTo>
                <a:lnTo>
                  <a:pt x="6600396" y="140303"/>
                </a:lnTo>
                <a:lnTo>
                  <a:pt x="6544961" y="136760"/>
                </a:lnTo>
                <a:lnTo>
                  <a:pt x="6489525" y="133445"/>
                </a:lnTo>
                <a:lnTo>
                  <a:pt x="6434080" y="130350"/>
                </a:lnTo>
                <a:lnTo>
                  <a:pt x="6378635" y="127425"/>
                </a:lnTo>
                <a:lnTo>
                  <a:pt x="6323181" y="124663"/>
                </a:lnTo>
                <a:lnTo>
                  <a:pt x="6267726" y="122072"/>
                </a:lnTo>
                <a:lnTo>
                  <a:pt x="6212281" y="119567"/>
                </a:lnTo>
                <a:lnTo>
                  <a:pt x="6156817" y="117234"/>
                </a:lnTo>
                <a:lnTo>
                  <a:pt x="6101363" y="114986"/>
                </a:lnTo>
                <a:lnTo>
                  <a:pt x="6045908" y="112824"/>
                </a:lnTo>
                <a:lnTo>
                  <a:pt x="5990444" y="110795"/>
                </a:lnTo>
                <a:lnTo>
                  <a:pt x="5934980" y="108814"/>
                </a:lnTo>
                <a:lnTo>
                  <a:pt x="5879525" y="106947"/>
                </a:lnTo>
                <a:lnTo>
                  <a:pt x="5824061" y="105146"/>
                </a:lnTo>
                <a:lnTo>
                  <a:pt x="5768597" y="103413"/>
                </a:lnTo>
                <a:lnTo>
                  <a:pt x="5713133" y="101775"/>
                </a:lnTo>
                <a:lnTo>
                  <a:pt x="5657669" y="100165"/>
                </a:lnTo>
                <a:lnTo>
                  <a:pt x="5602205" y="98669"/>
                </a:lnTo>
                <a:lnTo>
                  <a:pt x="5546741" y="97184"/>
                </a:lnTo>
                <a:lnTo>
                  <a:pt x="5491267" y="95793"/>
                </a:lnTo>
                <a:lnTo>
                  <a:pt x="5435803" y="94440"/>
                </a:lnTo>
                <a:lnTo>
                  <a:pt x="5380339" y="93145"/>
                </a:lnTo>
                <a:lnTo>
                  <a:pt x="5324866" y="91897"/>
                </a:lnTo>
                <a:lnTo>
                  <a:pt x="5269401" y="90707"/>
                </a:lnTo>
                <a:lnTo>
                  <a:pt x="5213928" y="89554"/>
                </a:lnTo>
                <a:lnTo>
                  <a:pt x="5158464" y="88459"/>
                </a:lnTo>
                <a:lnTo>
                  <a:pt x="5102990" y="87392"/>
                </a:lnTo>
                <a:lnTo>
                  <a:pt x="5047526" y="86382"/>
                </a:lnTo>
                <a:lnTo>
                  <a:pt x="4992053" y="85411"/>
                </a:lnTo>
                <a:lnTo>
                  <a:pt x="4936588" y="84477"/>
                </a:lnTo>
                <a:lnTo>
                  <a:pt x="4881115" y="83582"/>
                </a:lnTo>
                <a:lnTo>
                  <a:pt x="4825651" y="82734"/>
                </a:lnTo>
                <a:lnTo>
                  <a:pt x="4770177" y="81905"/>
                </a:lnTo>
                <a:lnTo>
                  <a:pt x="4714704" y="81143"/>
                </a:lnTo>
                <a:lnTo>
                  <a:pt x="4659239" y="80381"/>
                </a:lnTo>
                <a:lnTo>
                  <a:pt x="4603766" y="79686"/>
                </a:lnTo>
                <a:lnTo>
                  <a:pt x="4548292" y="79000"/>
                </a:lnTo>
                <a:lnTo>
                  <a:pt x="4492819" y="78372"/>
                </a:lnTo>
                <a:lnTo>
                  <a:pt x="4437355" y="77753"/>
                </a:lnTo>
                <a:lnTo>
                  <a:pt x="4381881" y="77200"/>
                </a:lnTo>
                <a:lnTo>
                  <a:pt x="4326407" y="76648"/>
                </a:lnTo>
                <a:lnTo>
                  <a:pt x="4270934" y="76143"/>
                </a:lnTo>
                <a:lnTo>
                  <a:pt x="4215470" y="75657"/>
                </a:lnTo>
                <a:lnTo>
                  <a:pt x="4159996" y="75219"/>
                </a:lnTo>
                <a:lnTo>
                  <a:pt x="4104523" y="74800"/>
                </a:lnTo>
                <a:lnTo>
                  <a:pt x="4049049" y="74409"/>
                </a:lnTo>
                <a:lnTo>
                  <a:pt x="3993575" y="74057"/>
                </a:lnTo>
                <a:lnTo>
                  <a:pt x="3938111" y="73724"/>
                </a:lnTo>
                <a:lnTo>
                  <a:pt x="3882638" y="73438"/>
                </a:lnTo>
                <a:lnTo>
                  <a:pt x="3827164" y="73152"/>
                </a:lnTo>
                <a:lnTo>
                  <a:pt x="3771690" y="72923"/>
                </a:lnTo>
                <a:lnTo>
                  <a:pt x="3716217" y="72704"/>
                </a:lnTo>
                <a:lnTo>
                  <a:pt x="3660743" y="72533"/>
                </a:lnTo>
                <a:lnTo>
                  <a:pt x="3605279" y="72371"/>
                </a:lnTo>
                <a:lnTo>
                  <a:pt x="3549806" y="72247"/>
                </a:lnTo>
                <a:lnTo>
                  <a:pt x="3494332" y="72152"/>
                </a:lnTo>
                <a:lnTo>
                  <a:pt x="3438858" y="72076"/>
                </a:lnTo>
                <a:lnTo>
                  <a:pt x="3383385" y="72038"/>
                </a:lnTo>
                <a:lnTo>
                  <a:pt x="3327911" y="72009"/>
                </a:lnTo>
                <a:lnTo>
                  <a:pt x="3272447" y="72038"/>
                </a:lnTo>
                <a:lnTo>
                  <a:pt x="3216974" y="72066"/>
                </a:lnTo>
                <a:lnTo>
                  <a:pt x="3161500" y="72152"/>
                </a:lnTo>
                <a:lnTo>
                  <a:pt x="3106026" y="72247"/>
                </a:lnTo>
                <a:lnTo>
                  <a:pt x="3050553" y="72371"/>
                </a:lnTo>
                <a:lnTo>
                  <a:pt x="2995079" y="72523"/>
                </a:lnTo>
                <a:lnTo>
                  <a:pt x="2939615" y="72704"/>
                </a:lnTo>
                <a:lnTo>
                  <a:pt x="2884141" y="72923"/>
                </a:lnTo>
                <a:lnTo>
                  <a:pt x="2828668" y="73142"/>
                </a:lnTo>
                <a:lnTo>
                  <a:pt x="2773194" y="73428"/>
                </a:lnTo>
                <a:lnTo>
                  <a:pt x="2717721" y="73714"/>
                </a:lnTo>
                <a:lnTo>
                  <a:pt x="2662247" y="74047"/>
                </a:lnTo>
                <a:lnTo>
                  <a:pt x="2606783" y="74400"/>
                </a:lnTo>
                <a:lnTo>
                  <a:pt x="2551309" y="74790"/>
                </a:lnTo>
                <a:lnTo>
                  <a:pt x="2495836" y="75209"/>
                </a:lnTo>
                <a:lnTo>
                  <a:pt x="2440362" y="75648"/>
                </a:lnTo>
                <a:lnTo>
                  <a:pt x="2384889" y="76133"/>
                </a:lnTo>
                <a:lnTo>
                  <a:pt x="2329424" y="76629"/>
                </a:lnTo>
                <a:lnTo>
                  <a:pt x="2273951" y="77181"/>
                </a:lnTo>
                <a:lnTo>
                  <a:pt x="2218477" y="77743"/>
                </a:lnTo>
                <a:lnTo>
                  <a:pt x="2163004" y="78362"/>
                </a:lnTo>
                <a:lnTo>
                  <a:pt x="2107540" y="78981"/>
                </a:lnTo>
                <a:lnTo>
                  <a:pt x="2052066" y="79677"/>
                </a:lnTo>
                <a:lnTo>
                  <a:pt x="1996592" y="80372"/>
                </a:lnTo>
                <a:lnTo>
                  <a:pt x="1941128" y="81124"/>
                </a:lnTo>
                <a:lnTo>
                  <a:pt x="1885655" y="81886"/>
                </a:lnTo>
                <a:lnTo>
                  <a:pt x="1830181" y="82715"/>
                </a:lnTo>
                <a:lnTo>
                  <a:pt x="1774717" y="83563"/>
                </a:lnTo>
                <a:lnTo>
                  <a:pt x="1719243" y="84458"/>
                </a:lnTo>
                <a:lnTo>
                  <a:pt x="1663770" y="85382"/>
                </a:lnTo>
                <a:lnTo>
                  <a:pt x="1608306" y="86363"/>
                </a:lnTo>
                <a:lnTo>
                  <a:pt x="1552832" y="87373"/>
                </a:lnTo>
                <a:lnTo>
                  <a:pt x="1497368" y="88430"/>
                </a:lnTo>
                <a:lnTo>
                  <a:pt x="1441895" y="89525"/>
                </a:lnTo>
                <a:lnTo>
                  <a:pt x="1386430" y="90678"/>
                </a:lnTo>
                <a:lnTo>
                  <a:pt x="1330966" y="91869"/>
                </a:lnTo>
                <a:lnTo>
                  <a:pt x="1275493" y="93116"/>
                </a:lnTo>
                <a:lnTo>
                  <a:pt x="1220029" y="94402"/>
                </a:lnTo>
                <a:lnTo>
                  <a:pt x="1164565" y="95764"/>
                </a:lnTo>
                <a:lnTo>
                  <a:pt x="1109091" y="97155"/>
                </a:lnTo>
                <a:lnTo>
                  <a:pt x="1053627" y="98631"/>
                </a:lnTo>
                <a:lnTo>
                  <a:pt x="998163" y="100127"/>
                </a:lnTo>
                <a:lnTo>
                  <a:pt x="942699" y="101737"/>
                </a:lnTo>
                <a:lnTo>
                  <a:pt x="887235" y="103375"/>
                </a:lnTo>
                <a:lnTo>
                  <a:pt x="831771" y="105108"/>
                </a:lnTo>
                <a:lnTo>
                  <a:pt x="776307" y="106909"/>
                </a:lnTo>
                <a:lnTo>
                  <a:pt x="720842" y="108776"/>
                </a:lnTo>
                <a:lnTo>
                  <a:pt x="665388" y="110747"/>
                </a:lnTo>
                <a:lnTo>
                  <a:pt x="609924" y="112766"/>
                </a:lnTo>
                <a:lnTo>
                  <a:pt x="554469" y="114929"/>
                </a:lnTo>
                <a:lnTo>
                  <a:pt x="499005" y="117186"/>
                </a:lnTo>
                <a:lnTo>
                  <a:pt x="443551" y="119510"/>
                </a:lnTo>
                <a:lnTo>
                  <a:pt x="388096" y="122015"/>
                </a:lnTo>
                <a:lnTo>
                  <a:pt x="332651" y="124606"/>
                </a:lnTo>
                <a:lnTo>
                  <a:pt x="277197" y="127359"/>
                </a:lnTo>
                <a:lnTo>
                  <a:pt x="221752" y="130283"/>
                </a:lnTo>
                <a:lnTo>
                  <a:pt x="166307" y="133369"/>
                </a:lnTo>
                <a:lnTo>
                  <a:pt x="110861" y="136684"/>
                </a:lnTo>
                <a:lnTo>
                  <a:pt x="55426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21" name="layer-0-title">
            <a:extLst xmlns:a="http://schemas.openxmlformats.org/drawingml/2006/main">
              <a:ext uri="{FF2B5EF4-FFF2-40B4-BE49-F238E27FC236}">
                <a16:creationId xmlns:a16="http://schemas.microsoft.com/office/drawing/2014/main" id="{3E5BE0FA-8438-4F86-96E7-6CE3581E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06058" y="1736531"/>
            <a:ext cx="5779894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资产入库</a:t>
            </a:r>
          </a:p>
        </p:txBody>
      </p:sp>
      <p:sp>
        <p:nvSpPr>
          <p:cNvPr id="22" name="layer-0-item-0-title">
            <a:extLst xmlns:a="http://schemas.openxmlformats.org/drawingml/2006/main">
              <a:ext uri="{FF2B5EF4-FFF2-40B4-BE49-F238E27FC236}">
                <a16:creationId xmlns:a16="http://schemas.microsoft.com/office/drawing/2014/main" id="{06C7FAD0-22E6-4963-976C-F979BB449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244453" y="247144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23" name="layer-0-item-1-separator">
            <a:extLst xmlns:a="http://schemas.openxmlformats.org/drawingml/2006/main">
              <a:ext uri="{FF2B5EF4-FFF2-40B4-BE49-F238E27FC236}">
                <a16:creationId xmlns:a16="http://schemas.microsoft.com/office/drawing/2014/main" id="{E2DA94C7-084B-43E0-BAC9-3F9AE94E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36269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ayer-0-item-1-title">
            <a:extLst xmlns:a="http://schemas.openxmlformats.org/drawingml/2006/main">
              <a:ext uri="{FF2B5EF4-FFF2-40B4-BE49-F238E27FC236}">
                <a16:creationId xmlns:a16="http://schemas.microsoft.com/office/drawing/2014/main" id="{28131A27-7075-4E0A-B11C-0B51C4FB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3209" y="2471442"/>
            <a:ext cx="108585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提炼逻辑规律</a:t>
            </a:r>
          </a:p>
        </p:txBody>
      </p:sp>
      <p:sp>
        <p:nvSpPr>
          <p:cNvPr id="25" name="layer-0-item-2-separator">
            <a:extLst xmlns:a="http://schemas.openxmlformats.org/drawingml/2006/main">
              <a:ext uri="{FF2B5EF4-FFF2-40B4-BE49-F238E27FC236}">
                <a16:creationId xmlns:a16="http://schemas.microsoft.com/office/drawing/2014/main" id="{D5BCD0B0-2952-4A03-BDA5-E1E361975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ayer-0-item-2-title">
            <a:extLst xmlns:a="http://schemas.openxmlformats.org/drawingml/2006/main">
              <a:ext uri="{FF2B5EF4-FFF2-40B4-BE49-F238E27FC236}">
                <a16:creationId xmlns:a16="http://schemas.microsoft.com/office/drawing/2014/main" id="{807D98E2-7F52-416F-9F00-46F03C680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2941" y="2471442"/>
            <a:ext cx="108585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扩展复用能力</a:t>
            </a:r>
          </a:p>
        </p:txBody>
      </p:sp>
      <p:sp>
        <p:nvSpPr>
          <p:cNvPr id="27" name="layer-0-item-3-separator">
            <a:extLst xmlns:a="http://schemas.openxmlformats.org/drawingml/2006/main">
              <a:ext uri="{FF2B5EF4-FFF2-40B4-BE49-F238E27FC236}">
                <a16:creationId xmlns:a16="http://schemas.microsoft.com/office/drawing/2014/main" id="{AF4142BA-017F-48FD-9441-A3F0AA03E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55731" y="24443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ayer-0-item-3-title">
            <a:extLst xmlns:a="http://schemas.openxmlformats.org/drawingml/2006/main">
              <a:ext uri="{FF2B5EF4-FFF2-40B4-BE49-F238E27FC236}">
                <a16:creationId xmlns:a16="http://schemas.microsoft.com/office/drawing/2014/main" id="{16767568-9ACE-466B-A953-5CA10CFF7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23647" y="247144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9" name="layer-1-shadow">
            <a:extLst xmlns:a="http://schemas.openxmlformats.org/drawingml/2006/main">
              <a:ext uri="{FF2B5EF4-FFF2-40B4-BE49-F238E27FC236}">
                <a16:creationId xmlns:a16="http://schemas.microsoft.com/office/drawing/2014/main" id="{E774B1C6-F0B6-4EAA-B46B-4893D9D38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29740" y="4322064"/>
            <a:ext cx="873252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0" name="layer-1-body">
            <a:extLst xmlns:a="http://schemas.openxmlformats.org/drawingml/2006/main">
              <a:ext uri="{FF2B5EF4-FFF2-40B4-BE49-F238E27FC236}">
                <a16:creationId xmlns:a16="http://schemas.microsoft.com/office/drawing/2014/main" id="{C927FC29-63B6-4619-879D-113DE4CCF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9063" y="3406540"/>
            <a:ext cx="9074896" cy="1035520"/>
          </a:xfrm>
          <a:custGeom xmlns:a="http://schemas.openxmlformats.org/drawingml/2006/main">
            <a:pathLst>
              <a:path w="9074896" h="1035520">
                <a:moveTo>
                  <a:pt x="360797" y="133712"/>
                </a:moveTo>
                <a:lnTo>
                  <a:pt x="434597" y="105737"/>
                </a:lnTo>
                <a:lnTo>
                  <a:pt x="511940" y="94393"/>
                </a:lnTo>
                <a:lnTo>
                  <a:pt x="589445" y="86030"/>
                </a:lnTo>
                <a:lnTo>
                  <a:pt x="667026" y="79200"/>
                </a:lnTo>
                <a:lnTo>
                  <a:pt x="744636" y="73362"/>
                </a:lnTo>
                <a:lnTo>
                  <a:pt x="822265" y="68237"/>
                </a:lnTo>
                <a:lnTo>
                  <a:pt x="899912" y="63627"/>
                </a:lnTo>
                <a:lnTo>
                  <a:pt x="977570" y="59465"/>
                </a:lnTo>
                <a:lnTo>
                  <a:pt x="1055237" y="55636"/>
                </a:lnTo>
                <a:lnTo>
                  <a:pt x="1132913" y="52083"/>
                </a:lnTo>
                <a:lnTo>
                  <a:pt x="1210589" y="48816"/>
                </a:lnTo>
                <a:lnTo>
                  <a:pt x="1288266" y="45758"/>
                </a:lnTo>
                <a:lnTo>
                  <a:pt x="1365952" y="42891"/>
                </a:lnTo>
                <a:lnTo>
                  <a:pt x="1443638" y="40196"/>
                </a:lnTo>
                <a:lnTo>
                  <a:pt x="1521333" y="37662"/>
                </a:lnTo>
                <a:lnTo>
                  <a:pt x="1599019" y="35281"/>
                </a:lnTo>
                <a:lnTo>
                  <a:pt x="1676714" y="33023"/>
                </a:lnTo>
                <a:lnTo>
                  <a:pt x="1754410" y="30890"/>
                </a:lnTo>
                <a:lnTo>
                  <a:pt x="1832105" y="28870"/>
                </a:lnTo>
                <a:lnTo>
                  <a:pt x="1909801" y="26946"/>
                </a:lnTo>
                <a:lnTo>
                  <a:pt x="1987496" y="25127"/>
                </a:lnTo>
                <a:lnTo>
                  <a:pt x="2065201" y="23393"/>
                </a:lnTo>
                <a:lnTo>
                  <a:pt x="2142896" y="21746"/>
                </a:lnTo>
                <a:lnTo>
                  <a:pt x="2220601" y="20183"/>
                </a:lnTo>
                <a:lnTo>
                  <a:pt x="2298297" y="18698"/>
                </a:lnTo>
                <a:lnTo>
                  <a:pt x="2376002" y="17288"/>
                </a:lnTo>
                <a:lnTo>
                  <a:pt x="2453707" y="15954"/>
                </a:lnTo>
                <a:lnTo>
                  <a:pt x="2531412" y="14716"/>
                </a:lnTo>
                <a:lnTo>
                  <a:pt x="2609117" y="13487"/>
                </a:lnTo>
                <a:lnTo>
                  <a:pt x="2686822" y="12354"/>
                </a:lnTo>
                <a:lnTo>
                  <a:pt x="2764517" y="11278"/>
                </a:lnTo>
                <a:lnTo>
                  <a:pt x="2842222" y="10239"/>
                </a:lnTo>
                <a:lnTo>
                  <a:pt x="2919927" y="9287"/>
                </a:lnTo>
                <a:lnTo>
                  <a:pt x="2997632" y="8334"/>
                </a:lnTo>
                <a:lnTo>
                  <a:pt x="3075337" y="7515"/>
                </a:lnTo>
                <a:lnTo>
                  <a:pt x="3153051" y="6687"/>
                </a:lnTo>
                <a:lnTo>
                  <a:pt x="3230756" y="5934"/>
                </a:lnTo>
                <a:lnTo>
                  <a:pt x="3308461" y="5229"/>
                </a:lnTo>
                <a:lnTo>
                  <a:pt x="3386166" y="4553"/>
                </a:lnTo>
                <a:lnTo>
                  <a:pt x="3463871" y="3962"/>
                </a:lnTo>
                <a:lnTo>
                  <a:pt x="3541576" y="3372"/>
                </a:lnTo>
                <a:lnTo>
                  <a:pt x="3619290" y="2877"/>
                </a:lnTo>
                <a:lnTo>
                  <a:pt x="3696995" y="2400"/>
                </a:lnTo>
                <a:lnTo>
                  <a:pt x="3774700" y="1953"/>
                </a:lnTo>
                <a:lnTo>
                  <a:pt x="3852405" y="1591"/>
                </a:lnTo>
                <a:lnTo>
                  <a:pt x="3930110" y="1219"/>
                </a:lnTo>
                <a:lnTo>
                  <a:pt x="4007825" y="943"/>
                </a:lnTo>
                <a:lnTo>
                  <a:pt x="4085530" y="676"/>
                </a:lnTo>
                <a:lnTo>
                  <a:pt x="4163235" y="457"/>
                </a:lnTo>
                <a:lnTo>
                  <a:pt x="4240940" y="295"/>
                </a:lnTo>
                <a:lnTo>
                  <a:pt x="4318654" y="143"/>
                </a:lnTo>
                <a:lnTo>
                  <a:pt x="4396359" y="67"/>
                </a:lnTo>
                <a:lnTo>
                  <a:pt x="4474064" y="19"/>
                </a:lnTo>
                <a:lnTo>
                  <a:pt x="4551778" y="0"/>
                </a:lnTo>
                <a:lnTo>
                  <a:pt x="4629483" y="48"/>
                </a:lnTo>
                <a:lnTo>
                  <a:pt x="4707188" y="105"/>
                </a:lnTo>
                <a:lnTo>
                  <a:pt x="4784893" y="238"/>
                </a:lnTo>
                <a:lnTo>
                  <a:pt x="4862608" y="400"/>
                </a:lnTo>
                <a:lnTo>
                  <a:pt x="4940313" y="581"/>
                </a:lnTo>
                <a:lnTo>
                  <a:pt x="5018018" y="848"/>
                </a:lnTo>
                <a:lnTo>
                  <a:pt x="5095732" y="1105"/>
                </a:lnTo>
                <a:lnTo>
                  <a:pt x="5173437" y="1457"/>
                </a:lnTo>
                <a:lnTo>
                  <a:pt x="5251142" y="1819"/>
                </a:lnTo>
                <a:lnTo>
                  <a:pt x="5328847" y="2229"/>
                </a:lnTo>
                <a:lnTo>
                  <a:pt x="5406552" y="2705"/>
                </a:lnTo>
                <a:lnTo>
                  <a:pt x="5484266" y="3181"/>
                </a:lnTo>
                <a:lnTo>
                  <a:pt x="5561971" y="3753"/>
                </a:lnTo>
                <a:lnTo>
                  <a:pt x="5639676" y="4343"/>
                </a:lnTo>
                <a:lnTo>
                  <a:pt x="5717381" y="4982"/>
                </a:lnTo>
                <a:lnTo>
                  <a:pt x="5795086" y="5686"/>
                </a:lnTo>
                <a:lnTo>
                  <a:pt x="5872791" y="6391"/>
                </a:lnTo>
                <a:lnTo>
                  <a:pt x="5950506" y="7210"/>
                </a:lnTo>
                <a:lnTo>
                  <a:pt x="6028211" y="8039"/>
                </a:lnTo>
                <a:lnTo>
                  <a:pt x="6105916" y="8944"/>
                </a:lnTo>
                <a:lnTo>
                  <a:pt x="6183620" y="9896"/>
                </a:lnTo>
                <a:lnTo>
                  <a:pt x="6261325" y="10878"/>
                </a:lnTo>
                <a:lnTo>
                  <a:pt x="6339030" y="11935"/>
                </a:lnTo>
                <a:lnTo>
                  <a:pt x="6416726" y="13049"/>
                </a:lnTo>
                <a:lnTo>
                  <a:pt x="6494431" y="14278"/>
                </a:lnTo>
                <a:lnTo>
                  <a:pt x="6572136" y="15497"/>
                </a:lnTo>
                <a:lnTo>
                  <a:pt x="6649841" y="16802"/>
                </a:lnTo>
                <a:lnTo>
                  <a:pt x="6727546" y="18193"/>
                </a:lnTo>
                <a:lnTo>
                  <a:pt x="6805241" y="19650"/>
                </a:lnTo>
                <a:lnTo>
                  <a:pt x="6882946" y="21184"/>
                </a:lnTo>
                <a:lnTo>
                  <a:pt x="6960641" y="22793"/>
                </a:lnTo>
                <a:lnTo>
                  <a:pt x="7038346" y="24489"/>
                </a:lnTo>
                <a:lnTo>
                  <a:pt x="7116042" y="26279"/>
                </a:lnTo>
                <a:lnTo>
                  <a:pt x="7193737" y="28165"/>
                </a:lnTo>
                <a:lnTo>
                  <a:pt x="7271433" y="30156"/>
                </a:lnTo>
                <a:lnTo>
                  <a:pt x="7349128" y="32252"/>
                </a:lnTo>
                <a:lnTo>
                  <a:pt x="7426823" y="34461"/>
                </a:lnTo>
                <a:lnTo>
                  <a:pt x="7504519" y="36805"/>
                </a:lnTo>
                <a:lnTo>
                  <a:pt x="7582205" y="39281"/>
                </a:lnTo>
                <a:lnTo>
                  <a:pt x="7659900" y="41900"/>
                </a:lnTo>
                <a:lnTo>
                  <a:pt x="7737586" y="44691"/>
                </a:lnTo>
                <a:lnTo>
                  <a:pt x="7815263" y="47692"/>
                </a:lnTo>
                <a:lnTo>
                  <a:pt x="7892939" y="50892"/>
                </a:lnTo>
                <a:lnTo>
                  <a:pt x="7970615" y="54321"/>
                </a:lnTo>
                <a:lnTo>
                  <a:pt x="8048282" y="58036"/>
                </a:lnTo>
                <a:lnTo>
                  <a:pt x="8125949" y="62084"/>
                </a:lnTo>
                <a:lnTo>
                  <a:pt x="8203597" y="66513"/>
                </a:lnTo>
                <a:lnTo>
                  <a:pt x="8281235" y="71438"/>
                </a:lnTo>
                <a:lnTo>
                  <a:pt x="8358854" y="76991"/>
                </a:lnTo>
                <a:lnTo>
                  <a:pt x="8436445" y="83420"/>
                </a:lnTo>
                <a:lnTo>
                  <a:pt x="8513988" y="91135"/>
                </a:lnTo>
                <a:lnTo>
                  <a:pt x="8591407" y="101108"/>
                </a:lnTo>
                <a:lnTo>
                  <a:pt x="8668341" y="117253"/>
                </a:lnTo>
                <a:lnTo>
                  <a:pt x="8725024" y="191062"/>
                </a:lnTo>
                <a:lnTo>
                  <a:pt x="8775011" y="280778"/>
                </a:lnTo>
                <a:lnTo>
                  <a:pt x="8824989" y="370503"/>
                </a:lnTo>
                <a:lnTo>
                  <a:pt x="8874966" y="460219"/>
                </a:lnTo>
                <a:lnTo>
                  <a:pt x="8924954" y="549935"/>
                </a:lnTo>
                <a:lnTo>
                  <a:pt x="8974931" y="639661"/>
                </a:lnTo>
                <a:lnTo>
                  <a:pt x="9024909" y="729377"/>
                </a:lnTo>
                <a:lnTo>
                  <a:pt x="9074896" y="819093"/>
                </a:lnTo>
                <a:lnTo>
                  <a:pt x="9005773" y="861565"/>
                </a:lnTo>
                <a:lnTo>
                  <a:pt x="8929002" y="879519"/>
                </a:lnTo>
                <a:lnTo>
                  <a:pt x="8851783" y="892702"/>
                </a:lnTo>
                <a:lnTo>
                  <a:pt x="8774411" y="903437"/>
                </a:lnTo>
                <a:lnTo>
                  <a:pt x="8696935" y="912628"/>
                </a:lnTo>
                <a:lnTo>
                  <a:pt x="8619420" y="920725"/>
                </a:lnTo>
                <a:lnTo>
                  <a:pt x="8541858" y="927983"/>
                </a:lnTo>
                <a:lnTo>
                  <a:pt x="8464277" y="934574"/>
                </a:lnTo>
                <a:lnTo>
                  <a:pt x="8386667" y="940632"/>
                </a:lnTo>
                <a:lnTo>
                  <a:pt x="8309048" y="946223"/>
                </a:lnTo>
                <a:lnTo>
                  <a:pt x="8231419" y="951424"/>
                </a:lnTo>
                <a:lnTo>
                  <a:pt x="8153781" y="956272"/>
                </a:lnTo>
                <a:lnTo>
                  <a:pt x="8076133" y="960825"/>
                </a:lnTo>
                <a:lnTo>
                  <a:pt x="7998476" y="965111"/>
                </a:lnTo>
                <a:lnTo>
                  <a:pt x="7920819" y="969159"/>
                </a:lnTo>
                <a:lnTo>
                  <a:pt x="7843152" y="972988"/>
                </a:lnTo>
                <a:lnTo>
                  <a:pt x="7765475" y="976617"/>
                </a:lnTo>
                <a:lnTo>
                  <a:pt x="7687799" y="980065"/>
                </a:lnTo>
                <a:lnTo>
                  <a:pt x="7610123" y="983332"/>
                </a:lnTo>
                <a:lnTo>
                  <a:pt x="7532446" y="986447"/>
                </a:lnTo>
                <a:lnTo>
                  <a:pt x="7454760" y="989409"/>
                </a:lnTo>
                <a:lnTo>
                  <a:pt x="7377074" y="992229"/>
                </a:lnTo>
                <a:lnTo>
                  <a:pt x="7299389" y="994924"/>
                </a:lnTo>
                <a:lnTo>
                  <a:pt x="7221703" y="997496"/>
                </a:lnTo>
                <a:lnTo>
                  <a:pt x="7144017" y="999944"/>
                </a:lnTo>
                <a:lnTo>
                  <a:pt x="7066321" y="1002278"/>
                </a:lnTo>
                <a:lnTo>
                  <a:pt x="6988626" y="1004506"/>
                </a:lnTo>
                <a:lnTo>
                  <a:pt x="6910930" y="1006631"/>
                </a:lnTo>
                <a:lnTo>
                  <a:pt x="6833235" y="1008659"/>
                </a:lnTo>
                <a:lnTo>
                  <a:pt x="6755540" y="1010593"/>
                </a:lnTo>
                <a:lnTo>
                  <a:pt x="6677844" y="1012450"/>
                </a:lnTo>
                <a:lnTo>
                  <a:pt x="6600139" y="1014203"/>
                </a:lnTo>
                <a:lnTo>
                  <a:pt x="6522444" y="1015870"/>
                </a:lnTo>
                <a:lnTo>
                  <a:pt x="6444739" y="1017460"/>
                </a:lnTo>
                <a:lnTo>
                  <a:pt x="6367043" y="1018975"/>
                </a:lnTo>
                <a:lnTo>
                  <a:pt x="6289338" y="1020423"/>
                </a:lnTo>
                <a:lnTo>
                  <a:pt x="6211634" y="1021785"/>
                </a:lnTo>
                <a:lnTo>
                  <a:pt x="6133938" y="1023071"/>
                </a:lnTo>
                <a:lnTo>
                  <a:pt x="6056233" y="1024290"/>
                </a:lnTo>
                <a:lnTo>
                  <a:pt x="5978528" y="1025442"/>
                </a:lnTo>
                <a:lnTo>
                  <a:pt x="5900823" y="1026528"/>
                </a:lnTo>
                <a:lnTo>
                  <a:pt x="5823118" y="1027538"/>
                </a:lnTo>
                <a:lnTo>
                  <a:pt x="5745413" y="1028481"/>
                </a:lnTo>
                <a:lnTo>
                  <a:pt x="5667708" y="1029376"/>
                </a:lnTo>
                <a:lnTo>
                  <a:pt x="5590003" y="1030205"/>
                </a:lnTo>
                <a:lnTo>
                  <a:pt x="5512298" y="1030919"/>
                </a:lnTo>
                <a:lnTo>
                  <a:pt x="5434594" y="1031624"/>
                </a:lnTo>
                <a:lnTo>
                  <a:pt x="5356879" y="1032300"/>
                </a:lnTo>
                <a:lnTo>
                  <a:pt x="5279174" y="1032891"/>
                </a:lnTo>
                <a:lnTo>
                  <a:pt x="5201469" y="1033405"/>
                </a:lnTo>
                <a:lnTo>
                  <a:pt x="5123764" y="1033844"/>
                </a:lnTo>
                <a:lnTo>
                  <a:pt x="5046059" y="1034234"/>
                </a:lnTo>
                <a:lnTo>
                  <a:pt x="4968345" y="1034625"/>
                </a:lnTo>
                <a:lnTo>
                  <a:pt x="4890640" y="1034910"/>
                </a:lnTo>
                <a:lnTo>
                  <a:pt x="4812935" y="1035148"/>
                </a:lnTo>
                <a:lnTo>
                  <a:pt x="4735230" y="1035339"/>
                </a:lnTo>
                <a:lnTo>
                  <a:pt x="4657515" y="1035415"/>
                </a:lnTo>
                <a:lnTo>
                  <a:pt x="4579811" y="1035491"/>
                </a:lnTo>
                <a:lnTo>
                  <a:pt x="4502106" y="1035520"/>
                </a:lnTo>
                <a:lnTo>
                  <a:pt x="4424391" y="1035444"/>
                </a:lnTo>
                <a:lnTo>
                  <a:pt x="4346686" y="1035368"/>
                </a:lnTo>
                <a:lnTo>
                  <a:pt x="4268981" y="1035215"/>
                </a:lnTo>
                <a:lnTo>
                  <a:pt x="4191276" y="1035015"/>
                </a:lnTo>
                <a:lnTo>
                  <a:pt x="4113562" y="1034739"/>
                </a:lnTo>
                <a:lnTo>
                  <a:pt x="4035857" y="1034377"/>
                </a:lnTo>
                <a:lnTo>
                  <a:pt x="3958152" y="1033986"/>
                </a:lnTo>
                <a:lnTo>
                  <a:pt x="3880447" y="1033586"/>
                </a:lnTo>
                <a:lnTo>
                  <a:pt x="3802742" y="1033081"/>
                </a:lnTo>
                <a:lnTo>
                  <a:pt x="3725027" y="1032520"/>
                </a:lnTo>
                <a:lnTo>
                  <a:pt x="3647323" y="1031881"/>
                </a:lnTo>
                <a:lnTo>
                  <a:pt x="3569618" y="1031177"/>
                </a:lnTo>
                <a:lnTo>
                  <a:pt x="3491913" y="1030472"/>
                </a:lnTo>
                <a:lnTo>
                  <a:pt x="3414208" y="1029672"/>
                </a:lnTo>
                <a:lnTo>
                  <a:pt x="3336503" y="1028814"/>
                </a:lnTo>
                <a:lnTo>
                  <a:pt x="3258798" y="1027900"/>
                </a:lnTo>
                <a:lnTo>
                  <a:pt x="3181093" y="1026900"/>
                </a:lnTo>
                <a:lnTo>
                  <a:pt x="3103388" y="1025833"/>
                </a:lnTo>
                <a:lnTo>
                  <a:pt x="3025683" y="1024709"/>
                </a:lnTo>
                <a:lnTo>
                  <a:pt x="2947978" y="1023528"/>
                </a:lnTo>
                <a:lnTo>
                  <a:pt x="2870273" y="1022261"/>
                </a:lnTo>
                <a:lnTo>
                  <a:pt x="2792568" y="1020918"/>
                </a:lnTo>
                <a:lnTo>
                  <a:pt x="2714873" y="1019499"/>
                </a:lnTo>
                <a:lnTo>
                  <a:pt x="2637168" y="1018022"/>
                </a:lnTo>
                <a:lnTo>
                  <a:pt x="2559472" y="1016470"/>
                </a:lnTo>
                <a:lnTo>
                  <a:pt x="2481767" y="1014813"/>
                </a:lnTo>
                <a:lnTo>
                  <a:pt x="2404072" y="1013079"/>
                </a:lnTo>
                <a:lnTo>
                  <a:pt x="2326367" y="1011269"/>
                </a:lnTo>
                <a:lnTo>
                  <a:pt x="2248672" y="1009364"/>
                </a:lnTo>
                <a:lnTo>
                  <a:pt x="2170976" y="1007383"/>
                </a:lnTo>
                <a:lnTo>
                  <a:pt x="2093281" y="1005288"/>
                </a:lnTo>
                <a:lnTo>
                  <a:pt x="2015585" y="1003087"/>
                </a:lnTo>
                <a:lnTo>
                  <a:pt x="1937899" y="1000792"/>
                </a:lnTo>
                <a:lnTo>
                  <a:pt x="1860204" y="998382"/>
                </a:lnTo>
                <a:lnTo>
                  <a:pt x="1782518" y="995858"/>
                </a:lnTo>
                <a:lnTo>
                  <a:pt x="1704823" y="993210"/>
                </a:lnTo>
                <a:lnTo>
                  <a:pt x="1627137" y="990448"/>
                </a:lnTo>
                <a:lnTo>
                  <a:pt x="1549460" y="987533"/>
                </a:lnTo>
                <a:lnTo>
                  <a:pt x="1471774" y="984485"/>
                </a:lnTo>
                <a:lnTo>
                  <a:pt x="1394098" y="981275"/>
                </a:lnTo>
                <a:lnTo>
                  <a:pt x="1316422" y="977903"/>
                </a:lnTo>
                <a:lnTo>
                  <a:pt x="1238755" y="974341"/>
                </a:lnTo>
                <a:lnTo>
                  <a:pt x="1161078" y="970588"/>
                </a:lnTo>
                <a:lnTo>
                  <a:pt x="1083421" y="966616"/>
                </a:lnTo>
                <a:lnTo>
                  <a:pt x="1005764" y="962406"/>
                </a:lnTo>
                <a:lnTo>
                  <a:pt x="928106" y="957948"/>
                </a:lnTo>
                <a:lnTo>
                  <a:pt x="850468" y="953224"/>
                </a:lnTo>
                <a:lnTo>
                  <a:pt x="772830" y="948119"/>
                </a:lnTo>
                <a:lnTo>
                  <a:pt x="695211" y="942699"/>
                </a:lnTo>
                <a:lnTo>
                  <a:pt x="617601" y="936812"/>
                </a:lnTo>
                <a:lnTo>
                  <a:pt x="540001" y="930431"/>
                </a:lnTo>
                <a:lnTo>
                  <a:pt x="462439" y="923430"/>
                </a:lnTo>
                <a:lnTo>
                  <a:pt x="384905" y="915657"/>
                </a:lnTo>
                <a:lnTo>
                  <a:pt x="307410" y="906904"/>
                </a:lnTo>
                <a:lnTo>
                  <a:pt x="229991" y="896779"/>
                </a:lnTo>
                <a:lnTo>
                  <a:pt x="152705" y="884644"/>
                </a:lnTo>
                <a:lnTo>
                  <a:pt x="75714" y="868899"/>
                </a:lnTo>
                <a:lnTo>
                  <a:pt x="0" y="843172"/>
                </a:lnTo>
                <a:lnTo>
                  <a:pt x="10935" y="761743"/>
                </a:lnTo>
                <a:lnTo>
                  <a:pt x="60912" y="672027"/>
                </a:lnTo>
                <a:lnTo>
                  <a:pt x="110900" y="582311"/>
                </a:lnTo>
                <a:lnTo>
                  <a:pt x="160877" y="492585"/>
                </a:lnTo>
                <a:lnTo>
                  <a:pt x="210855" y="402869"/>
                </a:lnTo>
                <a:lnTo>
                  <a:pt x="260833" y="313153"/>
                </a:lnTo>
                <a:lnTo>
                  <a:pt x="310820" y="223437"/>
                </a:lnTo>
                <a:lnTo>
                  <a:pt x="360797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layer-1-front">
            <a:extLst xmlns:a="http://schemas.openxmlformats.org/drawingml/2006/main">
              <a:ext uri="{FF2B5EF4-FFF2-40B4-BE49-F238E27FC236}">
                <a16:creationId xmlns:a16="http://schemas.microsoft.com/office/drawing/2014/main" id="{1C2CE005-E7E6-4F4C-82A0-E6209AA5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7813" y="4226052"/>
            <a:ext cx="9093632" cy="318897"/>
          </a:xfrm>
          <a:custGeom xmlns:a="http://schemas.openxmlformats.org/drawingml/2006/main">
            <a:pathLst>
              <a:path w="9093632" h="318897">
                <a:moveTo>
                  <a:pt x="0" y="0"/>
                </a:moveTo>
                <a:lnTo>
                  <a:pt x="67456" y="43472"/>
                </a:lnTo>
                <a:lnTo>
                  <a:pt x="142475" y="62113"/>
                </a:lnTo>
                <a:lnTo>
                  <a:pt x="217970" y="75809"/>
                </a:lnTo>
                <a:lnTo>
                  <a:pt x="293646" y="86963"/>
                </a:lnTo>
                <a:lnTo>
                  <a:pt x="369427" y="96526"/>
                </a:lnTo>
                <a:lnTo>
                  <a:pt x="445265" y="104937"/>
                </a:lnTo>
                <a:lnTo>
                  <a:pt x="521141" y="112490"/>
                </a:lnTo>
                <a:lnTo>
                  <a:pt x="597046" y="119367"/>
                </a:lnTo>
                <a:lnTo>
                  <a:pt x="672970" y="125654"/>
                </a:lnTo>
                <a:lnTo>
                  <a:pt x="748913" y="131483"/>
                </a:lnTo>
                <a:lnTo>
                  <a:pt x="824875" y="136903"/>
                </a:lnTo>
                <a:lnTo>
                  <a:pt x="900846" y="141970"/>
                </a:lnTo>
                <a:lnTo>
                  <a:pt x="976817" y="146723"/>
                </a:lnTo>
                <a:lnTo>
                  <a:pt x="1052808" y="151200"/>
                </a:lnTo>
                <a:lnTo>
                  <a:pt x="1128798" y="155419"/>
                </a:lnTo>
                <a:lnTo>
                  <a:pt x="1204789" y="159420"/>
                </a:lnTo>
                <a:lnTo>
                  <a:pt x="1280789" y="163211"/>
                </a:lnTo>
                <a:lnTo>
                  <a:pt x="1356798" y="166811"/>
                </a:lnTo>
                <a:lnTo>
                  <a:pt x="1432808" y="170231"/>
                </a:lnTo>
                <a:lnTo>
                  <a:pt x="1508817" y="173488"/>
                </a:lnTo>
                <a:lnTo>
                  <a:pt x="1584827" y="176603"/>
                </a:lnTo>
                <a:lnTo>
                  <a:pt x="1660846" y="179556"/>
                </a:lnTo>
                <a:lnTo>
                  <a:pt x="1736865" y="182366"/>
                </a:lnTo>
                <a:lnTo>
                  <a:pt x="1812884" y="185061"/>
                </a:lnTo>
                <a:lnTo>
                  <a:pt x="1888912" y="187633"/>
                </a:lnTo>
                <a:lnTo>
                  <a:pt x="1964941" y="190090"/>
                </a:lnTo>
                <a:lnTo>
                  <a:pt x="2040960" y="192443"/>
                </a:lnTo>
                <a:lnTo>
                  <a:pt x="2116988" y="194691"/>
                </a:lnTo>
                <a:lnTo>
                  <a:pt x="2193017" y="196834"/>
                </a:lnTo>
                <a:lnTo>
                  <a:pt x="2269046" y="198872"/>
                </a:lnTo>
                <a:lnTo>
                  <a:pt x="2345084" y="200816"/>
                </a:lnTo>
                <a:lnTo>
                  <a:pt x="2421112" y="202682"/>
                </a:lnTo>
                <a:lnTo>
                  <a:pt x="2497150" y="204473"/>
                </a:lnTo>
                <a:lnTo>
                  <a:pt x="2573179" y="206169"/>
                </a:lnTo>
                <a:lnTo>
                  <a:pt x="2649217" y="207769"/>
                </a:lnTo>
                <a:lnTo>
                  <a:pt x="2725255" y="209302"/>
                </a:lnTo>
                <a:lnTo>
                  <a:pt x="2801283" y="210760"/>
                </a:lnTo>
                <a:lnTo>
                  <a:pt x="2877322" y="212150"/>
                </a:lnTo>
                <a:lnTo>
                  <a:pt x="2953360" y="213455"/>
                </a:lnTo>
                <a:lnTo>
                  <a:pt x="3029398" y="214694"/>
                </a:lnTo>
                <a:lnTo>
                  <a:pt x="3105436" y="215865"/>
                </a:lnTo>
                <a:lnTo>
                  <a:pt x="3181474" y="216980"/>
                </a:lnTo>
                <a:lnTo>
                  <a:pt x="3257521" y="217999"/>
                </a:lnTo>
                <a:lnTo>
                  <a:pt x="3333560" y="218970"/>
                </a:lnTo>
                <a:lnTo>
                  <a:pt x="3409598" y="219875"/>
                </a:lnTo>
                <a:lnTo>
                  <a:pt x="3485636" y="220732"/>
                </a:lnTo>
                <a:lnTo>
                  <a:pt x="3561674" y="221504"/>
                </a:lnTo>
                <a:lnTo>
                  <a:pt x="3637721" y="222218"/>
                </a:lnTo>
                <a:lnTo>
                  <a:pt x="3713759" y="222885"/>
                </a:lnTo>
                <a:lnTo>
                  <a:pt x="3789797" y="223485"/>
                </a:lnTo>
                <a:lnTo>
                  <a:pt x="3865845" y="224018"/>
                </a:lnTo>
                <a:lnTo>
                  <a:pt x="3941883" y="224504"/>
                </a:lnTo>
                <a:lnTo>
                  <a:pt x="4017931" y="224942"/>
                </a:lnTo>
                <a:lnTo>
                  <a:pt x="4093969" y="225295"/>
                </a:lnTo>
                <a:lnTo>
                  <a:pt x="4170007" y="225600"/>
                </a:lnTo>
                <a:lnTo>
                  <a:pt x="4246055" y="225866"/>
                </a:lnTo>
                <a:lnTo>
                  <a:pt x="4322093" y="226057"/>
                </a:lnTo>
                <a:lnTo>
                  <a:pt x="4398140" y="226190"/>
                </a:lnTo>
                <a:lnTo>
                  <a:pt x="4474178" y="226276"/>
                </a:lnTo>
                <a:lnTo>
                  <a:pt x="4550226" y="226314"/>
                </a:lnTo>
                <a:lnTo>
                  <a:pt x="4626264" y="226276"/>
                </a:lnTo>
                <a:lnTo>
                  <a:pt x="4702302" y="226181"/>
                </a:lnTo>
                <a:lnTo>
                  <a:pt x="4778350" y="226047"/>
                </a:lnTo>
                <a:lnTo>
                  <a:pt x="4854388" y="225847"/>
                </a:lnTo>
                <a:lnTo>
                  <a:pt x="4930435" y="225590"/>
                </a:lnTo>
                <a:lnTo>
                  <a:pt x="5006473" y="225276"/>
                </a:lnTo>
                <a:lnTo>
                  <a:pt x="5082521" y="224923"/>
                </a:lnTo>
                <a:lnTo>
                  <a:pt x="5158559" y="224485"/>
                </a:lnTo>
                <a:lnTo>
                  <a:pt x="5234597" y="223990"/>
                </a:lnTo>
                <a:lnTo>
                  <a:pt x="5310645" y="223457"/>
                </a:lnTo>
                <a:lnTo>
                  <a:pt x="5386683" y="222856"/>
                </a:lnTo>
                <a:lnTo>
                  <a:pt x="5462721" y="222180"/>
                </a:lnTo>
                <a:lnTo>
                  <a:pt x="5538768" y="221456"/>
                </a:lnTo>
                <a:lnTo>
                  <a:pt x="5614807" y="220685"/>
                </a:lnTo>
                <a:lnTo>
                  <a:pt x="5690845" y="219837"/>
                </a:lnTo>
                <a:lnTo>
                  <a:pt x="5766883" y="218923"/>
                </a:lnTo>
                <a:lnTo>
                  <a:pt x="5842930" y="217942"/>
                </a:lnTo>
                <a:lnTo>
                  <a:pt x="5918968" y="216913"/>
                </a:lnTo>
                <a:lnTo>
                  <a:pt x="5995006" y="215808"/>
                </a:lnTo>
                <a:lnTo>
                  <a:pt x="6071045" y="214627"/>
                </a:lnTo>
                <a:lnTo>
                  <a:pt x="6147083" y="213379"/>
                </a:lnTo>
                <a:lnTo>
                  <a:pt x="6223121" y="212084"/>
                </a:lnTo>
                <a:lnTo>
                  <a:pt x="6299159" y="210683"/>
                </a:lnTo>
                <a:lnTo>
                  <a:pt x="6375187" y="209217"/>
                </a:lnTo>
                <a:lnTo>
                  <a:pt x="6451225" y="207683"/>
                </a:lnTo>
                <a:lnTo>
                  <a:pt x="6527263" y="206073"/>
                </a:lnTo>
                <a:lnTo>
                  <a:pt x="6603292" y="204378"/>
                </a:lnTo>
                <a:lnTo>
                  <a:pt x="6679330" y="202587"/>
                </a:lnTo>
                <a:lnTo>
                  <a:pt x="6755359" y="200720"/>
                </a:lnTo>
                <a:lnTo>
                  <a:pt x="6831397" y="198758"/>
                </a:lnTo>
                <a:lnTo>
                  <a:pt x="6907425" y="196720"/>
                </a:lnTo>
                <a:lnTo>
                  <a:pt x="6983454" y="194577"/>
                </a:lnTo>
                <a:lnTo>
                  <a:pt x="7059482" y="192319"/>
                </a:lnTo>
                <a:lnTo>
                  <a:pt x="7135501" y="189957"/>
                </a:lnTo>
                <a:lnTo>
                  <a:pt x="7211530" y="187500"/>
                </a:lnTo>
                <a:lnTo>
                  <a:pt x="7287558" y="184918"/>
                </a:lnTo>
                <a:lnTo>
                  <a:pt x="7363577" y="182223"/>
                </a:lnTo>
                <a:lnTo>
                  <a:pt x="7439596" y="179394"/>
                </a:lnTo>
                <a:lnTo>
                  <a:pt x="7515616" y="176432"/>
                </a:lnTo>
                <a:lnTo>
                  <a:pt x="7591625" y="173326"/>
                </a:lnTo>
                <a:lnTo>
                  <a:pt x="7667635" y="170059"/>
                </a:lnTo>
                <a:lnTo>
                  <a:pt x="7743644" y="166621"/>
                </a:lnTo>
                <a:lnTo>
                  <a:pt x="7819654" y="163011"/>
                </a:lnTo>
                <a:lnTo>
                  <a:pt x="7895654" y="159210"/>
                </a:lnTo>
                <a:lnTo>
                  <a:pt x="7971644" y="155200"/>
                </a:lnTo>
                <a:lnTo>
                  <a:pt x="8047634" y="150971"/>
                </a:lnTo>
                <a:lnTo>
                  <a:pt x="8123625" y="146485"/>
                </a:lnTo>
                <a:lnTo>
                  <a:pt x="8199596" y="141703"/>
                </a:lnTo>
                <a:lnTo>
                  <a:pt x="8275568" y="136627"/>
                </a:lnTo>
                <a:lnTo>
                  <a:pt x="8351520" y="131188"/>
                </a:lnTo>
                <a:lnTo>
                  <a:pt x="8427463" y="125330"/>
                </a:lnTo>
                <a:lnTo>
                  <a:pt x="8503396" y="119005"/>
                </a:lnTo>
                <a:lnTo>
                  <a:pt x="8579301" y="112109"/>
                </a:lnTo>
                <a:lnTo>
                  <a:pt x="8655167" y="104518"/>
                </a:lnTo>
                <a:lnTo>
                  <a:pt x="8731006" y="96050"/>
                </a:lnTo>
                <a:lnTo>
                  <a:pt x="8806777" y="86411"/>
                </a:lnTo>
                <a:lnTo>
                  <a:pt x="8882453" y="75152"/>
                </a:lnTo>
                <a:lnTo>
                  <a:pt x="8957929" y="61274"/>
                </a:lnTo>
                <a:lnTo>
                  <a:pt x="9032900" y="42215"/>
                </a:lnTo>
                <a:lnTo>
                  <a:pt x="9093632" y="4524"/>
                </a:lnTo>
                <a:lnTo>
                  <a:pt x="9024823" y="51159"/>
                </a:lnTo>
                <a:lnTo>
                  <a:pt x="8950804" y="77286"/>
                </a:lnTo>
                <a:lnTo>
                  <a:pt x="8875900" y="96984"/>
                </a:lnTo>
                <a:lnTo>
                  <a:pt x="8800624" y="113214"/>
                </a:lnTo>
                <a:lnTo>
                  <a:pt x="8725148" y="127178"/>
                </a:lnTo>
                <a:lnTo>
                  <a:pt x="8649548" y="139522"/>
                </a:lnTo>
                <a:lnTo>
                  <a:pt x="8573862" y="150609"/>
                </a:lnTo>
                <a:lnTo>
                  <a:pt x="8498110" y="160706"/>
                </a:lnTo>
                <a:lnTo>
                  <a:pt x="8422319" y="169983"/>
                </a:lnTo>
                <a:lnTo>
                  <a:pt x="8346491" y="178575"/>
                </a:lnTo>
                <a:lnTo>
                  <a:pt x="8270634" y="186566"/>
                </a:lnTo>
                <a:lnTo>
                  <a:pt x="8194758" y="194062"/>
                </a:lnTo>
                <a:lnTo>
                  <a:pt x="8118853" y="201082"/>
                </a:lnTo>
                <a:lnTo>
                  <a:pt x="8042939" y="207693"/>
                </a:lnTo>
                <a:lnTo>
                  <a:pt x="7967015" y="213932"/>
                </a:lnTo>
                <a:lnTo>
                  <a:pt x="7891072" y="219847"/>
                </a:lnTo>
                <a:lnTo>
                  <a:pt x="7815120" y="225457"/>
                </a:lnTo>
                <a:lnTo>
                  <a:pt x="7739158" y="230772"/>
                </a:lnTo>
                <a:lnTo>
                  <a:pt x="7663186" y="235839"/>
                </a:lnTo>
                <a:lnTo>
                  <a:pt x="7587215" y="240640"/>
                </a:lnTo>
                <a:lnTo>
                  <a:pt x="7511234" y="245231"/>
                </a:lnTo>
                <a:lnTo>
                  <a:pt x="7435244" y="249622"/>
                </a:lnTo>
                <a:lnTo>
                  <a:pt x="7359253" y="253803"/>
                </a:lnTo>
                <a:lnTo>
                  <a:pt x="7283263" y="257804"/>
                </a:lnTo>
                <a:lnTo>
                  <a:pt x="7207253" y="261604"/>
                </a:lnTo>
                <a:lnTo>
                  <a:pt x="7131253" y="265233"/>
                </a:lnTo>
                <a:lnTo>
                  <a:pt x="7055244" y="268700"/>
                </a:lnTo>
                <a:lnTo>
                  <a:pt x="6979234" y="272024"/>
                </a:lnTo>
                <a:lnTo>
                  <a:pt x="6903225" y="275196"/>
                </a:lnTo>
                <a:lnTo>
                  <a:pt x="6827206" y="278235"/>
                </a:lnTo>
                <a:lnTo>
                  <a:pt x="6751187" y="281140"/>
                </a:lnTo>
                <a:lnTo>
                  <a:pt x="6675168" y="283893"/>
                </a:lnTo>
                <a:lnTo>
                  <a:pt x="6599149" y="286512"/>
                </a:lnTo>
                <a:lnTo>
                  <a:pt x="6523120" y="289017"/>
                </a:lnTo>
                <a:lnTo>
                  <a:pt x="6447092" y="291417"/>
                </a:lnTo>
                <a:lnTo>
                  <a:pt x="6371072" y="293703"/>
                </a:lnTo>
                <a:lnTo>
                  <a:pt x="6295034" y="295847"/>
                </a:lnTo>
                <a:lnTo>
                  <a:pt x="6219006" y="297894"/>
                </a:lnTo>
                <a:lnTo>
                  <a:pt x="6142977" y="299837"/>
                </a:lnTo>
                <a:lnTo>
                  <a:pt x="6066949" y="301676"/>
                </a:lnTo>
                <a:lnTo>
                  <a:pt x="5990911" y="303419"/>
                </a:lnTo>
                <a:lnTo>
                  <a:pt x="5914873" y="305038"/>
                </a:lnTo>
                <a:lnTo>
                  <a:pt x="5838844" y="306572"/>
                </a:lnTo>
                <a:lnTo>
                  <a:pt x="5762806" y="308019"/>
                </a:lnTo>
                <a:lnTo>
                  <a:pt x="5686768" y="309372"/>
                </a:lnTo>
                <a:lnTo>
                  <a:pt x="5610730" y="310610"/>
                </a:lnTo>
                <a:lnTo>
                  <a:pt x="5534692" y="311763"/>
                </a:lnTo>
                <a:lnTo>
                  <a:pt x="5458654" y="312839"/>
                </a:lnTo>
                <a:lnTo>
                  <a:pt x="5382616" y="313820"/>
                </a:lnTo>
                <a:lnTo>
                  <a:pt x="5306568" y="314696"/>
                </a:lnTo>
                <a:lnTo>
                  <a:pt x="5230530" y="315497"/>
                </a:lnTo>
                <a:lnTo>
                  <a:pt x="5154492" y="316220"/>
                </a:lnTo>
                <a:lnTo>
                  <a:pt x="5078454" y="316859"/>
                </a:lnTo>
                <a:lnTo>
                  <a:pt x="5002406" y="317383"/>
                </a:lnTo>
                <a:lnTo>
                  <a:pt x="4926368" y="317849"/>
                </a:lnTo>
                <a:lnTo>
                  <a:pt x="4850321" y="318230"/>
                </a:lnTo>
                <a:lnTo>
                  <a:pt x="4774282" y="318516"/>
                </a:lnTo>
                <a:lnTo>
                  <a:pt x="4698235" y="318716"/>
                </a:lnTo>
                <a:lnTo>
                  <a:pt x="4622197" y="318840"/>
                </a:lnTo>
                <a:lnTo>
                  <a:pt x="4546159" y="318897"/>
                </a:lnTo>
                <a:lnTo>
                  <a:pt x="4470111" y="318840"/>
                </a:lnTo>
                <a:lnTo>
                  <a:pt x="4394073" y="318707"/>
                </a:lnTo>
                <a:lnTo>
                  <a:pt x="4318025" y="318506"/>
                </a:lnTo>
                <a:lnTo>
                  <a:pt x="4241987" y="318221"/>
                </a:lnTo>
                <a:lnTo>
                  <a:pt x="4165949" y="317821"/>
                </a:lnTo>
                <a:lnTo>
                  <a:pt x="4089902" y="317363"/>
                </a:lnTo>
                <a:lnTo>
                  <a:pt x="4013864" y="316821"/>
                </a:lnTo>
                <a:lnTo>
                  <a:pt x="3937816" y="316192"/>
                </a:lnTo>
                <a:lnTo>
                  <a:pt x="3861778" y="315458"/>
                </a:lnTo>
                <a:lnTo>
                  <a:pt x="3785740" y="314649"/>
                </a:lnTo>
                <a:lnTo>
                  <a:pt x="3709702" y="313773"/>
                </a:lnTo>
                <a:lnTo>
                  <a:pt x="3633654" y="312782"/>
                </a:lnTo>
                <a:lnTo>
                  <a:pt x="3557616" y="311706"/>
                </a:lnTo>
                <a:lnTo>
                  <a:pt x="3481578" y="310544"/>
                </a:lnTo>
                <a:lnTo>
                  <a:pt x="3405540" y="309296"/>
                </a:lnTo>
                <a:lnTo>
                  <a:pt x="3329502" y="307943"/>
                </a:lnTo>
                <a:lnTo>
                  <a:pt x="3253473" y="306495"/>
                </a:lnTo>
                <a:lnTo>
                  <a:pt x="3177435" y="304952"/>
                </a:lnTo>
                <a:lnTo>
                  <a:pt x="3101397" y="303324"/>
                </a:lnTo>
                <a:lnTo>
                  <a:pt x="3025369" y="301590"/>
                </a:lnTo>
                <a:lnTo>
                  <a:pt x="2949331" y="299733"/>
                </a:lnTo>
                <a:lnTo>
                  <a:pt x="2873302" y="297780"/>
                </a:lnTo>
                <a:lnTo>
                  <a:pt x="2797273" y="295732"/>
                </a:lnTo>
                <a:lnTo>
                  <a:pt x="2721245" y="293580"/>
                </a:lnTo>
                <a:lnTo>
                  <a:pt x="2645216" y="291294"/>
                </a:lnTo>
                <a:lnTo>
                  <a:pt x="2569188" y="288893"/>
                </a:lnTo>
                <a:lnTo>
                  <a:pt x="2493169" y="286379"/>
                </a:lnTo>
                <a:lnTo>
                  <a:pt x="2417140" y="283740"/>
                </a:lnTo>
                <a:lnTo>
                  <a:pt x="2341121" y="280988"/>
                </a:lnTo>
                <a:lnTo>
                  <a:pt x="2265102" y="278082"/>
                </a:lnTo>
                <a:lnTo>
                  <a:pt x="2189093" y="275034"/>
                </a:lnTo>
                <a:lnTo>
                  <a:pt x="2113074" y="271853"/>
                </a:lnTo>
                <a:lnTo>
                  <a:pt x="2037064" y="268519"/>
                </a:lnTo>
                <a:lnTo>
                  <a:pt x="1961064" y="265043"/>
                </a:lnTo>
                <a:lnTo>
                  <a:pt x="1885055" y="261395"/>
                </a:lnTo>
                <a:lnTo>
                  <a:pt x="1809055" y="257585"/>
                </a:lnTo>
                <a:lnTo>
                  <a:pt x="1733055" y="253594"/>
                </a:lnTo>
                <a:lnTo>
                  <a:pt x="1657064" y="249393"/>
                </a:lnTo>
                <a:lnTo>
                  <a:pt x="1581083" y="244993"/>
                </a:lnTo>
                <a:lnTo>
                  <a:pt x="1505102" y="240392"/>
                </a:lnTo>
                <a:lnTo>
                  <a:pt x="1429121" y="235572"/>
                </a:lnTo>
                <a:lnTo>
                  <a:pt x="1353160" y="230495"/>
                </a:lnTo>
                <a:lnTo>
                  <a:pt x="1277198" y="225161"/>
                </a:lnTo>
                <a:lnTo>
                  <a:pt x="1201245" y="219542"/>
                </a:lnTo>
                <a:lnTo>
                  <a:pt x="1125303" y="213608"/>
                </a:lnTo>
                <a:lnTo>
                  <a:pt x="1049379" y="207350"/>
                </a:lnTo>
                <a:lnTo>
                  <a:pt x="973465" y="200720"/>
                </a:lnTo>
                <a:lnTo>
                  <a:pt x="897560" y="193662"/>
                </a:lnTo>
                <a:lnTo>
                  <a:pt x="821684" y="186157"/>
                </a:lnTo>
                <a:lnTo>
                  <a:pt x="745827" y="178137"/>
                </a:lnTo>
                <a:lnTo>
                  <a:pt x="669998" y="169497"/>
                </a:lnTo>
                <a:lnTo>
                  <a:pt x="594208" y="160182"/>
                </a:lnTo>
                <a:lnTo>
                  <a:pt x="518465" y="150038"/>
                </a:lnTo>
                <a:lnTo>
                  <a:pt x="442789" y="138884"/>
                </a:lnTo>
                <a:lnTo>
                  <a:pt x="367189" y="126473"/>
                </a:lnTo>
                <a:lnTo>
                  <a:pt x="291722" y="112414"/>
                </a:lnTo>
                <a:lnTo>
                  <a:pt x="216465" y="96041"/>
                </a:lnTo>
                <a:lnTo>
                  <a:pt x="141589" y="76086"/>
                </a:lnTo>
                <a:lnTo>
                  <a:pt x="67647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2" name="layer-1-cap">
            <a:extLst xmlns:a="http://schemas.openxmlformats.org/drawingml/2006/main">
              <a:ext uri="{FF2B5EF4-FFF2-40B4-BE49-F238E27FC236}">
                <a16:creationId xmlns:a16="http://schemas.microsoft.com/office/drawing/2014/main" id="{BF99226C-5ABE-4A49-A45B-8A4A5A6F1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9860" y="3293364"/>
            <a:ext cx="8332280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DA2C5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3" name="layer-1-cap-highlight">
            <a:extLst xmlns:a="http://schemas.openxmlformats.org/drawingml/2006/main">
              <a:ext uri="{FF2B5EF4-FFF2-40B4-BE49-F238E27FC236}">
                <a16:creationId xmlns:a16="http://schemas.microsoft.com/office/drawing/2014/main" id="{CD6BBF87-EBF5-4CF1-8885-635865FC4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0944" y="3341370"/>
            <a:ext cx="7748616" cy="144018"/>
          </a:xfrm>
          <a:custGeom xmlns:a="http://schemas.openxmlformats.org/drawingml/2006/main">
            <a:pathLst>
              <a:path w="7748616" h="144018">
                <a:moveTo>
                  <a:pt x="0" y="144018"/>
                </a:moveTo>
                <a:lnTo>
                  <a:pt x="64379" y="135960"/>
                </a:lnTo>
                <a:lnTo>
                  <a:pt x="128797" y="128559"/>
                </a:lnTo>
                <a:lnTo>
                  <a:pt x="193243" y="121720"/>
                </a:lnTo>
                <a:lnTo>
                  <a:pt x="257708" y="115357"/>
                </a:lnTo>
                <a:lnTo>
                  <a:pt x="322193" y="109385"/>
                </a:lnTo>
                <a:lnTo>
                  <a:pt x="386696" y="103784"/>
                </a:lnTo>
                <a:lnTo>
                  <a:pt x="451199" y="98489"/>
                </a:lnTo>
                <a:lnTo>
                  <a:pt x="515722" y="93507"/>
                </a:lnTo>
                <a:lnTo>
                  <a:pt x="580253" y="88763"/>
                </a:lnTo>
                <a:lnTo>
                  <a:pt x="644785" y="84258"/>
                </a:lnTo>
                <a:lnTo>
                  <a:pt x="709327" y="79991"/>
                </a:lnTo>
                <a:lnTo>
                  <a:pt x="773878" y="75905"/>
                </a:lnTo>
                <a:lnTo>
                  <a:pt x="838429" y="72009"/>
                </a:lnTo>
                <a:lnTo>
                  <a:pt x="902989" y="68285"/>
                </a:lnTo>
                <a:lnTo>
                  <a:pt x="967550" y="64732"/>
                </a:lnTo>
                <a:lnTo>
                  <a:pt x="1032119" y="61331"/>
                </a:lnTo>
                <a:lnTo>
                  <a:pt x="1096680" y="58074"/>
                </a:lnTo>
                <a:lnTo>
                  <a:pt x="1161259" y="54940"/>
                </a:lnTo>
                <a:lnTo>
                  <a:pt x="1225829" y="51949"/>
                </a:lnTo>
                <a:lnTo>
                  <a:pt x="1290409" y="49073"/>
                </a:lnTo>
                <a:lnTo>
                  <a:pt x="1354988" y="46311"/>
                </a:lnTo>
                <a:lnTo>
                  <a:pt x="1419568" y="43663"/>
                </a:lnTo>
                <a:lnTo>
                  <a:pt x="1484147" y="41129"/>
                </a:lnTo>
                <a:lnTo>
                  <a:pt x="1548736" y="38691"/>
                </a:lnTo>
                <a:lnTo>
                  <a:pt x="1613316" y="36347"/>
                </a:lnTo>
                <a:lnTo>
                  <a:pt x="1677905" y="34138"/>
                </a:lnTo>
                <a:lnTo>
                  <a:pt x="1742494" y="31956"/>
                </a:lnTo>
                <a:lnTo>
                  <a:pt x="1807083" y="29918"/>
                </a:lnTo>
                <a:lnTo>
                  <a:pt x="1871682" y="27918"/>
                </a:lnTo>
                <a:lnTo>
                  <a:pt x="1936271" y="26041"/>
                </a:lnTo>
                <a:lnTo>
                  <a:pt x="2000860" y="24203"/>
                </a:lnTo>
                <a:lnTo>
                  <a:pt x="2065458" y="22460"/>
                </a:lnTo>
                <a:lnTo>
                  <a:pt x="2130057" y="20793"/>
                </a:lnTo>
                <a:lnTo>
                  <a:pt x="2194646" y="19231"/>
                </a:lnTo>
                <a:lnTo>
                  <a:pt x="2259244" y="17707"/>
                </a:lnTo>
                <a:lnTo>
                  <a:pt x="2323843" y="16269"/>
                </a:lnTo>
                <a:lnTo>
                  <a:pt x="2388441" y="14897"/>
                </a:lnTo>
                <a:lnTo>
                  <a:pt x="2453040" y="13573"/>
                </a:lnTo>
                <a:lnTo>
                  <a:pt x="2517638" y="12344"/>
                </a:lnTo>
                <a:lnTo>
                  <a:pt x="2582237" y="11144"/>
                </a:lnTo>
                <a:lnTo>
                  <a:pt x="2646845" y="10058"/>
                </a:lnTo>
                <a:lnTo>
                  <a:pt x="2711444" y="8973"/>
                </a:lnTo>
                <a:lnTo>
                  <a:pt x="2776042" y="8020"/>
                </a:lnTo>
                <a:lnTo>
                  <a:pt x="2840650" y="7068"/>
                </a:lnTo>
                <a:lnTo>
                  <a:pt x="2905249" y="6220"/>
                </a:lnTo>
                <a:lnTo>
                  <a:pt x="2969847" y="5401"/>
                </a:lnTo>
                <a:lnTo>
                  <a:pt x="3034455" y="4658"/>
                </a:lnTo>
                <a:lnTo>
                  <a:pt x="3099054" y="3972"/>
                </a:lnTo>
                <a:lnTo>
                  <a:pt x="3163662" y="3324"/>
                </a:lnTo>
                <a:lnTo>
                  <a:pt x="3228261" y="2762"/>
                </a:lnTo>
                <a:lnTo>
                  <a:pt x="3292869" y="2210"/>
                </a:lnTo>
                <a:lnTo>
                  <a:pt x="3357467" y="1781"/>
                </a:lnTo>
                <a:lnTo>
                  <a:pt x="3422075" y="1343"/>
                </a:lnTo>
                <a:lnTo>
                  <a:pt x="3486683" y="1010"/>
                </a:lnTo>
                <a:lnTo>
                  <a:pt x="3551282" y="705"/>
                </a:lnTo>
                <a:lnTo>
                  <a:pt x="3615890" y="457"/>
                </a:lnTo>
                <a:lnTo>
                  <a:pt x="3680489" y="276"/>
                </a:lnTo>
                <a:lnTo>
                  <a:pt x="3745097" y="124"/>
                </a:lnTo>
                <a:lnTo>
                  <a:pt x="3809705" y="57"/>
                </a:lnTo>
                <a:lnTo>
                  <a:pt x="3874303" y="0"/>
                </a:lnTo>
                <a:lnTo>
                  <a:pt x="3938911" y="57"/>
                </a:lnTo>
                <a:lnTo>
                  <a:pt x="4003519" y="124"/>
                </a:lnTo>
                <a:lnTo>
                  <a:pt x="4068118" y="267"/>
                </a:lnTo>
                <a:lnTo>
                  <a:pt x="4132726" y="457"/>
                </a:lnTo>
                <a:lnTo>
                  <a:pt x="4197334" y="695"/>
                </a:lnTo>
                <a:lnTo>
                  <a:pt x="4261933" y="1000"/>
                </a:lnTo>
                <a:lnTo>
                  <a:pt x="4326541" y="1334"/>
                </a:lnTo>
                <a:lnTo>
                  <a:pt x="4391139" y="1772"/>
                </a:lnTo>
                <a:lnTo>
                  <a:pt x="4455747" y="2200"/>
                </a:lnTo>
                <a:lnTo>
                  <a:pt x="4520355" y="2753"/>
                </a:lnTo>
                <a:lnTo>
                  <a:pt x="4584954" y="3315"/>
                </a:lnTo>
                <a:lnTo>
                  <a:pt x="4649562" y="3953"/>
                </a:lnTo>
                <a:lnTo>
                  <a:pt x="4714161" y="4639"/>
                </a:lnTo>
                <a:lnTo>
                  <a:pt x="4778769" y="5382"/>
                </a:lnTo>
                <a:lnTo>
                  <a:pt x="4843367" y="6201"/>
                </a:lnTo>
                <a:lnTo>
                  <a:pt x="4907966" y="7049"/>
                </a:lnTo>
                <a:lnTo>
                  <a:pt x="4972574" y="8001"/>
                </a:lnTo>
                <a:lnTo>
                  <a:pt x="5037172" y="8954"/>
                </a:lnTo>
                <a:lnTo>
                  <a:pt x="5101771" y="10030"/>
                </a:lnTo>
                <a:lnTo>
                  <a:pt x="5166379" y="11125"/>
                </a:lnTo>
                <a:lnTo>
                  <a:pt x="5230978" y="12287"/>
                </a:lnTo>
                <a:lnTo>
                  <a:pt x="5295576" y="13535"/>
                </a:lnTo>
                <a:lnTo>
                  <a:pt x="5360175" y="14859"/>
                </a:lnTo>
                <a:lnTo>
                  <a:pt x="5424773" y="16240"/>
                </a:lnTo>
                <a:lnTo>
                  <a:pt x="5489372" y="17678"/>
                </a:lnTo>
                <a:lnTo>
                  <a:pt x="5553961" y="19202"/>
                </a:lnTo>
                <a:lnTo>
                  <a:pt x="5618559" y="20774"/>
                </a:lnTo>
                <a:lnTo>
                  <a:pt x="5683158" y="22450"/>
                </a:lnTo>
                <a:lnTo>
                  <a:pt x="5747747" y="24155"/>
                </a:lnTo>
                <a:lnTo>
                  <a:pt x="5812346" y="25965"/>
                </a:lnTo>
                <a:lnTo>
                  <a:pt x="5876935" y="27870"/>
                </a:lnTo>
                <a:lnTo>
                  <a:pt x="5941533" y="29870"/>
                </a:lnTo>
                <a:lnTo>
                  <a:pt x="6006122" y="31909"/>
                </a:lnTo>
                <a:lnTo>
                  <a:pt x="6070711" y="34090"/>
                </a:lnTo>
                <a:lnTo>
                  <a:pt x="6135300" y="36290"/>
                </a:lnTo>
                <a:lnTo>
                  <a:pt x="6199880" y="38633"/>
                </a:lnTo>
                <a:lnTo>
                  <a:pt x="6264469" y="41062"/>
                </a:lnTo>
                <a:lnTo>
                  <a:pt x="6329048" y="43605"/>
                </a:lnTo>
                <a:lnTo>
                  <a:pt x="6393628" y="46253"/>
                </a:lnTo>
                <a:lnTo>
                  <a:pt x="6458207" y="49006"/>
                </a:lnTo>
                <a:lnTo>
                  <a:pt x="6522787" y="51883"/>
                </a:lnTo>
                <a:lnTo>
                  <a:pt x="6587357" y="54874"/>
                </a:lnTo>
                <a:lnTo>
                  <a:pt x="6651936" y="57998"/>
                </a:lnTo>
                <a:lnTo>
                  <a:pt x="6716506" y="61255"/>
                </a:lnTo>
                <a:lnTo>
                  <a:pt x="6781067" y="64646"/>
                </a:lnTo>
                <a:lnTo>
                  <a:pt x="6845627" y="68199"/>
                </a:lnTo>
                <a:lnTo>
                  <a:pt x="6910187" y="71923"/>
                </a:lnTo>
                <a:lnTo>
                  <a:pt x="6974738" y="75819"/>
                </a:lnTo>
                <a:lnTo>
                  <a:pt x="7039289" y="79896"/>
                </a:lnTo>
                <a:lnTo>
                  <a:pt x="7103831" y="84153"/>
                </a:lnTo>
                <a:lnTo>
                  <a:pt x="7168363" y="88659"/>
                </a:lnTo>
                <a:lnTo>
                  <a:pt x="7232894" y="93393"/>
                </a:lnTo>
                <a:lnTo>
                  <a:pt x="7297417" y="98374"/>
                </a:lnTo>
                <a:lnTo>
                  <a:pt x="7361920" y="103661"/>
                </a:lnTo>
                <a:lnTo>
                  <a:pt x="7426423" y="109252"/>
                </a:lnTo>
                <a:lnTo>
                  <a:pt x="7490908" y="115205"/>
                </a:lnTo>
                <a:lnTo>
                  <a:pt x="7555373" y="121558"/>
                </a:lnTo>
                <a:lnTo>
                  <a:pt x="7619819" y="128397"/>
                </a:lnTo>
                <a:lnTo>
                  <a:pt x="7684237" y="135779"/>
                </a:lnTo>
                <a:lnTo>
                  <a:pt x="7748616" y="143828"/>
                </a:lnTo>
                <a:lnTo>
                  <a:pt x="7687056" y="140303"/>
                </a:lnTo>
                <a:lnTo>
                  <a:pt x="7622486" y="136760"/>
                </a:lnTo>
                <a:lnTo>
                  <a:pt x="7557926" y="133445"/>
                </a:lnTo>
                <a:lnTo>
                  <a:pt x="7493346" y="130350"/>
                </a:lnTo>
                <a:lnTo>
                  <a:pt x="7428776" y="127425"/>
                </a:lnTo>
                <a:lnTo>
                  <a:pt x="7364197" y="124663"/>
                </a:lnTo>
                <a:lnTo>
                  <a:pt x="7299617" y="122072"/>
                </a:lnTo>
                <a:lnTo>
                  <a:pt x="7235028" y="119567"/>
                </a:lnTo>
                <a:lnTo>
                  <a:pt x="7170449" y="117234"/>
                </a:lnTo>
                <a:lnTo>
                  <a:pt x="7105860" y="114986"/>
                </a:lnTo>
                <a:lnTo>
                  <a:pt x="7041271" y="112824"/>
                </a:lnTo>
                <a:lnTo>
                  <a:pt x="6976682" y="110795"/>
                </a:lnTo>
                <a:lnTo>
                  <a:pt x="6912083" y="108814"/>
                </a:lnTo>
                <a:lnTo>
                  <a:pt x="6847494" y="106947"/>
                </a:lnTo>
                <a:lnTo>
                  <a:pt x="6782895" y="105146"/>
                </a:lnTo>
                <a:lnTo>
                  <a:pt x="6718306" y="103413"/>
                </a:lnTo>
                <a:lnTo>
                  <a:pt x="6653708" y="101775"/>
                </a:lnTo>
                <a:lnTo>
                  <a:pt x="6589109" y="100165"/>
                </a:lnTo>
                <a:lnTo>
                  <a:pt x="6524511" y="98669"/>
                </a:lnTo>
                <a:lnTo>
                  <a:pt x="6459922" y="97184"/>
                </a:lnTo>
                <a:lnTo>
                  <a:pt x="6395323" y="95793"/>
                </a:lnTo>
                <a:lnTo>
                  <a:pt x="6330725" y="94440"/>
                </a:lnTo>
                <a:lnTo>
                  <a:pt x="6266126" y="93145"/>
                </a:lnTo>
                <a:lnTo>
                  <a:pt x="6201518" y="91897"/>
                </a:lnTo>
                <a:lnTo>
                  <a:pt x="6136919" y="90707"/>
                </a:lnTo>
                <a:lnTo>
                  <a:pt x="6072321" y="89554"/>
                </a:lnTo>
                <a:lnTo>
                  <a:pt x="6007722" y="88459"/>
                </a:lnTo>
                <a:lnTo>
                  <a:pt x="5943124" y="87392"/>
                </a:lnTo>
                <a:lnTo>
                  <a:pt x="5878516" y="86382"/>
                </a:lnTo>
                <a:lnTo>
                  <a:pt x="5813917" y="85411"/>
                </a:lnTo>
                <a:lnTo>
                  <a:pt x="5749319" y="84477"/>
                </a:lnTo>
                <a:lnTo>
                  <a:pt x="5684711" y="83582"/>
                </a:lnTo>
                <a:lnTo>
                  <a:pt x="5620112" y="82734"/>
                </a:lnTo>
                <a:lnTo>
                  <a:pt x="5555513" y="81905"/>
                </a:lnTo>
                <a:lnTo>
                  <a:pt x="5490905" y="81143"/>
                </a:lnTo>
                <a:lnTo>
                  <a:pt x="5426307" y="80381"/>
                </a:lnTo>
                <a:lnTo>
                  <a:pt x="5361699" y="79686"/>
                </a:lnTo>
                <a:lnTo>
                  <a:pt x="5297100" y="79000"/>
                </a:lnTo>
                <a:lnTo>
                  <a:pt x="5232492" y="78372"/>
                </a:lnTo>
                <a:lnTo>
                  <a:pt x="5167894" y="77753"/>
                </a:lnTo>
                <a:lnTo>
                  <a:pt x="5103285" y="77200"/>
                </a:lnTo>
                <a:lnTo>
                  <a:pt x="5038687" y="76648"/>
                </a:lnTo>
                <a:lnTo>
                  <a:pt x="4974079" y="76143"/>
                </a:lnTo>
                <a:lnTo>
                  <a:pt x="4909480" y="75657"/>
                </a:lnTo>
                <a:lnTo>
                  <a:pt x="4844872" y="75219"/>
                </a:lnTo>
                <a:lnTo>
                  <a:pt x="4780264" y="74800"/>
                </a:lnTo>
                <a:lnTo>
                  <a:pt x="4715666" y="74409"/>
                </a:lnTo>
                <a:lnTo>
                  <a:pt x="4651058" y="74057"/>
                </a:lnTo>
                <a:lnTo>
                  <a:pt x="4586459" y="73724"/>
                </a:lnTo>
                <a:lnTo>
                  <a:pt x="4521851" y="73438"/>
                </a:lnTo>
                <a:lnTo>
                  <a:pt x="4457243" y="73152"/>
                </a:lnTo>
                <a:lnTo>
                  <a:pt x="4392644" y="72923"/>
                </a:lnTo>
                <a:lnTo>
                  <a:pt x="4328036" y="72704"/>
                </a:lnTo>
                <a:lnTo>
                  <a:pt x="4263428" y="72533"/>
                </a:lnTo>
                <a:lnTo>
                  <a:pt x="4198830" y="72371"/>
                </a:lnTo>
                <a:lnTo>
                  <a:pt x="4134221" y="72247"/>
                </a:lnTo>
                <a:lnTo>
                  <a:pt x="4069613" y="72152"/>
                </a:lnTo>
                <a:lnTo>
                  <a:pt x="4005015" y="72076"/>
                </a:lnTo>
                <a:lnTo>
                  <a:pt x="3940407" y="72038"/>
                </a:lnTo>
                <a:lnTo>
                  <a:pt x="3875808" y="72009"/>
                </a:lnTo>
                <a:lnTo>
                  <a:pt x="3811200" y="72038"/>
                </a:lnTo>
                <a:lnTo>
                  <a:pt x="3746592" y="72066"/>
                </a:lnTo>
                <a:lnTo>
                  <a:pt x="3681994" y="72152"/>
                </a:lnTo>
                <a:lnTo>
                  <a:pt x="3617385" y="72247"/>
                </a:lnTo>
                <a:lnTo>
                  <a:pt x="3552777" y="72371"/>
                </a:lnTo>
                <a:lnTo>
                  <a:pt x="3488179" y="72523"/>
                </a:lnTo>
                <a:lnTo>
                  <a:pt x="3423571" y="72704"/>
                </a:lnTo>
                <a:lnTo>
                  <a:pt x="3358963" y="72923"/>
                </a:lnTo>
                <a:lnTo>
                  <a:pt x="3294364" y="73142"/>
                </a:lnTo>
                <a:lnTo>
                  <a:pt x="3229756" y="73428"/>
                </a:lnTo>
                <a:lnTo>
                  <a:pt x="3165148" y="73714"/>
                </a:lnTo>
                <a:lnTo>
                  <a:pt x="3100549" y="74047"/>
                </a:lnTo>
                <a:lnTo>
                  <a:pt x="3035941" y="74400"/>
                </a:lnTo>
                <a:lnTo>
                  <a:pt x="2971343" y="74790"/>
                </a:lnTo>
                <a:lnTo>
                  <a:pt x="2906735" y="75209"/>
                </a:lnTo>
                <a:lnTo>
                  <a:pt x="2842127" y="75648"/>
                </a:lnTo>
                <a:lnTo>
                  <a:pt x="2777528" y="76133"/>
                </a:lnTo>
                <a:lnTo>
                  <a:pt x="2712920" y="76629"/>
                </a:lnTo>
                <a:lnTo>
                  <a:pt x="2648321" y="77181"/>
                </a:lnTo>
                <a:lnTo>
                  <a:pt x="2583713" y="77743"/>
                </a:lnTo>
                <a:lnTo>
                  <a:pt x="2519115" y="78362"/>
                </a:lnTo>
                <a:lnTo>
                  <a:pt x="2454507" y="78981"/>
                </a:lnTo>
                <a:lnTo>
                  <a:pt x="2389908" y="79677"/>
                </a:lnTo>
                <a:lnTo>
                  <a:pt x="2325300" y="80372"/>
                </a:lnTo>
                <a:lnTo>
                  <a:pt x="2260702" y="81124"/>
                </a:lnTo>
                <a:lnTo>
                  <a:pt x="2196094" y="81886"/>
                </a:lnTo>
                <a:lnTo>
                  <a:pt x="2131495" y="82715"/>
                </a:lnTo>
                <a:lnTo>
                  <a:pt x="2066896" y="83563"/>
                </a:lnTo>
                <a:lnTo>
                  <a:pt x="2002288" y="84458"/>
                </a:lnTo>
                <a:lnTo>
                  <a:pt x="1937690" y="85382"/>
                </a:lnTo>
                <a:lnTo>
                  <a:pt x="1873091" y="86363"/>
                </a:lnTo>
                <a:lnTo>
                  <a:pt x="1808483" y="87373"/>
                </a:lnTo>
                <a:lnTo>
                  <a:pt x="1743885" y="88430"/>
                </a:lnTo>
                <a:lnTo>
                  <a:pt x="1679286" y="89525"/>
                </a:lnTo>
                <a:lnTo>
                  <a:pt x="1614688" y="90678"/>
                </a:lnTo>
                <a:lnTo>
                  <a:pt x="1550089" y="91869"/>
                </a:lnTo>
                <a:lnTo>
                  <a:pt x="1485481" y="93116"/>
                </a:lnTo>
                <a:lnTo>
                  <a:pt x="1420882" y="94402"/>
                </a:lnTo>
                <a:lnTo>
                  <a:pt x="1356284" y="95764"/>
                </a:lnTo>
                <a:lnTo>
                  <a:pt x="1291685" y="97155"/>
                </a:lnTo>
                <a:lnTo>
                  <a:pt x="1227096" y="98631"/>
                </a:lnTo>
                <a:lnTo>
                  <a:pt x="1162498" y="100127"/>
                </a:lnTo>
                <a:lnTo>
                  <a:pt x="1097899" y="101737"/>
                </a:lnTo>
                <a:lnTo>
                  <a:pt x="1033301" y="103375"/>
                </a:lnTo>
                <a:lnTo>
                  <a:pt x="968712" y="105108"/>
                </a:lnTo>
                <a:lnTo>
                  <a:pt x="904113" y="106909"/>
                </a:lnTo>
                <a:lnTo>
                  <a:pt x="839524" y="108776"/>
                </a:lnTo>
                <a:lnTo>
                  <a:pt x="774925" y="110747"/>
                </a:lnTo>
                <a:lnTo>
                  <a:pt x="710336" y="112766"/>
                </a:lnTo>
                <a:lnTo>
                  <a:pt x="645747" y="114929"/>
                </a:lnTo>
                <a:lnTo>
                  <a:pt x="581168" y="117186"/>
                </a:lnTo>
                <a:lnTo>
                  <a:pt x="516579" y="119510"/>
                </a:lnTo>
                <a:lnTo>
                  <a:pt x="451990" y="122015"/>
                </a:lnTo>
                <a:lnTo>
                  <a:pt x="387410" y="124606"/>
                </a:lnTo>
                <a:lnTo>
                  <a:pt x="322831" y="127359"/>
                </a:lnTo>
                <a:lnTo>
                  <a:pt x="258261" y="130283"/>
                </a:lnTo>
                <a:lnTo>
                  <a:pt x="193681" y="133369"/>
                </a:lnTo>
                <a:lnTo>
                  <a:pt x="129121" y="136684"/>
                </a:lnTo>
                <a:lnTo>
                  <a:pt x="64560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4" name="layer-1-title">
            <a:extLst xmlns:a="http://schemas.openxmlformats.org/drawingml/2006/main">
              <a:ext uri="{FF2B5EF4-FFF2-40B4-BE49-F238E27FC236}">
                <a16:creationId xmlns:a16="http://schemas.microsoft.com/office/drawing/2014/main" id="{BB67554C-9507-4D0E-AD3C-398143B3A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30256" y="3279581"/>
            <a:ext cx="6731498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核心资产</a:t>
            </a:r>
          </a:p>
        </p:txBody>
      </p:sp>
      <p:sp>
        <p:nvSpPr>
          <p:cNvPr id="35" name="layer-1-item-0-title">
            <a:extLst xmlns:a="http://schemas.openxmlformats.org/drawingml/2006/main">
              <a:ext uri="{FF2B5EF4-FFF2-40B4-BE49-F238E27FC236}">
                <a16:creationId xmlns:a16="http://schemas.microsoft.com/office/drawing/2014/main" id="{26AC6163-526B-480F-8D28-2D81642D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1075" y="401449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36" name="layer-1-item-1-separator">
            <a:extLst xmlns:a="http://schemas.openxmlformats.org/drawingml/2006/main">
              <a:ext uri="{FF2B5EF4-FFF2-40B4-BE49-F238E27FC236}">
                <a16:creationId xmlns:a16="http://schemas.microsoft.com/office/drawing/2014/main" id="{F5611E75-EE90-4F2A-ABFF-601F80CA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398740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layer-1-item-1-title">
            <a:extLst xmlns:a="http://schemas.openxmlformats.org/drawingml/2006/main">
              <a:ext uri="{FF2B5EF4-FFF2-40B4-BE49-F238E27FC236}">
                <a16:creationId xmlns:a16="http://schemas.microsoft.com/office/drawing/2014/main" id="{CA8F9A27-01C1-4011-89F6-6BAB239E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7034" y="4014492"/>
            <a:ext cx="72390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只读调用</a:t>
            </a:r>
          </a:p>
        </p:txBody>
      </p:sp>
      <p:sp>
        <p:nvSpPr>
          <p:cNvPr id="38" name="layer-2-shadow">
            <a:extLst xmlns:a="http://schemas.openxmlformats.org/drawingml/2006/main">
              <a:ext uri="{FF2B5EF4-FFF2-40B4-BE49-F238E27FC236}">
                <a16:creationId xmlns:a16="http://schemas.microsoft.com/office/drawing/2014/main" id="{DE1CC043-54FB-439C-B9DD-18760887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12520" y="5865114"/>
            <a:ext cx="9966960" cy="2743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7E1EC">
              <a:alpha val="36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39" name="layer-2-body">
            <a:extLst xmlns:a="http://schemas.openxmlformats.org/drawingml/2006/main">
              <a:ext uri="{FF2B5EF4-FFF2-40B4-BE49-F238E27FC236}">
                <a16:creationId xmlns:a16="http://schemas.microsoft.com/office/drawing/2014/main" id="{A1CEFBEC-C811-47A3-8F9A-2E0E568B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9126" y="4949590"/>
            <a:ext cx="10357733" cy="1035520"/>
          </a:xfrm>
          <a:custGeom xmlns:a="http://schemas.openxmlformats.org/drawingml/2006/main">
            <a:pathLst>
              <a:path w="10357733" h="1035520">
                <a:moveTo>
                  <a:pt x="411804" y="133712"/>
                </a:moveTo>
                <a:lnTo>
                  <a:pt x="496033" y="105737"/>
                </a:lnTo>
                <a:lnTo>
                  <a:pt x="584311" y="94393"/>
                </a:lnTo>
                <a:lnTo>
                  <a:pt x="672770" y="86030"/>
                </a:lnTo>
                <a:lnTo>
                  <a:pt x="761314" y="79200"/>
                </a:lnTo>
                <a:lnTo>
                  <a:pt x="849897" y="73362"/>
                </a:lnTo>
                <a:lnTo>
                  <a:pt x="938498" y="68237"/>
                </a:lnTo>
                <a:lnTo>
                  <a:pt x="1027128" y="63627"/>
                </a:lnTo>
                <a:lnTo>
                  <a:pt x="1115759" y="59465"/>
                </a:lnTo>
                <a:lnTo>
                  <a:pt x="1204408" y="55636"/>
                </a:lnTo>
                <a:lnTo>
                  <a:pt x="1293057" y="52083"/>
                </a:lnTo>
                <a:lnTo>
                  <a:pt x="1381716" y="48816"/>
                </a:lnTo>
                <a:lnTo>
                  <a:pt x="1470384" y="45758"/>
                </a:lnTo>
                <a:lnTo>
                  <a:pt x="1559042" y="42891"/>
                </a:lnTo>
                <a:lnTo>
                  <a:pt x="1647711" y="40196"/>
                </a:lnTo>
                <a:lnTo>
                  <a:pt x="1736388" y="37662"/>
                </a:lnTo>
                <a:lnTo>
                  <a:pt x="1825057" y="35281"/>
                </a:lnTo>
                <a:lnTo>
                  <a:pt x="1913734" y="33023"/>
                </a:lnTo>
                <a:lnTo>
                  <a:pt x="2002412" y="30890"/>
                </a:lnTo>
                <a:lnTo>
                  <a:pt x="2091090" y="28870"/>
                </a:lnTo>
                <a:lnTo>
                  <a:pt x="2179777" y="26946"/>
                </a:lnTo>
                <a:lnTo>
                  <a:pt x="2268455" y="25127"/>
                </a:lnTo>
                <a:lnTo>
                  <a:pt x="2357142" y="23393"/>
                </a:lnTo>
                <a:lnTo>
                  <a:pt x="2445820" y="21746"/>
                </a:lnTo>
                <a:lnTo>
                  <a:pt x="2534507" y="20183"/>
                </a:lnTo>
                <a:lnTo>
                  <a:pt x="2623195" y="18698"/>
                </a:lnTo>
                <a:lnTo>
                  <a:pt x="2711882" y="17288"/>
                </a:lnTo>
                <a:lnTo>
                  <a:pt x="2800569" y="15954"/>
                </a:lnTo>
                <a:lnTo>
                  <a:pt x="2889256" y="14716"/>
                </a:lnTo>
                <a:lnTo>
                  <a:pt x="2977944" y="13487"/>
                </a:lnTo>
                <a:lnTo>
                  <a:pt x="3066631" y="12354"/>
                </a:lnTo>
                <a:lnTo>
                  <a:pt x="3155318" y="11278"/>
                </a:lnTo>
                <a:lnTo>
                  <a:pt x="3244005" y="10239"/>
                </a:lnTo>
                <a:lnTo>
                  <a:pt x="3332693" y="9287"/>
                </a:lnTo>
                <a:lnTo>
                  <a:pt x="3421390" y="8334"/>
                </a:lnTo>
                <a:lnTo>
                  <a:pt x="3510077" y="7515"/>
                </a:lnTo>
                <a:lnTo>
                  <a:pt x="3598764" y="6687"/>
                </a:lnTo>
                <a:lnTo>
                  <a:pt x="3687461" y="5934"/>
                </a:lnTo>
                <a:lnTo>
                  <a:pt x="3776148" y="5229"/>
                </a:lnTo>
                <a:lnTo>
                  <a:pt x="3864835" y="4553"/>
                </a:lnTo>
                <a:lnTo>
                  <a:pt x="3953532" y="3962"/>
                </a:lnTo>
                <a:lnTo>
                  <a:pt x="4042220" y="3372"/>
                </a:lnTo>
                <a:lnTo>
                  <a:pt x="4130916" y="2877"/>
                </a:lnTo>
                <a:lnTo>
                  <a:pt x="4219604" y="2400"/>
                </a:lnTo>
                <a:lnTo>
                  <a:pt x="4308300" y="1953"/>
                </a:lnTo>
                <a:lnTo>
                  <a:pt x="4396988" y="1591"/>
                </a:lnTo>
                <a:lnTo>
                  <a:pt x="4485684" y="1219"/>
                </a:lnTo>
                <a:lnTo>
                  <a:pt x="4574372" y="943"/>
                </a:lnTo>
                <a:lnTo>
                  <a:pt x="4663069" y="676"/>
                </a:lnTo>
                <a:lnTo>
                  <a:pt x="4751756" y="457"/>
                </a:lnTo>
                <a:lnTo>
                  <a:pt x="4840453" y="295"/>
                </a:lnTo>
                <a:lnTo>
                  <a:pt x="4929140" y="143"/>
                </a:lnTo>
                <a:lnTo>
                  <a:pt x="5017837" y="67"/>
                </a:lnTo>
                <a:lnTo>
                  <a:pt x="5106524" y="19"/>
                </a:lnTo>
                <a:lnTo>
                  <a:pt x="5195221" y="0"/>
                </a:lnTo>
                <a:lnTo>
                  <a:pt x="5283908" y="48"/>
                </a:lnTo>
                <a:lnTo>
                  <a:pt x="5372605" y="105"/>
                </a:lnTo>
                <a:lnTo>
                  <a:pt x="5461292" y="238"/>
                </a:lnTo>
                <a:lnTo>
                  <a:pt x="5549989" y="400"/>
                </a:lnTo>
                <a:lnTo>
                  <a:pt x="5638686" y="581"/>
                </a:lnTo>
                <a:lnTo>
                  <a:pt x="5727373" y="848"/>
                </a:lnTo>
                <a:lnTo>
                  <a:pt x="5816070" y="1105"/>
                </a:lnTo>
                <a:lnTo>
                  <a:pt x="5904757" y="1457"/>
                </a:lnTo>
                <a:lnTo>
                  <a:pt x="5993454" y="1819"/>
                </a:lnTo>
                <a:lnTo>
                  <a:pt x="6082141" y="2229"/>
                </a:lnTo>
                <a:lnTo>
                  <a:pt x="6170828" y="2705"/>
                </a:lnTo>
                <a:lnTo>
                  <a:pt x="6259525" y="3181"/>
                </a:lnTo>
                <a:lnTo>
                  <a:pt x="6348212" y="3753"/>
                </a:lnTo>
                <a:lnTo>
                  <a:pt x="6436909" y="4343"/>
                </a:lnTo>
                <a:lnTo>
                  <a:pt x="6525597" y="4982"/>
                </a:lnTo>
                <a:lnTo>
                  <a:pt x="6614293" y="5686"/>
                </a:lnTo>
                <a:lnTo>
                  <a:pt x="6702981" y="6391"/>
                </a:lnTo>
                <a:lnTo>
                  <a:pt x="6791668" y="7210"/>
                </a:lnTo>
                <a:lnTo>
                  <a:pt x="6880365" y="8039"/>
                </a:lnTo>
                <a:lnTo>
                  <a:pt x="6969052" y="8944"/>
                </a:lnTo>
                <a:lnTo>
                  <a:pt x="7057739" y="9896"/>
                </a:lnTo>
                <a:lnTo>
                  <a:pt x="7146427" y="10878"/>
                </a:lnTo>
                <a:lnTo>
                  <a:pt x="7235123" y="11935"/>
                </a:lnTo>
                <a:lnTo>
                  <a:pt x="7323811" y="13049"/>
                </a:lnTo>
                <a:lnTo>
                  <a:pt x="7412498" y="14278"/>
                </a:lnTo>
                <a:lnTo>
                  <a:pt x="7501185" y="15497"/>
                </a:lnTo>
                <a:lnTo>
                  <a:pt x="7589872" y="16802"/>
                </a:lnTo>
                <a:lnTo>
                  <a:pt x="7678560" y="18193"/>
                </a:lnTo>
                <a:lnTo>
                  <a:pt x="7767247" y="19650"/>
                </a:lnTo>
                <a:lnTo>
                  <a:pt x="7855925" y="21184"/>
                </a:lnTo>
                <a:lnTo>
                  <a:pt x="7944612" y="22793"/>
                </a:lnTo>
                <a:lnTo>
                  <a:pt x="8033290" y="24489"/>
                </a:lnTo>
                <a:lnTo>
                  <a:pt x="8121977" y="26279"/>
                </a:lnTo>
                <a:lnTo>
                  <a:pt x="8210655" y="28165"/>
                </a:lnTo>
                <a:lnTo>
                  <a:pt x="8299333" y="30156"/>
                </a:lnTo>
                <a:lnTo>
                  <a:pt x="8388010" y="32252"/>
                </a:lnTo>
                <a:lnTo>
                  <a:pt x="8476688" y="34461"/>
                </a:lnTo>
                <a:lnTo>
                  <a:pt x="8565366" y="36805"/>
                </a:lnTo>
                <a:lnTo>
                  <a:pt x="8654034" y="39281"/>
                </a:lnTo>
                <a:lnTo>
                  <a:pt x="8742712" y="41900"/>
                </a:lnTo>
                <a:lnTo>
                  <a:pt x="8831380" y="44691"/>
                </a:lnTo>
                <a:lnTo>
                  <a:pt x="8920039" y="47692"/>
                </a:lnTo>
                <a:lnTo>
                  <a:pt x="9008697" y="50892"/>
                </a:lnTo>
                <a:lnTo>
                  <a:pt x="9097356" y="54321"/>
                </a:lnTo>
                <a:lnTo>
                  <a:pt x="9186005" y="58036"/>
                </a:lnTo>
                <a:lnTo>
                  <a:pt x="9274645" y="62084"/>
                </a:lnTo>
                <a:lnTo>
                  <a:pt x="9363266" y="66513"/>
                </a:lnTo>
                <a:lnTo>
                  <a:pt x="9451886" y="71438"/>
                </a:lnTo>
                <a:lnTo>
                  <a:pt x="9540478" y="76991"/>
                </a:lnTo>
                <a:lnTo>
                  <a:pt x="9629032" y="83420"/>
                </a:lnTo>
                <a:lnTo>
                  <a:pt x="9717538" y="91135"/>
                </a:lnTo>
                <a:lnTo>
                  <a:pt x="9805902" y="101108"/>
                </a:lnTo>
                <a:lnTo>
                  <a:pt x="9893713" y="117253"/>
                </a:lnTo>
                <a:lnTo>
                  <a:pt x="9958407" y="191062"/>
                </a:lnTo>
                <a:lnTo>
                  <a:pt x="10015452" y="280778"/>
                </a:lnTo>
                <a:lnTo>
                  <a:pt x="10072497" y="370503"/>
                </a:lnTo>
                <a:lnTo>
                  <a:pt x="10129542" y="460219"/>
                </a:lnTo>
                <a:lnTo>
                  <a:pt x="10186597" y="549935"/>
                </a:lnTo>
                <a:lnTo>
                  <a:pt x="10243642" y="639661"/>
                </a:lnTo>
                <a:lnTo>
                  <a:pt x="10300687" y="729377"/>
                </a:lnTo>
                <a:lnTo>
                  <a:pt x="10357733" y="819093"/>
                </a:lnTo>
                <a:lnTo>
                  <a:pt x="10278847" y="861565"/>
                </a:lnTo>
                <a:lnTo>
                  <a:pt x="10191217" y="879519"/>
                </a:lnTo>
                <a:lnTo>
                  <a:pt x="10103082" y="892702"/>
                </a:lnTo>
                <a:lnTo>
                  <a:pt x="10014766" y="903437"/>
                </a:lnTo>
                <a:lnTo>
                  <a:pt x="9926345" y="912628"/>
                </a:lnTo>
                <a:lnTo>
                  <a:pt x="9837868" y="920725"/>
                </a:lnTo>
                <a:lnTo>
                  <a:pt x="9749342" y="927983"/>
                </a:lnTo>
                <a:lnTo>
                  <a:pt x="9660798" y="934574"/>
                </a:lnTo>
                <a:lnTo>
                  <a:pt x="9572225" y="940632"/>
                </a:lnTo>
                <a:lnTo>
                  <a:pt x="9483633" y="946223"/>
                </a:lnTo>
                <a:lnTo>
                  <a:pt x="9395022" y="951424"/>
                </a:lnTo>
                <a:lnTo>
                  <a:pt x="9306411" y="956272"/>
                </a:lnTo>
                <a:lnTo>
                  <a:pt x="9217781" y="960825"/>
                </a:lnTo>
                <a:lnTo>
                  <a:pt x="9129151" y="965111"/>
                </a:lnTo>
                <a:lnTo>
                  <a:pt x="9040511" y="969159"/>
                </a:lnTo>
                <a:lnTo>
                  <a:pt x="8951862" y="972988"/>
                </a:lnTo>
                <a:lnTo>
                  <a:pt x="8863213" y="976617"/>
                </a:lnTo>
                <a:lnTo>
                  <a:pt x="8774563" y="980065"/>
                </a:lnTo>
                <a:lnTo>
                  <a:pt x="8685905" y="983332"/>
                </a:lnTo>
                <a:lnTo>
                  <a:pt x="8597246" y="986447"/>
                </a:lnTo>
                <a:lnTo>
                  <a:pt x="8508578" y="989409"/>
                </a:lnTo>
                <a:lnTo>
                  <a:pt x="8419910" y="992229"/>
                </a:lnTo>
                <a:lnTo>
                  <a:pt x="8331241" y="994924"/>
                </a:lnTo>
                <a:lnTo>
                  <a:pt x="8242573" y="997496"/>
                </a:lnTo>
                <a:lnTo>
                  <a:pt x="8153895" y="999944"/>
                </a:lnTo>
                <a:lnTo>
                  <a:pt x="8065227" y="1002278"/>
                </a:lnTo>
                <a:lnTo>
                  <a:pt x="7976549" y="1004506"/>
                </a:lnTo>
                <a:lnTo>
                  <a:pt x="7887872" y="1006631"/>
                </a:lnTo>
                <a:lnTo>
                  <a:pt x="7799194" y="1008659"/>
                </a:lnTo>
                <a:lnTo>
                  <a:pt x="7710507" y="1010593"/>
                </a:lnTo>
                <a:lnTo>
                  <a:pt x="7621829" y="1012450"/>
                </a:lnTo>
                <a:lnTo>
                  <a:pt x="7533151" y="1014203"/>
                </a:lnTo>
                <a:lnTo>
                  <a:pt x="7444464" y="1015870"/>
                </a:lnTo>
                <a:lnTo>
                  <a:pt x="7355777" y="1017460"/>
                </a:lnTo>
                <a:lnTo>
                  <a:pt x="7267089" y="1018975"/>
                </a:lnTo>
                <a:lnTo>
                  <a:pt x="7178411" y="1020423"/>
                </a:lnTo>
                <a:lnTo>
                  <a:pt x="7089724" y="1021785"/>
                </a:lnTo>
                <a:lnTo>
                  <a:pt x="7001037" y="1023071"/>
                </a:lnTo>
                <a:lnTo>
                  <a:pt x="6912350" y="1024290"/>
                </a:lnTo>
                <a:lnTo>
                  <a:pt x="6823653" y="1025442"/>
                </a:lnTo>
                <a:lnTo>
                  <a:pt x="6734966" y="1026528"/>
                </a:lnTo>
                <a:lnTo>
                  <a:pt x="6646278" y="1027538"/>
                </a:lnTo>
                <a:lnTo>
                  <a:pt x="6557591" y="1028481"/>
                </a:lnTo>
                <a:lnTo>
                  <a:pt x="6468904" y="1029376"/>
                </a:lnTo>
                <a:lnTo>
                  <a:pt x="6380207" y="1030205"/>
                </a:lnTo>
                <a:lnTo>
                  <a:pt x="6291520" y="1030919"/>
                </a:lnTo>
                <a:lnTo>
                  <a:pt x="6202832" y="1031624"/>
                </a:lnTo>
                <a:lnTo>
                  <a:pt x="6114136" y="1032300"/>
                </a:lnTo>
                <a:lnTo>
                  <a:pt x="6025448" y="1032891"/>
                </a:lnTo>
                <a:lnTo>
                  <a:pt x="5936752" y="1033405"/>
                </a:lnTo>
                <a:lnTo>
                  <a:pt x="5848064" y="1033844"/>
                </a:lnTo>
                <a:lnTo>
                  <a:pt x="5759367" y="1034234"/>
                </a:lnTo>
                <a:lnTo>
                  <a:pt x="5670680" y="1034625"/>
                </a:lnTo>
                <a:lnTo>
                  <a:pt x="5581983" y="1034910"/>
                </a:lnTo>
                <a:lnTo>
                  <a:pt x="5493296" y="1035148"/>
                </a:lnTo>
                <a:lnTo>
                  <a:pt x="5404599" y="1035339"/>
                </a:lnTo>
                <a:lnTo>
                  <a:pt x="5315912" y="1035415"/>
                </a:lnTo>
                <a:lnTo>
                  <a:pt x="5227215" y="1035491"/>
                </a:lnTo>
                <a:lnTo>
                  <a:pt x="5138528" y="1035520"/>
                </a:lnTo>
                <a:lnTo>
                  <a:pt x="5049831" y="1035444"/>
                </a:lnTo>
                <a:lnTo>
                  <a:pt x="4961144" y="1035368"/>
                </a:lnTo>
                <a:lnTo>
                  <a:pt x="4872447" y="1035215"/>
                </a:lnTo>
                <a:lnTo>
                  <a:pt x="4783760" y="1035015"/>
                </a:lnTo>
                <a:lnTo>
                  <a:pt x="4695063" y="1034739"/>
                </a:lnTo>
                <a:lnTo>
                  <a:pt x="4606376" y="1034377"/>
                </a:lnTo>
                <a:lnTo>
                  <a:pt x="4517679" y="1033986"/>
                </a:lnTo>
                <a:lnTo>
                  <a:pt x="4428992" y="1033586"/>
                </a:lnTo>
                <a:lnTo>
                  <a:pt x="4340295" y="1033081"/>
                </a:lnTo>
                <a:lnTo>
                  <a:pt x="4251608" y="1032520"/>
                </a:lnTo>
                <a:lnTo>
                  <a:pt x="4162911" y="1031881"/>
                </a:lnTo>
                <a:lnTo>
                  <a:pt x="4074224" y="1031177"/>
                </a:lnTo>
                <a:lnTo>
                  <a:pt x="3985536" y="1030472"/>
                </a:lnTo>
                <a:lnTo>
                  <a:pt x="3896839" y="1029672"/>
                </a:lnTo>
                <a:lnTo>
                  <a:pt x="3808152" y="1028814"/>
                </a:lnTo>
                <a:lnTo>
                  <a:pt x="3719465" y="1027900"/>
                </a:lnTo>
                <a:lnTo>
                  <a:pt x="3630778" y="1026900"/>
                </a:lnTo>
                <a:lnTo>
                  <a:pt x="3542081" y="1025833"/>
                </a:lnTo>
                <a:lnTo>
                  <a:pt x="3453394" y="1024709"/>
                </a:lnTo>
                <a:lnTo>
                  <a:pt x="3364706" y="1023528"/>
                </a:lnTo>
                <a:lnTo>
                  <a:pt x="3276019" y="1022261"/>
                </a:lnTo>
                <a:lnTo>
                  <a:pt x="3187332" y="1020918"/>
                </a:lnTo>
                <a:lnTo>
                  <a:pt x="3098644" y="1019499"/>
                </a:lnTo>
                <a:lnTo>
                  <a:pt x="3009967" y="1018022"/>
                </a:lnTo>
                <a:lnTo>
                  <a:pt x="2921279" y="1016470"/>
                </a:lnTo>
                <a:lnTo>
                  <a:pt x="2832592" y="1014813"/>
                </a:lnTo>
                <a:lnTo>
                  <a:pt x="2743914" y="1013079"/>
                </a:lnTo>
                <a:lnTo>
                  <a:pt x="2655227" y="1011269"/>
                </a:lnTo>
                <a:lnTo>
                  <a:pt x="2566549" y="1009364"/>
                </a:lnTo>
                <a:lnTo>
                  <a:pt x="2477872" y="1007383"/>
                </a:lnTo>
                <a:lnTo>
                  <a:pt x="2389194" y="1005288"/>
                </a:lnTo>
                <a:lnTo>
                  <a:pt x="2300516" y="1003087"/>
                </a:lnTo>
                <a:lnTo>
                  <a:pt x="2211838" y="1000792"/>
                </a:lnTo>
                <a:lnTo>
                  <a:pt x="2123161" y="998382"/>
                </a:lnTo>
                <a:lnTo>
                  <a:pt x="2034492" y="995858"/>
                </a:lnTo>
                <a:lnTo>
                  <a:pt x="1945824" y="993210"/>
                </a:lnTo>
                <a:lnTo>
                  <a:pt x="1857156" y="990448"/>
                </a:lnTo>
                <a:lnTo>
                  <a:pt x="1768488" y="987533"/>
                </a:lnTo>
                <a:lnTo>
                  <a:pt x="1679829" y="984485"/>
                </a:lnTo>
                <a:lnTo>
                  <a:pt x="1591170" y="981275"/>
                </a:lnTo>
                <a:lnTo>
                  <a:pt x="1502512" y="977903"/>
                </a:lnTo>
                <a:lnTo>
                  <a:pt x="1413862" y="974341"/>
                </a:lnTo>
                <a:lnTo>
                  <a:pt x="1325213" y="970588"/>
                </a:lnTo>
                <a:lnTo>
                  <a:pt x="1236574" y="966616"/>
                </a:lnTo>
                <a:lnTo>
                  <a:pt x="1147934" y="962406"/>
                </a:lnTo>
                <a:lnTo>
                  <a:pt x="1059313" y="957948"/>
                </a:lnTo>
                <a:lnTo>
                  <a:pt x="970693" y="953224"/>
                </a:lnTo>
                <a:lnTo>
                  <a:pt x="882082" y="948119"/>
                </a:lnTo>
                <a:lnTo>
                  <a:pt x="793480" y="942699"/>
                </a:lnTo>
                <a:lnTo>
                  <a:pt x="704907" y="936812"/>
                </a:lnTo>
                <a:lnTo>
                  <a:pt x="616344" y="930431"/>
                </a:lnTo>
                <a:lnTo>
                  <a:pt x="527809" y="923430"/>
                </a:lnTo>
                <a:lnTo>
                  <a:pt x="439312" y="915657"/>
                </a:lnTo>
                <a:lnTo>
                  <a:pt x="350863" y="906904"/>
                </a:lnTo>
                <a:lnTo>
                  <a:pt x="262509" y="896779"/>
                </a:lnTo>
                <a:lnTo>
                  <a:pt x="174288" y="884644"/>
                </a:lnTo>
                <a:lnTo>
                  <a:pt x="86411" y="868899"/>
                </a:lnTo>
                <a:lnTo>
                  <a:pt x="0" y="843172"/>
                </a:lnTo>
                <a:lnTo>
                  <a:pt x="12478" y="761743"/>
                </a:lnTo>
                <a:lnTo>
                  <a:pt x="69523" y="672027"/>
                </a:lnTo>
                <a:lnTo>
                  <a:pt x="126568" y="582311"/>
                </a:lnTo>
                <a:lnTo>
                  <a:pt x="183613" y="492585"/>
                </a:lnTo>
                <a:lnTo>
                  <a:pt x="240668" y="402869"/>
                </a:lnTo>
                <a:lnTo>
                  <a:pt x="297713" y="313153"/>
                </a:lnTo>
                <a:lnTo>
                  <a:pt x="354759" y="223437"/>
                </a:lnTo>
                <a:lnTo>
                  <a:pt x="411804" y="133712"/>
                </a:lnTo>
                <a:close/>
              </a:path>
            </a:pathLst>
          </a:custGeom>
          <a:solidFill xmlns:a="http://schemas.openxmlformats.org/drawingml/2006/main">
            <a:srgbClr val="F5F8FB"/>
          </a:solidFill>
          <a:ln xmlns:a="http://schemas.openxmlformats.org/drawingml/2006/main" w="10478">
            <a:solidFill>
              <a:srgbClr val="D7E2E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0" name="layer-2-front">
            <a:extLst xmlns:a="http://schemas.openxmlformats.org/drawingml/2006/main">
              <a:ext uri="{FF2B5EF4-FFF2-40B4-BE49-F238E27FC236}">
                <a16:creationId xmlns:a16="http://schemas.microsoft.com/office/drawing/2014/main" id="{82B31E5E-1C5D-48E2-844B-FE78C9BAB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5769102"/>
            <a:ext cx="10379116" cy="318897"/>
          </a:xfrm>
          <a:custGeom xmlns:a="http://schemas.openxmlformats.org/drawingml/2006/main">
            <a:pathLst>
              <a:path w="10379116" h="318897">
                <a:moveTo>
                  <a:pt x="0" y="0"/>
                </a:moveTo>
                <a:lnTo>
                  <a:pt x="76991" y="43472"/>
                </a:lnTo>
                <a:lnTo>
                  <a:pt x="162611" y="62113"/>
                </a:lnTo>
                <a:lnTo>
                  <a:pt x="248783" y="75809"/>
                </a:lnTo>
                <a:lnTo>
                  <a:pt x="335156" y="86963"/>
                </a:lnTo>
                <a:lnTo>
                  <a:pt x="421643" y="96526"/>
                </a:lnTo>
                <a:lnTo>
                  <a:pt x="508206" y="104937"/>
                </a:lnTo>
                <a:lnTo>
                  <a:pt x="594808" y="112490"/>
                </a:lnTo>
                <a:lnTo>
                  <a:pt x="681447" y="119367"/>
                </a:lnTo>
                <a:lnTo>
                  <a:pt x="768106" y="125654"/>
                </a:lnTo>
                <a:lnTo>
                  <a:pt x="854783" y="131483"/>
                </a:lnTo>
                <a:lnTo>
                  <a:pt x="941480" y="136903"/>
                </a:lnTo>
                <a:lnTo>
                  <a:pt x="1028186" y="141970"/>
                </a:lnTo>
                <a:lnTo>
                  <a:pt x="1114901" y="146723"/>
                </a:lnTo>
                <a:lnTo>
                  <a:pt x="1201626" y="151200"/>
                </a:lnTo>
                <a:lnTo>
                  <a:pt x="1288361" y="155419"/>
                </a:lnTo>
                <a:lnTo>
                  <a:pt x="1375105" y="159420"/>
                </a:lnTo>
                <a:lnTo>
                  <a:pt x="1461849" y="163211"/>
                </a:lnTo>
                <a:lnTo>
                  <a:pt x="1548594" y="166811"/>
                </a:lnTo>
                <a:lnTo>
                  <a:pt x="1635347" y="170231"/>
                </a:lnTo>
                <a:lnTo>
                  <a:pt x="1722101" y="173488"/>
                </a:lnTo>
                <a:lnTo>
                  <a:pt x="1808864" y="176603"/>
                </a:lnTo>
                <a:lnTo>
                  <a:pt x="1895627" y="179556"/>
                </a:lnTo>
                <a:lnTo>
                  <a:pt x="1982391" y="182366"/>
                </a:lnTo>
                <a:lnTo>
                  <a:pt x="2069163" y="185061"/>
                </a:lnTo>
                <a:lnTo>
                  <a:pt x="2155927" y="187633"/>
                </a:lnTo>
                <a:lnTo>
                  <a:pt x="2242699" y="190090"/>
                </a:lnTo>
                <a:lnTo>
                  <a:pt x="2329472" y="192443"/>
                </a:lnTo>
                <a:lnTo>
                  <a:pt x="2416254" y="194691"/>
                </a:lnTo>
                <a:lnTo>
                  <a:pt x="2503027" y="196834"/>
                </a:lnTo>
                <a:lnTo>
                  <a:pt x="2589809" y="198872"/>
                </a:lnTo>
                <a:lnTo>
                  <a:pt x="2676582" y="200816"/>
                </a:lnTo>
                <a:lnTo>
                  <a:pt x="2763364" y="202682"/>
                </a:lnTo>
                <a:lnTo>
                  <a:pt x="2850147" y="204473"/>
                </a:lnTo>
                <a:lnTo>
                  <a:pt x="2936929" y="206169"/>
                </a:lnTo>
                <a:lnTo>
                  <a:pt x="3023711" y="207769"/>
                </a:lnTo>
                <a:lnTo>
                  <a:pt x="3110494" y="209302"/>
                </a:lnTo>
                <a:lnTo>
                  <a:pt x="3197285" y="210760"/>
                </a:lnTo>
                <a:lnTo>
                  <a:pt x="3284068" y="212150"/>
                </a:lnTo>
                <a:lnTo>
                  <a:pt x="3370850" y="213455"/>
                </a:lnTo>
                <a:lnTo>
                  <a:pt x="3457642" y="214694"/>
                </a:lnTo>
                <a:lnTo>
                  <a:pt x="3544424" y="215865"/>
                </a:lnTo>
                <a:lnTo>
                  <a:pt x="3631216" y="216980"/>
                </a:lnTo>
                <a:lnTo>
                  <a:pt x="3718008" y="217999"/>
                </a:lnTo>
                <a:lnTo>
                  <a:pt x="3804790" y="218970"/>
                </a:lnTo>
                <a:lnTo>
                  <a:pt x="3891582" y="219875"/>
                </a:lnTo>
                <a:lnTo>
                  <a:pt x="3978373" y="220732"/>
                </a:lnTo>
                <a:lnTo>
                  <a:pt x="4065165" y="221504"/>
                </a:lnTo>
                <a:lnTo>
                  <a:pt x="4151948" y="222218"/>
                </a:lnTo>
                <a:lnTo>
                  <a:pt x="4238739" y="222885"/>
                </a:lnTo>
                <a:lnTo>
                  <a:pt x="4325531" y="223485"/>
                </a:lnTo>
                <a:lnTo>
                  <a:pt x="4412323" y="224018"/>
                </a:lnTo>
                <a:lnTo>
                  <a:pt x="4499115" y="224504"/>
                </a:lnTo>
                <a:lnTo>
                  <a:pt x="4585907" y="224942"/>
                </a:lnTo>
                <a:lnTo>
                  <a:pt x="4672698" y="225295"/>
                </a:lnTo>
                <a:lnTo>
                  <a:pt x="4759490" y="225600"/>
                </a:lnTo>
                <a:lnTo>
                  <a:pt x="4846282" y="225866"/>
                </a:lnTo>
                <a:lnTo>
                  <a:pt x="4933074" y="226057"/>
                </a:lnTo>
                <a:lnTo>
                  <a:pt x="5019866" y="226190"/>
                </a:lnTo>
                <a:lnTo>
                  <a:pt x="5106657" y="226276"/>
                </a:lnTo>
                <a:lnTo>
                  <a:pt x="5193449" y="226314"/>
                </a:lnTo>
                <a:lnTo>
                  <a:pt x="5280241" y="226276"/>
                </a:lnTo>
                <a:lnTo>
                  <a:pt x="5367033" y="226181"/>
                </a:lnTo>
                <a:lnTo>
                  <a:pt x="5453825" y="226047"/>
                </a:lnTo>
                <a:lnTo>
                  <a:pt x="5540616" y="225847"/>
                </a:lnTo>
                <a:lnTo>
                  <a:pt x="5627408" y="225590"/>
                </a:lnTo>
                <a:lnTo>
                  <a:pt x="5714200" y="225276"/>
                </a:lnTo>
                <a:lnTo>
                  <a:pt x="5800992" y="224923"/>
                </a:lnTo>
                <a:lnTo>
                  <a:pt x="5887784" y="224485"/>
                </a:lnTo>
                <a:lnTo>
                  <a:pt x="5974566" y="223990"/>
                </a:lnTo>
                <a:lnTo>
                  <a:pt x="6061358" y="223457"/>
                </a:lnTo>
                <a:lnTo>
                  <a:pt x="6148149" y="222856"/>
                </a:lnTo>
                <a:lnTo>
                  <a:pt x="6234941" y="222180"/>
                </a:lnTo>
                <a:lnTo>
                  <a:pt x="6321733" y="221456"/>
                </a:lnTo>
                <a:lnTo>
                  <a:pt x="6408525" y="220685"/>
                </a:lnTo>
                <a:lnTo>
                  <a:pt x="6495307" y="219837"/>
                </a:lnTo>
                <a:lnTo>
                  <a:pt x="6582099" y="218923"/>
                </a:lnTo>
                <a:lnTo>
                  <a:pt x="6668891" y="217942"/>
                </a:lnTo>
                <a:lnTo>
                  <a:pt x="6755673" y="216913"/>
                </a:lnTo>
                <a:lnTo>
                  <a:pt x="6842465" y="215808"/>
                </a:lnTo>
                <a:lnTo>
                  <a:pt x="6929257" y="214627"/>
                </a:lnTo>
                <a:lnTo>
                  <a:pt x="7016039" y="213379"/>
                </a:lnTo>
                <a:lnTo>
                  <a:pt x="7102831" y="212084"/>
                </a:lnTo>
                <a:lnTo>
                  <a:pt x="7189613" y="210683"/>
                </a:lnTo>
                <a:lnTo>
                  <a:pt x="7276395" y="209217"/>
                </a:lnTo>
                <a:lnTo>
                  <a:pt x="7363177" y="207683"/>
                </a:lnTo>
                <a:lnTo>
                  <a:pt x="7449960" y="206073"/>
                </a:lnTo>
                <a:lnTo>
                  <a:pt x="7536742" y="204378"/>
                </a:lnTo>
                <a:lnTo>
                  <a:pt x="7623524" y="202587"/>
                </a:lnTo>
                <a:lnTo>
                  <a:pt x="7710307" y="200720"/>
                </a:lnTo>
                <a:lnTo>
                  <a:pt x="7797089" y="198758"/>
                </a:lnTo>
                <a:lnTo>
                  <a:pt x="7883862" y="196720"/>
                </a:lnTo>
                <a:lnTo>
                  <a:pt x="7970644" y="194577"/>
                </a:lnTo>
                <a:lnTo>
                  <a:pt x="8057417" y="192319"/>
                </a:lnTo>
                <a:lnTo>
                  <a:pt x="8144189" y="189957"/>
                </a:lnTo>
                <a:lnTo>
                  <a:pt x="8230962" y="187500"/>
                </a:lnTo>
                <a:lnTo>
                  <a:pt x="8317735" y="184918"/>
                </a:lnTo>
                <a:lnTo>
                  <a:pt x="8404498" y="182223"/>
                </a:lnTo>
                <a:lnTo>
                  <a:pt x="8491261" y="179394"/>
                </a:lnTo>
                <a:lnTo>
                  <a:pt x="8578025" y="176432"/>
                </a:lnTo>
                <a:lnTo>
                  <a:pt x="8664788" y="173326"/>
                </a:lnTo>
                <a:lnTo>
                  <a:pt x="8751541" y="170059"/>
                </a:lnTo>
                <a:lnTo>
                  <a:pt x="8838295" y="166621"/>
                </a:lnTo>
                <a:lnTo>
                  <a:pt x="8925049" y="163011"/>
                </a:lnTo>
                <a:lnTo>
                  <a:pt x="9011793" y="159210"/>
                </a:lnTo>
                <a:lnTo>
                  <a:pt x="9098528" y="155200"/>
                </a:lnTo>
                <a:lnTo>
                  <a:pt x="9185262" y="150971"/>
                </a:lnTo>
                <a:lnTo>
                  <a:pt x="9271987" y="146485"/>
                </a:lnTo>
                <a:lnTo>
                  <a:pt x="9358703" y="141703"/>
                </a:lnTo>
                <a:lnTo>
                  <a:pt x="9445409" y="136627"/>
                </a:lnTo>
                <a:lnTo>
                  <a:pt x="9532106" y="131188"/>
                </a:lnTo>
                <a:lnTo>
                  <a:pt x="9618783" y="125330"/>
                </a:lnTo>
                <a:lnTo>
                  <a:pt x="9705442" y="119005"/>
                </a:lnTo>
                <a:lnTo>
                  <a:pt x="9792081" y="112109"/>
                </a:lnTo>
                <a:lnTo>
                  <a:pt x="9878682" y="104518"/>
                </a:lnTo>
                <a:lnTo>
                  <a:pt x="9965236" y="96050"/>
                </a:lnTo>
                <a:lnTo>
                  <a:pt x="10051713" y="86411"/>
                </a:lnTo>
                <a:lnTo>
                  <a:pt x="10138086" y="75152"/>
                </a:lnTo>
                <a:lnTo>
                  <a:pt x="10224240" y="61274"/>
                </a:lnTo>
                <a:lnTo>
                  <a:pt x="10309803" y="42215"/>
                </a:lnTo>
                <a:lnTo>
                  <a:pt x="10379116" y="4524"/>
                </a:lnTo>
                <a:lnTo>
                  <a:pt x="10300583" y="51159"/>
                </a:lnTo>
                <a:lnTo>
                  <a:pt x="10216096" y="77286"/>
                </a:lnTo>
                <a:lnTo>
                  <a:pt x="10130609" y="96984"/>
                </a:lnTo>
                <a:lnTo>
                  <a:pt x="10044684" y="113214"/>
                </a:lnTo>
                <a:lnTo>
                  <a:pt x="9958540" y="127178"/>
                </a:lnTo>
                <a:lnTo>
                  <a:pt x="9872253" y="139522"/>
                </a:lnTo>
                <a:lnTo>
                  <a:pt x="9785871" y="150609"/>
                </a:lnTo>
                <a:lnTo>
                  <a:pt x="9699422" y="160706"/>
                </a:lnTo>
                <a:lnTo>
                  <a:pt x="9612916" y="169983"/>
                </a:lnTo>
                <a:lnTo>
                  <a:pt x="9526362" y="178575"/>
                </a:lnTo>
                <a:lnTo>
                  <a:pt x="9439780" y="186566"/>
                </a:lnTo>
                <a:lnTo>
                  <a:pt x="9353179" y="194062"/>
                </a:lnTo>
                <a:lnTo>
                  <a:pt x="9266549" y="201082"/>
                </a:lnTo>
                <a:lnTo>
                  <a:pt x="9179900" y="207693"/>
                </a:lnTo>
                <a:lnTo>
                  <a:pt x="9093241" y="213932"/>
                </a:lnTo>
                <a:lnTo>
                  <a:pt x="9006564" y="219847"/>
                </a:lnTo>
                <a:lnTo>
                  <a:pt x="8919877" y="225457"/>
                </a:lnTo>
                <a:lnTo>
                  <a:pt x="8833171" y="230772"/>
                </a:lnTo>
                <a:lnTo>
                  <a:pt x="8746465" y="235839"/>
                </a:lnTo>
                <a:lnTo>
                  <a:pt x="8659749" y="240640"/>
                </a:lnTo>
                <a:lnTo>
                  <a:pt x="8573033" y="245231"/>
                </a:lnTo>
                <a:lnTo>
                  <a:pt x="8486299" y="249622"/>
                </a:lnTo>
                <a:lnTo>
                  <a:pt x="8399564" y="253803"/>
                </a:lnTo>
                <a:lnTo>
                  <a:pt x="8312829" y="257804"/>
                </a:lnTo>
                <a:lnTo>
                  <a:pt x="8226085" y="261604"/>
                </a:lnTo>
                <a:lnTo>
                  <a:pt x="8139332" y="265233"/>
                </a:lnTo>
                <a:lnTo>
                  <a:pt x="8052587" y="268700"/>
                </a:lnTo>
                <a:lnTo>
                  <a:pt x="7965824" y="272024"/>
                </a:lnTo>
                <a:lnTo>
                  <a:pt x="7879070" y="275196"/>
                </a:lnTo>
                <a:lnTo>
                  <a:pt x="7792307" y="278235"/>
                </a:lnTo>
                <a:lnTo>
                  <a:pt x="7705544" y="281140"/>
                </a:lnTo>
                <a:lnTo>
                  <a:pt x="7618781" y="283893"/>
                </a:lnTo>
                <a:lnTo>
                  <a:pt x="7532008" y="286512"/>
                </a:lnTo>
                <a:lnTo>
                  <a:pt x="7445235" y="289017"/>
                </a:lnTo>
                <a:lnTo>
                  <a:pt x="7358463" y="291417"/>
                </a:lnTo>
                <a:lnTo>
                  <a:pt x="7271690" y="293703"/>
                </a:lnTo>
                <a:lnTo>
                  <a:pt x="7184917" y="295847"/>
                </a:lnTo>
                <a:lnTo>
                  <a:pt x="7098135" y="297894"/>
                </a:lnTo>
                <a:lnTo>
                  <a:pt x="7011353" y="299837"/>
                </a:lnTo>
                <a:lnTo>
                  <a:pt x="6924580" y="301676"/>
                </a:lnTo>
                <a:lnTo>
                  <a:pt x="6837797" y="303419"/>
                </a:lnTo>
                <a:lnTo>
                  <a:pt x="6751015" y="305038"/>
                </a:lnTo>
                <a:lnTo>
                  <a:pt x="6664223" y="306572"/>
                </a:lnTo>
                <a:lnTo>
                  <a:pt x="6577441" y="308019"/>
                </a:lnTo>
                <a:lnTo>
                  <a:pt x="6490659" y="309372"/>
                </a:lnTo>
                <a:lnTo>
                  <a:pt x="6403867" y="310610"/>
                </a:lnTo>
                <a:lnTo>
                  <a:pt x="6317085" y="311763"/>
                </a:lnTo>
                <a:lnTo>
                  <a:pt x="6230293" y="312839"/>
                </a:lnTo>
                <a:lnTo>
                  <a:pt x="6143501" y="313820"/>
                </a:lnTo>
                <a:lnTo>
                  <a:pt x="6056719" y="314696"/>
                </a:lnTo>
                <a:lnTo>
                  <a:pt x="5969927" y="315497"/>
                </a:lnTo>
                <a:lnTo>
                  <a:pt x="5883135" y="316220"/>
                </a:lnTo>
                <a:lnTo>
                  <a:pt x="5796344" y="316859"/>
                </a:lnTo>
                <a:lnTo>
                  <a:pt x="5709552" y="317383"/>
                </a:lnTo>
                <a:lnTo>
                  <a:pt x="5622760" y="317849"/>
                </a:lnTo>
                <a:lnTo>
                  <a:pt x="5535968" y="318230"/>
                </a:lnTo>
                <a:lnTo>
                  <a:pt x="5449176" y="318516"/>
                </a:lnTo>
                <a:lnTo>
                  <a:pt x="5362385" y="318716"/>
                </a:lnTo>
                <a:lnTo>
                  <a:pt x="5275593" y="318840"/>
                </a:lnTo>
                <a:lnTo>
                  <a:pt x="5188801" y="318897"/>
                </a:lnTo>
                <a:lnTo>
                  <a:pt x="5102009" y="318840"/>
                </a:lnTo>
                <a:lnTo>
                  <a:pt x="5015227" y="318707"/>
                </a:lnTo>
                <a:lnTo>
                  <a:pt x="4928426" y="318506"/>
                </a:lnTo>
                <a:lnTo>
                  <a:pt x="4841634" y="318221"/>
                </a:lnTo>
                <a:lnTo>
                  <a:pt x="4754851" y="317821"/>
                </a:lnTo>
                <a:lnTo>
                  <a:pt x="4668060" y="317363"/>
                </a:lnTo>
                <a:lnTo>
                  <a:pt x="4581268" y="316821"/>
                </a:lnTo>
                <a:lnTo>
                  <a:pt x="4494476" y="316192"/>
                </a:lnTo>
                <a:lnTo>
                  <a:pt x="4407684" y="315458"/>
                </a:lnTo>
                <a:lnTo>
                  <a:pt x="4320892" y="314649"/>
                </a:lnTo>
                <a:lnTo>
                  <a:pt x="4234101" y="313773"/>
                </a:lnTo>
                <a:lnTo>
                  <a:pt x="4147318" y="312782"/>
                </a:lnTo>
                <a:lnTo>
                  <a:pt x="4060527" y="311706"/>
                </a:lnTo>
                <a:lnTo>
                  <a:pt x="3973744" y="310544"/>
                </a:lnTo>
                <a:lnTo>
                  <a:pt x="3886952" y="309296"/>
                </a:lnTo>
                <a:lnTo>
                  <a:pt x="3800170" y="307943"/>
                </a:lnTo>
                <a:lnTo>
                  <a:pt x="3713378" y="306495"/>
                </a:lnTo>
                <a:lnTo>
                  <a:pt x="3626596" y="304952"/>
                </a:lnTo>
                <a:lnTo>
                  <a:pt x="3539814" y="303324"/>
                </a:lnTo>
                <a:lnTo>
                  <a:pt x="3453032" y="301590"/>
                </a:lnTo>
                <a:lnTo>
                  <a:pt x="3366259" y="299733"/>
                </a:lnTo>
                <a:lnTo>
                  <a:pt x="3279477" y="297780"/>
                </a:lnTo>
                <a:lnTo>
                  <a:pt x="3192694" y="295732"/>
                </a:lnTo>
                <a:lnTo>
                  <a:pt x="3105922" y="293580"/>
                </a:lnTo>
                <a:lnTo>
                  <a:pt x="3019149" y="291294"/>
                </a:lnTo>
                <a:lnTo>
                  <a:pt x="2932376" y="288893"/>
                </a:lnTo>
                <a:lnTo>
                  <a:pt x="2845603" y="286379"/>
                </a:lnTo>
                <a:lnTo>
                  <a:pt x="2758831" y="283740"/>
                </a:lnTo>
                <a:lnTo>
                  <a:pt x="2672067" y="280988"/>
                </a:lnTo>
                <a:lnTo>
                  <a:pt x="2585304" y="278082"/>
                </a:lnTo>
                <a:lnTo>
                  <a:pt x="2498541" y="275034"/>
                </a:lnTo>
                <a:lnTo>
                  <a:pt x="2411787" y="271853"/>
                </a:lnTo>
                <a:lnTo>
                  <a:pt x="2325033" y="268519"/>
                </a:lnTo>
                <a:lnTo>
                  <a:pt x="2238280" y="265043"/>
                </a:lnTo>
                <a:lnTo>
                  <a:pt x="2151526" y="261395"/>
                </a:lnTo>
                <a:lnTo>
                  <a:pt x="2064782" y="257585"/>
                </a:lnTo>
                <a:lnTo>
                  <a:pt x="1978047" y="253594"/>
                </a:lnTo>
                <a:lnTo>
                  <a:pt x="1891313" y="249393"/>
                </a:lnTo>
                <a:lnTo>
                  <a:pt x="1804587" y="244993"/>
                </a:lnTo>
                <a:lnTo>
                  <a:pt x="1717862" y="240392"/>
                </a:lnTo>
                <a:lnTo>
                  <a:pt x="1631147" y="235572"/>
                </a:lnTo>
                <a:lnTo>
                  <a:pt x="1544441" y="230495"/>
                </a:lnTo>
                <a:lnTo>
                  <a:pt x="1457744" y="225161"/>
                </a:lnTo>
                <a:lnTo>
                  <a:pt x="1371057" y="219542"/>
                </a:lnTo>
                <a:lnTo>
                  <a:pt x="1284380" y="213608"/>
                </a:lnTo>
                <a:lnTo>
                  <a:pt x="1197721" y="207350"/>
                </a:lnTo>
                <a:lnTo>
                  <a:pt x="1111072" y="200720"/>
                </a:lnTo>
                <a:lnTo>
                  <a:pt x="1024442" y="193662"/>
                </a:lnTo>
                <a:lnTo>
                  <a:pt x="937841" y="186157"/>
                </a:lnTo>
                <a:lnTo>
                  <a:pt x="851259" y="178137"/>
                </a:lnTo>
                <a:lnTo>
                  <a:pt x="764715" y="169497"/>
                </a:lnTo>
                <a:lnTo>
                  <a:pt x="678209" y="160182"/>
                </a:lnTo>
                <a:lnTo>
                  <a:pt x="591760" y="150038"/>
                </a:lnTo>
                <a:lnTo>
                  <a:pt x="505377" y="138884"/>
                </a:lnTo>
                <a:lnTo>
                  <a:pt x="419100" y="126473"/>
                </a:lnTo>
                <a:lnTo>
                  <a:pt x="332965" y="112414"/>
                </a:lnTo>
                <a:lnTo>
                  <a:pt x="247059" y="96041"/>
                </a:lnTo>
                <a:lnTo>
                  <a:pt x="161601" y="76086"/>
                </a:lnTo>
                <a:lnTo>
                  <a:pt x="77210" y="494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AF1F7">
              <a:alpha val="88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1" name="layer-2-cap">
            <a:extLst xmlns:a="http://schemas.openxmlformats.org/drawingml/2006/main">
              <a:ext uri="{FF2B5EF4-FFF2-40B4-BE49-F238E27FC236}">
                <a16:creationId xmlns:a16="http://schemas.microsoft.com/office/drawing/2014/main" id="{9647D83B-57CA-4839-A899-AFC2D537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40930" y="4836414"/>
            <a:ext cx="9510141" cy="49377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875A9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2" name="layer-2-cap-highlight">
            <a:extLst xmlns:a="http://schemas.openxmlformats.org/drawingml/2006/main">
              <a:ext uri="{FF2B5EF4-FFF2-40B4-BE49-F238E27FC236}">
                <a16:creationId xmlns:a16="http://schemas.microsoft.com/office/drawing/2014/main" id="{C532D7AF-8EA9-48C3-9239-99CDE3F8E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3162" y="4884420"/>
            <a:ext cx="8843972" cy="144018"/>
          </a:xfrm>
          <a:custGeom xmlns:a="http://schemas.openxmlformats.org/drawingml/2006/main">
            <a:pathLst>
              <a:path w="8843972" h="144018">
                <a:moveTo>
                  <a:pt x="0" y="144018"/>
                </a:moveTo>
                <a:lnTo>
                  <a:pt x="73485" y="135960"/>
                </a:lnTo>
                <a:lnTo>
                  <a:pt x="147009" y="128559"/>
                </a:lnTo>
                <a:lnTo>
                  <a:pt x="220561" y="121720"/>
                </a:lnTo>
                <a:lnTo>
                  <a:pt x="294142" y="115357"/>
                </a:lnTo>
                <a:lnTo>
                  <a:pt x="367741" y="109385"/>
                </a:lnTo>
                <a:lnTo>
                  <a:pt x="441360" y="103784"/>
                </a:lnTo>
                <a:lnTo>
                  <a:pt x="514988" y="98489"/>
                </a:lnTo>
                <a:lnTo>
                  <a:pt x="588626" y="93507"/>
                </a:lnTo>
                <a:lnTo>
                  <a:pt x="662273" y="88763"/>
                </a:lnTo>
                <a:lnTo>
                  <a:pt x="735930" y="84258"/>
                </a:lnTo>
                <a:lnTo>
                  <a:pt x="809606" y="79991"/>
                </a:lnTo>
                <a:lnTo>
                  <a:pt x="883272" y="75905"/>
                </a:lnTo>
                <a:lnTo>
                  <a:pt x="956948" y="72009"/>
                </a:lnTo>
                <a:lnTo>
                  <a:pt x="1030634" y="68285"/>
                </a:lnTo>
                <a:lnTo>
                  <a:pt x="1104329" y="64732"/>
                </a:lnTo>
                <a:lnTo>
                  <a:pt x="1178014" y="61331"/>
                </a:lnTo>
                <a:lnTo>
                  <a:pt x="1251709" y="58074"/>
                </a:lnTo>
                <a:lnTo>
                  <a:pt x="1325413" y="54940"/>
                </a:lnTo>
                <a:lnTo>
                  <a:pt x="1399118" y="51949"/>
                </a:lnTo>
                <a:lnTo>
                  <a:pt x="1472822" y="49073"/>
                </a:lnTo>
                <a:lnTo>
                  <a:pt x="1546527" y="46311"/>
                </a:lnTo>
                <a:lnTo>
                  <a:pt x="1620241" y="43663"/>
                </a:lnTo>
                <a:lnTo>
                  <a:pt x="1693945" y="41129"/>
                </a:lnTo>
                <a:lnTo>
                  <a:pt x="1767669" y="38691"/>
                </a:lnTo>
                <a:lnTo>
                  <a:pt x="1841383" y="36347"/>
                </a:lnTo>
                <a:lnTo>
                  <a:pt x="1915097" y="34138"/>
                </a:lnTo>
                <a:lnTo>
                  <a:pt x="1988820" y="31956"/>
                </a:lnTo>
                <a:lnTo>
                  <a:pt x="2062534" y="29918"/>
                </a:lnTo>
                <a:lnTo>
                  <a:pt x="2136257" y="27918"/>
                </a:lnTo>
                <a:lnTo>
                  <a:pt x="2209981" y="26041"/>
                </a:lnTo>
                <a:lnTo>
                  <a:pt x="2283704" y="24203"/>
                </a:lnTo>
                <a:lnTo>
                  <a:pt x="2357438" y="22460"/>
                </a:lnTo>
                <a:lnTo>
                  <a:pt x="2431161" y="20793"/>
                </a:lnTo>
                <a:lnTo>
                  <a:pt x="2504885" y="19231"/>
                </a:lnTo>
                <a:lnTo>
                  <a:pt x="2578618" y="17707"/>
                </a:lnTo>
                <a:lnTo>
                  <a:pt x="2652351" y="16269"/>
                </a:lnTo>
                <a:lnTo>
                  <a:pt x="2726074" y="14897"/>
                </a:lnTo>
                <a:lnTo>
                  <a:pt x="2799807" y="13573"/>
                </a:lnTo>
                <a:lnTo>
                  <a:pt x="2873540" y="12344"/>
                </a:lnTo>
                <a:lnTo>
                  <a:pt x="2947273" y="11144"/>
                </a:lnTo>
                <a:lnTo>
                  <a:pt x="3021006" y="10058"/>
                </a:lnTo>
                <a:lnTo>
                  <a:pt x="3094739" y="8973"/>
                </a:lnTo>
                <a:lnTo>
                  <a:pt x="3168472" y="8020"/>
                </a:lnTo>
                <a:lnTo>
                  <a:pt x="3242205" y="7068"/>
                </a:lnTo>
                <a:lnTo>
                  <a:pt x="3315938" y="6220"/>
                </a:lnTo>
                <a:lnTo>
                  <a:pt x="3389671" y="5401"/>
                </a:lnTo>
                <a:lnTo>
                  <a:pt x="3463404" y="4658"/>
                </a:lnTo>
                <a:lnTo>
                  <a:pt x="3537147" y="3972"/>
                </a:lnTo>
                <a:lnTo>
                  <a:pt x="3610880" y="3324"/>
                </a:lnTo>
                <a:lnTo>
                  <a:pt x="3684613" y="2762"/>
                </a:lnTo>
                <a:lnTo>
                  <a:pt x="3758355" y="2210"/>
                </a:lnTo>
                <a:lnTo>
                  <a:pt x="3832088" y="1781"/>
                </a:lnTo>
                <a:lnTo>
                  <a:pt x="3905822" y="1343"/>
                </a:lnTo>
                <a:lnTo>
                  <a:pt x="3979564" y="1010"/>
                </a:lnTo>
                <a:lnTo>
                  <a:pt x="4053297" y="705"/>
                </a:lnTo>
                <a:lnTo>
                  <a:pt x="4127040" y="457"/>
                </a:lnTo>
                <a:lnTo>
                  <a:pt x="4200773" y="276"/>
                </a:lnTo>
                <a:lnTo>
                  <a:pt x="4274506" y="124"/>
                </a:lnTo>
                <a:lnTo>
                  <a:pt x="4348248" y="57"/>
                </a:lnTo>
                <a:lnTo>
                  <a:pt x="4421981" y="0"/>
                </a:lnTo>
                <a:lnTo>
                  <a:pt x="4495724" y="57"/>
                </a:lnTo>
                <a:lnTo>
                  <a:pt x="4569457" y="124"/>
                </a:lnTo>
                <a:lnTo>
                  <a:pt x="4643199" y="267"/>
                </a:lnTo>
                <a:lnTo>
                  <a:pt x="4716932" y="457"/>
                </a:lnTo>
                <a:lnTo>
                  <a:pt x="4790675" y="695"/>
                </a:lnTo>
                <a:lnTo>
                  <a:pt x="4864408" y="1000"/>
                </a:lnTo>
                <a:lnTo>
                  <a:pt x="4938141" y="1334"/>
                </a:lnTo>
                <a:lnTo>
                  <a:pt x="5011884" y="1772"/>
                </a:lnTo>
                <a:lnTo>
                  <a:pt x="5085617" y="2200"/>
                </a:lnTo>
                <a:lnTo>
                  <a:pt x="5159350" y="2753"/>
                </a:lnTo>
                <a:lnTo>
                  <a:pt x="5233092" y="3315"/>
                </a:lnTo>
                <a:lnTo>
                  <a:pt x="5306825" y="3953"/>
                </a:lnTo>
                <a:lnTo>
                  <a:pt x="5380558" y="4639"/>
                </a:lnTo>
                <a:lnTo>
                  <a:pt x="5454301" y="5382"/>
                </a:lnTo>
                <a:lnTo>
                  <a:pt x="5528034" y="6201"/>
                </a:lnTo>
                <a:lnTo>
                  <a:pt x="5601767" y="7049"/>
                </a:lnTo>
                <a:lnTo>
                  <a:pt x="5675500" y="8001"/>
                </a:lnTo>
                <a:lnTo>
                  <a:pt x="5749233" y="8954"/>
                </a:lnTo>
                <a:lnTo>
                  <a:pt x="5822966" y="10030"/>
                </a:lnTo>
                <a:lnTo>
                  <a:pt x="5896699" y="11125"/>
                </a:lnTo>
                <a:lnTo>
                  <a:pt x="5970432" y="12287"/>
                </a:lnTo>
                <a:lnTo>
                  <a:pt x="6044165" y="13535"/>
                </a:lnTo>
                <a:lnTo>
                  <a:pt x="6117888" y="14859"/>
                </a:lnTo>
                <a:lnTo>
                  <a:pt x="6191621" y="16240"/>
                </a:lnTo>
                <a:lnTo>
                  <a:pt x="6265355" y="17678"/>
                </a:lnTo>
                <a:lnTo>
                  <a:pt x="6339078" y="19202"/>
                </a:lnTo>
                <a:lnTo>
                  <a:pt x="6412811" y="20774"/>
                </a:lnTo>
                <a:lnTo>
                  <a:pt x="6486535" y="22450"/>
                </a:lnTo>
                <a:lnTo>
                  <a:pt x="6560258" y="24155"/>
                </a:lnTo>
                <a:lnTo>
                  <a:pt x="6633982" y="25965"/>
                </a:lnTo>
                <a:lnTo>
                  <a:pt x="6707705" y="27870"/>
                </a:lnTo>
                <a:lnTo>
                  <a:pt x="6781429" y="29870"/>
                </a:lnTo>
                <a:lnTo>
                  <a:pt x="6855152" y="31909"/>
                </a:lnTo>
                <a:lnTo>
                  <a:pt x="6928876" y="34090"/>
                </a:lnTo>
                <a:lnTo>
                  <a:pt x="7002589" y="36290"/>
                </a:lnTo>
                <a:lnTo>
                  <a:pt x="7076303" y="38633"/>
                </a:lnTo>
                <a:lnTo>
                  <a:pt x="7150017" y="41062"/>
                </a:lnTo>
                <a:lnTo>
                  <a:pt x="7223731" y="43605"/>
                </a:lnTo>
                <a:lnTo>
                  <a:pt x="7297445" y="46253"/>
                </a:lnTo>
                <a:lnTo>
                  <a:pt x="7371150" y="49006"/>
                </a:lnTo>
                <a:lnTo>
                  <a:pt x="7444854" y="51883"/>
                </a:lnTo>
                <a:lnTo>
                  <a:pt x="7518559" y="54874"/>
                </a:lnTo>
                <a:lnTo>
                  <a:pt x="7592263" y="57998"/>
                </a:lnTo>
                <a:lnTo>
                  <a:pt x="7665958" y="61255"/>
                </a:lnTo>
                <a:lnTo>
                  <a:pt x="7739644" y="64646"/>
                </a:lnTo>
                <a:lnTo>
                  <a:pt x="7813338" y="68199"/>
                </a:lnTo>
                <a:lnTo>
                  <a:pt x="7887014" y="71923"/>
                </a:lnTo>
                <a:lnTo>
                  <a:pt x="7960700" y="75819"/>
                </a:lnTo>
                <a:lnTo>
                  <a:pt x="8034366" y="79896"/>
                </a:lnTo>
                <a:lnTo>
                  <a:pt x="8108032" y="84153"/>
                </a:lnTo>
                <a:lnTo>
                  <a:pt x="8181699" y="88659"/>
                </a:lnTo>
                <a:lnTo>
                  <a:pt x="8255346" y="93393"/>
                </a:lnTo>
                <a:lnTo>
                  <a:pt x="8328984" y="98374"/>
                </a:lnTo>
                <a:lnTo>
                  <a:pt x="8402612" y="103661"/>
                </a:lnTo>
                <a:lnTo>
                  <a:pt x="8476231" y="109252"/>
                </a:lnTo>
                <a:lnTo>
                  <a:pt x="8549831" y="115205"/>
                </a:lnTo>
                <a:lnTo>
                  <a:pt x="8623411" y="121558"/>
                </a:lnTo>
                <a:lnTo>
                  <a:pt x="8696963" y="128397"/>
                </a:lnTo>
                <a:lnTo>
                  <a:pt x="8770487" y="135779"/>
                </a:lnTo>
                <a:lnTo>
                  <a:pt x="8843972" y="143828"/>
                </a:lnTo>
                <a:lnTo>
                  <a:pt x="8773706" y="140303"/>
                </a:lnTo>
                <a:lnTo>
                  <a:pt x="8700011" y="136760"/>
                </a:lnTo>
                <a:lnTo>
                  <a:pt x="8626316" y="133445"/>
                </a:lnTo>
                <a:lnTo>
                  <a:pt x="8552621" y="130350"/>
                </a:lnTo>
                <a:lnTo>
                  <a:pt x="8478917" y="127425"/>
                </a:lnTo>
                <a:lnTo>
                  <a:pt x="8405203" y="124663"/>
                </a:lnTo>
                <a:lnTo>
                  <a:pt x="8331498" y="122072"/>
                </a:lnTo>
                <a:lnTo>
                  <a:pt x="8257784" y="119567"/>
                </a:lnTo>
                <a:lnTo>
                  <a:pt x="8184071" y="117234"/>
                </a:lnTo>
                <a:lnTo>
                  <a:pt x="8110347" y="114986"/>
                </a:lnTo>
                <a:lnTo>
                  <a:pt x="8036633" y="112824"/>
                </a:lnTo>
                <a:lnTo>
                  <a:pt x="7962910" y="110795"/>
                </a:lnTo>
                <a:lnTo>
                  <a:pt x="7889186" y="108814"/>
                </a:lnTo>
                <a:lnTo>
                  <a:pt x="7815463" y="106947"/>
                </a:lnTo>
                <a:lnTo>
                  <a:pt x="7741739" y="105146"/>
                </a:lnTo>
                <a:lnTo>
                  <a:pt x="7668016" y="103413"/>
                </a:lnTo>
                <a:lnTo>
                  <a:pt x="7594283" y="101775"/>
                </a:lnTo>
                <a:lnTo>
                  <a:pt x="7520559" y="100165"/>
                </a:lnTo>
                <a:lnTo>
                  <a:pt x="7446826" y="98669"/>
                </a:lnTo>
                <a:lnTo>
                  <a:pt x="7373102" y="97184"/>
                </a:lnTo>
                <a:lnTo>
                  <a:pt x="7299369" y="95793"/>
                </a:lnTo>
                <a:lnTo>
                  <a:pt x="7225636" y="94440"/>
                </a:lnTo>
                <a:lnTo>
                  <a:pt x="7151913" y="93145"/>
                </a:lnTo>
                <a:lnTo>
                  <a:pt x="7078180" y="91897"/>
                </a:lnTo>
                <a:lnTo>
                  <a:pt x="7004447" y="90707"/>
                </a:lnTo>
                <a:lnTo>
                  <a:pt x="6930714" y="89554"/>
                </a:lnTo>
                <a:lnTo>
                  <a:pt x="6856981" y="88459"/>
                </a:lnTo>
                <a:lnTo>
                  <a:pt x="6783248" y="87392"/>
                </a:lnTo>
                <a:lnTo>
                  <a:pt x="6709515" y="86382"/>
                </a:lnTo>
                <a:lnTo>
                  <a:pt x="6635782" y="85411"/>
                </a:lnTo>
                <a:lnTo>
                  <a:pt x="6562049" y="84477"/>
                </a:lnTo>
                <a:lnTo>
                  <a:pt x="6488316" y="83582"/>
                </a:lnTo>
                <a:lnTo>
                  <a:pt x="6414583" y="82734"/>
                </a:lnTo>
                <a:lnTo>
                  <a:pt x="6340840" y="81905"/>
                </a:lnTo>
                <a:lnTo>
                  <a:pt x="6267107" y="81143"/>
                </a:lnTo>
                <a:lnTo>
                  <a:pt x="6193374" y="80381"/>
                </a:lnTo>
                <a:lnTo>
                  <a:pt x="6119641" y="79686"/>
                </a:lnTo>
                <a:lnTo>
                  <a:pt x="6045908" y="79000"/>
                </a:lnTo>
                <a:lnTo>
                  <a:pt x="5972165" y="78372"/>
                </a:lnTo>
                <a:lnTo>
                  <a:pt x="5898432" y="77753"/>
                </a:lnTo>
                <a:lnTo>
                  <a:pt x="5824699" y="77200"/>
                </a:lnTo>
                <a:lnTo>
                  <a:pt x="5750957" y="76648"/>
                </a:lnTo>
                <a:lnTo>
                  <a:pt x="5677224" y="76143"/>
                </a:lnTo>
                <a:lnTo>
                  <a:pt x="5603481" y="75657"/>
                </a:lnTo>
                <a:lnTo>
                  <a:pt x="5529748" y="75219"/>
                </a:lnTo>
                <a:lnTo>
                  <a:pt x="5456015" y="74800"/>
                </a:lnTo>
                <a:lnTo>
                  <a:pt x="5382273" y="74409"/>
                </a:lnTo>
                <a:lnTo>
                  <a:pt x="5308540" y="74057"/>
                </a:lnTo>
                <a:lnTo>
                  <a:pt x="5234807" y="73724"/>
                </a:lnTo>
                <a:lnTo>
                  <a:pt x="5161064" y="73438"/>
                </a:lnTo>
                <a:lnTo>
                  <a:pt x="5087331" y="73152"/>
                </a:lnTo>
                <a:lnTo>
                  <a:pt x="5013589" y="72923"/>
                </a:lnTo>
                <a:lnTo>
                  <a:pt x="4939856" y="72704"/>
                </a:lnTo>
                <a:lnTo>
                  <a:pt x="4866113" y="72533"/>
                </a:lnTo>
                <a:lnTo>
                  <a:pt x="4792380" y="72371"/>
                </a:lnTo>
                <a:lnTo>
                  <a:pt x="4718637" y="72247"/>
                </a:lnTo>
                <a:lnTo>
                  <a:pt x="4644904" y="72152"/>
                </a:lnTo>
                <a:lnTo>
                  <a:pt x="4571171" y="72076"/>
                </a:lnTo>
                <a:lnTo>
                  <a:pt x="4497429" y="72038"/>
                </a:lnTo>
                <a:lnTo>
                  <a:pt x="4423696" y="72009"/>
                </a:lnTo>
                <a:lnTo>
                  <a:pt x="4349953" y="72038"/>
                </a:lnTo>
                <a:lnTo>
                  <a:pt x="4276220" y="72066"/>
                </a:lnTo>
                <a:lnTo>
                  <a:pt x="4202478" y="72152"/>
                </a:lnTo>
                <a:lnTo>
                  <a:pt x="4128745" y="72247"/>
                </a:lnTo>
                <a:lnTo>
                  <a:pt x="4055002" y="72371"/>
                </a:lnTo>
                <a:lnTo>
                  <a:pt x="3981269" y="72523"/>
                </a:lnTo>
                <a:lnTo>
                  <a:pt x="3907536" y="72704"/>
                </a:lnTo>
                <a:lnTo>
                  <a:pt x="3833793" y="72923"/>
                </a:lnTo>
                <a:lnTo>
                  <a:pt x="3760060" y="73142"/>
                </a:lnTo>
                <a:lnTo>
                  <a:pt x="3686318" y="73428"/>
                </a:lnTo>
                <a:lnTo>
                  <a:pt x="3612585" y="73714"/>
                </a:lnTo>
                <a:lnTo>
                  <a:pt x="3538842" y="74047"/>
                </a:lnTo>
                <a:lnTo>
                  <a:pt x="3465109" y="74400"/>
                </a:lnTo>
                <a:lnTo>
                  <a:pt x="3391367" y="74790"/>
                </a:lnTo>
                <a:lnTo>
                  <a:pt x="3317634" y="75209"/>
                </a:lnTo>
                <a:lnTo>
                  <a:pt x="3243901" y="75648"/>
                </a:lnTo>
                <a:lnTo>
                  <a:pt x="3170158" y="76133"/>
                </a:lnTo>
                <a:lnTo>
                  <a:pt x="3096425" y="76629"/>
                </a:lnTo>
                <a:lnTo>
                  <a:pt x="3022692" y="77181"/>
                </a:lnTo>
                <a:lnTo>
                  <a:pt x="2948950" y="77743"/>
                </a:lnTo>
                <a:lnTo>
                  <a:pt x="2875217" y="78362"/>
                </a:lnTo>
                <a:lnTo>
                  <a:pt x="2801483" y="78981"/>
                </a:lnTo>
                <a:lnTo>
                  <a:pt x="2727741" y="79677"/>
                </a:lnTo>
                <a:lnTo>
                  <a:pt x="2654008" y="80372"/>
                </a:lnTo>
                <a:lnTo>
                  <a:pt x="2580275" y="81124"/>
                </a:lnTo>
                <a:lnTo>
                  <a:pt x="2506542" y="81886"/>
                </a:lnTo>
                <a:lnTo>
                  <a:pt x="2432809" y="82715"/>
                </a:lnTo>
                <a:lnTo>
                  <a:pt x="2359076" y="83563"/>
                </a:lnTo>
                <a:lnTo>
                  <a:pt x="2285333" y="84458"/>
                </a:lnTo>
                <a:lnTo>
                  <a:pt x="2211600" y="85382"/>
                </a:lnTo>
                <a:lnTo>
                  <a:pt x="2137867" y="86363"/>
                </a:lnTo>
                <a:lnTo>
                  <a:pt x="2064134" y="87373"/>
                </a:lnTo>
                <a:lnTo>
                  <a:pt x="1990401" y="88430"/>
                </a:lnTo>
                <a:lnTo>
                  <a:pt x="1916668" y="89525"/>
                </a:lnTo>
                <a:lnTo>
                  <a:pt x="1842935" y="90678"/>
                </a:lnTo>
                <a:lnTo>
                  <a:pt x="1769212" y="91869"/>
                </a:lnTo>
                <a:lnTo>
                  <a:pt x="1695479" y="93116"/>
                </a:lnTo>
                <a:lnTo>
                  <a:pt x="1621746" y="94402"/>
                </a:lnTo>
                <a:lnTo>
                  <a:pt x="1548013" y="95764"/>
                </a:lnTo>
                <a:lnTo>
                  <a:pt x="1474280" y="97155"/>
                </a:lnTo>
                <a:lnTo>
                  <a:pt x="1400556" y="98631"/>
                </a:lnTo>
                <a:lnTo>
                  <a:pt x="1326823" y="100127"/>
                </a:lnTo>
                <a:lnTo>
                  <a:pt x="1253099" y="101737"/>
                </a:lnTo>
                <a:lnTo>
                  <a:pt x="1179376" y="103375"/>
                </a:lnTo>
                <a:lnTo>
                  <a:pt x="1105643" y="105108"/>
                </a:lnTo>
                <a:lnTo>
                  <a:pt x="1031919" y="106909"/>
                </a:lnTo>
                <a:lnTo>
                  <a:pt x="958196" y="108776"/>
                </a:lnTo>
                <a:lnTo>
                  <a:pt x="884472" y="110747"/>
                </a:lnTo>
                <a:lnTo>
                  <a:pt x="810749" y="112766"/>
                </a:lnTo>
                <a:lnTo>
                  <a:pt x="737035" y="114929"/>
                </a:lnTo>
                <a:lnTo>
                  <a:pt x="663321" y="117186"/>
                </a:lnTo>
                <a:lnTo>
                  <a:pt x="589598" y="119510"/>
                </a:lnTo>
                <a:lnTo>
                  <a:pt x="515884" y="122015"/>
                </a:lnTo>
                <a:lnTo>
                  <a:pt x="442179" y="124606"/>
                </a:lnTo>
                <a:lnTo>
                  <a:pt x="368465" y="127359"/>
                </a:lnTo>
                <a:lnTo>
                  <a:pt x="294761" y="130283"/>
                </a:lnTo>
                <a:lnTo>
                  <a:pt x="221066" y="133369"/>
                </a:lnTo>
                <a:lnTo>
                  <a:pt x="147371" y="136684"/>
                </a:lnTo>
                <a:lnTo>
                  <a:pt x="73685" y="140218"/>
                </a:lnTo>
                <a:lnTo>
                  <a:pt x="0" y="144018"/>
                </a:lnTo>
                <a:close/>
              </a:path>
            </a:pathLst>
          </a:custGeom>
          <a:solidFill xmlns:a="http://schemas.openxmlformats.org/drawingml/2006/main">
            <a:srgbClr val="FFFFFF">
              <a:alpha val="14000"/>
            </a:srgbClr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43" name="layer-2-title">
            <a:extLst xmlns:a="http://schemas.openxmlformats.org/drawingml/2006/main">
              <a:ext uri="{FF2B5EF4-FFF2-40B4-BE49-F238E27FC236}">
                <a16:creationId xmlns:a16="http://schemas.microsoft.com/office/drawing/2014/main" id="{26BF0658-3744-4004-BB08-D493E98E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54453" y="4822631"/>
            <a:ext cx="7683103" cy="479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3"/>
          <a:fontRef xmlns:a="http://schemas.openxmlformats.org/drawingml/2006/main" idx="major"/>
        </p:style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正式生成</a:t>
            </a:r>
          </a:p>
        </p:txBody>
      </p:sp>
      <p:sp>
        <p:nvSpPr>
          <p:cNvPr id="44" name="layer-2-item-0-title">
            <a:extLst xmlns:a="http://schemas.openxmlformats.org/drawingml/2006/main">
              <a:ext uri="{FF2B5EF4-FFF2-40B4-BE49-F238E27FC236}">
                <a16:creationId xmlns:a16="http://schemas.microsoft.com/office/drawing/2014/main" id="{10172578-CC16-46B6-9EC9-73121796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26186" y="5557542"/>
            <a:ext cx="920801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AI理解编排</a:t>
            </a:r>
          </a:p>
        </p:txBody>
      </p:sp>
      <p:sp>
        <p:nvSpPr>
          <p:cNvPr id="45" name="layer-2-item-1-separator">
            <a:extLst xmlns:a="http://schemas.openxmlformats.org/drawingml/2006/main">
              <a:ext uri="{FF2B5EF4-FFF2-40B4-BE49-F238E27FC236}">
                <a16:creationId xmlns:a16="http://schemas.microsoft.com/office/drawing/2014/main" id="{38F3342F-60A9-42C9-A133-44B670580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89772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layer-2-item-1-title">
            <a:extLst xmlns:a="http://schemas.openxmlformats.org/drawingml/2006/main">
              <a:ext uri="{FF2B5EF4-FFF2-40B4-BE49-F238E27FC236}">
                <a16:creationId xmlns:a16="http://schemas.microsoft.com/office/drawing/2014/main" id="{0619597A-3C0C-455B-8293-1AE0D9A8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49966" y="5557542"/>
            <a:ext cx="1085850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选择合法能力</a:t>
            </a:r>
          </a:p>
        </p:txBody>
      </p:sp>
      <p:sp>
        <p:nvSpPr>
          <p:cNvPr id="47" name="layer-2-item-2-separator">
            <a:extLst xmlns:a="http://schemas.openxmlformats.org/drawingml/2006/main">
              <a:ext uri="{FF2B5EF4-FFF2-40B4-BE49-F238E27FC236}">
                <a16:creationId xmlns:a16="http://schemas.microsoft.com/office/drawing/2014/main" id="{A8D6DADE-4FE7-410C-A000-F286CD89D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0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layer-2-item-2-title">
            <a:extLst xmlns:a="http://schemas.openxmlformats.org/drawingml/2006/main">
              <a:ext uri="{FF2B5EF4-FFF2-40B4-BE49-F238E27FC236}">
                <a16:creationId xmlns:a16="http://schemas.microsoft.com/office/drawing/2014/main" id="{B266C956-7B5D-4FEC-99A8-A12F48C8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6681" y="5557542"/>
            <a:ext cx="904875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49" name="layer-2-item-3-separator">
            <a:extLst xmlns:a="http://schemas.openxmlformats.org/drawingml/2006/main">
              <a:ext uri="{FF2B5EF4-FFF2-40B4-BE49-F238E27FC236}">
                <a16:creationId xmlns:a16="http://schemas.microsoft.com/office/drawing/2014/main" id="{16A83127-6386-4D65-BD17-79411AF2F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02228" y="5530453"/>
            <a:ext cx="9525" cy="2714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D8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layer-2-item-3-title">
            <a:extLst xmlns:a="http://schemas.openxmlformats.org/drawingml/2006/main">
              <a:ext uri="{FF2B5EF4-FFF2-40B4-BE49-F238E27FC236}">
                <a16:creationId xmlns:a16="http://schemas.microsoft.com/office/drawing/2014/main" id="{A177595F-EBD4-40C4-863E-0E16F595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77288" y="5557542"/>
            <a:ext cx="1255957" cy="217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  <a:def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405269"/>
                </a:solidFill>
                <a:latin typeface="Microsoft YaHei"/>
                <a:ea typeface="Microsoft YaHei"/>
                <a:cs typeface="Microsoft YaHei"/>
              </a:rPr>
              <a:t>原生可编辑PPT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把昂贵的计算前移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07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39941267-9B48-41AE-92B4-6016C6BA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27B27427-4660-48FD-95A2-29BD02A0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CFD98CCF-FC37-4D9B-9B90-25E2A2F2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EDD07A5D-AB11-43F0-939F-86B53431A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757D3FB2-2797-49EB-B5F3-362F5B771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3134A70D-7AF9-4B14-A685-BA889739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58C7A02B-623A-4739-9732-1941D5A0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0984BDDF-EE2B-454E-A696-153DD0E75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EF29A560-AB1A-422F-BC9A-F8D2D1B69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98285D16-1186-40BE-B5C3-BA4FDCED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995543AA-3462-4AA6-92DA-74A16486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1A4F1061-E61F-4DF8-BFF9-FBD76423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从优秀作品中选材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34C11F36-66FD-44EC-9E54-7FD11A15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理解好看原因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950CC6E3-4572-443B-B4C5-335A7A9F8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DDF5D66E-92DE-4702-A009-ECB15F65A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BCAC77F5-2017-4838-BEB4-D12ADFE8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5CCA38E1-B496-4CBA-9909-1561A2F2E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6675343C-D812-40B4-8EC2-77584559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C7E56189-4361-4C6C-AE8B-ED30AE9B2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FC46E5C9-CD32-432C-A7F5-68152BA49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2D46D133-3487-473C-B83E-F7025210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提炼设计规律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1F12C3AE-C7F4-4B86-A40C-15111233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参数化内容图片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D660E6E5-B770-456C-8771-BCC42219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692C0092-F661-498A-957D-0A512FC4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A6E21DCF-A8D1-4374-8FDD-4B5AA9B0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D409393A-E799-42F0-9388-51C168DC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2EA8AD3C-BB6E-40DB-ADF8-A6DFF455B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7BE7E08F-80C4-4C58-ADF0-918769F7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FF33982C-FD00-449C-934E-EE73792C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26EBDB45-F40C-429E-89C6-DF8B1C77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将内容、图片和数量参数化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D7D954B2-51BC-4A92-A507-0ACB1DFF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EAD8A865-4F9E-4FE1-85F1-44C802E9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0B862868-E24C-4EA3-A62E-D818D75B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F1176C9B-22EF-494C-B5B1-C017052E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60C43131-E775-49DB-BD32-012804A31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AFC3048A-5F83-41B9-9299-882A5A252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E7DA3CBB-B80A-40C7-AC65-42FB3D53F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A66E5422-A4EC-46AC-A9CC-AA2D330D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36A30C30-2B5B-4FBC-B6FE-E364AE045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验证不同状态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9A85396B-A77F-431A-91DC-EA0CA08E4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用户确认入库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C23383C0-E0D8-4C99-89DA-6D7AD17A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08A38591-C907-41DA-8F0C-386D85B6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6AB13D37-3690-4690-8055-719A76B2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5B71D4B3-9963-454C-BDE3-2B5838F8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0D42A70B-2107-4D70-BA7F-CAB96BC49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9C367B29-5028-459F-96F2-DD390B92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CA4AA09D-CE4C-4C03-9223-150C82395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E2D36888-A34B-4A44-B5B1-73EC3E4B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确认后进入正式资产库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真正积累的不是一万个模板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积累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08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6E8A8817-636F-4919-B311-BD3CE15C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hub-orbit-dot-0-0">
            <a:extLst xmlns:a="http://schemas.openxmlformats.org/drawingml/2006/main">
              <a:ext uri="{FF2B5EF4-FFF2-40B4-BE49-F238E27FC236}">
                <a16:creationId xmlns:a16="http://schemas.microsoft.com/office/drawing/2014/main" id="{E2AF0DA2-760B-4ABA-B19C-DB7B6A3D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94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hub-orbit-dot-0-1">
            <a:extLst xmlns:a="http://schemas.openxmlformats.org/drawingml/2006/main">
              <a:ext uri="{FF2B5EF4-FFF2-40B4-BE49-F238E27FC236}">
                <a16:creationId xmlns:a16="http://schemas.microsoft.com/office/drawing/2014/main" id="{D5D2F1AD-4ED8-486C-BDA1-385EA0D6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hub-orbit-dot-0-2">
            <a:extLst xmlns:a="http://schemas.openxmlformats.org/drawingml/2006/main">
              <a:ext uri="{FF2B5EF4-FFF2-40B4-BE49-F238E27FC236}">
                <a16:creationId xmlns:a16="http://schemas.microsoft.com/office/drawing/2014/main" id="{1BB255E6-CE5D-489E-A2F4-85EE717D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ub-orbit-dot-0-3">
            <a:extLst xmlns:a="http://schemas.openxmlformats.org/drawingml/2006/main">
              <a:ext uri="{FF2B5EF4-FFF2-40B4-BE49-F238E27FC236}">
                <a16:creationId xmlns:a16="http://schemas.microsoft.com/office/drawing/2014/main" id="{5EEAC38A-5B1A-4575-B71D-460B6E4D8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hub-orbit-dot-0-4">
            <a:extLst xmlns:a="http://schemas.openxmlformats.org/drawingml/2006/main">
              <a:ext uri="{FF2B5EF4-FFF2-40B4-BE49-F238E27FC236}">
                <a16:creationId xmlns:a16="http://schemas.microsoft.com/office/drawing/2014/main" id="{C2680019-523F-4A1C-A616-D8C9E58C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hub-orbit-dot-0-5">
            <a:extLst xmlns:a="http://schemas.openxmlformats.org/drawingml/2006/main">
              <a:ext uri="{FF2B5EF4-FFF2-40B4-BE49-F238E27FC236}">
                <a16:creationId xmlns:a16="http://schemas.microsoft.com/office/drawing/2014/main" id="{133CE22A-D8DD-4B09-9C01-6EFD53A9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ub-orbit-dot-0-6">
            <a:extLst xmlns:a="http://schemas.openxmlformats.org/drawingml/2006/main">
              <a:ext uri="{FF2B5EF4-FFF2-40B4-BE49-F238E27FC236}">
                <a16:creationId xmlns:a16="http://schemas.microsoft.com/office/drawing/2014/main" id="{45FFFEF7-7B45-41FE-BA81-ABEF2C11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hub-orbit-dot-0-7">
            <a:extLst xmlns:a="http://schemas.openxmlformats.org/drawingml/2006/main">
              <a:ext uri="{FF2B5EF4-FFF2-40B4-BE49-F238E27FC236}">
                <a16:creationId xmlns:a16="http://schemas.microsoft.com/office/drawing/2014/main" id="{EAF2822E-608C-4507-965C-35766A6C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55794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hub-orbit-dot-0-8">
            <a:extLst xmlns:a="http://schemas.openxmlformats.org/drawingml/2006/main">
              <a:ext uri="{FF2B5EF4-FFF2-40B4-BE49-F238E27FC236}">
                <a16:creationId xmlns:a16="http://schemas.microsoft.com/office/drawing/2014/main" id="{4A1569F3-4E3D-4F67-B160-4C67AA28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554319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hub-orbit-dot-0-9">
            <a:extLst xmlns:a="http://schemas.openxmlformats.org/drawingml/2006/main">
              <a:ext uri="{FF2B5EF4-FFF2-40B4-BE49-F238E27FC236}">
                <a16:creationId xmlns:a16="http://schemas.microsoft.com/office/drawing/2014/main" id="{13BEDB69-4953-437C-BC5F-489E62A8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5446938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hub-orbit-dot-0-10">
            <a:extLst xmlns:a="http://schemas.openxmlformats.org/drawingml/2006/main">
              <a:ext uri="{FF2B5EF4-FFF2-40B4-BE49-F238E27FC236}">
                <a16:creationId xmlns:a16="http://schemas.microsoft.com/office/drawing/2014/main" id="{0758983B-B638-453D-9210-524CB3756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5295471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hub-orbit-dot-0-11">
            <a:extLst xmlns:a="http://schemas.openxmlformats.org/drawingml/2006/main">
              <a:ext uri="{FF2B5EF4-FFF2-40B4-BE49-F238E27FC236}">
                <a16:creationId xmlns:a16="http://schemas.microsoft.com/office/drawing/2014/main" id="{39522DED-1139-43A9-96D6-4CEE8096B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5096370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hub-orbit-dot-0-12">
            <a:extLst xmlns:a="http://schemas.openxmlformats.org/drawingml/2006/main">
              <a:ext uri="{FF2B5EF4-FFF2-40B4-BE49-F238E27FC236}">
                <a16:creationId xmlns:a16="http://schemas.microsoft.com/office/drawing/2014/main" id="{AE2212CE-AC47-4C81-B7AB-0C978074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4859665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hub-orbit-dot-0-13">
            <a:extLst xmlns:a="http://schemas.openxmlformats.org/drawingml/2006/main">
              <a:ext uri="{FF2B5EF4-FFF2-40B4-BE49-F238E27FC236}">
                <a16:creationId xmlns:a16="http://schemas.microsoft.com/office/drawing/2014/main" id="{54A20664-061E-4F76-926A-CD8AD5F4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59718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hub-orbit-dot-0-14">
            <a:extLst xmlns:a="http://schemas.openxmlformats.org/drawingml/2006/main">
              <a:ext uri="{FF2B5EF4-FFF2-40B4-BE49-F238E27FC236}">
                <a16:creationId xmlns:a16="http://schemas.microsoft.com/office/drawing/2014/main" id="{3B6525E9-9F71-42EA-AE61-387C0911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4888" y="43221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hub-orbit-dot-0-15">
            <a:extLst xmlns:a="http://schemas.openxmlformats.org/drawingml/2006/main">
              <a:ext uri="{FF2B5EF4-FFF2-40B4-BE49-F238E27FC236}">
                <a16:creationId xmlns:a16="http://schemas.microsoft.com/office/drawing/2014/main" id="{DF2D372D-E35C-4AB5-98D4-1614B99E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1710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hub-orbit-dot-0-16">
            <a:extLst xmlns:a="http://schemas.openxmlformats.org/drawingml/2006/main">
              <a:ext uri="{FF2B5EF4-FFF2-40B4-BE49-F238E27FC236}">
                <a16:creationId xmlns:a16="http://schemas.microsoft.com/office/drawing/2014/main" id="{636B30E6-FD4C-4624-837F-DCC4785FF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31426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hub-orbit-dot-0-17">
            <a:extLst xmlns:a="http://schemas.openxmlformats.org/drawingml/2006/main">
              <a:ext uri="{FF2B5EF4-FFF2-40B4-BE49-F238E27FC236}">
                <a16:creationId xmlns:a16="http://schemas.microsoft.com/office/drawing/2014/main" id="{34112290-D685-40C6-B05A-A00F14A4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9530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hub-orbit-dot-0-18">
            <a:extLst xmlns:a="http://schemas.openxmlformats.org/drawingml/2006/main">
              <a:ext uri="{FF2B5EF4-FFF2-40B4-BE49-F238E27FC236}">
                <a16:creationId xmlns:a16="http://schemas.microsoft.com/office/drawing/2014/main" id="{5425539D-94EA-40E3-A326-A186642F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78631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hub-orbit-dot-0-19">
            <a:extLst xmlns:a="http://schemas.openxmlformats.org/drawingml/2006/main">
              <a:ext uri="{FF2B5EF4-FFF2-40B4-BE49-F238E27FC236}">
                <a16:creationId xmlns:a16="http://schemas.microsoft.com/office/drawing/2014/main" id="{B6F3314F-6860-460D-9F7C-FA7330089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18699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hub-orbit-dot-0-20">
            <a:extLst xmlns:a="http://schemas.openxmlformats.org/drawingml/2006/main">
              <a:ext uri="{FF2B5EF4-FFF2-40B4-BE49-F238E27FC236}">
                <a16:creationId xmlns:a16="http://schemas.microsoft.com/office/drawing/2014/main" id="{E7EB0115-2E04-46A3-A417-02790A438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87714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hub-orbit-dot-0-21">
            <a:extLst xmlns:a="http://schemas.openxmlformats.org/drawingml/2006/main">
              <a:ext uri="{FF2B5EF4-FFF2-40B4-BE49-F238E27FC236}">
                <a16:creationId xmlns:a16="http://schemas.microsoft.com/office/drawing/2014/main" id="{337DDCBD-D08C-4929-98E2-2E44639F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2188" y="3064821"/>
            <a:ext cx="47625" cy="476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hub-orbit-dot-0-22">
            <a:extLst xmlns:a="http://schemas.openxmlformats.org/drawingml/2006/main">
              <a:ext uri="{FF2B5EF4-FFF2-40B4-BE49-F238E27FC236}">
                <a16:creationId xmlns:a16="http://schemas.microsoft.com/office/drawing/2014/main" id="{3E4E9A1F-DCD4-4DB1-8857-1684A3DF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47260" y="3091634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hub-orbit-dot-0-23">
            <a:extLst xmlns:a="http://schemas.openxmlformats.org/drawingml/2006/main">
              <a:ext uri="{FF2B5EF4-FFF2-40B4-BE49-F238E27FC236}">
                <a16:creationId xmlns:a16="http://schemas.microsoft.com/office/drawing/2014/main" id="{5A8FB610-B6B4-4FB8-A179-5CAB7BEB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09731" y="3181350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hub-orbit-dot-0-24">
            <a:extLst xmlns:a="http://schemas.openxmlformats.org/drawingml/2006/main">
              <a:ext uri="{FF2B5EF4-FFF2-40B4-BE49-F238E27FC236}">
                <a16:creationId xmlns:a16="http://schemas.microsoft.com/office/drawing/2014/main" id="{407CF52B-2451-4062-98AD-320A1FD21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6446" y="3329464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hub-orbit-dot-0-25">
            <a:extLst xmlns:a="http://schemas.openxmlformats.org/drawingml/2006/main">
              <a:ext uri="{FF2B5EF4-FFF2-40B4-BE49-F238E27FC236}">
                <a16:creationId xmlns:a16="http://schemas.microsoft.com/office/drawing/2014/main" id="{752AACD4-A3B7-4780-9C97-8244EE6C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5538" y="3528555"/>
            <a:ext cx="66932" cy="669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hub-orbit-dot-0-26">
            <a:extLst xmlns:a="http://schemas.openxmlformats.org/drawingml/2006/main">
              <a:ext uri="{FF2B5EF4-FFF2-40B4-BE49-F238E27FC236}">
                <a16:creationId xmlns:a16="http://schemas.microsoft.com/office/drawing/2014/main" id="{27B0E264-8AF0-476F-BE5D-3A508C73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97004" y="3768623"/>
            <a:ext cx="63570" cy="6357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hub-orbit-dot-0-27">
            <a:extLst xmlns:a="http://schemas.openxmlformats.org/drawingml/2006/main">
              <a:ext uri="{FF2B5EF4-FFF2-40B4-BE49-F238E27FC236}">
                <a16:creationId xmlns:a16="http://schemas.microsoft.com/office/drawing/2014/main" id="{000C3628-AE0F-4AF6-A8BF-8288123A0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3264" y="4037648"/>
            <a:ext cx="57026" cy="57026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3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hub-orbit-dot-1-0">
            <a:extLst xmlns:a="http://schemas.openxmlformats.org/drawingml/2006/main">
              <a:ext uri="{FF2B5EF4-FFF2-40B4-BE49-F238E27FC236}">
                <a16:creationId xmlns:a16="http://schemas.microsoft.com/office/drawing/2014/main" id="{855D8C99-36CE-4B04-9EBD-166489E5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057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hub-orbit-dot-1-1">
            <a:extLst xmlns:a="http://schemas.openxmlformats.org/drawingml/2006/main">
              <a:ext uri="{FF2B5EF4-FFF2-40B4-BE49-F238E27FC236}">
                <a16:creationId xmlns:a16="http://schemas.microsoft.com/office/drawing/2014/main" id="{8114E742-BEB4-4255-BA6C-4F0DB6EE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hub-orbit-dot-1-2">
            <a:extLst xmlns:a="http://schemas.openxmlformats.org/drawingml/2006/main">
              <a:ext uri="{FF2B5EF4-FFF2-40B4-BE49-F238E27FC236}">
                <a16:creationId xmlns:a16="http://schemas.microsoft.com/office/drawing/2014/main" id="{E8A02920-EB65-424A-A3E7-F7A01B88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hub-orbit-dot-1-3">
            <a:extLst xmlns:a="http://schemas.openxmlformats.org/drawingml/2006/main">
              <a:ext uri="{FF2B5EF4-FFF2-40B4-BE49-F238E27FC236}">
                <a16:creationId xmlns:a16="http://schemas.microsoft.com/office/drawing/2014/main" id="{CAB6D143-13B5-44AC-BCBA-123810300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hub-orbit-dot-1-4">
            <a:extLst xmlns:a="http://schemas.openxmlformats.org/drawingml/2006/main">
              <a:ext uri="{FF2B5EF4-FFF2-40B4-BE49-F238E27FC236}">
                <a16:creationId xmlns:a16="http://schemas.microsoft.com/office/drawing/2014/main" id="{F27AE15C-7655-4BDF-B79A-6EE408BF7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hub-orbit-dot-1-5">
            <a:extLst xmlns:a="http://schemas.openxmlformats.org/drawingml/2006/main">
              <a:ext uri="{FF2B5EF4-FFF2-40B4-BE49-F238E27FC236}">
                <a16:creationId xmlns:a16="http://schemas.microsoft.com/office/drawing/2014/main" id="{64DD1102-F19A-4D79-8779-48C10810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hub-orbit-dot-1-6">
            <a:extLst xmlns:a="http://schemas.openxmlformats.org/drawingml/2006/main">
              <a:ext uri="{FF2B5EF4-FFF2-40B4-BE49-F238E27FC236}">
                <a16:creationId xmlns:a16="http://schemas.microsoft.com/office/drawing/2014/main" id="{50431D22-DBFB-42A7-9EA7-B30BBC48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hub-orbit-dot-1-7">
            <a:extLst xmlns:a="http://schemas.openxmlformats.org/drawingml/2006/main">
              <a:ext uri="{FF2B5EF4-FFF2-40B4-BE49-F238E27FC236}">
                <a16:creationId xmlns:a16="http://schemas.microsoft.com/office/drawing/2014/main" id="{E4F3206E-7DDF-4A6E-AE93-0BB5EA42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hub-orbit-dot-1-8">
            <a:extLst xmlns:a="http://schemas.openxmlformats.org/drawingml/2006/main">
              <a:ext uri="{FF2B5EF4-FFF2-40B4-BE49-F238E27FC236}">
                <a16:creationId xmlns:a16="http://schemas.microsoft.com/office/drawing/2014/main" id="{8165E744-3476-4352-8755-80D40680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hub-orbit-dot-1-9">
            <a:extLst xmlns:a="http://schemas.openxmlformats.org/drawingml/2006/main">
              <a:ext uri="{FF2B5EF4-FFF2-40B4-BE49-F238E27FC236}">
                <a16:creationId xmlns:a16="http://schemas.microsoft.com/office/drawing/2014/main" id="{A31E67D8-00D4-4962-8FDE-713C063C4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57556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hub-orbit-dot-1-10">
            <a:extLst xmlns:a="http://schemas.openxmlformats.org/drawingml/2006/main">
              <a:ext uri="{FF2B5EF4-FFF2-40B4-BE49-F238E27FC236}">
                <a16:creationId xmlns:a16="http://schemas.microsoft.com/office/drawing/2014/main" id="{277A12C5-575D-4884-B2A4-0310C7A8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573090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hub-orbit-dot-1-11">
            <a:extLst xmlns:a="http://schemas.openxmlformats.org/drawingml/2006/main">
              <a:ext uri="{FF2B5EF4-FFF2-40B4-BE49-F238E27FC236}">
                <a16:creationId xmlns:a16="http://schemas.microsoft.com/office/drawing/2014/main" id="{159C2676-879F-4A9C-BAAE-F7FC68C58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5664098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hub-orbit-dot-1-12">
            <a:extLst xmlns:a="http://schemas.openxmlformats.org/drawingml/2006/main">
              <a:ext uri="{FF2B5EF4-FFF2-40B4-BE49-F238E27FC236}">
                <a16:creationId xmlns:a16="http://schemas.microsoft.com/office/drawing/2014/main" id="{F28C7923-8B93-4C3B-A58D-22F61BF92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5557237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hub-orbit-dot-1-13">
            <a:extLst xmlns:a="http://schemas.openxmlformats.org/drawingml/2006/main">
              <a:ext uri="{FF2B5EF4-FFF2-40B4-BE49-F238E27FC236}">
                <a16:creationId xmlns:a16="http://schemas.microsoft.com/office/drawing/2014/main" id="{6352F9B9-F8C9-4BE1-AADF-C24934B4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541358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hub-orbit-dot-1-14">
            <a:extLst xmlns:a="http://schemas.openxmlformats.org/drawingml/2006/main">
              <a:ext uri="{FF2B5EF4-FFF2-40B4-BE49-F238E27FC236}">
                <a16:creationId xmlns:a16="http://schemas.microsoft.com/office/drawing/2014/main" id="{D7AA6237-C12A-4609-8278-ADEA18060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5237474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hub-orbit-dot-1-15">
            <a:extLst xmlns:a="http://schemas.openxmlformats.org/drawingml/2006/main">
              <a:ext uri="{FF2B5EF4-FFF2-40B4-BE49-F238E27FC236}">
                <a16:creationId xmlns:a16="http://schemas.microsoft.com/office/drawing/2014/main" id="{7839F1B9-B2A8-42B2-945F-2F44AFA6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503428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hub-orbit-dot-1-16">
            <a:extLst xmlns:a="http://schemas.openxmlformats.org/drawingml/2006/main">
              <a:ext uri="{FF2B5EF4-FFF2-40B4-BE49-F238E27FC236}">
                <a16:creationId xmlns:a16="http://schemas.microsoft.com/office/drawing/2014/main" id="{A8925A60-B331-4500-8654-1AFF62FC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4810173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hub-orbit-dot-1-17">
            <a:extLst xmlns:a="http://schemas.openxmlformats.org/drawingml/2006/main">
              <a:ext uri="{FF2B5EF4-FFF2-40B4-BE49-F238E27FC236}">
                <a16:creationId xmlns:a16="http://schemas.microsoft.com/office/drawing/2014/main" id="{78FAC11D-351B-4BFF-90CA-ECF9847A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57196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hub-orbit-dot-1-18">
            <a:extLst xmlns:a="http://schemas.openxmlformats.org/drawingml/2006/main">
              <a:ext uri="{FF2B5EF4-FFF2-40B4-BE49-F238E27FC236}">
                <a16:creationId xmlns:a16="http://schemas.microsoft.com/office/drawing/2014/main" id="{10389438-0FFD-41EE-B2FA-EDCA51EB3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48200" y="432688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hub-orbit-dot-1-19">
            <a:extLst xmlns:a="http://schemas.openxmlformats.org/drawingml/2006/main">
              <a:ext uri="{FF2B5EF4-FFF2-40B4-BE49-F238E27FC236}">
                <a16:creationId xmlns:a16="http://schemas.microsoft.com/office/drawing/2014/main" id="{774AB9F3-AB91-48E6-9345-E925E694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66888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hub-orbit-dot-1-20">
            <a:extLst xmlns:a="http://schemas.openxmlformats.org/drawingml/2006/main">
              <a:ext uri="{FF2B5EF4-FFF2-40B4-BE49-F238E27FC236}">
                <a16:creationId xmlns:a16="http://schemas.microsoft.com/office/drawing/2014/main" id="{A53E44E7-1AA7-481A-94FD-6F097D4FB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29001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hub-orbit-dot-1-21">
            <a:extLst xmlns:a="http://schemas.openxmlformats.org/drawingml/2006/main">
              <a:ext uri="{FF2B5EF4-FFF2-40B4-BE49-F238E27FC236}">
                <a16:creationId xmlns:a16="http://schemas.microsoft.com/office/drawing/2014/main" id="{99CD3480-39FE-42DA-98CF-2CCC5072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32642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hub-orbit-dot-1-22">
            <a:extLst xmlns:a="http://schemas.openxmlformats.org/drawingml/2006/main">
              <a:ext uri="{FF2B5EF4-FFF2-40B4-BE49-F238E27FC236}">
                <a16:creationId xmlns:a16="http://schemas.microsoft.com/office/drawing/2014/main" id="{EEDB37E1-00DD-44F5-980A-E64621AE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74679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hub-orbit-dot-1-23">
            <a:extLst xmlns:a="http://schemas.openxmlformats.org/drawingml/2006/main">
              <a:ext uri="{FF2B5EF4-FFF2-40B4-BE49-F238E27FC236}">
                <a16:creationId xmlns:a16="http://schemas.microsoft.com/office/drawing/2014/main" id="{39352ADC-DCDE-49CA-8F8A-144DFEF0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50777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hub-orbit-dot-1-24">
            <a:extLst xmlns:a="http://schemas.openxmlformats.org/drawingml/2006/main">
              <a:ext uri="{FF2B5EF4-FFF2-40B4-BE49-F238E27FC236}">
                <a16:creationId xmlns:a16="http://schemas.microsoft.com/office/drawing/2014/main" id="{C3366B51-2E0F-4B67-9E8E-899A5EEE8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5560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hub-orbit-dot-1-25">
            <a:extLst xmlns:a="http://schemas.openxmlformats.org/drawingml/2006/main">
              <a:ext uri="{FF2B5EF4-FFF2-40B4-BE49-F238E27FC236}">
                <a16:creationId xmlns:a16="http://schemas.microsoft.com/office/drawing/2014/main" id="{E2241202-943E-48AB-8B3E-F337D666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82926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hub-orbit-dot-1-26">
            <a:extLst xmlns:a="http://schemas.openxmlformats.org/drawingml/2006/main">
              <a:ext uri="{FF2B5EF4-FFF2-40B4-BE49-F238E27FC236}">
                <a16:creationId xmlns:a16="http://schemas.microsoft.com/office/drawing/2014/main" id="{7BA37079-AB2F-4CA7-BCE4-D713574E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5833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hub-orbit-dot-1-27">
            <a:extLst xmlns:a="http://schemas.openxmlformats.org/drawingml/2006/main">
              <a:ext uri="{FF2B5EF4-FFF2-40B4-BE49-F238E27FC236}">
                <a16:creationId xmlns:a16="http://schemas.microsoft.com/office/drawing/2014/main" id="{17EE0812-D361-4780-8F68-B6F67453B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898134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hub-orbit-dot-1-28">
            <a:extLst xmlns:a="http://schemas.openxmlformats.org/drawingml/2006/main">
              <a:ext uri="{FF2B5EF4-FFF2-40B4-BE49-F238E27FC236}">
                <a16:creationId xmlns:a16="http://schemas.microsoft.com/office/drawing/2014/main" id="{388DD1CF-D240-447C-AB9B-F741A01B9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22028" y="2916822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hub-orbit-dot-1-29">
            <a:extLst xmlns:a="http://schemas.openxmlformats.org/drawingml/2006/main">
              <a:ext uri="{FF2B5EF4-FFF2-40B4-BE49-F238E27FC236}">
                <a16:creationId xmlns:a16="http://schemas.microsoft.com/office/drawing/2014/main" id="{F6E931F1-7830-4AFD-AD28-C0C8E4E89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60249" y="2978925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hub-orbit-dot-1-30">
            <a:extLst xmlns:a="http://schemas.openxmlformats.org/drawingml/2006/main">
              <a:ext uri="{FF2B5EF4-FFF2-40B4-BE49-F238E27FC236}">
                <a16:creationId xmlns:a16="http://schemas.microsoft.com/office/drawing/2014/main" id="{27AEA0AF-657B-4A0E-8FE0-F63E40EE0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4353" y="308257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hub-orbit-dot-1-31">
            <a:extLst xmlns:a="http://schemas.openxmlformats.org/drawingml/2006/main">
              <a:ext uri="{FF2B5EF4-FFF2-40B4-BE49-F238E27FC236}">
                <a16:creationId xmlns:a16="http://schemas.microsoft.com/office/drawing/2014/main" id="{A01A86E8-9E15-4791-B225-7443BBC31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87540" y="3224603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hub-orbit-dot-1-32">
            <a:extLst xmlns:a="http://schemas.openxmlformats.org/drawingml/2006/main">
              <a:ext uri="{FF2B5EF4-FFF2-40B4-BE49-F238E27FC236}">
                <a16:creationId xmlns:a16="http://schemas.microsoft.com/office/drawing/2014/main" id="{B21D4945-0586-49A7-89B4-423AEBEAE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3648" y="3400711"/>
            <a:ext cx="53673" cy="53673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hub-orbit-dot-1-33">
            <a:extLst xmlns:a="http://schemas.openxmlformats.org/drawingml/2006/main">
              <a:ext uri="{FF2B5EF4-FFF2-40B4-BE49-F238E27FC236}">
                <a16:creationId xmlns:a16="http://schemas.microsoft.com/office/drawing/2014/main" id="{A1FCA7D1-6DD3-4950-A24D-036E69394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07313" y="3605536"/>
            <a:ext cx="52045" cy="520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hub-orbit-dot-1-34">
            <a:extLst xmlns:a="http://schemas.openxmlformats.org/drawingml/2006/main">
              <a:ext uri="{FF2B5EF4-FFF2-40B4-BE49-F238E27FC236}">
                <a16:creationId xmlns:a16="http://schemas.microsoft.com/office/drawing/2014/main" id="{82A51A7A-E18C-4B74-A0A6-29042A484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4174" y="3832850"/>
            <a:ext cx="48835" cy="4883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hub-orbit-dot-1-35">
            <a:extLst xmlns:a="http://schemas.openxmlformats.org/drawingml/2006/main">
              <a:ext uri="{FF2B5EF4-FFF2-40B4-BE49-F238E27FC236}">
                <a16:creationId xmlns:a16="http://schemas.microsoft.com/office/drawing/2014/main" id="{2A1EEEDA-1D87-481C-9D74-5CC0DC9A1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80973" y="4075757"/>
            <a:ext cx="44139" cy="4413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23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hub-orbit-dot-2-0">
            <a:extLst xmlns:a="http://schemas.openxmlformats.org/drawingml/2006/main">
              <a:ext uri="{FF2B5EF4-FFF2-40B4-BE49-F238E27FC236}">
                <a16:creationId xmlns:a16="http://schemas.microsoft.com/office/drawing/2014/main" id="{895612FC-83B2-4D9F-99E9-44D58AAC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819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hub-orbit-dot-2-1">
            <a:extLst xmlns:a="http://schemas.openxmlformats.org/drawingml/2006/main">
              <a:ext uri="{FF2B5EF4-FFF2-40B4-BE49-F238E27FC236}">
                <a16:creationId xmlns:a16="http://schemas.microsoft.com/office/drawing/2014/main" id="{83489F7A-8ABC-4FC9-88D4-E479A0CEE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hub-orbit-dot-2-2">
            <a:extLst xmlns:a="http://schemas.openxmlformats.org/drawingml/2006/main">
              <a:ext uri="{FF2B5EF4-FFF2-40B4-BE49-F238E27FC236}">
                <a16:creationId xmlns:a16="http://schemas.microsoft.com/office/drawing/2014/main" id="{EDCCF223-2EF0-4A92-8BA6-BC5DF508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hub-orbit-dot-2-3">
            <a:extLst xmlns:a="http://schemas.openxmlformats.org/drawingml/2006/main">
              <a:ext uri="{FF2B5EF4-FFF2-40B4-BE49-F238E27FC236}">
                <a16:creationId xmlns:a16="http://schemas.microsoft.com/office/drawing/2014/main" id="{EBCC4896-C2C7-453D-8B9C-7AC5D182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hub-orbit-dot-2-4">
            <a:extLst xmlns:a="http://schemas.openxmlformats.org/drawingml/2006/main">
              <a:ext uri="{FF2B5EF4-FFF2-40B4-BE49-F238E27FC236}">
                <a16:creationId xmlns:a16="http://schemas.microsoft.com/office/drawing/2014/main" id="{7C925C25-2D1B-4B85-92F2-C0250AC4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hub-orbit-dot-2-5">
            <a:extLst xmlns:a="http://schemas.openxmlformats.org/drawingml/2006/main">
              <a:ext uri="{FF2B5EF4-FFF2-40B4-BE49-F238E27FC236}">
                <a16:creationId xmlns:a16="http://schemas.microsoft.com/office/drawing/2014/main" id="{6BC87C6D-F841-4AD4-954D-7C23F37A0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hub-orbit-dot-2-6">
            <a:extLst xmlns:a="http://schemas.openxmlformats.org/drawingml/2006/main">
              <a:ext uri="{FF2B5EF4-FFF2-40B4-BE49-F238E27FC236}">
                <a16:creationId xmlns:a16="http://schemas.microsoft.com/office/drawing/2014/main" id="{3EBB70B7-4C95-4574-BAF6-D229CCD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hub-orbit-dot-2-7">
            <a:extLst xmlns:a="http://schemas.openxmlformats.org/drawingml/2006/main">
              <a:ext uri="{FF2B5EF4-FFF2-40B4-BE49-F238E27FC236}">
                <a16:creationId xmlns:a16="http://schemas.microsoft.com/office/drawing/2014/main" id="{82554BC2-F9F5-43A3-9208-ACD00C71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hub-orbit-dot-2-8">
            <a:extLst xmlns:a="http://schemas.openxmlformats.org/drawingml/2006/main">
              <a:ext uri="{FF2B5EF4-FFF2-40B4-BE49-F238E27FC236}">
                <a16:creationId xmlns:a16="http://schemas.microsoft.com/office/drawing/2014/main" id="{ADCDEEF4-4C95-40CC-89DB-FAC36109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hub-orbit-dot-2-9">
            <a:extLst xmlns:a="http://schemas.openxmlformats.org/drawingml/2006/main">
              <a:ext uri="{FF2B5EF4-FFF2-40B4-BE49-F238E27FC236}">
                <a16:creationId xmlns:a16="http://schemas.microsoft.com/office/drawing/2014/main" id="{AB2D0A9A-D6DE-4D63-8CF4-943D86C1D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hub-orbit-dot-2-10">
            <a:extLst xmlns:a="http://schemas.openxmlformats.org/drawingml/2006/main">
              <a:ext uri="{FF2B5EF4-FFF2-40B4-BE49-F238E27FC236}">
                <a16:creationId xmlns:a16="http://schemas.microsoft.com/office/drawing/2014/main" id="{391E0C57-363B-4FD8-86C2-D0D8E168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hub-orbit-dot-2-11">
            <a:extLst xmlns:a="http://schemas.openxmlformats.org/drawingml/2006/main">
              <a:ext uri="{FF2B5EF4-FFF2-40B4-BE49-F238E27FC236}">
                <a16:creationId xmlns:a16="http://schemas.microsoft.com/office/drawing/2014/main" id="{FEC6FD61-6445-431F-B9CB-2CF9BD6CE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59318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hub-orbit-dot-2-12">
            <a:extLst xmlns:a="http://schemas.openxmlformats.org/drawingml/2006/main">
              <a:ext uri="{FF2B5EF4-FFF2-40B4-BE49-F238E27FC236}">
                <a16:creationId xmlns:a16="http://schemas.microsoft.com/office/drawing/2014/main" id="{8207F300-A728-4FFD-8A94-0671D581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591366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hub-orbit-dot-2-13">
            <a:extLst xmlns:a="http://schemas.openxmlformats.org/drawingml/2006/main">
              <a:ext uri="{FF2B5EF4-FFF2-40B4-BE49-F238E27FC236}">
                <a16:creationId xmlns:a16="http://schemas.microsoft.com/office/drawing/2014/main" id="{6B9354D7-709E-4B56-A8DA-72E27A07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586357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hub-orbit-dot-2-14">
            <a:extLst xmlns:a="http://schemas.openxmlformats.org/drawingml/2006/main">
              <a:ext uri="{FF2B5EF4-FFF2-40B4-BE49-F238E27FC236}">
                <a16:creationId xmlns:a16="http://schemas.microsoft.com/office/drawing/2014/main" id="{5021CC59-B43F-4FAC-93A1-4C6715EE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5782599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hub-orbit-dot-2-15">
            <a:extLst xmlns:a="http://schemas.openxmlformats.org/drawingml/2006/main">
              <a:ext uri="{FF2B5EF4-FFF2-40B4-BE49-F238E27FC236}">
                <a16:creationId xmlns:a16="http://schemas.microsoft.com/office/drawing/2014/main" id="{7CA60784-82E4-4468-8C27-ED2605A20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567236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hub-orbit-dot-2-16">
            <a:extLst xmlns:a="http://schemas.openxmlformats.org/drawingml/2006/main">
              <a:ext uri="{FF2B5EF4-FFF2-40B4-BE49-F238E27FC236}">
                <a16:creationId xmlns:a16="http://schemas.microsoft.com/office/drawing/2014/main" id="{F9CE9783-F6F6-4FC1-B297-D69A23CB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5535130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hub-orbit-dot-2-17">
            <a:extLst xmlns:a="http://schemas.openxmlformats.org/drawingml/2006/main">
              <a:ext uri="{FF2B5EF4-FFF2-40B4-BE49-F238E27FC236}">
                <a16:creationId xmlns:a16="http://schemas.microsoft.com/office/drawing/2014/main" id="{18ED52A1-1758-4CD0-BB6C-CEDB89745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5373681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hub-orbit-dot-2-18">
            <a:extLst xmlns:a="http://schemas.openxmlformats.org/drawingml/2006/main">
              <a:ext uri="{FF2B5EF4-FFF2-40B4-BE49-F238E27FC236}">
                <a16:creationId xmlns:a16="http://schemas.microsoft.com/office/drawing/2014/main" id="{DFB320D7-84EA-4F51-998B-25995290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5191316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hub-orbit-dot-2-19">
            <a:extLst xmlns:a="http://schemas.openxmlformats.org/drawingml/2006/main">
              <a:ext uri="{FF2B5EF4-FFF2-40B4-BE49-F238E27FC236}">
                <a16:creationId xmlns:a16="http://schemas.microsoft.com/office/drawing/2014/main" id="{844AA28A-B158-4E3F-B5F7-A7B060D1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4991738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hub-orbit-dot-2-20">
            <a:extLst xmlns:a="http://schemas.openxmlformats.org/drawingml/2006/main">
              <a:ext uri="{FF2B5EF4-FFF2-40B4-BE49-F238E27FC236}">
                <a16:creationId xmlns:a16="http://schemas.microsoft.com/office/drawing/2014/main" id="{F126BAED-FD90-4C07-8E96-2D44DE59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4779035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hub-orbit-dot-2-21">
            <a:extLst xmlns:a="http://schemas.openxmlformats.org/drawingml/2006/main">
              <a:ext uri="{FF2B5EF4-FFF2-40B4-BE49-F238E27FC236}">
                <a16:creationId xmlns:a16="http://schemas.microsoft.com/office/drawing/2014/main" id="{72C125EB-DD0A-42D5-B80E-E99080510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557493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hub-orbit-dot-2-22">
            <a:extLst xmlns:a="http://schemas.openxmlformats.org/drawingml/2006/main">
              <a:ext uri="{FF2B5EF4-FFF2-40B4-BE49-F238E27FC236}">
                <a16:creationId xmlns:a16="http://schemas.microsoft.com/office/drawing/2014/main" id="{75C982C0-B560-4EB7-B5BB-6C6AB8EF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81513" y="43316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hub-orbit-dot-2-23">
            <a:extLst xmlns:a="http://schemas.openxmlformats.org/drawingml/2006/main">
              <a:ext uri="{FF2B5EF4-FFF2-40B4-BE49-F238E27FC236}">
                <a16:creationId xmlns:a16="http://schemas.microsoft.com/office/drawing/2014/main" id="{3E0DEA33-73D8-4FF1-B2D1-3B346D8A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95914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hub-orbit-dot-2-24">
            <a:extLst xmlns:a="http://schemas.openxmlformats.org/drawingml/2006/main">
              <a:ext uri="{FF2B5EF4-FFF2-40B4-BE49-F238E27FC236}">
                <a16:creationId xmlns:a16="http://schemas.microsoft.com/office/drawing/2014/main" id="{24C1E93C-333E-4098-AA82-EFD71B79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42892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hub-orbit-dot-2-25">
            <a:extLst xmlns:a="http://schemas.openxmlformats.org/drawingml/2006/main">
              <a:ext uri="{FF2B5EF4-FFF2-40B4-BE49-F238E27FC236}">
                <a16:creationId xmlns:a16="http://schemas.microsoft.com/office/drawing/2014/main" id="{8AAAA30D-46A6-4760-A840-BDFA3CA98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1473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hub-orbit-dot-2-26">
            <a:extLst xmlns:a="http://schemas.openxmlformats.org/drawingml/2006/main">
              <a:ext uri="{FF2B5EF4-FFF2-40B4-BE49-F238E27FC236}">
                <a16:creationId xmlns:a16="http://schemas.microsoft.com/office/drawing/2014/main" id="{D0167923-74D6-40AA-AC3C-3B0DE6AC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0077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hub-orbit-dot-2-27">
            <a:extLst xmlns:a="http://schemas.openxmlformats.org/drawingml/2006/main">
              <a:ext uri="{FF2B5EF4-FFF2-40B4-BE49-F238E27FC236}">
                <a16:creationId xmlns:a16="http://schemas.microsoft.com/office/drawing/2014/main" id="{05463C38-1312-4920-91B4-70FC34AD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66494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hub-orbit-dot-2-28">
            <a:extLst xmlns:a="http://schemas.openxmlformats.org/drawingml/2006/main">
              <a:ext uri="{FF2B5EF4-FFF2-40B4-BE49-F238E27FC236}">
                <a16:creationId xmlns:a16="http://schemas.microsoft.com/office/drawing/2014/main" id="{07C7719F-318B-4783-A9FA-81B499D7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27943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hub-orbit-dot-2-29">
            <a:extLst xmlns:a="http://schemas.openxmlformats.org/drawingml/2006/main">
              <a:ext uri="{FF2B5EF4-FFF2-40B4-BE49-F238E27FC236}">
                <a16:creationId xmlns:a16="http://schemas.microsoft.com/office/drawing/2014/main" id="{E65977F4-033B-4381-9BD2-915136199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1128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hub-orbit-dot-2-30">
            <a:extLst xmlns:a="http://schemas.openxmlformats.org/drawingml/2006/main">
              <a:ext uri="{FF2B5EF4-FFF2-40B4-BE49-F238E27FC236}">
                <a16:creationId xmlns:a16="http://schemas.microsoft.com/office/drawing/2014/main" id="{8BF264E8-0546-46A7-9A79-2ED10D740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2334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hub-orbit-dot-2-31">
            <a:extLst xmlns:a="http://schemas.openxmlformats.org/drawingml/2006/main">
              <a:ext uri="{FF2B5EF4-FFF2-40B4-BE49-F238E27FC236}">
                <a16:creationId xmlns:a16="http://schemas.microsoft.com/office/drawing/2014/main" id="{238F7C62-203E-4097-821B-B92E89CBD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7427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hub-orbit-dot-2-32">
            <a:extLst xmlns:a="http://schemas.openxmlformats.org/drawingml/2006/main">
              <a:ext uri="{FF2B5EF4-FFF2-40B4-BE49-F238E27FC236}">
                <a16:creationId xmlns:a16="http://schemas.microsoft.com/office/drawing/2014/main" id="{8A320E94-179B-430C-B9B8-9A351D4D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2084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hub-orbit-dot-2-33">
            <a:extLst xmlns:a="http://schemas.openxmlformats.org/drawingml/2006/main">
              <a:ext uri="{FF2B5EF4-FFF2-40B4-BE49-F238E27FC236}">
                <a16:creationId xmlns:a16="http://schemas.microsoft.com/office/drawing/2014/main" id="{C7E867D7-7F13-4F5B-B1AA-53765164D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2731446"/>
            <a:ext cx="28575" cy="28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hub-orbit-dot-2-34">
            <a:extLst xmlns:a="http://schemas.openxmlformats.org/drawingml/2006/main">
              <a:ext uri="{FF2B5EF4-FFF2-40B4-BE49-F238E27FC236}">
                <a16:creationId xmlns:a16="http://schemas.microsoft.com/office/drawing/2014/main" id="{318C3037-7604-4A3F-9F1E-B06F0A83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7560" y="2745838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hub-orbit-dot-2-35">
            <a:extLst xmlns:a="http://schemas.openxmlformats.org/drawingml/2006/main">
              <a:ext uri="{FF2B5EF4-FFF2-40B4-BE49-F238E27FC236}">
                <a16:creationId xmlns:a16="http://schemas.microsoft.com/office/drawing/2014/main" id="{B968CAE0-7D7E-418F-9893-565A2CA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9102" y="2792816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hub-orbit-dot-2-36">
            <a:extLst xmlns:a="http://schemas.openxmlformats.org/drawingml/2006/main">
              <a:ext uri="{FF2B5EF4-FFF2-40B4-BE49-F238E27FC236}">
                <a16:creationId xmlns:a16="http://schemas.microsoft.com/office/drawing/2014/main" id="{99CF3961-C871-4A6B-B18C-1E015C5F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1805" y="287139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hub-orbit-dot-2-37">
            <a:extLst xmlns:a="http://schemas.openxmlformats.org/drawingml/2006/main">
              <a:ext uri="{FF2B5EF4-FFF2-40B4-BE49-F238E27FC236}">
                <a16:creationId xmlns:a16="http://schemas.microsoft.com/office/drawing/2014/main" id="{27422CC7-2507-490C-9F00-34F95E360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41382" y="298001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hub-orbit-dot-2-38">
            <a:extLst xmlns:a="http://schemas.openxmlformats.org/drawingml/2006/main">
              <a:ext uri="{FF2B5EF4-FFF2-40B4-BE49-F238E27FC236}">
                <a16:creationId xmlns:a16="http://schemas.microsoft.com/office/drawing/2014/main" id="{C451BE6D-A837-4DB5-ADEC-0583D327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3757" y="3116428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hub-orbit-dot-2-39">
            <a:extLst xmlns:a="http://schemas.openxmlformats.org/drawingml/2006/main">
              <a:ext uri="{FF2B5EF4-FFF2-40B4-BE49-F238E27FC236}">
                <a16:creationId xmlns:a16="http://schemas.microsoft.com/office/drawing/2014/main" id="{DECDEA41-F69C-47AD-9793-E62AB220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5196" y="3277867"/>
            <a:ext cx="40310" cy="4031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hub-orbit-dot-2-40">
            <a:extLst xmlns:a="http://schemas.openxmlformats.org/drawingml/2006/main">
              <a:ext uri="{FF2B5EF4-FFF2-40B4-BE49-F238E27FC236}">
                <a16:creationId xmlns:a16="http://schemas.microsoft.com/office/drawing/2014/main" id="{3C1427E9-07B6-4F9E-812B-7EBCCEF4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2432" y="3461061"/>
            <a:ext cx="39491" cy="3949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hub-orbit-dot-2-41">
            <a:extLst xmlns:a="http://schemas.openxmlformats.org/drawingml/2006/main">
              <a:ext uri="{FF2B5EF4-FFF2-40B4-BE49-F238E27FC236}">
                <a16:creationId xmlns:a16="http://schemas.microsoft.com/office/drawing/2014/main" id="{FBAA23E8-3F8F-4BF7-986C-B9CF2CEFC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32665" y="3662267"/>
            <a:ext cx="37862" cy="3786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hub-orbit-dot-2-42">
            <a:extLst xmlns:a="http://schemas.openxmlformats.org/drawingml/2006/main">
              <a:ext uri="{FF2B5EF4-FFF2-40B4-BE49-F238E27FC236}">
                <a16:creationId xmlns:a16="http://schemas.microsoft.com/office/drawing/2014/main" id="{2CFD6F62-2EA8-4AAC-B036-309BAD195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13647" y="3877361"/>
            <a:ext cx="35471" cy="3547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hub-orbit-dot-2-43">
            <a:extLst xmlns:a="http://schemas.openxmlformats.org/drawingml/2006/main">
              <a:ext uri="{FF2B5EF4-FFF2-40B4-BE49-F238E27FC236}">
                <a16:creationId xmlns:a16="http://schemas.microsoft.com/office/drawing/2014/main" id="{1680A407-66AA-4AA6-B8C8-3D0E5BAC8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3739" y="4102017"/>
            <a:ext cx="32347" cy="32347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BBAF2">
              <a:alpha val="1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hub-center-halo">
            <a:extLst xmlns:a="http://schemas.openxmlformats.org/drawingml/2006/main">
              <a:ext uri="{FF2B5EF4-FFF2-40B4-BE49-F238E27FC236}">
                <a16:creationId xmlns:a16="http://schemas.microsoft.com/office/drawing/2014/main" id="{0C9121AA-293C-4240-AA5C-9DA38E3B8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81550" y="3031484"/>
            <a:ext cx="2628900" cy="2628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125" name="hub-center-ring">
            <a:extLst xmlns:a="http://schemas.openxmlformats.org/drawingml/2006/main">
              <a:ext uri="{FF2B5EF4-FFF2-40B4-BE49-F238E27FC236}">
                <a16:creationId xmlns:a16="http://schemas.microsoft.com/office/drawing/2014/main" id="{E5F76AF7-7105-4844-86AA-8FA02DFE9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43475" y="3193409"/>
            <a:ext cx="2305050" cy="2305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8AEEF"/>
            </a:solidFill>
            <a:prstDash val="solid"/>
          </a:ln>
        </p:spPr>
      </p:sp>
      <p:sp>
        <p:nvSpPr>
          <p:cNvPr id="126" name="hub-center-core">
            <a:extLst xmlns:a="http://schemas.openxmlformats.org/drawingml/2006/main">
              <a:ext uri="{FF2B5EF4-FFF2-40B4-BE49-F238E27FC236}">
                <a16:creationId xmlns:a16="http://schemas.microsoft.com/office/drawing/2014/main" id="{69D638A4-8F57-436A-BC7A-262FD3B7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38725" y="3288659"/>
            <a:ext cx="2114550" cy="2114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7" name="hub-center-title">
            <a:extLst xmlns:a="http://schemas.openxmlformats.org/drawingml/2006/main">
              <a:ext uri="{FF2B5EF4-FFF2-40B4-BE49-F238E27FC236}">
                <a16:creationId xmlns:a16="http://schemas.microsoft.com/office/drawing/2014/main" id="{C779B7E1-BC64-419A-B2D3-27603AFC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3983984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积累资产</a:t>
            </a:r>
          </a:p>
        </p:txBody>
      </p:sp>
      <p:sp>
        <p:nvSpPr>
          <p:cNvPr id="128" name="hub-center-body">
            <a:extLst xmlns:a="http://schemas.openxmlformats.org/drawingml/2006/main">
              <a:ext uri="{FF2B5EF4-FFF2-40B4-BE49-F238E27FC236}">
                <a16:creationId xmlns:a16="http://schemas.microsoft.com/office/drawing/2014/main" id="{2C308BD4-8338-42B0-9CB7-3A83CA32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38750" y="4384034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9" name="hub-item-underlay-0">
            <a:extLst xmlns:a="http://schemas.openxmlformats.org/drawingml/2006/main">
              <a:ext uri="{FF2B5EF4-FFF2-40B4-BE49-F238E27FC236}">
                <a16:creationId xmlns:a16="http://schemas.microsoft.com/office/drawing/2014/main" id="{A7D061C3-25A8-4CAE-BA3D-FBB2E2D2D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66875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hub-item-surface-0">
            <a:extLst xmlns:a="http://schemas.openxmlformats.org/drawingml/2006/main">
              <a:ext uri="{FF2B5EF4-FFF2-40B4-BE49-F238E27FC236}">
                <a16:creationId xmlns:a16="http://schemas.microsoft.com/office/drawing/2014/main" id="{DA0FCC7D-2B9B-47AF-876A-201BF40E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48250" y="1619250"/>
            <a:ext cx="283845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1" name="hub-icon-halo-0">
            <a:extLst xmlns:a="http://schemas.openxmlformats.org/drawingml/2006/main">
              <a:ext uri="{FF2B5EF4-FFF2-40B4-BE49-F238E27FC236}">
                <a16:creationId xmlns:a16="http://schemas.microsoft.com/office/drawing/2014/main" id="{60C97113-C0E9-4EFB-9FC6-7BC6CB2E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05300" y="1676400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2" name="hub-icon-core-0">
            <a:extLst xmlns:a="http://schemas.openxmlformats.org/drawingml/2006/main">
              <a:ext uri="{FF2B5EF4-FFF2-40B4-BE49-F238E27FC236}">
                <a16:creationId xmlns:a16="http://schemas.microsoft.com/office/drawing/2014/main" id="{D3481E20-BE84-4136-80C5-BB783046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0550" y="1771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60c85bf48246fe">
            <a:extLst>
              <a:ext uri="{96DAC541-7B7A-43D3-8B79-37D633B846F1}">
                <asvg:svgBlip xmlns:asvg="http://schemas.microsoft.com/office/drawing/2016/SVG/main" r:embed="Rcbccfd1c88354ee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495800" y="186690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34" name="hub-item-title-0">
            <a:extLst xmlns:a="http://schemas.openxmlformats.org/drawingml/2006/main">
              <a:ext uri="{FF2B5EF4-FFF2-40B4-BE49-F238E27FC236}">
                <a16:creationId xmlns:a16="http://schemas.microsoft.com/office/drawing/2014/main" id="{BD336619-9A8A-47B2-AD94-73CCEC7D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1714500"/>
            <a:ext cx="24574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内容表达适合</a:t>
            </a:r>
          </a:p>
        </p:txBody>
      </p:sp>
      <p:sp>
        <p:nvSpPr>
          <p:cNvPr id="135" name="hub-item-body-0">
            <a:extLst xmlns:a="http://schemas.openxmlformats.org/drawingml/2006/main">
              <a:ext uri="{FF2B5EF4-FFF2-40B4-BE49-F238E27FC236}">
                <a16:creationId xmlns:a16="http://schemas.microsoft.com/office/drawing/2014/main" id="{56AE8A72-A003-44E2-85E5-C6C108A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000250"/>
            <a:ext cx="24574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什么内容适合怎样表达</a:t>
            </a:r>
          </a:p>
        </p:txBody>
      </p:sp>
      <p:sp>
        <p:nvSpPr>
          <p:cNvPr id="136" name="hub-item-underlay-1">
            <a:extLst xmlns:a="http://schemas.openxmlformats.org/drawingml/2006/main">
              <a:ext uri="{FF2B5EF4-FFF2-40B4-BE49-F238E27FC236}">
                <a16:creationId xmlns:a16="http://schemas.microsoft.com/office/drawing/2014/main" id="{44336918-CECC-46A6-8DBE-6824FDA0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hub-item-surface-1">
            <a:extLst xmlns:a="http://schemas.openxmlformats.org/drawingml/2006/main">
              <a:ext uri="{FF2B5EF4-FFF2-40B4-BE49-F238E27FC236}">
                <a16:creationId xmlns:a16="http://schemas.microsoft.com/office/drawing/2014/main" id="{39B71721-D183-42E8-AF84-A1E4A4CD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38" name="hub-icon-halo-1">
            <a:extLst xmlns:a="http://schemas.openxmlformats.org/drawingml/2006/main">
              <a:ext uri="{FF2B5EF4-FFF2-40B4-BE49-F238E27FC236}">
                <a16:creationId xmlns:a16="http://schemas.microsoft.com/office/drawing/2014/main" id="{C8A12CBF-33C1-4D3C-91AF-22BD4C5D9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39" name="hub-icon-core-1">
            <a:extLst xmlns:a="http://schemas.openxmlformats.org/drawingml/2006/main">
              <a:ext uri="{FF2B5EF4-FFF2-40B4-BE49-F238E27FC236}">
                <a16:creationId xmlns:a16="http://schemas.microsoft.com/office/drawing/2014/main" id="{E6C86D12-D28D-402F-803C-BC9B042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f967c640a04a7a">
            <a:extLst>
              <a:ext uri="{96DAC541-7B7A-43D3-8B79-37D633B846F1}">
                <asvg:svgBlip xmlns:asvg="http://schemas.microsoft.com/office/drawing/2016/SVG/main" r:embed="R63f3cbd4fdf04dd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3095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1" name="hub-item-title-1">
            <a:extLst xmlns:a="http://schemas.openxmlformats.org/drawingml/2006/main">
              <a:ext uri="{FF2B5EF4-FFF2-40B4-BE49-F238E27FC236}">
                <a16:creationId xmlns:a16="http://schemas.microsoft.com/office/drawing/2014/main" id="{7A6A84D5-DDF4-4622-A7C5-7852EE9B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29432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内容容量上限</a:t>
            </a:r>
          </a:p>
        </p:txBody>
      </p:sp>
      <p:sp>
        <p:nvSpPr>
          <p:cNvPr id="142" name="hub-item-body-1">
            <a:extLst xmlns:a="http://schemas.openxmlformats.org/drawingml/2006/main">
              <a:ext uri="{FF2B5EF4-FFF2-40B4-BE49-F238E27FC236}">
                <a16:creationId xmlns:a16="http://schemas.microsoft.com/office/drawing/2014/main" id="{DC73DC95-1227-4956-8625-607B3179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32289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一个版式能够处理多少内容</a:t>
            </a:r>
          </a:p>
        </p:txBody>
      </p:sp>
      <p:sp>
        <p:nvSpPr>
          <p:cNvPr id="143" name="hub-item-underlay-2">
            <a:extLst xmlns:a="http://schemas.openxmlformats.org/drawingml/2006/main">
              <a:ext uri="{FF2B5EF4-FFF2-40B4-BE49-F238E27FC236}">
                <a16:creationId xmlns:a16="http://schemas.microsoft.com/office/drawing/2014/main" id="{9CDBDFC8-CDC6-410B-811B-3B15D871D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hub-item-surface-2">
            <a:extLst xmlns:a="http://schemas.openxmlformats.org/drawingml/2006/main">
              <a:ext uri="{FF2B5EF4-FFF2-40B4-BE49-F238E27FC236}">
                <a16:creationId xmlns:a16="http://schemas.microsoft.com/office/drawing/2014/main" id="{A6C45B8C-F1E8-4832-A3EF-92F8314D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45" name="hub-icon-halo-2">
            <a:extLst xmlns:a="http://schemas.openxmlformats.org/drawingml/2006/main">
              <a:ext uri="{FF2B5EF4-FFF2-40B4-BE49-F238E27FC236}">
                <a16:creationId xmlns:a16="http://schemas.microsoft.com/office/drawing/2014/main" id="{4F506734-1D47-4EA8-B1B4-D605EC1A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81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6" name="hub-icon-core-2">
            <a:extLst xmlns:a="http://schemas.openxmlformats.org/drawingml/2006/main">
              <a:ext uri="{FF2B5EF4-FFF2-40B4-BE49-F238E27FC236}">
                <a16:creationId xmlns:a16="http://schemas.microsoft.com/office/drawing/2014/main" id="{E1854A53-311B-4D6E-92E9-9E872D0C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c4bd69ba524ca8">
            <a:extLst>
              <a:ext uri="{96DAC541-7B7A-43D3-8B79-37D633B846F1}">
                <asvg:svgBlip xmlns:asvg="http://schemas.microsoft.com/office/drawing/2016/SVG/main" r:embed="Rd35a976b97a848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86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48" name="hub-item-title-2">
            <a:extLst xmlns:a="http://schemas.openxmlformats.org/drawingml/2006/main">
              <a:ext uri="{FF2B5EF4-FFF2-40B4-BE49-F238E27FC236}">
                <a16:creationId xmlns:a16="http://schemas.microsoft.com/office/drawing/2014/main" id="{08109092-BF3D-475F-8A37-AB7D70925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2673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数量变化排布</a:t>
            </a:r>
          </a:p>
        </p:txBody>
      </p:sp>
      <p:sp>
        <p:nvSpPr>
          <p:cNvPr id="149" name="hub-item-body-2">
            <a:extLst xmlns:a="http://schemas.openxmlformats.org/drawingml/2006/main">
              <a:ext uri="{FF2B5EF4-FFF2-40B4-BE49-F238E27FC236}">
                <a16:creationId xmlns:a16="http://schemas.microsoft.com/office/drawing/2014/main" id="{63E10448-1297-4196-8BE0-64210F71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33525" y="55530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数量变化时怎样重新排布</a:t>
            </a:r>
          </a:p>
        </p:txBody>
      </p:sp>
      <p:sp>
        <p:nvSpPr>
          <p:cNvPr id="150" name="hub-item-underlay-3">
            <a:extLst xmlns:a="http://schemas.openxmlformats.org/drawingml/2006/main">
              <a:ext uri="{FF2B5EF4-FFF2-40B4-BE49-F238E27FC236}">
                <a16:creationId xmlns:a16="http://schemas.microsoft.com/office/drawing/2014/main" id="{38BFBD93-3DCB-4DBF-A76F-A35B025A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956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hub-item-surface-3">
            <a:extLst xmlns:a="http://schemas.openxmlformats.org/drawingml/2006/main">
              <a:ext uri="{FF2B5EF4-FFF2-40B4-BE49-F238E27FC236}">
                <a16:creationId xmlns:a16="http://schemas.microsoft.com/office/drawing/2014/main" id="{56035CC5-6586-4A28-8082-AA7C6388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8479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2" name="hub-icon-halo-3">
            <a:extLst xmlns:a="http://schemas.openxmlformats.org/drawingml/2006/main">
              <a:ext uri="{FF2B5EF4-FFF2-40B4-BE49-F238E27FC236}">
                <a16:creationId xmlns:a16="http://schemas.microsoft.com/office/drawing/2014/main" id="{F912D112-15AB-4C6F-868B-2E15B9932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29051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53" name="hub-icon-core-3">
            <a:extLst xmlns:a="http://schemas.openxmlformats.org/drawingml/2006/main">
              <a:ext uri="{FF2B5EF4-FFF2-40B4-BE49-F238E27FC236}">
                <a16:creationId xmlns:a16="http://schemas.microsoft.com/office/drawing/2014/main" id="{CDDFE247-2CC0-4F59-A56C-CB887DFF9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8307c4354042ff">
            <a:extLst>
              <a:ext uri="{96DAC541-7B7A-43D3-8B79-37D633B846F1}">
                <asvg:svgBlip xmlns:asvg="http://schemas.microsoft.com/office/drawing/2016/SVG/main" r:embed="Red67d40f96ed4c3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30956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55" name="hub-item-title-3">
            <a:extLst xmlns:a="http://schemas.openxmlformats.org/drawingml/2006/main">
              <a:ext uri="{FF2B5EF4-FFF2-40B4-BE49-F238E27FC236}">
                <a16:creationId xmlns:a16="http://schemas.microsoft.com/office/drawing/2014/main" id="{CA10A2B4-A2E3-4716-86DD-7250B5D4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29432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边界处理方式</a:t>
            </a:r>
          </a:p>
        </p:txBody>
      </p:sp>
      <p:sp>
        <p:nvSpPr>
          <p:cNvPr id="156" name="hub-item-body-3">
            <a:extLst xmlns:a="http://schemas.openxmlformats.org/drawingml/2006/main">
              <a:ext uri="{FF2B5EF4-FFF2-40B4-BE49-F238E27FC236}">
                <a16:creationId xmlns:a16="http://schemas.microsoft.com/office/drawing/2014/main" id="{6C65D58B-9AFD-457F-B856-7AD901E49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32289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换样式、拆页还是退化为简单排版</a:t>
            </a:r>
          </a:p>
        </p:txBody>
      </p:sp>
      <p:sp>
        <p:nvSpPr>
          <p:cNvPr id="157" name="hub-item-underlay-4">
            <a:extLst xmlns:a="http://schemas.openxmlformats.org/drawingml/2006/main">
              <a:ext uri="{FF2B5EF4-FFF2-40B4-BE49-F238E27FC236}">
                <a16:creationId xmlns:a16="http://schemas.microsoft.com/office/drawing/2014/main" id="{5A860D03-C12A-4F4F-9F1F-15D1724E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219700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8" name="hub-item-surface-4">
            <a:extLst xmlns:a="http://schemas.openxmlformats.org/drawingml/2006/main">
              <a:ext uri="{FF2B5EF4-FFF2-40B4-BE49-F238E27FC236}">
                <a16:creationId xmlns:a16="http://schemas.microsoft.com/office/drawing/2014/main" id="{78488AE9-F463-4714-987F-C97958C8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5172075"/>
            <a:ext cx="2971800" cy="762000"/>
          </a:xfrm>
          <a:prstGeom xmlns:a="http://schemas.openxmlformats.org/drawingml/2006/main" prst="roundRect">
            <a:avLst>
              <a:gd name="adj" fmla="val 21250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5"/>
          <a:fontRef xmlns:a="http://schemas.openxmlformats.org/drawingml/2006/main" idx="major"/>
        </p:style>
      </p:sp>
      <p:sp>
        <p:nvSpPr>
          <p:cNvPr id="159" name="hub-icon-halo-4">
            <a:extLst xmlns:a="http://schemas.openxmlformats.org/drawingml/2006/main">
              <a:ext uri="{FF2B5EF4-FFF2-40B4-BE49-F238E27FC236}">
                <a16:creationId xmlns:a16="http://schemas.microsoft.com/office/drawing/2014/main" id="{A53326A8-7A2A-4604-8247-C60E4B5C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48975" y="52292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60" name="hub-icon-core-4">
            <a:extLst xmlns:a="http://schemas.openxmlformats.org/drawingml/2006/main">
              <a:ext uri="{FF2B5EF4-FFF2-40B4-BE49-F238E27FC236}">
                <a16:creationId xmlns:a16="http://schemas.microsoft.com/office/drawing/2014/main" id="{485CB025-6F58-4CAB-90AB-1442B4B6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44225" y="53244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39f6017cf94dc8">
            <a:extLst>
              <a:ext uri="{96DAC541-7B7A-43D3-8B79-37D633B846F1}">
                <asvg:svgBlip xmlns:asvg="http://schemas.microsoft.com/office/drawing/2016/SVG/main" r:embed="R7df56c614d4846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039475" y="541972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162" name="hub-item-title-4">
            <a:extLst xmlns:a="http://schemas.openxmlformats.org/drawingml/2006/main">
              <a:ext uri="{FF2B5EF4-FFF2-40B4-BE49-F238E27FC236}">
                <a16:creationId xmlns:a16="http://schemas.microsoft.com/office/drawing/2014/main" id="{3FCC3D45-0AD4-47D3-879B-4A6E519A1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267325"/>
            <a:ext cx="2571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286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禁用结构</a:t>
            </a:r>
          </a:p>
        </p:txBody>
      </p:sp>
      <p:sp>
        <p:nvSpPr>
          <p:cNvPr id="163" name="hub-item-body-4">
            <a:extLst xmlns:a="http://schemas.openxmlformats.org/drawingml/2006/main">
              <a:ext uri="{FF2B5EF4-FFF2-40B4-BE49-F238E27FC236}">
                <a16:creationId xmlns:a16="http://schemas.microsoft.com/office/drawing/2014/main" id="{93C4FF1B-7E71-4FD2-8041-818804D4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86725" y="5553075"/>
            <a:ext cx="2571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哪些结构即使能画也不该用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从一个学校，走向更多组织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09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21138908-9BAD-45B9-ABA1-76EC0D27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sequence-direction-rail">
            <a:extLst xmlns:a="http://schemas.openxmlformats.org/drawingml/2006/main">
              <a:ext uri="{FF2B5EF4-FFF2-40B4-BE49-F238E27FC236}">
                <a16:creationId xmlns:a16="http://schemas.microsoft.com/office/drawing/2014/main" id="{07F79CAA-FD93-4685-BB3D-6D56662A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3116075"/>
            <a:ext cx="9684468" cy="315316"/>
          </a:xfrm>
          <a:custGeom xmlns:a="http://schemas.openxmlformats.org/drawingml/2006/main">
            <a:pathLst>
              <a:path w="9684468" h="315316">
                <a:moveTo>
                  <a:pt x="0" y="65275"/>
                </a:moveTo>
                <a:lnTo>
                  <a:pt x="58636" y="27175"/>
                </a:lnTo>
                <a:lnTo>
                  <a:pt x="141018" y="27175"/>
                </a:lnTo>
                <a:lnTo>
                  <a:pt x="223399" y="27175"/>
                </a:lnTo>
                <a:lnTo>
                  <a:pt x="305781" y="27175"/>
                </a:lnTo>
                <a:lnTo>
                  <a:pt x="388163" y="27175"/>
                </a:lnTo>
                <a:lnTo>
                  <a:pt x="470554" y="27175"/>
                </a:lnTo>
                <a:lnTo>
                  <a:pt x="552936" y="27175"/>
                </a:lnTo>
                <a:lnTo>
                  <a:pt x="635318" y="27175"/>
                </a:lnTo>
                <a:lnTo>
                  <a:pt x="717699" y="27175"/>
                </a:lnTo>
                <a:lnTo>
                  <a:pt x="800081" y="27175"/>
                </a:lnTo>
                <a:lnTo>
                  <a:pt x="882463" y="27175"/>
                </a:lnTo>
                <a:lnTo>
                  <a:pt x="964844" y="27175"/>
                </a:lnTo>
                <a:lnTo>
                  <a:pt x="1047226" y="27175"/>
                </a:lnTo>
                <a:lnTo>
                  <a:pt x="1129608" y="27175"/>
                </a:lnTo>
                <a:lnTo>
                  <a:pt x="1211990" y="27175"/>
                </a:lnTo>
                <a:lnTo>
                  <a:pt x="1294371" y="27175"/>
                </a:lnTo>
                <a:lnTo>
                  <a:pt x="1376753" y="27175"/>
                </a:lnTo>
                <a:lnTo>
                  <a:pt x="1459135" y="27175"/>
                </a:lnTo>
                <a:lnTo>
                  <a:pt x="1541526" y="27175"/>
                </a:lnTo>
                <a:lnTo>
                  <a:pt x="1623908" y="27175"/>
                </a:lnTo>
                <a:lnTo>
                  <a:pt x="1706289" y="27175"/>
                </a:lnTo>
                <a:lnTo>
                  <a:pt x="1788671" y="27175"/>
                </a:lnTo>
                <a:lnTo>
                  <a:pt x="1871053" y="27175"/>
                </a:lnTo>
                <a:lnTo>
                  <a:pt x="1953435" y="27175"/>
                </a:lnTo>
                <a:lnTo>
                  <a:pt x="2035816" y="27175"/>
                </a:lnTo>
                <a:lnTo>
                  <a:pt x="2118198" y="27175"/>
                </a:lnTo>
                <a:lnTo>
                  <a:pt x="2200580" y="27175"/>
                </a:lnTo>
                <a:lnTo>
                  <a:pt x="2282962" y="27175"/>
                </a:lnTo>
                <a:lnTo>
                  <a:pt x="2365343" y="27175"/>
                </a:lnTo>
                <a:lnTo>
                  <a:pt x="2447725" y="27175"/>
                </a:lnTo>
                <a:lnTo>
                  <a:pt x="2530107" y="27175"/>
                </a:lnTo>
                <a:lnTo>
                  <a:pt x="2612498" y="27175"/>
                </a:lnTo>
                <a:lnTo>
                  <a:pt x="2694880" y="27175"/>
                </a:lnTo>
                <a:lnTo>
                  <a:pt x="2777261" y="27175"/>
                </a:lnTo>
                <a:lnTo>
                  <a:pt x="2859643" y="27175"/>
                </a:lnTo>
                <a:lnTo>
                  <a:pt x="2942025" y="27175"/>
                </a:lnTo>
                <a:lnTo>
                  <a:pt x="3024407" y="27175"/>
                </a:lnTo>
                <a:lnTo>
                  <a:pt x="3106788" y="27175"/>
                </a:lnTo>
                <a:lnTo>
                  <a:pt x="3189170" y="27175"/>
                </a:lnTo>
                <a:lnTo>
                  <a:pt x="3271552" y="27175"/>
                </a:lnTo>
                <a:lnTo>
                  <a:pt x="3353933" y="27175"/>
                </a:lnTo>
                <a:lnTo>
                  <a:pt x="3436315" y="27175"/>
                </a:lnTo>
                <a:lnTo>
                  <a:pt x="3518697" y="27175"/>
                </a:lnTo>
                <a:lnTo>
                  <a:pt x="3601088" y="27175"/>
                </a:lnTo>
                <a:lnTo>
                  <a:pt x="3683470" y="27175"/>
                </a:lnTo>
                <a:lnTo>
                  <a:pt x="3765852" y="27175"/>
                </a:lnTo>
                <a:lnTo>
                  <a:pt x="3848233" y="27175"/>
                </a:lnTo>
                <a:lnTo>
                  <a:pt x="3930615" y="27175"/>
                </a:lnTo>
                <a:lnTo>
                  <a:pt x="4012997" y="27175"/>
                </a:lnTo>
                <a:lnTo>
                  <a:pt x="4095379" y="27175"/>
                </a:lnTo>
                <a:lnTo>
                  <a:pt x="4177760" y="27175"/>
                </a:lnTo>
                <a:lnTo>
                  <a:pt x="4260142" y="27175"/>
                </a:lnTo>
                <a:lnTo>
                  <a:pt x="4342524" y="27175"/>
                </a:lnTo>
                <a:lnTo>
                  <a:pt x="4424905" y="27175"/>
                </a:lnTo>
                <a:lnTo>
                  <a:pt x="4507287" y="27175"/>
                </a:lnTo>
                <a:lnTo>
                  <a:pt x="4589669" y="27175"/>
                </a:lnTo>
                <a:lnTo>
                  <a:pt x="4672051" y="27175"/>
                </a:lnTo>
                <a:lnTo>
                  <a:pt x="4754442" y="27175"/>
                </a:lnTo>
                <a:lnTo>
                  <a:pt x="4836824" y="27175"/>
                </a:lnTo>
                <a:lnTo>
                  <a:pt x="4919205" y="27175"/>
                </a:lnTo>
                <a:lnTo>
                  <a:pt x="5001587" y="27175"/>
                </a:lnTo>
                <a:lnTo>
                  <a:pt x="5083969" y="27175"/>
                </a:lnTo>
                <a:lnTo>
                  <a:pt x="5166350" y="27175"/>
                </a:lnTo>
                <a:lnTo>
                  <a:pt x="5248732" y="27175"/>
                </a:lnTo>
                <a:lnTo>
                  <a:pt x="5331114" y="27175"/>
                </a:lnTo>
                <a:lnTo>
                  <a:pt x="5413496" y="27175"/>
                </a:lnTo>
                <a:lnTo>
                  <a:pt x="5495877" y="27175"/>
                </a:lnTo>
                <a:lnTo>
                  <a:pt x="5578259" y="27175"/>
                </a:lnTo>
                <a:lnTo>
                  <a:pt x="5660641" y="27175"/>
                </a:lnTo>
                <a:lnTo>
                  <a:pt x="5743032" y="27175"/>
                </a:lnTo>
                <a:lnTo>
                  <a:pt x="5825414" y="27175"/>
                </a:lnTo>
                <a:lnTo>
                  <a:pt x="5907796" y="27175"/>
                </a:lnTo>
                <a:lnTo>
                  <a:pt x="5990177" y="27175"/>
                </a:lnTo>
                <a:lnTo>
                  <a:pt x="6072559" y="27175"/>
                </a:lnTo>
                <a:lnTo>
                  <a:pt x="6154941" y="27175"/>
                </a:lnTo>
                <a:lnTo>
                  <a:pt x="6237322" y="27175"/>
                </a:lnTo>
                <a:lnTo>
                  <a:pt x="6319704" y="27175"/>
                </a:lnTo>
                <a:lnTo>
                  <a:pt x="6402086" y="27175"/>
                </a:lnTo>
                <a:lnTo>
                  <a:pt x="6484468" y="27175"/>
                </a:lnTo>
                <a:lnTo>
                  <a:pt x="6566849" y="27175"/>
                </a:lnTo>
                <a:lnTo>
                  <a:pt x="6649231" y="27175"/>
                </a:lnTo>
                <a:lnTo>
                  <a:pt x="6731613" y="27175"/>
                </a:lnTo>
                <a:lnTo>
                  <a:pt x="6813995" y="27175"/>
                </a:lnTo>
                <a:lnTo>
                  <a:pt x="6896386" y="27175"/>
                </a:lnTo>
                <a:lnTo>
                  <a:pt x="6978767" y="27175"/>
                </a:lnTo>
                <a:lnTo>
                  <a:pt x="7061149" y="27175"/>
                </a:lnTo>
                <a:lnTo>
                  <a:pt x="7143531" y="27175"/>
                </a:lnTo>
                <a:lnTo>
                  <a:pt x="7225913" y="27175"/>
                </a:lnTo>
                <a:lnTo>
                  <a:pt x="7308294" y="27175"/>
                </a:lnTo>
                <a:lnTo>
                  <a:pt x="7390676" y="27175"/>
                </a:lnTo>
                <a:lnTo>
                  <a:pt x="7473058" y="27175"/>
                </a:lnTo>
                <a:lnTo>
                  <a:pt x="7555440" y="27175"/>
                </a:lnTo>
                <a:lnTo>
                  <a:pt x="7637821" y="27175"/>
                </a:lnTo>
                <a:lnTo>
                  <a:pt x="7720203" y="27175"/>
                </a:lnTo>
                <a:lnTo>
                  <a:pt x="7802585" y="27175"/>
                </a:lnTo>
                <a:lnTo>
                  <a:pt x="7884966" y="27175"/>
                </a:lnTo>
                <a:lnTo>
                  <a:pt x="7967358" y="27175"/>
                </a:lnTo>
                <a:lnTo>
                  <a:pt x="8049739" y="27175"/>
                </a:lnTo>
                <a:lnTo>
                  <a:pt x="8132121" y="27175"/>
                </a:lnTo>
                <a:lnTo>
                  <a:pt x="8214503" y="27175"/>
                </a:lnTo>
                <a:lnTo>
                  <a:pt x="8296885" y="27175"/>
                </a:lnTo>
                <a:lnTo>
                  <a:pt x="8379266" y="27175"/>
                </a:lnTo>
                <a:lnTo>
                  <a:pt x="8461648" y="27175"/>
                </a:lnTo>
                <a:lnTo>
                  <a:pt x="8544030" y="27175"/>
                </a:lnTo>
                <a:lnTo>
                  <a:pt x="8626412" y="27175"/>
                </a:lnTo>
                <a:lnTo>
                  <a:pt x="8708793" y="27175"/>
                </a:lnTo>
                <a:lnTo>
                  <a:pt x="8791175" y="27175"/>
                </a:lnTo>
                <a:lnTo>
                  <a:pt x="8873557" y="27175"/>
                </a:lnTo>
                <a:lnTo>
                  <a:pt x="8955948" y="27175"/>
                </a:lnTo>
                <a:lnTo>
                  <a:pt x="9038330" y="27175"/>
                </a:lnTo>
                <a:lnTo>
                  <a:pt x="9120711" y="27175"/>
                </a:lnTo>
                <a:lnTo>
                  <a:pt x="9203093" y="27175"/>
                </a:lnTo>
                <a:lnTo>
                  <a:pt x="9258300" y="0"/>
                </a:lnTo>
                <a:lnTo>
                  <a:pt x="9324842" y="15116"/>
                </a:lnTo>
                <a:lnTo>
                  <a:pt x="9401566" y="45129"/>
                </a:lnTo>
                <a:lnTo>
                  <a:pt x="9478280" y="75152"/>
                </a:lnTo>
                <a:lnTo>
                  <a:pt x="9554994" y="105175"/>
                </a:lnTo>
                <a:lnTo>
                  <a:pt x="9631718" y="135188"/>
                </a:lnTo>
                <a:lnTo>
                  <a:pt x="9684468" y="165211"/>
                </a:lnTo>
                <a:lnTo>
                  <a:pt x="9607753" y="195234"/>
                </a:lnTo>
                <a:lnTo>
                  <a:pt x="9531029" y="225257"/>
                </a:lnTo>
                <a:lnTo>
                  <a:pt x="9454315" y="255270"/>
                </a:lnTo>
                <a:lnTo>
                  <a:pt x="9377591" y="285293"/>
                </a:lnTo>
                <a:lnTo>
                  <a:pt x="9300877" y="315316"/>
                </a:lnTo>
                <a:lnTo>
                  <a:pt x="9258300" y="295313"/>
                </a:lnTo>
                <a:lnTo>
                  <a:pt x="9177357" y="293875"/>
                </a:lnTo>
                <a:lnTo>
                  <a:pt x="9094975" y="293875"/>
                </a:lnTo>
                <a:lnTo>
                  <a:pt x="9012593" y="293875"/>
                </a:lnTo>
                <a:lnTo>
                  <a:pt x="8930211" y="293875"/>
                </a:lnTo>
                <a:lnTo>
                  <a:pt x="8847830" y="293875"/>
                </a:lnTo>
                <a:lnTo>
                  <a:pt x="8765438" y="293875"/>
                </a:lnTo>
                <a:lnTo>
                  <a:pt x="8683057" y="293875"/>
                </a:lnTo>
                <a:lnTo>
                  <a:pt x="8600675" y="293875"/>
                </a:lnTo>
                <a:lnTo>
                  <a:pt x="8518293" y="293875"/>
                </a:lnTo>
                <a:lnTo>
                  <a:pt x="8435912" y="293875"/>
                </a:lnTo>
                <a:lnTo>
                  <a:pt x="8353530" y="293875"/>
                </a:lnTo>
                <a:lnTo>
                  <a:pt x="8271148" y="293875"/>
                </a:lnTo>
                <a:lnTo>
                  <a:pt x="8188766" y="293875"/>
                </a:lnTo>
                <a:lnTo>
                  <a:pt x="8106385" y="293875"/>
                </a:lnTo>
                <a:lnTo>
                  <a:pt x="8024003" y="293875"/>
                </a:lnTo>
                <a:lnTo>
                  <a:pt x="7941621" y="293875"/>
                </a:lnTo>
                <a:lnTo>
                  <a:pt x="7859239" y="293875"/>
                </a:lnTo>
                <a:lnTo>
                  <a:pt x="7776858" y="293875"/>
                </a:lnTo>
                <a:lnTo>
                  <a:pt x="7694466" y="293875"/>
                </a:lnTo>
                <a:lnTo>
                  <a:pt x="7612085" y="293875"/>
                </a:lnTo>
                <a:lnTo>
                  <a:pt x="7529703" y="293875"/>
                </a:lnTo>
                <a:lnTo>
                  <a:pt x="7447321" y="293875"/>
                </a:lnTo>
                <a:lnTo>
                  <a:pt x="7364940" y="293875"/>
                </a:lnTo>
                <a:lnTo>
                  <a:pt x="7282558" y="293875"/>
                </a:lnTo>
                <a:lnTo>
                  <a:pt x="7200176" y="293875"/>
                </a:lnTo>
                <a:lnTo>
                  <a:pt x="7117794" y="293875"/>
                </a:lnTo>
                <a:lnTo>
                  <a:pt x="7035413" y="293875"/>
                </a:lnTo>
                <a:lnTo>
                  <a:pt x="6953031" y="293875"/>
                </a:lnTo>
                <a:lnTo>
                  <a:pt x="6870649" y="293875"/>
                </a:lnTo>
                <a:lnTo>
                  <a:pt x="6788267" y="293875"/>
                </a:lnTo>
                <a:lnTo>
                  <a:pt x="6705886" y="293875"/>
                </a:lnTo>
                <a:lnTo>
                  <a:pt x="6623495" y="293875"/>
                </a:lnTo>
                <a:lnTo>
                  <a:pt x="6541113" y="293875"/>
                </a:lnTo>
                <a:lnTo>
                  <a:pt x="6458731" y="293875"/>
                </a:lnTo>
                <a:lnTo>
                  <a:pt x="6376349" y="293875"/>
                </a:lnTo>
                <a:lnTo>
                  <a:pt x="6293968" y="293875"/>
                </a:lnTo>
                <a:lnTo>
                  <a:pt x="6211586" y="293875"/>
                </a:lnTo>
                <a:lnTo>
                  <a:pt x="6129204" y="293875"/>
                </a:lnTo>
                <a:lnTo>
                  <a:pt x="6046822" y="293875"/>
                </a:lnTo>
                <a:lnTo>
                  <a:pt x="5964441" y="293875"/>
                </a:lnTo>
                <a:lnTo>
                  <a:pt x="5882059" y="293875"/>
                </a:lnTo>
                <a:lnTo>
                  <a:pt x="5799677" y="293875"/>
                </a:lnTo>
                <a:lnTo>
                  <a:pt x="5717296" y="293875"/>
                </a:lnTo>
                <a:lnTo>
                  <a:pt x="5634914" y="293875"/>
                </a:lnTo>
                <a:lnTo>
                  <a:pt x="5552532" y="293875"/>
                </a:lnTo>
                <a:lnTo>
                  <a:pt x="5470141" y="293875"/>
                </a:lnTo>
                <a:lnTo>
                  <a:pt x="5387759" y="293875"/>
                </a:lnTo>
                <a:lnTo>
                  <a:pt x="5305377" y="293875"/>
                </a:lnTo>
                <a:lnTo>
                  <a:pt x="5222996" y="293875"/>
                </a:lnTo>
                <a:lnTo>
                  <a:pt x="5140614" y="293875"/>
                </a:lnTo>
                <a:lnTo>
                  <a:pt x="5058232" y="293875"/>
                </a:lnTo>
                <a:lnTo>
                  <a:pt x="4975850" y="293875"/>
                </a:lnTo>
                <a:lnTo>
                  <a:pt x="4893469" y="293875"/>
                </a:lnTo>
                <a:lnTo>
                  <a:pt x="4811087" y="293875"/>
                </a:lnTo>
                <a:lnTo>
                  <a:pt x="4728705" y="293875"/>
                </a:lnTo>
                <a:lnTo>
                  <a:pt x="4646324" y="293875"/>
                </a:lnTo>
                <a:lnTo>
                  <a:pt x="4563942" y="293875"/>
                </a:lnTo>
                <a:lnTo>
                  <a:pt x="4481560" y="293875"/>
                </a:lnTo>
                <a:lnTo>
                  <a:pt x="4399169" y="293875"/>
                </a:lnTo>
                <a:lnTo>
                  <a:pt x="4316787" y="293875"/>
                </a:lnTo>
                <a:lnTo>
                  <a:pt x="4234405" y="293875"/>
                </a:lnTo>
                <a:lnTo>
                  <a:pt x="4152024" y="293875"/>
                </a:lnTo>
                <a:lnTo>
                  <a:pt x="4069642" y="293875"/>
                </a:lnTo>
                <a:lnTo>
                  <a:pt x="3987260" y="293875"/>
                </a:lnTo>
                <a:lnTo>
                  <a:pt x="3904879" y="293875"/>
                </a:lnTo>
                <a:lnTo>
                  <a:pt x="3822497" y="293875"/>
                </a:lnTo>
                <a:lnTo>
                  <a:pt x="3740115" y="293875"/>
                </a:lnTo>
                <a:lnTo>
                  <a:pt x="3657733" y="293875"/>
                </a:lnTo>
                <a:lnTo>
                  <a:pt x="3575352" y="293875"/>
                </a:lnTo>
                <a:lnTo>
                  <a:pt x="3492970" y="293875"/>
                </a:lnTo>
                <a:lnTo>
                  <a:pt x="3410588" y="293875"/>
                </a:lnTo>
                <a:lnTo>
                  <a:pt x="3328197" y="293875"/>
                </a:lnTo>
                <a:lnTo>
                  <a:pt x="3245815" y="293875"/>
                </a:lnTo>
                <a:lnTo>
                  <a:pt x="3163433" y="293875"/>
                </a:lnTo>
                <a:lnTo>
                  <a:pt x="3081052" y="293875"/>
                </a:lnTo>
                <a:lnTo>
                  <a:pt x="2998670" y="293875"/>
                </a:lnTo>
                <a:lnTo>
                  <a:pt x="2916288" y="293875"/>
                </a:lnTo>
                <a:lnTo>
                  <a:pt x="2833907" y="293875"/>
                </a:lnTo>
                <a:lnTo>
                  <a:pt x="2751525" y="293875"/>
                </a:lnTo>
                <a:lnTo>
                  <a:pt x="2669143" y="293875"/>
                </a:lnTo>
                <a:lnTo>
                  <a:pt x="2586761" y="293875"/>
                </a:lnTo>
                <a:lnTo>
                  <a:pt x="2504380" y="293875"/>
                </a:lnTo>
                <a:lnTo>
                  <a:pt x="2421998" y="293875"/>
                </a:lnTo>
                <a:lnTo>
                  <a:pt x="2339607" y="293875"/>
                </a:lnTo>
                <a:lnTo>
                  <a:pt x="2257225" y="293875"/>
                </a:lnTo>
                <a:lnTo>
                  <a:pt x="2174843" y="293875"/>
                </a:lnTo>
                <a:lnTo>
                  <a:pt x="2092462" y="293875"/>
                </a:lnTo>
                <a:lnTo>
                  <a:pt x="2010080" y="293875"/>
                </a:lnTo>
                <a:lnTo>
                  <a:pt x="1927698" y="293875"/>
                </a:lnTo>
                <a:lnTo>
                  <a:pt x="1845316" y="293875"/>
                </a:lnTo>
                <a:lnTo>
                  <a:pt x="1762935" y="293875"/>
                </a:lnTo>
                <a:lnTo>
                  <a:pt x="1680553" y="293875"/>
                </a:lnTo>
                <a:lnTo>
                  <a:pt x="1598171" y="293875"/>
                </a:lnTo>
                <a:lnTo>
                  <a:pt x="1515789" y="293875"/>
                </a:lnTo>
                <a:lnTo>
                  <a:pt x="1433408" y="293875"/>
                </a:lnTo>
                <a:lnTo>
                  <a:pt x="1351026" y="293875"/>
                </a:lnTo>
                <a:lnTo>
                  <a:pt x="1268635" y="293875"/>
                </a:lnTo>
                <a:lnTo>
                  <a:pt x="1186253" y="293875"/>
                </a:lnTo>
                <a:lnTo>
                  <a:pt x="1103871" y="293875"/>
                </a:lnTo>
                <a:lnTo>
                  <a:pt x="1021490" y="293875"/>
                </a:lnTo>
                <a:lnTo>
                  <a:pt x="939108" y="293875"/>
                </a:lnTo>
                <a:lnTo>
                  <a:pt x="856726" y="293875"/>
                </a:lnTo>
                <a:lnTo>
                  <a:pt x="774344" y="293875"/>
                </a:lnTo>
                <a:lnTo>
                  <a:pt x="691963" y="293875"/>
                </a:lnTo>
                <a:lnTo>
                  <a:pt x="609581" y="293875"/>
                </a:lnTo>
                <a:lnTo>
                  <a:pt x="527199" y="293875"/>
                </a:lnTo>
                <a:lnTo>
                  <a:pt x="444818" y="293875"/>
                </a:lnTo>
                <a:lnTo>
                  <a:pt x="362436" y="293875"/>
                </a:lnTo>
                <a:lnTo>
                  <a:pt x="280045" y="293875"/>
                </a:lnTo>
                <a:lnTo>
                  <a:pt x="197663" y="293875"/>
                </a:lnTo>
                <a:lnTo>
                  <a:pt x="115281" y="293875"/>
                </a:lnTo>
                <a:lnTo>
                  <a:pt x="32909" y="293684"/>
                </a:lnTo>
                <a:lnTo>
                  <a:pt x="0" y="230038"/>
                </a:lnTo>
                <a:lnTo>
                  <a:pt x="0" y="147657"/>
                </a:lnTo>
                <a:lnTo>
                  <a:pt x="0" y="65275"/>
                </a:lnTo>
                <a:close/>
              </a:path>
            </a:pathLst>
          </a:custGeom>
          <a:solidFill xmlns:a="http://schemas.openxmlformats.org/drawingml/2006/main">
            <a:srgbClr val="DCECFF"/>
          </a:solidFill>
          <a:ln xmlns:a="http://schemas.openxmlformats.org/drawingml/2006/main" w="9525">
            <a:noFill/>
            <a:prstDash val="solid"/>
          </a:ln>
        </p:spPr>
      </p:sp>
      <p:sp>
        <p:nvSpPr>
          <p:cNvPr id="17" name="sequence-direction-highlight">
            <a:extLst xmlns:a="http://schemas.openxmlformats.org/drawingml/2006/main">
              <a:ext uri="{FF2B5EF4-FFF2-40B4-BE49-F238E27FC236}">
                <a16:creationId xmlns:a16="http://schemas.microsoft.com/office/drawing/2014/main" id="{0D50986D-B9EB-47C2-A815-17451AB3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6850" y="3267075"/>
            <a:ext cx="9086850" cy="19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equence-title-0">
            <a:extLst xmlns:a="http://schemas.openxmlformats.org/drawingml/2006/main">
              <a:ext uri="{FF2B5EF4-FFF2-40B4-BE49-F238E27FC236}">
                <a16:creationId xmlns:a16="http://schemas.microsoft.com/office/drawing/2014/main" id="{07412B2C-0F8B-488A-8465-3F41B3BB9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其他学校</a:t>
            </a:r>
          </a:p>
        </p:txBody>
      </p:sp>
      <p:sp>
        <p:nvSpPr>
          <p:cNvPr id="19" name="sequence-node-halo-0">
            <a:extLst xmlns:a="http://schemas.openxmlformats.org/drawingml/2006/main">
              <a:ext uri="{FF2B5EF4-FFF2-40B4-BE49-F238E27FC236}">
                <a16:creationId xmlns:a16="http://schemas.microsoft.com/office/drawing/2014/main" id="{A03FA20A-EB8D-418B-9632-5037B1FF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16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0" name="sequence-node-0">
            <a:extLst xmlns:a="http://schemas.openxmlformats.org/drawingml/2006/main">
              <a:ext uri="{FF2B5EF4-FFF2-40B4-BE49-F238E27FC236}">
                <a16:creationId xmlns:a16="http://schemas.microsoft.com/office/drawing/2014/main" id="{973D9C9B-6F90-4821-A751-D4E75615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21" name="sequence-order-0">
            <a:extLst xmlns:a="http://schemas.openxmlformats.org/drawingml/2006/main">
              <a:ext uri="{FF2B5EF4-FFF2-40B4-BE49-F238E27FC236}">
                <a16:creationId xmlns:a16="http://schemas.microsoft.com/office/drawing/2014/main" id="{DA3927B9-C891-4819-BBE0-88DDF1857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sequence-connector-0">
            <a:extLst xmlns:a="http://schemas.openxmlformats.org/drawingml/2006/main">
              <a:ext uri="{FF2B5EF4-FFF2-40B4-BE49-F238E27FC236}">
                <a16:creationId xmlns:a16="http://schemas.microsoft.com/office/drawing/2014/main" id="{D028FB6E-C19A-4951-B8BA-B6804EF9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764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sequence-body-underlay-0">
            <a:extLst xmlns:a="http://schemas.openxmlformats.org/drawingml/2006/main">
              <a:ext uri="{FF2B5EF4-FFF2-40B4-BE49-F238E27FC236}">
                <a16:creationId xmlns:a16="http://schemas.microsoft.com/office/drawing/2014/main" id="{B637FFED-D769-4258-BF10-B969886E5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4" name="sequence-body-surface-0">
            <a:extLst xmlns:a="http://schemas.openxmlformats.org/drawingml/2006/main">
              <a:ext uri="{FF2B5EF4-FFF2-40B4-BE49-F238E27FC236}">
                <a16:creationId xmlns:a16="http://schemas.microsoft.com/office/drawing/2014/main" id="{68C2A4B0-B80F-4C8C-A71D-4CD2BA4C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0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25" name="sequence-body-accent-0">
            <a:extLst xmlns:a="http://schemas.openxmlformats.org/drawingml/2006/main">
              <a:ext uri="{FF2B5EF4-FFF2-40B4-BE49-F238E27FC236}">
                <a16:creationId xmlns:a16="http://schemas.microsoft.com/office/drawing/2014/main" id="{28114843-95F4-4146-99FB-79B3B20B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621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sequence-body-0">
            <a:extLst xmlns:a="http://schemas.openxmlformats.org/drawingml/2006/main">
              <a:ext uri="{FF2B5EF4-FFF2-40B4-BE49-F238E27FC236}">
                <a16:creationId xmlns:a16="http://schemas.microsoft.com/office/drawing/2014/main" id="{53F6181C-ABCE-4F5E-AFA6-84413431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48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颜色、Logo等主题可配置</a:t>
            </a:r>
          </a:p>
        </p:txBody>
      </p:sp>
      <p:sp>
        <p:nvSpPr>
          <p:cNvPr id="27" name="sequence-title-1">
            <a:extLst xmlns:a="http://schemas.openxmlformats.org/drawingml/2006/main">
              <a:ext uri="{FF2B5EF4-FFF2-40B4-BE49-F238E27FC236}">
                <a16:creationId xmlns:a16="http://schemas.microsoft.com/office/drawing/2014/main" id="{868D42E0-BDE8-4A50-BB24-8D5054EB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41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科研院所</a:t>
            </a:r>
          </a:p>
        </p:txBody>
      </p:sp>
      <p:sp>
        <p:nvSpPr>
          <p:cNvPr id="28" name="sequence-node-halo-1">
            <a:extLst xmlns:a="http://schemas.openxmlformats.org/drawingml/2006/main">
              <a:ext uri="{FF2B5EF4-FFF2-40B4-BE49-F238E27FC236}">
                <a16:creationId xmlns:a16="http://schemas.microsoft.com/office/drawing/2014/main" id="{918F5B3A-D9F1-4989-9A9E-981BD290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242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29" name="sequence-node-1">
            <a:extLst xmlns:a="http://schemas.openxmlformats.org/drawingml/2006/main">
              <a:ext uri="{FF2B5EF4-FFF2-40B4-BE49-F238E27FC236}">
                <a16:creationId xmlns:a16="http://schemas.microsoft.com/office/drawing/2014/main" id="{70604166-CDDF-4026-87C7-1DFDA6FB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0" name="sequence-order-1">
            <a:extLst xmlns:a="http://schemas.openxmlformats.org/drawingml/2006/main">
              <a:ext uri="{FF2B5EF4-FFF2-40B4-BE49-F238E27FC236}">
                <a16:creationId xmlns:a16="http://schemas.microsoft.com/office/drawing/2014/main" id="{38E7E0C0-1209-4D7F-B6CE-6989BA6C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385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1" name="sequence-connector-1">
            <a:extLst xmlns:a="http://schemas.openxmlformats.org/drawingml/2006/main">
              <a:ext uri="{FF2B5EF4-FFF2-40B4-BE49-F238E27FC236}">
                <a16:creationId xmlns:a16="http://schemas.microsoft.com/office/drawing/2014/main" id="{A66CBD62-6C97-41E5-AE8E-5F6D920E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90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sequence-body-underlay-1">
            <a:extLst xmlns:a="http://schemas.openxmlformats.org/drawingml/2006/main">
              <a:ext uri="{FF2B5EF4-FFF2-40B4-BE49-F238E27FC236}">
                <a16:creationId xmlns:a16="http://schemas.microsoft.com/office/drawing/2014/main" id="{A4A978ED-21F3-4256-A510-ABAB0592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908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3" name="sequence-body-surface-1">
            <a:extLst xmlns:a="http://schemas.openxmlformats.org/drawingml/2006/main">
              <a:ext uri="{FF2B5EF4-FFF2-40B4-BE49-F238E27FC236}">
                <a16:creationId xmlns:a16="http://schemas.microsoft.com/office/drawing/2014/main" id="{D29CECF7-85EF-47E8-88CC-FAA21F5F4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337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34" name="sequence-body-accent-1">
            <a:extLst xmlns:a="http://schemas.openxmlformats.org/drawingml/2006/main">
              <a:ext uri="{FF2B5EF4-FFF2-40B4-BE49-F238E27FC236}">
                <a16:creationId xmlns:a16="http://schemas.microsoft.com/office/drawing/2014/main" id="{32E6C6C3-709C-4E3A-A2C8-ABC263D8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147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sequence-body-1">
            <a:extLst xmlns:a="http://schemas.openxmlformats.org/drawingml/2006/main">
              <a:ext uri="{FF2B5EF4-FFF2-40B4-BE49-F238E27FC236}">
                <a16:creationId xmlns:a16="http://schemas.microsoft.com/office/drawing/2014/main" id="{A62B8B6D-09B1-48EA-AA23-065308ED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75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内容理解规则可复用</a:t>
            </a:r>
          </a:p>
        </p:txBody>
      </p:sp>
      <p:sp>
        <p:nvSpPr>
          <p:cNvPr id="36" name="sequence-title-2">
            <a:extLst xmlns:a="http://schemas.openxmlformats.org/drawingml/2006/main">
              <a:ext uri="{FF2B5EF4-FFF2-40B4-BE49-F238E27FC236}">
                <a16:creationId xmlns:a16="http://schemas.microsoft.com/office/drawing/2014/main" id="{8609EAA5-AA44-4D61-ACBE-EFF39040C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768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实验室</a:t>
            </a:r>
          </a:p>
        </p:txBody>
      </p:sp>
      <p:sp>
        <p:nvSpPr>
          <p:cNvPr id="37" name="sequence-node-halo-2">
            <a:extLst xmlns:a="http://schemas.openxmlformats.org/drawingml/2006/main">
              <a:ext uri="{FF2B5EF4-FFF2-40B4-BE49-F238E27FC236}">
                <a16:creationId xmlns:a16="http://schemas.microsoft.com/office/drawing/2014/main" id="{9645E1E0-D970-4029-9B5F-DEFEFCFC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769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38" name="sequence-node-2">
            <a:extLst xmlns:a="http://schemas.openxmlformats.org/drawingml/2006/main">
              <a:ext uri="{FF2B5EF4-FFF2-40B4-BE49-F238E27FC236}">
                <a16:creationId xmlns:a16="http://schemas.microsoft.com/office/drawing/2014/main" id="{A822DAA7-8E9E-4367-9ABB-6F9C08536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39" name="sequence-order-2">
            <a:extLst xmlns:a="http://schemas.openxmlformats.org/drawingml/2006/main">
              <a:ext uri="{FF2B5EF4-FFF2-40B4-BE49-F238E27FC236}">
                <a16:creationId xmlns:a16="http://schemas.microsoft.com/office/drawing/2014/main" id="{200792EA-B732-47D5-9F7D-6B582428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912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40" name="sequence-connector-2">
            <a:extLst xmlns:a="http://schemas.openxmlformats.org/drawingml/2006/main">
              <a:ext uri="{FF2B5EF4-FFF2-40B4-BE49-F238E27FC236}">
                <a16:creationId xmlns:a16="http://schemas.microsoft.com/office/drawing/2014/main" id="{0F6B13BA-7E3B-4463-8421-D4A4E948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817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sequence-body-underlay-2">
            <a:extLst xmlns:a="http://schemas.openxmlformats.org/drawingml/2006/main">
              <a:ext uri="{FF2B5EF4-FFF2-40B4-BE49-F238E27FC236}">
                <a16:creationId xmlns:a16="http://schemas.microsoft.com/office/drawing/2014/main" id="{BDC4D077-0E1D-4F8E-8EE9-5ABFCFDE6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42" name="sequence-body-surface-2">
            <a:extLst xmlns:a="http://schemas.openxmlformats.org/drawingml/2006/main">
              <a:ext uri="{FF2B5EF4-FFF2-40B4-BE49-F238E27FC236}">
                <a16:creationId xmlns:a16="http://schemas.microsoft.com/office/drawing/2014/main" id="{56A33B88-EF29-4BA4-A8FF-6ED9A0FE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0863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43" name="sequence-body-accent-2">
            <a:extLst xmlns:a="http://schemas.openxmlformats.org/drawingml/2006/main">
              <a:ext uri="{FF2B5EF4-FFF2-40B4-BE49-F238E27FC236}">
                <a16:creationId xmlns:a16="http://schemas.microsoft.com/office/drawing/2014/main" id="{494A1793-F335-4B51-B01E-F86A31CF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674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sequence-body-2">
            <a:extLst xmlns:a="http://schemas.openxmlformats.org/drawingml/2006/main">
              <a:ext uri="{FF2B5EF4-FFF2-40B4-BE49-F238E27FC236}">
                <a16:creationId xmlns:a16="http://schemas.microsoft.com/office/drawing/2014/main" id="{38265074-6680-44E2-BFB4-8BAE2FAB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101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表达能力可复用</a:t>
            </a:r>
          </a:p>
        </p:txBody>
      </p:sp>
      <p:sp>
        <p:nvSpPr>
          <p:cNvPr id="45" name="sequence-title-3">
            <a:extLst xmlns:a="http://schemas.openxmlformats.org/drawingml/2006/main">
              <a:ext uri="{FF2B5EF4-FFF2-40B4-BE49-F238E27FC236}">
                <a16:creationId xmlns:a16="http://schemas.microsoft.com/office/drawing/2014/main" id="{8608FDCA-E8C1-4ECE-A016-F64879C6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2947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企业和团队</a:t>
            </a:r>
          </a:p>
        </p:txBody>
      </p:sp>
      <p:sp>
        <p:nvSpPr>
          <p:cNvPr id="46" name="sequence-node-halo-3">
            <a:extLst xmlns:a="http://schemas.openxmlformats.org/drawingml/2006/main">
              <a:ext uri="{FF2B5EF4-FFF2-40B4-BE49-F238E27FC236}">
                <a16:creationId xmlns:a16="http://schemas.microsoft.com/office/drawing/2014/main" id="{0C220651-5636-4D30-87C6-67E7A461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2955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47" name="sequence-node-3">
            <a:extLst xmlns:a="http://schemas.openxmlformats.org/drawingml/2006/main">
              <a:ext uri="{FF2B5EF4-FFF2-40B4-BE49-F238E27FC236}">
                <a16:creationId xmlns:a16="http://schemas.microsoft.com/office/drawing/2014/main" id="{01CCCAE8-C64A-49BA-9586-BBEFDD21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48" name="sequence-order-3">
            <a:extLst xmlns:a="http://schemas.openxmlformats.org/drawingml/2006/main">
              <a:ext uri="{FF2B5EF4-FFF2-40B4-BE49-F238E27FC236}">
                <a16:creationId xmlns:a16="http://schemas.microsoft.com/office/drawing/2014/main" id="{8333D0E8-785D-45D0-A5A7-55FF41F6A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4385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49" name="sequence-connector-3">
            <a:extLst xmlns:a="http://schemas.openxmlformats.org/drawingml/2006/main">
              <a:ext uri="{FF2B5EF4-FFF2-40B4-BE49-F238E27FC236}">
                <a16:creationId xmlns:a16="http://schemas.microsoft.com/office/drawing/2014/main" id="{37F083F0-667D-4FE8-BFE6-E4D251F1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3436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sequence-body-underlay-3">
            <a:extLst xmlns:a="http://schemas.openxmlformats.org/drawingml/2006/main">
              <a:ext uri="{FF2B5EF4-FFF2-40B4-BE49-F238E27FC236}">
                <a16:creationId xmlns:a16="http://schemas.microsoft.com/office/drawing/2014/main" id="{11AEBC85-D9DC-45A1-8165-AC9706C5E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9615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51" name="sequence-body-surface-3">
            <a:extLst xmlns:a="http://schemas.openxmlformats.org/drawingml/2006/main">
              <a:ext uri="{FF2B5EF4-FFF2-40B4-BE49-F238E27FC236}">
                <a16:creationId xmlns:a16="http://schemas.microsoft.com/office/drawing/2014/main" id="{4974D1F7-6DDE-47DC-9E99-B48EE46B4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52" name="sequence-body-accent-3">
            <a:extLst xmlns:a="http://schemas.openxmlformats.org/drawingml/2006/main">
              <a:ext uri="{FF2B5EF4-FFF2-40B4-BE49-F238E27FC236}">
                <a16:creationId xmlns:a16="http://schemas.microsoft.com/office/drawing/2014/main" id="{64393DA6-6DAB-436F-8DE3-C797AECE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2005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sequence-body-3">
            <a:extLst xmlns:a="http://schemas.openxmlformats.org/drawingml/2006/main">
              <a:ext uri="{FF2B5EF4-FFF2-40B4-BE49-F238E27FC236}">
                <a16:creationId xmlns:a16="http://schemas.microsoft.com/office/drawing/2014/main" id="{7AC3C8D4-1DFC-4E09-9A52-2774D5157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282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承载长期风格</a:t>
            </a:r>
          </a:p>
        </p:txBody>
      </p:sp>
      <p:sp>
        <p:nvSpPr>
          <p:cNvPr id="54" name="sequence-title-4">
            <a:extLst xmlns:a="http://schemas.openxmlformats.org/drawingml/2006/main">
              <a:ext uri="{FF2B5EF4-FFF2-40B4-BE49-F238E27FC236}">
                <a16:creationId xmlns:a16="http://schemas.microsoft.com/office/drawing/2014/main" id="{D2F7EDA4-9FD4-4909-814C-9B04064B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82125" y="22098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个人风格</a:t>
            </a:r>
          </a:p>
        </p:txBody>
      </p:sp>
      <p:sp>
        <p:nvSpPr>
          <p:cNvPr id="55" name="sequence-node-halo-4">
            <a:extLst xmlns:a="http://schemas.openxmlformats.org/drawingml/2006/main">
              <a:ext uri="{FF2B5EF4-FFF2-40B4-BE49-F238E27FC236}">
                <a16:creationId xmlns:a16="http://schemas.microsoft.com/office/drawing/2014/main" id="{CA1AC006-E815-48F0-9A00-8C7D1F2F0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82200" y="28575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D6E7FB"/>
            </a:solidFill>
            <a:prstDash val="solid"/>
          </a:ln>
        </p:spPr>
      </p:sp>
      <p:sp>
        <p:nvSpPr>
          <p:cNvPr id="56" name="sequence-node-4">
            <a:extLst xmlns:a="http://schemas.openxmlformats.org/drawingml/2006/main">
              <a:ext uri="{FF2B5EF4-FFF2-40B4-BE49-F238E27FC236}">
                <a16:creationId xmlns:a16="http://schemas.microsoft.com/office/drawing/2014/main" id="{F3DB1CD6-47BB-474D-AC9F-1A6804F0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sp>
        <p:nvSpPr>
          <p:cNvPr id="57" name="sequence-order-4">
            <a:extLst xmlns:a="http://schemas.openxmlformats.org/drawingml/2006/main">
              <a:ext uri="{FF2B5EF4-FFF2-40B4-BE49-F238E27FC236}">
                <a16:creationId xmlns:a16="http://schemas.microsoft.com/office/drawing/2014/main" id="{52CF9A06-D7A0-4585-AA0F-448D7755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971800"/>
            <a:ext cx="609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8" name="sequence-connector-4">
            <a:extLst xmlns:a="http://schemas.openxmlformats.org/drawingml/2006/main">
              <a:ext uri="{FF2B5EF4-FFF2-40B4-BE49-F238E27FC236}">
                <a16:creationId xmlns:a16="http://schemas.microsoft.com/office/drawing/2014/main" id="{BF9FEDB7-0B06-4D1E-A9EE-FC5A8BB3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87013" y="3638550"/>
            <a:ext cx="28575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BBA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equence-body-underlay-4">
            <a:extLst xmlns:a="http://schemas.openxmlformats.org/drawingml/2006/main">
              <a:ext uri="{FF2B5EF4-FFF2-40B4-BE49-F238E27FC236}">
                <a16:creationId xmlns:a16="http://schemas.microsoft.com/office/drawing/2014/main" id="{3D6690AB-EED8-4A6A-9E6A-FE6261FEF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48800" y="4010025"/>
            <a:ext cx="19050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60" name="sequence-body-surface-4">
            <a:extLst xmlns:a="http://schemas.openxmlformats.org/drawingml/2006/main">
              <a:ext uri="{FF2B5EF4-FFF2-40B4-BE49-F238E27FC236}">
                <a16:creationId xmlns:a16="http://schemas.microsoft.com/office/drawing/2014/main" id="{30E241E8-D01E-4EAC-AE35-CEFA70419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391650" y="3924300"/>
            <a:ext cx="2019300" cy="14287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2F7FD"/>
          </a:solidFill>
          <a:ln xmlns:a="http://schemas.openxmlformats.org/drawingml/2006/main" w="9525">
            <a:solidFill>
              <a:srgbClr val="D5E4F5"/>
            </a:solidFill>
            <a:prstDash val="solid"/>
          </a:ln>
        </p:spPr>
      </p:sp>
      <p:sp>
        <p:nvSpPr>
          <p:cNvPr id="61" name="sequence-body-accent-4">
            <a:extLst xmlns:a="http://schemas.openxmlformats.org/drawingml/2006/main">
              <a:ext uri="{FF2B5EF4-FFF2-40B4-BE49-F238E27FC236}">
                <a16:creationId xmlns:a16="http://schemas.microsoft.com/office/drawing/2014/main" id="{2540A0AB-BDF4-4136-A606-81D3D883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72700" y="3924300"/>
            <a:ext cx="457200" cy="47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equence-body-4">
            <a:extLst xmlns:a="http://schemas.openxmlformats.org/drawingml/2006/main">
              <a:ext uri="{FF2B5EF4-FFF2-40B4-BE49-F238E27FC236}">
                <a16:creationId xmlns:a16="http://schemas.microsoft.com/office/drawing/2014/main" id="{867324FB-2DA7-4A89-BC0D-5EDFD99D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15475" y="4219575"/>
            <a:ext cx="1771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承载特别会做PPT的人的长期风格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最后，它仍然只想解决一件普通的事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收束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1D45F5C6-4FC9-4EF5-981C-43CD8F04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10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componen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9E13B86F-7D44-4F41-9DEF-E9BC2A3E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81150"/>
            <a:ext cx="11144250" cy="468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arallel-card-underlay-0">
            <a:extLst xmlns:a="http://schemas.openxmlformats.org/drawingml/2006/main">
              <a:ext uri="{FF2B5EF4-FFF2-40B4-BE49-F238E27FC236}">
                <a16:creationId xmlns:a16="http://schemas.microsoft.com/office/drawing/2014/main" id="{8C39CE83-D372-4319-B5D5-D26769CC2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1125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17" name="parallel-card-surface-0">
            <a:extLst xmlns:a="http://schemas.openxmlformats.org/drawingml/2006/main">
              <a:ext uri="{FF2B5EF4-FFF2-40B4-BE49-F238E27FC236}">
                <a16:creationId xmlns:a16="http://schemas.microsoft.com/office/drawing/2014/main" id="{7FC64977-9CE5-45CE-9D63-18036EBE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18" name="parallel-card-accent-0">
            <a:extLst xmlns:a="http://schemas.openxmlformats.org/drawingml/2006/main">
              <a:ext uri="{FF2B5EF4-FFF2-40B4-BE49-F238E27FC236}">
                <a16:creationId xmlns:a16="http://schemas.microsoft.com/office/drawing/2014/main" id="{A599D7B3-473A-435E-AC47-EF61FB66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3424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rallel-marker-halo-0">
            <a:extLst xmlns:a="http://schemas.openxmlformats.org/drawingml/2006/main">
              <a:ext uri="{FF2B5EF4-FFF2-40B4-BE49-F238E27FC236}">
                <a16:creationId xmlns:a16="http://schemas.microsoft.com/office/drawing/2014/main" id="{D5691C88-E9C9-4236-A64F-9DA6892D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36749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0" name="parallel-marker-core-0">
            <a:extLst xmlns:a="http://schemas.openxmlformats.org/drawingml/2006/main">
              <a:ext uri="{FF2B5EF4-FFF2-40B4-BE49-F238E27FC236}">
                <a16:creationId xmlns:a16="http://schemas.microsoft.com/office/drawing/2014/main" id="{49868DD6-F1D4-4CA1-A2DD-532AB62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70099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4a7ad578ce495a">
            <a:extLst>
              <a:ext uri="{96DAC541-7B7A-43D3-8B79-37D633B846F1}">
                <asvg:svgBlip xmlns:asvg="http://schemas.microsoft.com/office/drawing/2016/SVG/main" r:embed="R152204232fd943c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622499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22" name="parallel-title-0">
            <a:extLst xmlns:a="http://schemas.openxmlformats.org/drawingml/2006/main">
              <a:ext uri="{FF2B5EF4-FFF2-40B4-BE49-F238E27FC236}">
                <a16:creationId xmlns:a16="http://schemas.microsoft.com/office/drawing/2014/main" id="{88910E82-01C6-4708-87E9-4678B71D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14475" y="3181350"/>
            <a:ext cx="255894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AI读稿</a:t>
            </a:r>
          </a:p>
        </p:txBody>
      </p:sp>
      <p:sp>
        <p:nvSpPr>
          <p:cNvPr id="23" name="parallel-rule-0">
            <a:extLst xmlns:a="http://schemas.openxmlformats.org/drawingml/2006/main">
              <a:ext uri="{FF2B5EF4-FFF2-40B4-BE49-F238E27FC236}">
                <a16:creationId xmlns:a16="http://schemas.microsoft.com/office/drawing/2014/main" id="{2B182257-28C9-4B32-BD18-69E74F5B5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536774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rallel-body-0">
            <a:extLst xmlns:a="http://schemas.openxmlformats.org/drawingml/2006/main">
              <a:ext uri="{FF2B5EF4-FFF2-40B4-BE49-F238E27FC236}">
                <a16:creationId xmlns:a16="http://schemas.microsoft.com/office/drawing/2014/main" id="{DCC6DDA9-1F1C-49FE-84F9-CAE3CB70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1625" y="3962400"/>
            <a:ext cx="244464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让AI帮我们读稿子</a:t>
            </a:r>
          </a:p>
        </p:txBody>
      </p:sp>
      <p:sp>
        <p:nvSpPr>
          <p:cNvPr id="25" name="parallel-card-underlay-1">
            <a:extLst xmlns:a="http://schemas.openxmlformats.org/drawingml/2006/main">
              <a:ext uri="{FF2B5EF4-FFF2-40B4-BE49-F238E27FC236}">
                <a16:creationId xmlns:a16="http://schemas.microsoft.com/office/drawing/2014/main" id="{3558D23A-2499-46DF-B83A-0A5B6F35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83023" y="2514600"/>
            <a:ext cx="2825801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26" name="parallel-card-surface-1">
            <a:extLst xmlns:a="http://schemas.openxmlformats.org/drawingml/2006/main">
              <a:ext uri="{FF2B5EF4-FFF2-40B4-BE49-F238E27FC236}">
                <a16:creationId xmlns:a16="http://schemas.microsoft.com/office/drawing/2014/main" id="{0471D476-A47F-4178-9D39-694241C7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06823" y="2419350"/>
            <a:ext cx="2978201" cy="3352800"/>
          </a:xfrm>
          <a:prstGeom xmlns:a="http://schemas.openxmlformats.org/drawingml/2006/main" prst="roundRect">
            <a:avLst>
              <a:gd name="adj" fmla="val 8315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27" name="parallel-card-accent-1">
            <a:extLst xmlns:a="http://schemas.openxmlformats.org/drawingml/2006/main">
              <a:ext uri="{FF2B5EF4-FFF2-40B4-BE49-F238E27FC236}">
                <a16:creationId xmlns:a16="http://schemas.microsoft.com/office/drawing/2014/main" id="{CCF4B704-E35D-49DF-8AE4-E6EBA6C37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0532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rallel-marker-halo-1">
            <a:extLst xmlns:a="http://schemas.openxmlformats.org/drawingml/2006/main">
              <a:ext uri="{FF2B5EF4-FFF2-40B4-BE49-F238E27FC236}">
                <a16:creationId xmlns:a16="http://schemas.microsoft.com/office/drawing/2014/main" id="{FE728406-9B71-4621-B8E5-2D3D20A3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3864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29" name="parallel-marker-core-1">
            <a:extLst xmlns:a="http://schemas.openxmlformats.org/drawingml/2006/main">
              <a:ext uri="{FF2B5EF4-FFF2-40B4-BE49-F238E27FC236}">
                <a16:creationId xmlns:a16="http://schemas.microsoft.com/office/drawing/2014/main" id="{C078E101-DABB-412B-8AA5-A803749FE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7199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591d039494a6a">
            <a:extLst>
              <a:ext uri="{96DAC541-7B7A-43D3-8B79-37D633B846F1}">
                <asvg:svgBlip xmlns:asvg="http://schemas.microsoft.com/office/drawing/2016/SVG/main" r:embed="Rc5ae0bab44a74fe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2439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31" name="parallel-title-1">
            <a:extLst xmlns:a="http://schemas.openxmlformats.org/drawingml/2006/main">
              <a:ext uri="{FF2B5EF4-FFF2-40B4-BE49-F238E27FC236}">
                <a16:creationId xmlns:a16="http://schemas.microsoft.com/office/drawing/2014/main" id="{9A3F5213-E345-4C2D-95F1-EBABB573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16373" y="3181350"/>
            <a:ext cx="255910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规则判断</a:t>
            </a:r>
          </a:p>
        </p:txBody>
      </p:sp>
      <p:sp>
        <p:nvSpPr>
          <p:cNvPr id="32" name="parallel-rule-1">
            <a:extLst xmlns:a="http://schemas.openxmlformats.org/drawingml/2006/main">
              <a:ext uri="{FF2B5EF4-FFF2-40B4-BE49-F238E27FC236}">
                <a16:creationId xmlns:a16="http://schemas.microsoft.com/office/drawing/2014/main" id="{080432DD-DA4A-4508-A39D-CEE48CCA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38673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rallel-body-1">
            <a:extLst xmlns:a="http://schemas.openxmlformats.org/drawingml/2006/main">
              <a:ext uri="{FF2B5EF4-FFF2-40B4-BE49-F238E27FC236}">
                <a16:creationId xmlns:a16="http://schemas.microsoft.com/office/drawing/2014/main" id="{5B2AB6F7-0327-43CB-9F46-1952A1ED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73523" y="3962400"/>
            <a:ext cx="2444801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让规则帮我们做判断</a:t>
            </a:r>
          </a:p>
        </p:txBody>
      </p:sp>
      <p:sp>
        <p:nvSpPr>
          <p:cNvPr id="34" name="parallel-card-underlay-2">
            <a:extLst xmlns:a="http://schemas.openxmlformats.org/drawingml/2006/main">
              <a:ext uri="{FF2B5EF4-FFF2-40B4-BE49-F238E27FC236}">
                <a16:creationId xmlns:a16="http://schemas.microsoft.com/office/drawing/2014/main" id="{E342DB34-A305-4012-BBBC-214FB709A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85074" y="2514600"/>
            <a:ext cx="2825648" cy="3352800"/>
          </a:xfrm>
          <a:prstGeom xmlns:a="http://schemas.openxmlformats.org/drawingml/2006/main" prst="roundRect">
            <a:avLst>
              <a:gd name="adj" fmla="val 8764"/>
            </a:avLst>
          </a:prstGeom>
          <a:solidFill xmlns:a="http://schemas.openxmlformats.org/drawingml/2006/main">
            <a:srgbClr val="DFEAFA"/>
          </a:solidFill>
          <a:ln xmlns:a="http://schemas.openxmlformats.org/drawingml/2006/main" w="9525">
            <a:solidFill>
              <a:srgbClr val="DCE8F7"/>
            </a:solidFill>
            <a:prstDash val="solid"/>
          </a:ln>
        </p:spPr>
      </p:sp>
      <p:sp>
        <p:nvSpPr>
          <p:cNvPr id="35" name="parallel-card-surface-2">
            <a:extLst xmlns:a="http://schemas.openxmlformats.org/drawingml/2006/main">
              <a:ext uri="{FF2B5EF4-FFF2-40B4-BE49-F238E27FC236}">
                <a16:creationId xmlns:a16="http://schemas.microsoft.com/office/drawing/2014/main" id="{66FCF4E1-574C-44AB-8901-EE2EE1FB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8874" y="2419350"/>
            <a:ext cx="2978048" cy="3352800"/>
          </a:xfrm>
          <a:prstGeom xmlns:a="http://schemas.openxmlformats.org/drawingml/2006/main" prst="roundRect">
            <a:avLst>
              <a:gd name="adj" fmla="val 8316"/>
            </a:avLst>
          </a:prstGeom>
          <a:solidFill xmlns:a="http://schemas.openxmlformats.org/drawingml/2006/main">
            <a:srgbClr val="F4F8FD"/>
          </a:solidFill>
          <a:ln xmlns:a="http://schemas.openxmlformats.org/drawingml/2006/main" w="9525">
            <a:solidFill>
              <a:srgbClr val="D2E0F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36" name="parallel-card-accent-2">
            <a:extLst xmlns:a="http://schemas.openxmlformats.org/drawingml/2006/main">
              <a:ext uri="{FF2B5EF4-FFF2-40B4-BE49-F238E27FC236}">
                <a16:creationId xmlns:a16="http://schemas.microsoft.com/office/drawing/2014/main" id="{F5372602-86EB-4C60-978A-89E0583A6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07373" y="2419350"/>
            <a:ext cx="78105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arallel-marker-halo-2">
            <a:extLst xmlns:a="http://schemas.openxmlformats.org/drawingml/2006/main">
              <a:ext uri="{FF2B5EF4-FFF2-40B4-BE49-F238E27FC236}">
                <a16:creationId xmlns:a16="http://schemas.microsoft.com/office/drawing/2014/main" id="{5C467F3B-E546-46CE-BACF-FB5C1263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40698" y="19621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5FF"/>
          </a:solidFill>
          <a:ln xmlns:a="http://schemas.openxmlformats.org/drawingml/2006/main" w="9525">
            <a:solidFill>
              <a:srgbClr val="D8E7FA"/>
            </a:solidFill>
            <a:prstDash val="solid"/>
          </a:ln>
        </p:spPr>
      </p:sp>
      <p:sp>
        <p:nvSpPr>
          <p:cNvPr id="38" name="parallel-marker-core-2">
            <a:extLst xmlns:a="http://schemas.openxmlformats.org/drawingml/2006/main">
              <a:ext uri="{FF2B5EF4-FFF2-40B4-BE49-F238E27FC236}">
                <a16:creationId xmlns:a16="http://schemas.microsoft.com/office/drawing/2014/main" id="{59461CB0-0800-4D5E-815B-5C0D0FFDB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4048" y="2095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2"/>
          <a:fontRef xmlns:a="http://schemas.openxmlformats.org/drawingml/2006/main" idx="major"/>
        </p:style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8fb28c28e4202">
            <a:extLst>
              <a:ext uri="{96DAC541-7B7A-43D3-8B79-37D633B846F1}">
                <asvg:svgBlip xmlns:asvg="http://schemas.microsoft.com/office/drawing/2016/SVG/main" r:embed="Rc22bb1b29257411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226448" y="2247900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40" name="parallel-title-2">
            <a:extLst xmlns:a="http://schemas.openxmlformats.org/drawingml/2006/main">
              <a:ext uri="{FF2B5EF4-FFF2-40B4-BE49-F238E27FC236}">
                <a16:creationId xmlns:a16="http://schemas.microsoft.com/office/drawing/2014/main" id="{5D064447-DBA7-4FDE-B8A9-E94D06954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18424" y="3181350"/>
            <a:ext cx="255894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254B7C"/>
                </a:solidFill>
                <a:latin typeface="Microsoft YaHei"/>
                <a:ea typeface="Microsoft YaHei"/>
                <a:cs typeface="Microsoft YaHei"/>
              </a:rPr>
              <a:t>代码劳动</a:t>
            </a:r>
          </a:p>
        </p:txBody>
      </p:sp>
      <p:sp>
        <p:nvSpPr>
          <p:cNvPr id="41" name="parallel-rule-2">
            <a:extLst xmlns:a="http://schemas.openxmlformats.org/drawingml/2006/main">
              <a:ext uri="{FF2B5EF4-FFF2-40B4-BE49-F238E27FC236}">
                <a16:creationId xmlns:a16="http://schemas.microsoft.com/office/drawing/2014/main" id="{77BDCE88-EA6C-48DE-A520-CC66AFF66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40723" y="3657600"/>
            <a:ext cx="514350" cy="38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8AE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arallel-body-2">
            <a:extLst xmlns:a="http://schemas.openxmlformats.org/drawingml/2006/main">
              <a:ext uri="{FF2B5EF4-FFF2-40B4-BE49-F238E27FC236}">
                <a16:creationId xmlns:a16="http://schemas.microsoft.com/office/drawing/2014/main" id="{7B550B68-1186-48E5-9060-24E59458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75574" y="3962400"/>
            <a:ext cx="2444648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5000"/>
              </a:lnSpc>
              <a:buNone/>
              <a:def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46566A"/>
                </a:solidFill>
                <a:latin typeface="Microsoft YaHei"/>
                <a:ea typeface="Microsoft YaHei"/>
                <a:cs typeface="Microsoft YaHei"/>
              </a:rPr>
              <a:t>让代码完成重复劳动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E7535778-7BC5-C537-427C-FEF98ED8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5345A5E9-5915-4AA4-965B-0F12984F1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DA4F7B36-DC52-716A-DEF7-753169A8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57350"/>
            <a:ext cx="1139190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3000">
                <a:latin typeface="HYWenRunSongYun U"/>
                <a:ea typeface="HYWenRunSongYun U"/>
                <a:cs typeface="HYWenRunSongYun U"/>
              </a:defRPr>
            </a:pPr>
            <a:r>
              <a:rPr sz="30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PPagenT不追求偶然惊艳，而是用已验证
的表达能力和确定性代码，把不可预测的
PPT生成变成概率上高度可预测的交付。</a:t>
            </a:r>
          </a:p>
        </p:txBody>
      </p:sp>
    </p:spTree>
    <p:extLst>
      <p:ext uri="{BB962C8B-B14F-4D97-AF65-F5344CB8AC3E}">
        <p14:creationId xmlns:p14="http://schemas.microsoft.com/office/powerpoint/2010/main" val="120291939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266700" dist="114300" dir="5400000">
              <a:srgbClr val="2F5EA8">
                <a:alpha val="22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152400" dist="66675" dir="5400000">
              <a:srgbClr val="2F5EA8">
                <a:alpha val="10000"/>
              </a:srgbClr>
            </a:outerShdw>
          </a:effectLst>
        </a:effectStyle>
        <a:effectStyle>
          <a:effectLst>
            <a:outerShdw blurRad="190500" dist="85725" dir="5400000">
              <a:srgbClr val="2F5EA8">
                <a:alpha val="9000"/>
              </a:srgbClr>
            </a:outerShdw>
          </a:effectLst>
        </a:effectStyle>
        <a:effectStyle>
          <a:effectLst>
            <a:outerShdw blurRad="266700" dist="13335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285750" dist="133350" dir="5400000">
              <a:srgbClr val="234269">
                <a:alpha val="12000"/>
              </a:srgbClr>
            </a:outerShdw>
          </a:effectLst>
        </a:effectStyle>
        <a:effectStyle>
          <a:effectLst>
            <a:outerShdw blurRad="209550" dist="95250" dir="5400000">
              <a:srgbClr val="2185CC">
                <a:alpha val="24000"/>
              </a:srgbClr>
            </a:outerShdw>
          </a:effectLst>
        </a:effectStyle>
        <a:effectStyle>
          <a:effectLst>
            <a:outerShdw blurRad="247650" dist="114300" dir="5400000">
              <a:srgbClr val="1F487E">
                <a:alpha val="12000"/>
              </a:srgbClr>
            </a:outerShdw>
          </a:effectLst>
        </a:effectStyle>
        <a:effectStyle>
          <a:effectLst>
            <a:outerShdw blurRad="171450" dist="76200" dir="5400000">
              <a:srgbClr val="2F5EA8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154377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2026-08-22T14:37:58.4080000Z</dcterms:created>
  <dcterms:modified xsi:type="dcterms:W3CDTF">2026-08-22T14:37:58.4080000Z</dcterms:modified>
</coreProperties>
</file>