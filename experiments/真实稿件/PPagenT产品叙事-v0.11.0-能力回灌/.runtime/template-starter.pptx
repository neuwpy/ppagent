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02d33628a4e35" /><Relationship Type="http://schemas.openxmlformats.org/officeDocument/2006/relationships/extended-properties" Target="/docProps/app.xml" Id="R61349dc903884359" /><Relationship Type="http://schemas.openxmlformats.org/officeDocument/2006/relationships/officeDocument" Target="/ppt/presentation.xml" Id="Re88e93e641be47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693931ef0b491c"/>
    <p:sldMasterId xmlns:r="http://schemas.openxmlformats.org/officeDocument/2006/relationships" id="2147483660" r:id="R9aadbd9313414297"/>
    <p:sldMasterId xmlns:r="http://schemas.openxmlformats.org/officeDocument/2006/relationships" id="2147483663" r:id="R6cf103cf4ab1485a"/>
  </p:sldMasterIdLst>
  <p:notesMasterIdLst>
    <p:notesMasterId xmlns:r="http://schemas.openxmlformats.org/officeDocument/2006/relationships" r:id="R2522b6e61f754594"/>
  </p:notesMasterIdLst>
  <p:sldIdLst>
    <p:sldId xmlns:r="http://schemas.openxmlformats.org/officeDocument/2006/relationships" id="256" r:id="Raf4ff16d33ec4b91"/>
    <p:sldId xmlns:r="http://schemas.openxmlformats.org/officeDocument/2006/relationships" id="257" r:id="R8c4abfa3fe864d4f"/>
    <p:sldId xmlns:r="http://schemas.openxmlformats.org/officeDocument/2006/relationships" id="258" r:id="R3a949ff467d14944"/>
    <p:sldId xmlns:r="http://schemas.openxmlformats.org/officeDocument/2006/relationships" id="259" r:id="Ra3dd5bbdb41a4ec0"/>
    <p:sldId xmlns:r="http://schemas.openxmlformats.org/officeDocument/2006/relationships" id="260" r:id="R8cf6c850e9aa475a"/>
    <p:sldId xmlns:r="http://schemas.openxmlformats.org/officeDocument/2006/relationships" id="261" r:id="R7b76004c03ee40a8"/>
    <p:sldId xmlns:r="http://schemas.openxmlformats.org/officeDocument/2006/relationships" id="262" r:id="Ra7ae84d4960043c1"/>
    <p:sldId xmlns:r="http://schemas.openxmlformats.org/officeDocument/2006/relationships" id="263" r:id="R1f8e316844774827"/>
    <p:sldId xmlns:r="http://schemas.openxmlformats.org/officeDocument/2006/relationships" id="264" r:id="R43fe4550a30944ab"/>
    <p:sldId xmlns:r="http://schemas.openxmlformats.org/officeDocument/2006/relationships" id="265" r:id="R0d6331eab0024d60"/>
    <p:sldId xmlns:r="http://schemas.openxmlformats.org/officeDocument/2006/relationships" id="266" r:id="Rf447710a8d944d4c"/>
    <p:sldId xmlns:r="http://schemas.openxmlformats.org/officeDocument/2006/relationships" id="267" r:id="R9d95b01e22cc4c50"/>
    <p:sldId xmlns:r="http://schemas.openxmlformats.org/officeDocument/2006/relationships" id="268" r:id="R29a8b573281a43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fa2ef1b93a4628" /><Relationship Type="http://schemas.openxmlformats.org/officeDocument/2006/relationships/slideMaster" Target="/ppt/slideMasters/slideMaster1.xml" Id="Rc9693931ef0b491c" /><Relationship Type="http://schemas.openxmlformats.org/officeDocument/2006/relationships/slideMaster" Target="/ppt/slideMasters/slideMaster2.xml" Id="R9aadbd9313414297" /><Relationship Type="http://schemas.openxmlformats.org/officeDocument/2006/relationships/slideMaster" Target="/ppt/slideMasters/slideMaster3.xml" Id="R6cf103cf4ab1485a" /><Relationship Type="http://schemas.openxmlformats.org/officeDocument/2006/relationships/notesMaster" Target="/ppt/notesMasters/notesMaster1.xml" Id="R2522b6e61f754594" /><Relationship Type="http://schemas.openxmlformats.org/officeDocument/2006/relationships/presProps" Target="/ppt/presProps.xml" Id="R4ba45b9368c84520" /><Relationship Type="http://schemas.openxmlformats.org/officeDocument/2006/relationships/viewProps" Target="/ppt/viewProps.xml" Id="Rd17c2c3bcc7a4372" /><Relationship Type="http://schemas.openxmlformats.org/officeDocument/2006/relationships/tableStyles" Target="/ppt/tableStyles.xml" Id="Rafb8a5ef5e5d4e9a" /><Relationship Type="http://schemas.openxmlformats.org/officeDocument/2006/relationships/slide" Target="/ppt/slides/slide1.xml" Id="Raf4ff16d33ec4b91" /><Relationship Type="http://schemas.openxmlformats.org/officeDocument/2006/relationships/slide" Target="/ppt/slides/slide2.xml" Id="R8c4abfa3fe864d4f" /><Relationship Type="http://schemas.openxmlformats.org/officeDocument/2006/relationships/slide" Target="/ppt/slides/slide3.xml" Id="R3a949ff467d14944" /><Relationship Type="http://schemas.openxmlformats.org/officeDocument/2006/relationships/slide" Target="/ppt/slides/slide4.xml" Id="Ra3dd5bbdb41a4ec0" /><Relationship Type="http://schemas.openxmlformats.org/officeDocument/2006/relationships/slide" Target="/ppt/slides/slide5.xml" Id="R8cf6c850e9aa475a" /><Relationship Type="http://schemas.openxmlformats.org/officeDocument/2006/relationships/slide" Target="/ppt/slides/slide6.xml" Id="R7b76004c03ee40a8" /><Relationship Type="http://schemas.openxmlformats.org/officeDocument/2006/relationships/slide" Target="/ppt/slides/slide7.xml" Id="Ra7ae84d4960043c1" /><Relationship Type="http://schemas.openxmlformats.org/officeDocument/2006/relationships/slide" Target="/ppt/slides/slide8.xml" Id="R1f8e316844774827" /><Relationship Type="http://schemas.openxmlformats.org/officeDocument/2006/relationships/slide" Target="/ppt/slides/slide9.xml" Id="R43fe4550a30944ab" /><Relationship Type="http://schemas.openxmlformats.org/officeDocument/2006/relationships/slide" Target="/ppt/slides/slide10.xml" Id="R0d6331eab0024d60" /><Relationship Type="http://schemas.openxmlformats.org/officeDocument/2006/relationships/slide" Target="/ppt/slides/slide11.xml" Id="Rf447710a8d944d4c" /><Relationship Type="http://schemas.openxmlformats.org/officeDocument/2006/relationships/slide" Target="/ppt/slides/slide12.xml" Id="R9d95b01e22cc4c50" /><Relationship Type="http://schemas.openxmlformats.org/officeDocument/2006/relationships/slide" Target="/ppt/slides/slide13.xml" Id="R29a8b573281a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a6818ea600f4f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cb835171d7466f" /><Relationship Type="http://schemas.openxmlformats.org/officeDocument/2006/relationships/notesMaster" Target="/ppt/notesMasters/notesMaster1.xml" Id="R50d30fb3144643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57e154e0ac4b1b" /><Relationship Type="http://schemas.openxmlformats.org/officeDocument/2006/relationships/notesMaster" Target="/ppt/notesMasters/notesMaster1.xml" Id="Rde64d42c4e014f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6b8f4785204d34" /><Relationship Type="http://schemas.openxmlformats.org/officeDocument/2006/relationships/notesMaster" Target="/ppt/notesMasters/notesMaster1.xml" Id="R96930a4f5b8e44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68449c4ab4ddf" /><Relationship Type="http://schemas.openxmlformats.org/officeDocument/2006/relationships/notesMaster" Target="/ppt/notesMasters/notesMaster1.xml" Id="R4b8661f700434f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b361fcf0c943b4" /><Relationship Type="http://schemas.openxmlformats.org/officeDocument/2006/relationships/notesMaster" Target="/ppt/notesMasters/notesMaster1.xml" Id="Rfff5dc28b23c41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b3550d12704214" /><Relationship Type="http://schemas.openxmlformats.org/officeDocument/2006/relationships/notesMaster" Target="/ppt/notesMasters/notesMaster1.xml" Id="Rfdbc86d44b1b4e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cceb06b2af4122" /><Relationship Type="http://schemas.openxmlformats.org/officeDocument/2006/relationships/notesMaster" Target="/ppt/notesMasters/notesMaster1.xml" Id="Rf1ca661f6fda44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dd6ded0f3848e4" /><Relationship Type="http://schemas.openxmlformats.org/officeDocument/2006/relationships/notesMaster" Target="/ppt/notesMasters/notesMaster1.xml" Id="Rf4924a8058e24f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8d8e4d06ca4cce" /><Relationship Type="http://schemas.openxmlformats.org/officeDocument/2006/relationships/notesMaster" Target="/ppt/notesMasters/notesMaster1.xml" Id="Rded77181823844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dc72cb175a498c" /><Relationship Type="http://schemas.openxmlformats.org/officeDocument/2006/relationships/notesMaster" Target="/ppt/notesMasters/notesMaster1.xml" Id="Rb8f0d5c0b8794e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38bcc4e5c5457d" /><Relationship Type="http://schemas.openxmlformats.org/officeDocument/2006/relationships/notesMaster" Target="/ppt/notesMasters/notesMaster1.xml" Id="R6b0badbc1c5e47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7d1ec50781496f" /><Relationship Type="http://schemas.openxmlformats.org/officeDocument/2006/relationships/notesMaster" Target="/ppt/notesMasters/notesMaster1.xml" Id="Rae388722549e4a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4970bde28644ac" /><Relationship Type="http://schemas.openxmlformats.org/officeDocument/2006/relationships/notesMaster" Target="/ppt/notesMasters/notesMaster1.xml" Id="R5f16befb612c42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09c59e1614c03" /><Relationship Type="http://schemas.openxmlformats.org/officeDocument/2006/relationships/image" Target="/ppt/media/image.jpeg" Id="R079502c89e364693" /><Relationship Type="http://schemas.openxmlformats.org/officeDocument/2006/relationships/image" Target="/ppt/media/image.png" Id="R88961214177f43b2" /><Relationship Type="http://schemas.openxmlformats.org/officeDocument/2006/relationships/image" Target="/ppt/media/image2.png" Id="R3f3f80a8a1f04c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71017f9e648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4eb03c7974e7d" /><Relationship Type="http://schemas.openxmlformats.org/officeDocument/2006/relationships/image" Target="/ppt/media/image3.png" Id="R63b64dd127eb4b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2125261a642de" /><Relationship Type="http://schemas.openxmlformats.org/officeDocument/2006/relationships/image" Target="/ppt/media/image4.png" Id="Rac7f409ddc7049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2bde279a04f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a2c2b5d66418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1154247e842c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43e98aae84b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e790ca1a4498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7baa824cf460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9e76f8fb44c5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9593f5c9f04058" /><Relationship Type="http://schemas.openxmlformats.org/officeDocument/2006/relationships/image" Target="/ppt/media/image5.png" Id="R20699d43f972418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63e0e9b035471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c592adb8bef465d" /><Relationship Type="http://schemas.openxmlformats.org/officeDocument/2006/relationships/image" Target="/ppt/media/image5.png" Id="Ra665e54b65b34d6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96c2141c36649a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502c89e36469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61214177f43b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f80a8a1f04c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23211B2-3DA0-4200-BB32-82232325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64dd127eb4b2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578CC76-EDA3-4F93-89CA-3B895E9F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BCDC40B-49FE-44F4-9850-5B20ADEA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0345F72A-CE63-43A9-A792-CDA3E69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E52A68F-311A-404C-A123-E7C06C2F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f409ddc70496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598342B2-00FC-4819-BDD0-FC7B98F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E568113E-5402-4CDF-9AE7-BEB863D5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A1D607-1B2F-484D-AA4A-71B26BBB6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AE2E5C9-B34F-4D14-BAD4-8CCC1643DD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88CE7D6-BA95-4A94-AD49-11995B152C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2A71736-222A-4FE9-B07B-32B860FD4F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1B92E43-E36B-46E9-8719-7802EE980BC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9E01EEE-DEF7-408A-8715-68E65D2C90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1C6E25E-FE8C-4FCA-8DC4-07E1E012A7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DA902DE-7DEF-499A-B06E-4E649E93B5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7DA2434-FC8F-4327-9D80-1DDCC04D1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D40F3A0-98AA-42EB-A045-2163D1BAF9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6435618-5F61-496E-9E99-DD79F07A75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1BEF8BE-7866-483D-A587-E8BBDEC2A9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115496C-B710-401E-AA5F-B54DA55460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3E3D5A8-C65C-4AAB-A7F3-7A15926BDC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3818605-2DE1-487B-85B6-3D2915967F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90C5EA-A125-4847-8747-3AF2B248D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0BFB066-579F-4832-AA5C-60CEC95F4A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94E2F0E-7AA1-4C11-93F6-1D88E4C552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508E947-55B6-4E44-9F29-6AD76300A3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BBAAC33-D675-4D50-8F03-E18C5B369D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B0EDA5C-2B8D-4B99-AE01-A6A0803ED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CBB5A98-DF33-442C-9229-93B2CB680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7D5F6BB-4ED3-4872-B776-AB2030D5294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9136E97-D1CD-49AD-8D12-378B0948B0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F873E10-405C-42FF-ABD3-CB0E00AC3D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56770BA-4549-46C7-936D-FD41606BDF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C3BD010-D17A-41AE-8791-0D6654A29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459E34-D25F-4296-93E2-9D21B6F1B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146EEFC-94D4-43EF-88A2-05CDEDC3B9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BE4822-8589-45AF-95AF-59E250C02D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11392D-BFC5-4C7D-AA5F-765F39DCBE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D298FEA-CF3D-4E32-A8DA-BC982DF1B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B30F948-71EF-471F-8362-74B5C22857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61905B6-5F80-4D9B-9B5B-9947F9E9D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4BF047-9A6E-4984-878D-830C9FC254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8E3CB5-A886-4918-B59D-7A387D5D0E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B7EBB7-1E34-407F-952A-2A31102C5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99d43f972418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9BCB7CD-F1FB-42E8-A37E-407D9AD5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0A2997F-E2E6-428F-AE3C-DD18D90D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78878C9-A9B3-4E40-960A-D399DF7A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F954594-063F-459B-96C3-26437170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5e54b65b34d6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2861F29-E2A1-4A59-8CB3-007CE4D8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FA7503-C86B-49F7-92ED-568E7A2D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F9E2D76-5D5E-490C-8ED6-F7FFDE16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66FA0A3-90DE-4E2C-8815-69B44FD3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d640ac7ae4217" /><Relationship Type="http://schemas.openxmlformats.org/officeDocument/2006/relationships/slideLayout" Target="/ppt/slideLayouts/slideLayout1.xml" Id="Reeafac15caf74876" /><Relationship Type="http://schemas.openxmlformats.org/officeDocument/2006/relationships/slideLayout" Target="/ppt/slideLayouts/slideLayout2.xml" Id="R8762977fa4244236" /><Relationship Type="http://schemas.openxmlformats.org/officeDocument/2006/relationships/slideLayout" Target="/ppt/slideLayouts/slideLayout3.xml" Id="Rb31246e8c1aa4198" /><Relationship Type="http://schemas.openxmlformats.org/officeDocument/2006/relationships/slideLayout" Target="/ppt/slideLayouts/slideLayout4.xml" Id="Rfe93a86672284eed" /><Relationship Type="http://schemas.openxmlformats.org/officeDocument/2006/relationships/slideLayout" Target="/ppt/slideLayouts/slideLayout5.xml" Id="R702f9f496b5040dc" /><Relationship Type="http://schemas.openxmlformats.org/officeDocument/2006/relationships/slideLayout" Target="/ppt/slideLayouts/slideLayout6.xml" Id="Raec33b3c08864327" /><Relationship Type="http://schemas.openxmlformats.org/officeDocument/2006/relationships/slideLayout" Target="/ppt/slideLayouts/slideLayout7.xml" Id="R62c87675212345ee" /><Relationship Type="http://schemas.openxmlformats.org/officeDocument/2006/relationships/slideLayout" Target="/ppt/slideLayouts/slideLayout8.xml" Id="R5c6f5170dcf649e4" /><Relationship Type="http://schemas.openxmlformats.org/officeDocument/2006/relationships/slideLayout" Target="/ppt/slideLayouts/slideLayout9.xml" Id="R433879fbf13b4b58" /><Relationship Type="http://schemas.openxmlformats.org/officeDocument/2006/relationships/slideLayout" Target="/ppt/slideLayouts/slideLayout10.xml" Id="R13aff6c4324e4dfe" /><Relationship Type="http://schemas.openxmlformats.org/officeDocument/2006/relationships/slideLayout" Target="/ppt/slideLayouts/slideLayout11.xml" Id="R7d8c3a76e1c9440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ace8cf868474cd2" /><Relationship Type="http://schemas.openxmlformats.org/officeDocument/2006/relationships/slideLayout" Target="/ppt/slideLayouts/slideLayout12.xml" Id="R6a5f5963a4124907" /><Relationship Type="http://schemas.openxmlformats.org/officeDocument/2006/relationships/slideLayout" Target="/ppt/slideLayouts/slideLayout13.xml" Id="R46b6f2fbe3cc4e5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35f5f7b20f54168" /><Relationship Type="http://schemas.openxmlformats.org/officeDocument/2006/relationships/slideLayout" Target="/ppt/slideLayouts/slideLayout14.xml" Id="Readb72287a494cf8" /><Relationship Type="http://schemas.openxmlformats.org/officeDocument/2006/relationships/slideLayout" Target="/ppt/slideLayouts/slideLayout15.xml" Id="Rc02879608bbe47d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543B317-5C0F-4083-8017-4396FD34C1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F72BE5E-B9D6-4345-9745-58B509B289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724E9DC-99D4-461A-895F-2492DAA219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79847C-CCFC-43CE-AF10-A37EED96ACC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3DBE326-3D94-4B64-8AF6-1E1066D832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afac15caf74876"/>
    <p:sldLayoutId xmlns:r="http://schemas.openxmlformats.org/officeDocument/2006/relationships" id="2147483650" r:id="R8762977fa4244236"/>
    <p:sldLayoutId xmlns:r="http://schemas.openxmlformats.org/officeDocument/2006/relationships" id="2147483651" r:id="Rb31246e8c1aa4198"/>
    <p:sldLayoutId xmlns:r="http://schemas.openxmlformats.org/officeDocument/2006/relationships" id="2147483652" r:id="Rfe93a86672284eed"/>
    <p:sldLayoutId xmlns:r="http://schemas.openxmlformats.org/officeDocument/2006/relationships" id="2147483653" r:id="R702f9f496b5040dc"/>
    <p:sldLayoutId xmlns:r="http://schemas.openxmlformats.org/officeDocument/2006/relationships" id="2147483654" r:id="Raec33b3c08864327"/>
    <p:sldLayoutId xmlns:r="http://schemas.openxmlformats.org/officeDocument/2006/relationships" id="2147483655" r:id="R62c87675212345ee"/>
    <p:sldLayoutId xmlns:r="http://schemas.openxmlformats.org/officeDocument/2006/relationships" id="2147483656" r:id="R5c6f5170dcf649e4"/>
    <p:sldLayoutId xmlns:r="http://schemas.openxmlformats.org/officeDocument/2006/relationships" id="2147483657" r:id="R433879fbf13b4b58"/>
    <p:sldLayoutId xmlns:r="http://schemas.openxmlformats.org/officeDocument/2006/relationships" id="2147483658" r:id="R13aff6c4324e4dfe"/>
    <p:sldLayoutId xmlns:r="http://schemas.openxmlformats.org/officeDocument/2006/relationships" id="2147483659" r:id="R7d8c3a76e1c9440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C6A5B47-B0E1-4F3D-BA74-31DFAC59E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74995E7-C6CE-4983-92C1-530D6B865B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CBB512-2380-42DB-AE9B-5F9720BA02B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FCE7321-8EB8-45E4-A0D9-32D4A4772C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3F243F-0439-4DC9-87CA-8CCCCFCB18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a5f5963a4124907"/>
    <p:sldLayoutId xmlns:r="http://schemas.openxmlformats.org/officeDocument/2006/relationships" id="2147483662" r:id="R46b6f2fbe3cc4e5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7AE51C9-DA99-4C93-8D0E-BFDABD602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5A0C859-1E1F-40C6-9B84-43A1EB078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73C1BEC-C095-4656-8220-07165FED96A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92F92A-CB97-46AB-848A-CC87FC597A1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37D6D61-DF02-4D65-8AA0-7094AA2B3E4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adb72287a494cf8"/>
    <p:sldLayoutId xmlns:r="http://schemas.openxmlformats.org/officeDocument/2006/relationships" id="2147483665" r:id="Rc02879608bbe47d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9d081d70f449d" /><Relationship Type="http://schemas.openxmlformats.org/officeDocument/2006/relationships/notesSlide" Target="/ppt/notesSlides/notesSlide1.xml" Id="R6782f17e8f9946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89a1bfdec64fc7" /><Relationship Type="http://schemas.openxmlformats.org/officeDocument/2006/relationships/notesSlide" Target="/ppt/notesSlides/notesSlide2.xml" Id="Rf2d5d4f854e747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af44b577ac4f73" /><Relationship Type="http://schemas.openxmlformats.org/officeDocument/2006/relationships/image" Target="/ppt/media/image6.png" Id="Rfa79df292ba94218" /><Relationship Type="http://schemas.openxmlformats.org/officeDocument/2006/relationships/notesSlide" Target="/ppt/notesSlides/notesSlide3.xml" Id="R30f08e7831274e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ae6131502341e8" /><Relationship Type="http://schemas.openxmlformats.org/officeDocument/2006/relationships/image" Target="/ppt/media/image6.png" Id="R5dc21a85dc944c6c" /><Relationship Type="http://schemas.openxmlformats.org/officeDocument/2006/relationships/notesSlide" Target="/ppt/notesSlides/notesSlide4.xml" Id="R177852c512bf45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df1c341ca84e22" /><Relationship Type="http://schemas.openxmlformats.org/officeDocument/2006/relationships/image" Target="/ppt/media/image6.png" Id="Rbd6af9434e3a41c4" /><Relationship Type="http://schemas.openxmlformats.org/officeDocument/2006/relationships/notesSlide" Target="/ppt/notesSlides/notesSlide5.xml" Id="R9267267ee67f4a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79600032034095" /><Relationship Type="http://schemas.openxmlformats.org/officeDocument/2006/relationships/image" Target="/ppt/media/image6.png" Id="Ra38ca32937e84024" /><Relationship Type="http://schemas.openxmlformats.org/officeDocument/2006/relationships/notesSlide" Target="/ppt/notesSlides/notesSlide6.xml" Id="R2bb2529429564c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538a9ca8244e06" /><Relationship Type="http://schemas.openxmlformats.org/officeDocument/2006/relationships/image" Target="/ppt/media/image6.png" Id="Rf89d986ec0774d22" /><Relationship Type="http://schemas.openxmlformats.org/officeDocument/2006/relationships/notesSlide" Target="/ppt/notesSlides/notesSlide7.xml" Id="Redf0524afd3b40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55fd4db2494fff" /><Relationship Type="http://schemas.openxmlformats.org/officeDocument/2006/relationships/image" Target="/ppt/media/image6.png" Id="Rfad4c76c136048b0" /><Relationship Type="http://schemas.openxmlformats.org/officeDocument/2006/relationships/notesSlide" Target="/ppt/notesSlides/notesSlide8.xml" Id="R7039dd57e28146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a7a1b90512494a" /><Relationship Type="http://schemas.openxmlformats.org/officeDocument/2006/relationships/image" Target="/ppt/media/image6.png" Id="R058c19b22bd54594" /><Relationship Type="http://schemas.openxmlformats.org/officeDocument/2006/relationships/notesSlide" Target="/ppt/notesSlides/notesSlide9.xml" Id="R0ae7ec509c124a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9eaf42deaa421d" /><Relationship Type="http://schemas.openxmlformats.org/officeDocument/2006/relationships/image" Target="/ppt/media/image6.png" Id="R0c9197bf619648c6" /><Relationship Type="http://schemas.openxmlformats.org/officeDocument/2006/relationships/notesSlide" Target="/ppt/notesSlides/notesSlide10.xml" Id="R2a78769afb8e44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babbd302764887" /><Relationship Type="http://schemas.openxmlformats.org/officeDocument/2006/relationships/image" Target="/ppt/media/image6.png" Id="R06f5d55519ea4119" /><Relationship Type="http://schemas.openxmlformats.org/officeDocument/2006/relationships/notesSlide" Target="/ppt/notesSlides/notesSlide11.xml" Id="R30dfa7e4bafd4d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8c5ea308f44d1e" /><Relationship Type="http://schemas.openxmlformats.org/officeDocument/2006/relationships/image" Target="/ppt/media/image6.png" Id="Rcf9457b421794e9c" /><Relationship Type="http://schemas.openxmlformats.org/officeDocument/2006/relationships/notesSlide" Target="/ppt/notesSlides/notesSlide12.xml" Id="Rebaa411971a64f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2a50a516547e7" /><Relationship Type="http://schemas.openxmlformats.org/officeDocument/2006/relationships/notesSlide" Target="/ppt/notesSlides/notesSlide13.xml" Id="R9935707e358b45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740E18A-F918-419F-9C96-9F0D6736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F62491A7-BBCF-41D3-A321-E11A5CCD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B1C62936-5B83-4108-BDB3-718F0BB0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DD5D7420-B07A-46CF-885E-DAA9FC41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0A491B9-A115-4B6F-93F7-0EE84273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2533709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9df292ba94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21a85dc94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af9434e3a41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ca32937e840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d986ec0774d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4c76c136048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c19b22bd545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197bf619648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5d55519ea4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457b421794e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345A5E9-5915-4AA4-965B-0F12984F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2026-08-22T14:37:41.0120000Z</dcterms:created>
  <dcterms:modified xsi:type="dcterms:W3CDTF">2026-08-22T14:37:41.0120000Z</dcterms:modified>
</coreProperties>
</file>