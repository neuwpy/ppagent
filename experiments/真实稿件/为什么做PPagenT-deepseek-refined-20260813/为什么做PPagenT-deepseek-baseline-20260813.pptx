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82fd720a7e4a5f" /><Relationship Type="http://schemas.openxmlformats.org/officeDocument/2006/relationships/extended-properties" Target="/docProps/app.xml" Id="Rea8d432d4ead44a9" /><Relationship Type="http://schemas.openxmlformats.org/officeDocument/2006/relationships/officeDocument" Target="/ppt/presentation.xml" Id="R4e3b8808014d4e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b36f1077974db2"/>
    <p:sldMasterId xmlns:r="http://schemas.openxmlformats.org/officeDocument/2006/relationships" id="2147483660" r:id="R123ba8ae98dc46da"/>
    <p:sldMasterId xmlns:r="http://schemas.openxmlformats.org/officeDocument/2006/relationships" id="2147483663" r:id="R8cca9c28abef45d2"/>
  </p:sldMasterIdLst>
  <p:notesMasterIdLst>
    <p:notesMasterId xmlns:r="http://schemas.openxmlformats.org/officeDocument/2006/relationships" r:id="R18efa237c1e84761"/>
  </p:notesMasterIdLst>
  <p:sldIdLst>
    <p:sldId xmlns:r="http://schemas.openxmlformats.org/officeDocument/2006/relationships" id="256" r:id="R7377d461bd0b4cc8"/>
    <p:sldId xmlns:r="http://schemas.openxmlformats.org/officeDocument/2006/relationships" id="257" r:id="R37f2e908ef3443da"/>
    <p:sldId xmlns:r="http://schemas.openxmlformats.org/officeDocument/2006/relationships" id="258" r:id="R4d6abd266d614c9f"/>
    <p:sldId xmlns:r="http://schemas.openxmlformats.org/officeDocument/2006/relationships" id="259" r:id="Rb5867b2185f64de3"/>
    <p:sldId xmlns:r="http://schemas.openxmlformats.org/officeDocument/2006/relationships" id="260" r:id="Ree6ac6e3d3064854"/>
    <p:sldId xmlns:r="http://schemas.openxmlformats.org/officeDocument/2006/relationships" id="261" r:id="Rc596360c9c894e9a"/>
    <p:sldId xmlns:r="http://schemas.openxmlformats.org/officeDocument/2006/relationships" id="262" r:id="R466852c5b70744ff"/>
    <p:sldId xmlns:r="http://schemas.openxmlformats.org/officeDocument/2006/relationships" id="263" r:id="R676d0f9295ac4e74"/>
    <p:sldId xmlns:r="http://schemas.openxmlformats.org/officeDocument/2006/relationships" id="264" r:id="Rc5ca149eed8c4112"/>
    <p:sldId xmlns:r="http://schemas.openxmlformats.org/officeDocument/2006/relationships" id="265" r:id="R5a001e2e9b7e40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a52f17a3f541f0" /><Relationship Type="http://schemas.openxmlformats.org/officeDocument/2006/relationships/slideMaster" Target="/ppt/slideMasters/slideMaster1.xml" Id="R91b36f1077974db2" /><Relationship Type="http://schemas.openxmlformats.org/officeDocument/2006/relationships/slideMaster" Target="/ppt/slideMasters/slideMaster2.xml" Id="R123ba8ae98dc46da" /><Relationship Type="http://schemas.openxmlformats.org/officeDocument/2006/relationships/slideMaster" Target="/ppt/slideMasters/slideMaster3.xml" Id="R8cca9c28abef45d2" /><Relationship Type="http://schemas.openxmlformats.org/officeDocument/2006/relationships/notesMaster" Target="/ppt/notesMasters/notesMaster1.xml" Id="R18efa237c1e84761" /><Relationship Type="http://schemas.openxmlformats.org/officeDocument/2006/relationships/presProps" Target="/ppt/presProps.xml" Id="Red72b88e59d847e9" /><Relationship Type="http://schemas.openxmlformats.org/officeDocument/2006/relationships/viewProps" Target="/ppt/viewProps.xml" Id="R478e1d496ee744f3" /><Relationship Type="http://schemas.openxmlformats.org/officeDocument/2006/relationships/tableStyles" Target="/ppt/tableStyles.xml" Id="Ra517a8692710433f" /><Relationship Type="http://schemas.openxmlformats.org/officeDocument/2006/relationships/slide" Target="/ppt/slides/slide1.xml" Id="R7377d461bd0b4cc8" /><Relationship Type="http://schemas.openxmlformats.org/officeDocument/2006/relationships/slide" Target="/ppt/slides/slide2.xml" Id="R37f2e908ef3443da" /><Relationship Type="http://schemas.openxmlformats.org/officeDocument/2006/relationships/slide" Target="/ppt/slides/slide3.xml" Id="R4d6abd266d614c9f" /><Relationship Type="http://schemas.openxmlformats.org/officeDocument/2006/relationships/slide" Target="/ppt/slides/slide4.xml" Id="Rb5867b2185f64de3" /><Relationship Type="http://schemas.openxmlformats.org/officeDocument/2006/relationships/slide" Target="/ppt/slides/slide5.xml" Id="Ree6ac6e3d3064854" /><Relationship Type="http://schemas.openxmlformats.org/officeDocument/2006/relationships/slide" Target="/ppt/slides/slide6.xml" Id="Rc596360c9c894e9a" /><Relationship Type="http://schemas.openxmlformats.org/officeDocument/2006/relationships/slide" Target="/ppt/slides/slide7.xml" Id="R466852c5b70744ff" /><Relationship Type="http://schemas.openxmlformats.org/officeDocument/2006/relationships/slide" Target="/ppt/slides/slide8.xml" Id="R676d0f9295ac4e74" /><Relationship Type="http://schemas.openxmlformats.org/officeDocument/2006/relationships/slide" Target="/ppt/slides/slide9.xml" Id="Rc5ca149eed8c4112" /><Relationship Type="http://schemas.openxmlformats.org/officeDocument/2006/relationships/slide" Target="/ppt/slides/slide10.xml" Id="R5a001e2e9b7e40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e22a7e4ca9148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800df87ec1466d" /><Relationship Type="http://schemas.openxmlformats.org/officeDocument/2006/relationships/notesMaster" Target="/ppt/notesMasters/notesMaster1.xml" Id="R606f94fb097446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c0b2c70a974a65" /><Relationship Type="http://schemas.openxmlformats.org/officeDocument/2006/relationships/notesMaster" Target="/ppt/notesMasters/notesMaster1.xml" Id="Rcc0a7fece85540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feb3236003436d" /><Relationship Type="http://schemas.openxmlformats.org/officeDocument/2006/relationships/notesMaster" Target="/ppt/notesMasters/notesMaster1.xml" Id="R3771916634b847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9a660f9dd4409b" /><Relationship Type="http://schemas.openxmlformats.org/officeDocument/2006/relationships/notesMaster" Target="/ppt/notesMasters/notesMaster1.xml" Id="Rafede96055524a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2839c867b04c7a" /><Relationship Type="http://schemas.openxmlformats.org/officeDocument/2006/relationships/notesMaster" Target="/ppt/notesMasters/notesMaster1.xml" Id="Rd4def8c35c4145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4674539cdf429f" /><Relationship Type="http://schemas.openxmlformats.org/officeDocument/2006/relationships/notesMaster" Target="/ppt/notesMasters/notesMaster1.xml" Id="R0aaa3dce16a94d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1cf005779f49ce" /><Relationship Type="http://schemas.openxmlformats.org/officeDocument/2006/relationships/notesMaster" Target="/ppt/notesMasters/notesMaster1.xml" Id="Rcd0926c222f645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84fcca387a4592" /><Relationship Type="http://schemas.openxmlformats.org/officeDocument/2006/relationships/notesMaster" Target="/ppt/notesMasters/notesMaster1.xml" Id="R0bf0a8cad81d4a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daabae2b1a4aae" /><Relationship Type="http://schemas.openxmlformats.org/officeDocument/2006/relationships/notesMaster" Target="/ppt/notesMasters/notesMaster1.xml" Id="Rd71af1a90f644e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b1ea0772b84927" /><Relationship Type="http://schemas.openxmlformats.org/officeDocument/2006/relationships/notesMaster" Target="/ppt/notesMasters/notesMaster1.xml" Id="R78a2d4dabb1c4d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PPagenT：page1-intent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PPagenT：page2-intent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PPagenT：page3-intent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PPagenT：page4-intent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PPagenT：page5-intent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PPagenT：page6-intent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PPagenT：page7-intent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d117870ed458a" /><Relationship Type="http://schemas.openxmlformats.org/officeDocument/2006/relationships/image" Target="/ppt/media/image.jpeg" Id="Rdc56c04e1f2d4bd9" /><Relationship Type="http://schemas.openxmlformats.org/officeDocument/2006/relationships/image" Target="/ppt/media/image.png" Id="R210ae5d3bda5405f" /><Relationship Type="http://schemas.openxmlformats.org/officeDocument/2006/relationships/image" Target="/ppt/media/image2.png" Id="Rac9f110639dc4e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1c71b8038049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13860c8ba4065" /><Relationship Type="http://schemas.openxmlformats.org/officeDocument/2006/relationships/image" Target="/ppt/media/image3.png" Id="Rb4ec22ecb3b640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9390cb5c04db9" /><Relationship Type="http://schemas.openxmlformats.org/officeDocument/2006/relationships/image" Target="/ppt/media/image4.png" Id="R6d793cbf326645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af556c51842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e53e89a5c4cc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c826725594c4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5863e44634d9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67e15f2b5452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b36e7ef79489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b1ac3476142b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278ce11a2e446d" /><Relationship Type="http://schemas.openxmlformats.org/officeDocument/2006/relationships/image" Target="/ppt/media/image5.png" Id="Rc0fc448f06944ff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b11e656ceb43b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a5cd514115949aa" /><Relationship Type="http://schemas.openxmlformats.org/officeDocument/2006/relationships/image" Target="/ppt/media/image5.png" Id="Rf535f9bdbff14c4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0ca8d1820cc45d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6c04e1f2d4bd9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ae5d3bda5405f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f110639dc4e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4DA8061E-50B8-400A-85F2-49C3168E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c22ecb3b6409b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0CEA412B-5455-4538-93A7-CEF19F6F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970570E-3745-4294-AA41-40ECAA5F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E05906-A3BF-4BF4-9BE9-3324CE67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871B7261-FBD8-4346-BE22-95F79B2A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93cbf326645a5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8EF2A9C1-BE17-4BD3-B41C-AB7E36BC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2E15866A-BB6E-428A-B7F8-A9FD1A31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F15F315-3FED-47C8-955E-F3FA2CAD03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E8FED75-B160-470F-9179-E4E5FE1D3B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A61441B-30BC-42FD-AC22-862949DDD07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1F77BFB-9F28-4722-B29E-DEBC61ADF1C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BDF3E1A-027B-4076-966A-CC950BFEA81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648D9AE-7F7E-44E3-97E2-1AC959C2C2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7A00427-74E3-498D-BD3D-E07E8DBF2D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4E6EDAA-C346-4D56-B970-BAD01C43A2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913479-3415-4517-A291-A944EFD9A0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6D27655-C279-4B04-90CB-23112CF065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0118214-E8B7-47A9-842E-EAEE0879B4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8AD2474-8BCA-4060-B8C6-D83F9ABF06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BEECA0C-B97F-4D48-B594-6FEAEF515B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7EBA9A3-B804-4517-B1CA-F43DD3FB0C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AB0E505-CB1C-4D18-A2F7-55CD9B87B6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6BFDAD7-968E-4321-8AC9-B60B38CBAB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CD47694-F807-49AF-AD2B-5981509017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CC55F3E-1A5D-4178-94B4-3823C297E9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A490BA1-25A3-4D50-87CE-5CDD26D4ED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45FEF0F-F797-4108-B92A-7170B49866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ED41556-947E-46E0-979B-CCF2C892E6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79E53CE-3716-4671-8C29-C9429B59CA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C2A2CF9-1359-447C-9054-312CBF1100C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D2FDC9A-7D3F-4135-A7DC-EFFCE8ED09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162F4A-DB09-4D38-A4DF-E907D3D3FC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51C985-212F-456E-913B-3ABEA25D4C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618DA9F-B5A0-4CB0-95A3-4A709E861A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CC7B967-C077-4E9D-B504-B4ABCC13DC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BAF16F1-21E9-4630-B174-78D38AF806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D4641CB-37E1-45E5-9BE2-B66EABF618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3A9F0AA-9135-460D-A3CD-4EF9154FE8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BE1B67F-5A98-400D-A80E-29965C8B6A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A2A07BC-19F8-472C-B2C0-D2BFA39F41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AE955FB-E6F8-44A7-A679-AF898C060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C1BC9F0-54B6-4E55-A19B-693D787650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EF0DF35-6961-424F-9748-A1B6639138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820B10A-EC08-4665-884B-B1B0AB2324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c448f06944ff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1557AD3A-367A-486C-B94A-75891984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5E8B404-60D9-4002-BA34-7498AE38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9CC6FE5-1B2B-459F-8159-8FFDB5CC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6A278BF-9E28-45BA-814B-40DE9FB9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5f9bdbff14c4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28B4B46E-BEAF-4CEC-919D-F21D6448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B925A0A-7029-4303-BD41-7595DF6A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593BE31B-5FB8-4CB0-9B65-6A03899B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ED6D287-E797-48D6-9290-7EB16ACE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29c6b2eb0d4d57" /><Relationship Type="http://schemas.openxmlformats.org/officeDocument/2006/relationships/slideLayout" Target="/ppt/slideLayouts/slideLayout1.xml" Id="Re93b86e59e6b4465" /><Relationship Type="http://schemas.openxmlformats.org/officeDocument/2006/relationships/slideLayout" Target="/ppt/slideLayouts/slideLayout2.xml" Id="Rfa6f485796e14b58" /><Relationship Type="http://schemas.openxmlformats.org/officeDocument/2006/relationships/slideLayout" Target="/ppt/slideLayouts/slideLayout3.xml" Id="Rf5a7d866434345db" /><Relationship Type="http://schemas.openxmlformats.org/officeDocument/2006/relationships/slideLayout" Target="/ppt/slideLayouts/slideLayout4.xml" Id="R72faa9a366f8460f" /><Relationship Type="http://schemas.openxmlformats.org/officeDocument/2006/relationships/slideLayout" Target="/ppt/slideLayouts/slideLayout5.xml" Id="R72e11dee47634dbb" /><Relationship Type="http://schemas.openxmlformats.org/officeDocument/2006/relationships/slideLayout" Target="/ppt/slideLayouts/slideLayout6.xml" Id="R28dcb2f9c2f5436a" /><Relationship Type="http://schemas.openxmlformats.org/officeDocument/2006/relationships/slideLayout" Target="/ppt/slideLayouts/slideLayout7.xml" Id="Rc264e65ce2e04926" /><Relationship Type="http://schemas.openxmlformats.org/officeDocument/2006/relationships/slideLayout" Target="/ppt/slideLayouts/slideLayout8.xml" Id="Ra4aeefb8a07e49a0" /><Relationship Type="http://schemas.openxmlformats.org/officeDocument/2006/relationships/slideLayout" Target="/ppt/slideLayouts/slideLayout9.xml" Id="Rd1a8063b0bdb4b89" /><Relationship Type="http://schemas.openxmlformats.org/officeDocument/2006/relationships/slideLayout" Target="/ppt/slideLayouts/slideLayout10.xml" Id="R91b4c3830d5848d1" /><Relationship Type="http://schemas.openxmlformats.org/officeDocument/2006/relationships/slideLayout" Target="/ppt/slideLayouts/slideLayout11.xml" Id="R0454e651afbf49c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8cbc4f517134d12" /><Relationship Type="http://schemas.openxmlformats.org/officeDocument/2006/relationships/slideLayout" Target="/ppt/slideLayouts/slideLayout12.xml" Id="Re62a0810c6384dfd" /><Relationship Type="http://schemas.openxmlformats.org/officeDocument/2006/relationships/slideLayout" Target="/ppt/slideLayouts/slideLayout13.xml" Id="Rc4edeccb7d85451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e85e040f01e4cb3" /><Relationship Type="http://schemas.openxmlformats.org/officeDocument/2006/relationships/slideLayout" Target="/ppt/slideLayouts/slideLayout14.xml" Id="R024991f55c0d4f22" /><Relationship Type="http://schemas.openxmlformats.org/officeDocument/2006/relationships/slideLayout" Target="/ppt/slideLayouts/slideLayout15.xml" Id="Ra7953b4f1924493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8F68730-271F-45BB-B6E9-AE011B7909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13DEE85-07DB-4B9B-A6C5-BEFCFC56D9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32DB9E-6908-426C-97BE-D2DBC3F952D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76E6B28-E711-490A-AD14-9FD459931E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376AF38-CB11-4E54-8B75-2A6731A8C4A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3b86e59e6b4465"/>
    <p:sldLayoutId xmlns:r="http://schemas.openxmlformats.org/officeDocument/2006/relationships" id="2147483650" r:id="Rfa6f485796e14b58"/>
    <p:sldLayoutId xmlns:r="http://schemas.openxmlformats.org/officeDocument/2006/relationships" id="2147483651" r:id="Rf5a7d866434345db"/>
    <p:sldLayoutId xmlns:r="http://schemas.openxmlformats.org/officeDocument/2006/relationships" id="2147483652" r:id="R72faa9a366f8460f"/>
    <p:sldLayoutId xmlns:r="http://schemas.openxmlformats.org/officeDocument/2006/relationships" id="2147483653" r:id="R72e11dee47634dbb"/>
    <p:sldLayoutId xmlns:r="http://schemas.openxmlformats.org/officeDocument/2006/relationships" id="2147483654" r:id="R28dcb2f9c2f5436a"/>
    <p:sldLayoutId xmlns:r="http://schemas.openxmlformats.org/officeDocument/2006/relationships" id="2147483655" r:id="Rc264e65ce2e04926"/>
    <p:sldLayoutId xmlns:r="http://schemas.openxmlformats.org/officeDocument/2006/relationships" id="2147483656" r:id="Ra4aeefb8a07e49a0"/>
    <p:sldLayoutId xmlns:r="http://schemas.openxmlformats.org/officeDocument/2006/relationships" id="2147483657" r:id="Rd1a8063b0bdb4b89"/>
    <p:sldLayoutId xmlns:r="http://schemas.openxmlformats.org/officeDocument/2006/relationships" id="2147483658" r:id="R91b4c3830d5848d1"/>
    <p:sldLayoutId xmlns:r="http://schemas.openxmlformats.org/officeDocument/2006/relationships" id="2147483659" r:id="R0454e651afbf49c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3D5EEA3-0CA4-4F33-9828-084FD9EE9E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1347A72-A5AE-433A-90FF-057BAFDE4A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AAA4CC9-761B-4FF6-89E0-7A613548660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ED8897-DB5B-4173-9B9E-C49A41A7503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EFFC46-9AA6-436A-B70D-F533B09EDD9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62a0810c6384dfd"/>
    <p:sldLayoutId xmlns:r="http://schemas.openxmlformats.org/officeDocument/2006/relationships" id="2147483662" r:id="Rc4edeccb7d85451e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A4DA280-FB2D-4FF0-AEA6-3E75842AE6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4CE113F-E013-4817-95A8-EA41EC695E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2B8E54E-1DFC-47EE-98AD-3ED2CB6B4F0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1DC5F62-96AE-4EEA-8C9E-BDC778ED4B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66B3528-6FC9-46C6-BB4E-A91698A105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024991f55c0d4f22"/>
    <p:sldLayoutId xmlns:r="http://schemas.openxmlformats.org/officeDocument/2006/relationships" id="2147483665" r:id="Ra7953b4f1924493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266455d8a442b" /><Relationship Type="http://schemas.openxmlformats.org/officeDocument/2006/relationships/notesSlide" Target="/ppt/notesSlides/notesSlide1.xml" Id="R6ac777d2503e41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ba458f6f314dc4" /><Relationship Type="http://schemas.openxmlformats.org/officeDocument/2006/relationships/notesSlide" Target="/ppt/notesSlides/notesSlide2.xml" Id="Ra1a1ef706a5e4e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a38899fa074ad4" /><Relationship Type="http://schemas.openxmlformats.org/officeDocument/2006/relationships/notesSlide" Target="/ppt/notesSlides/notesSlide3.xml" Id="R1e13f0021d3a4d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19f9dc02cb7417e" /><Relationship Type="http://schemas.openxmlformats.org/officeDocument/2006/relationships/notesSlide" Target="/ppt/notesSlides/notesSlide4.xml" Id="R7b24647f1f2b49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085ea166804961" /><Relationship Type="http://schemas.openxmlformats.org/officeDocument/2006/relationships/notesSlide" Target="/ppt/notesSlides/notesSlide5.xml" Id="R2b9bab5ce3464c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db117ec11a4ddd" /><Relationship Type="http://schemas.openxmlformats.org/officeDocument/2006/relationships/notesSlide" Target="/ppt/notesSlides/notesSlide6.xml" Id="R776babe28c184e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ed1b6eef2c346e7" /><Relationship Type="http://schemas.openxmlformats.org/officeDocument/2006/relationships/notesSlide" Target="/ppt/notesSlides/notesSlide7.xml" Id="Rdf745f4bac7d47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93b34ee7d1740ed" /><Relationship Type="http://schemas.openxmlformats.org/officeDocument/2006/relationships/notesSlide" Target="/ppt/notesSlides/notesSlide8.xml" Id="R6c1e4a85fce245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30a829b4e14f45" /><Relationship Type="http://schemas.openxmlformats.org/officeDocument/2006/relationships/notesSlide" Target="/ppt/notesSlides/notesSlide9.xml" Id="R39b6ae65611145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a8c54eca14b8e" /><Relationship Type="http://schemas.openxmlformats.org/officeDocument/2006/relationships/notesSlide" Target="/ppt/notesSlides/notesSlide10.xml" Id="Rd41762a9c17c43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C65BED27-3F02-4D50-A852-F5D3EE57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68432E5E-C250-4742-B644-39A60AE0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8358B8EC-188D-4EAE-A6E8-187476BF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5AD32BC6-A6CA-47FB-9357-88E5EB40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2B35199E-602C-43D7-A38F-CE12E5F5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为什么做 PPagenT</a:t>
            </a:r>
          </a:p>
        </p:txBody>
      </p:sp>
    </p:spTree>
    <p:extLst>
      <p:ext uri="{BB962C8B-B14F-4D97-AF65-F5344CB8AC3E}">
        <p14:creationId xmlns:p14="http://schemas.microsoft.com/office/powerpoint/2010/main" val="16076776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做PPT真正费时的是判断而非画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指出工作PPT不需要每次重新设计，固定与稳定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介绍AI、规则、代码三者分工协作的机制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强调稳定80分比随机95分更有价值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说明服务人群不仅限于高手，而是更广大的普通人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PPT，真正费时间的不是“画”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定义问题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92A69F1-B36D-4980-A165-A008F24C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5660406-4FE9-449F-ABDA-403816C1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363ECE9-9691-403B-9A9A-838B3905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B96CB9A7-292A-4772-BF43-996AD6A2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6A92A179-557A-44E7-9FEE-E83CD994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DFC4BD4F-F17C-4705-8C0F-A5E7BC73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真正的成本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84F5C3EE-0DD8-414E-9017-A920EE16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做PPT费时间的不是把文本框拖到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左边还是右边，而是一连串判断。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0130182E-8062-4F8E-9B72-DEDBDC78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8CFB518A-F9D9-4012-8B29-973B2831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判断的内容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3D1EFD6B-0C73-4ED5-9263-0EA9CB7E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575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包括如何讲、拆多少页、每页讲什么、观点关系、哪里突出、何时用图等。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1FA783-F985-4EFE-9E85-D5215B3B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4C4456A8-8854-4235-B6C4-363592B4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AA520D77-88E9-4DC6-A2E0-A50157B6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重复劳动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A264101E-327F-4F10-A50C-F4DFD8BE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575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还需要翻旧PPT，替换内容、调整结构、统一样式，这些反复发生。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工作里的 PPT，不需要每次重新发明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提出观点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92A69F1-B36D-4980-A165-A008F24C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3BBAC6A7-8045-456B-9EDA-C735513F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B9D4384-B8CA-4D8B-A5EF-B7A57D1C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A73B57F3-AECD-462B-A849-08E92A4F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3E9D15D6-FB43-4E97-A6C7-09D23242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AI的现状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60A17079-D371-4E36-BE48-E7351D19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C27759DC-23C3-4BAD-ADDC-B30EBBF8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AI已经能根据材料生成PPT，也能画出自由的页面。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BD02071-E9AA-4050-B19F-C1A5457F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4677CF34-2A57-4585-A545-105C66E6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861FE31C-2040-4285-B277-D21091D4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PPagenT的取舍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6C2A2D54-59FF-455F-94C7-5F53CE5A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8CB28D4C-5CFF-4120-9102-DC72E6C1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主动牺牲一部分自由，换取可靠、稳定和效率。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负责理解，规则负责决定，代码负责执行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呈现解法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92A69F1-B36D-4980-A165-A008F24C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D53CBCD-5ECD-4123-9E6B-6C7A434A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BE1EF99-D1B1-465B-93D7-81DAF936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137B413B-73C2-44CD-9E6B-C2E3C117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3C751D5D-D79E-4700-B1EC-0A685660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A5BD206E-DBA2-4792-8204-10B6282D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AI理解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F3FDD8E9-8A14-4A18-B13C-A9539900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读取稿件，判断重点、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关系、拆页和表达目的。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40C4EB90-524F-461A-A416-86A0429F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590EB8CF-4B02-4B52-AC5A-4F266AA2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规则决定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99806506-A926-4FA9-A02E-59D849D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575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判断版式可用性、内容是否装得下、何时换版式或拆页。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115AB-847F-4FDC-BE88-4E015E7F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10EC2941-D500-48CC-B2C0-296FE1E3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3363B2DD-6477-420E-9984-11C5A3AC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代码执行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84D578BF-7E9D-4F3B-B392-C530FEE2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575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按照确认的坐标、字号、颜色和间距稳定生成原生PowerPoint。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论证价值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92A69F1-B36D-4980-A165-A008F24C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17A6002-72C5-4CE3-B6A5-53FF015D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10C8609-1696-4550-A568-2B95150E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9EF44C75-065B-41DD-9EF0-C1AC4673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EF39BB31-277D-4212-9F14-E1269AAD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AEA8747F-CD32-4B69-A3B2-0E555392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不追求95分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B6E6F547-240A-455E-BA1F-F8765F70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PPagenT不追求每次让人惊叹，而是稳定交付可用的结果。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1DA3AEFA-90DC-408D-90E9-18238797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78F612CC-0014-4171-8919-C8C9C572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实际场景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AFF9E1AF-9B5A-4955-97B4-D61F0C32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明天上午要汇报，晚上把稿件交给系统，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得到结构清楚、视觉规范、符合风格的PPT。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A765D5-7DCD-4F58-B76E-C6FEEE33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6BDDB5CC-C8A8-459C-A263-0E01BC25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63FC2CA5-D0D3-44AF-882B-2FCD8804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9A17141F-D271-4477-83DB-90C167C7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32587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稳定的80分初稿节省大量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时间，比偶尔的95分更实用。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不只服务最会做 PPT 的那 1%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扩展受众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92A69F1-B36D-4980-A165-A008F24C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7CBDE843-BA2A-44CF-A483-B48A91D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891007E-A7A5-4D05-88B1-4687EB5E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5FA7F3E1-0B1F-4711-A0A8-12C1A969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7AC333AD-849E-4864-A6D5-F1F60755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目标人群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D98D33CC-4F6A-4B1F-87BE-BB4325CC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573A546F-8153-41DD-A70E-5B2562B2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更广大的人有内容、有专业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知识，但不懂拆页和视觉排版。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B27D852-E58C-46C2-BDE8-115C0F6A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DEE62EE7-EF18-4641-A453-146F2627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6A3DA6FD-3EFD-4408-94F9-0A69CC3E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05F92948-E0F6-41B6-A842-A7AF1314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05239F61-A0F4-42FC-8ED5-A356DE03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把少数人的方法系统化，让更多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人低成本获得专业标准结果。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深化认知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92A69F1-B36D-4980-A165-A008F24C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DE48456-4225-43BB-8D82-8C2C8B28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80DD1F79-D765-4624-90BE-AB3B9593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0E014065-E1CB-4342-812F-29D196AB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F364E97E-1B63-498B-9AB0-566AD2D2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01E20F0F-EB0A-441E-8B7F-4D65B791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模板的局限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50BB20A5-F037-4CB9-AC10-E13F4927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现实内容无法被模板穷尽，数量不是核心。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97837BB3-9865-4DBE-839F-29440E47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E699FB51-487E-4898-8884-13D62B42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9825A934-1D8B-4944-9289-0B11F7D1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08CB8B44-C4AA-41EC-9F7E-6AE660C6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经验的积累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72357759-EF0D-4E10-85E8-677FD0C3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积累的是什么内容适合怎样表达、版式容量、边界变化等规律。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69323959-2687-4A6D-B2FC-234014A9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7694D9F8-F5F7-484C-9BDF-668E4517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919A460F-3864-4FE8-B447-95B8882A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95B014AE-D589-4258-9B7F-CEB17846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可复用性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044B848C-EB75-41FC-823D-0E883471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从作品变成能力，可服务更多学校、企业等。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最后，它想解决的是一件很普通的事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总结目标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92A69F1-B36D-4980-A165-A008F24C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A0D5CE1-D176-4D61-9F0F-FF7375BE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26C33A73-87FE-4D46-9E46-1580755D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0668D720-4175-43A5-A4AB-767474F4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1634533C-31D3-4AF5-89B5-F7EEB9DD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00156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70E93-9759-4ECA-AAE7-499B7947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DCFDE076-6300-48AB-B577-CA5D1426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23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8F7EBB03-98A2-404E-9A32-FF279657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做一套好PPT太费时间，很多时间花在重复问题上。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4D21D9-E5EF-43E4-B71C-0953CBBE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18E27819-A54B-4FBB-BDF1-2FF98EED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26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777F785E-F327-4948-9CE7-5428208E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AI读稿、规则判断、代码执行重复劳动。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D07A93-B473-417B-8A61-3FDA43B4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B533A498-85BD-4184-A14D-2606371C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9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ACCAFEC5-901D-4FAD-9C00-A1016827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让不擅长的人也能得到不一定惊艳但靠谱、且可修改的PPT。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E2D1744-F800-4109-B10E-7280057F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600">
                <a:latin typeface="HYWenRunSongYun U"/>
                <a:ea typeface="HYWenRunSongYun U"/>
                <a:cs typeface="HYWenRunSongYun U"/>
              </a:defRPr>
            </a:pPr>
            <a:r>
              <a:rPr sz="36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PPagenT通过AI理解、规则决定和代码执行，将高手做PPT
的经验系统化，提供稳定可靠的80分初稿，节省大量时间。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2026-08-13T08:33:39.7760000Z</dcterms:created>
  <dcterms:modified xsi:type="dcterms:W3CDTF">2026-08-13T08:33:39.7760000Z</dcterms:modified>
</coreProperties>
</file>