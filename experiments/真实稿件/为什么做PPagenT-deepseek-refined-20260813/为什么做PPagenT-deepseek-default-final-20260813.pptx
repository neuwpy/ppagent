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e4831b4e55415e" /><Relationship Type="http://schemas.openxmlformats.org/officeDocument/2006/relationships/extended-properties" Target="/docProps/app.xml" Id="Rf02f2b7652364c78" /><Relationship Type="http://schemas.openxmlformats.org/officeDocument/2006/relationships/officeDocument" Target="/ppt/presentation.xml" Id="R978c011edd24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ef3dfcc4f4e14"/>
    <p:sldMasterId xmlns:r="http://schemas.openxmlformats.org/officeDocument/2006/relationships" id="2147483660" r:id="R55b3867c68a54c0e"/>
    <p:sldMasterId xmlns:r="http://schemas.openxmlformats.org/officeDocument/2006/relationships" id="2147483663" r:id="Racb65a50708a49a2"/>
  </p:sldMasterIdLst>
  <p:notesMasterIdLst>
    <p:notesMasterId xmlns:r="http://schemas.openxmlformats.org/officeDocument/2006/relationships" r:id="R1698970de4574b7f"/>
  </p:notesMasterIdLst>
  <p:sldIdLst>
    <p:sldId xmlns:r="http://schemas.openxmlformats.org/officeDocument/2006/relationships" id="256" r:id="Rf47852e042d64296"/>
    <p:sldId xmlns:r="http://schemas.openxmlformats.org/officeDocument/2006/relationships" id="257" r:id="Rcf9c568b67114a25"/>
    <p:sldId xmlns:r="http://schemas.openxmlformats.org/officeDocument/2006/relationships" id="258" r:id="R2f45d9a29f064aea"/>
    <p:sldId xmlns:r="http://schemas.openxmlformats.org/officeDocument/2006/relationships" id="259" r:id="R7eb51deea15c469a"/>
    <p:sldId xmlns:r="http://schemas.openxmlformats.org/officeDocument/2006/relationships" id="260" r:id="R71e9c1e666ae4cea"/>
    <p:sldId xmlns:r="http://schemas.openxmlformats.org/officeDocument/2006/relationships" id="261" r:id="R21c512b6a9a04fd8"/>
    <p:sldId xmlns:r="http://schemas.openxmlformats.org/officeDocument/2006/relationships" id="262" r:id="Re5ca83dbdf1f4d92"/>
    <p:sldId xmlns:r="http://schemas.openxmlformats.org/officeDocument/2006/relationships" id="263" r:id="R9a9f4b2e7c994ede"/>
    <p:sldId xmlns:r="http://schemas.openxmlformats.org/officeDocument/2006/relationships" id="264" r:id="R9499c162bdae4d12"/>
    <p:sldId xmlns:r="http://schemas.openxmlformats.org/officeDocument/2006/relationships" id="265" r:id="R29ca9234783847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683fd0f9e4b2b" /><Relationship Type="http://schemas.openxmlformats.org/officeDocument/2006/relationships/slideMaster" Target="/ppt/slideMasters/slideMaster1.xml" Id="R693ef3dfcc4f4e14" /><Relationship Type="http://schemas.openxmlformats.org/officeDocument/2006/relationships/slideMaster" Target="/ppt/slideMasters/slideMaster2.xml" Id="R55b3867c68a54c0e" /><Relationship Type="http://schemas.openxmlformats.org/officeDocument/2006/relationships/slideMaster" Target="/ppt/slideMasters/slideMaster3.xml" Id="Racb65a50708a49a2" /><Relationship Type="http://schemas.openxmlformats.org/officeDocument/2006/relationships/notesMaster" Target="/ppt/notesMasters/notesMaster1.xml" Id="R1698970de4574b7f" /><Relationship Type="http://schemas.openxmlformats.org/officeDocument/2006/relationships/presProps" Target="/ppt/presProps.xml" Id="Rafe3e4f3d0544c65" /><Relationship Type="http://schemas.openxmlformats.org/officeDocument/2006/relationships/viewProps" Target="/ppt/viewProps.xml" Id="R7f038109a74e411d" /><Relationship Type="http://schemas.openxmlformats.org/officeDocument/2006/relationships/tableStyles" Target="/ppt/tableStyles.xml" Id="Rc7731a09d713468a" /><Relationship Type="http://schemas.openxmlformats.org/officeDocument/2006/relationships/slide" Target="/ppt/slides/slide1.xml" Id="Rf47852e042d64296" /><Relationship Type="http://schemas.openxmlformats.org/officeDocument/2006/relationships/slide" Target="/ppt/slides/slide2.xml" Id="Rcf9c568b67114a25" /><Relationship Type="http://schemas.openxmlformats.org/officeDocument/2006/relationships/slide" Target="/ppt/slides/slide3.xml" Id="R2f45d9a29f064aea" /><Relationship Type="http://schemas.openxmlformats.org/officeDocument/2006/relationships/slide" Target="/ppt/slides/slide4.xml" Id="R7eb51deea15c469a" /><Relationship Type="http://schemas.openxmlformats.org/officeDocument/2006/relationships/slide" Target="/ppt/slides/slide5.xml" Id="R71e9c1e666ae4cea" /><Relationship Type="http://schemas.openxmlformats.org/officeDocument/2006/relationships/slide" Target="/ppt/slides/slide6.xml" Id="R21c512b6a9a04fd8" /><Relationship Type="http://schemas.openxmlformats.org/officeDocument/2006/relationships/slide" Target="/ppt/slides/slide7.xml" Id="Re5ca83dbdf1f4d92" /><Relationship Type="http://schemas.openxmlformats.org/officeDocument/2006/relationships/slide" Target="/ppt/slides/slide8.xml" Id="R9a9f4b2e7c994ede" /><Relationship Type="http://schemas.openxmlformats.org/officeDocument/2006/relationships/slide" Target="/ppt/slides/slide9.xml" Id="R9499c162bdae4d12" /><Relationship Type="http://schemas.openxmlformats.org/officeDocument/2006/relationships/slide" Target="/ppt/slides/slide10.xml" Id="R29ca9234783847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60296bddb1645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83185cc3444e70" /><Relationship Type="http://schemas.openxmlformats.org/officeDocument/2006/relationships/notesMaster" Target="/ppt/notesMasters/notesMaster1.xml" Id="R6db9563f98b0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4ed4c13e444960" /><Relationship Type="http://schemas.openxmlformats.org/officeDocument/2006/relationships/notesMaster" Target="/ppt/notesMasters/notesMaster1.xml" Id="R849e2ccf6cb44d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67dcbe0b244032" /><Relationship Type="http://schemas.openxmlformats.org/officeDocument/2006/relationships/notesMaster" Target="/ppt/notesMasters/notesMaster1.xml" Id="Rfc95fb700cb6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ebd82f7dc749d0" /><Relationship Type="http://schemas.openxmlformats.org/officeDocument/2006/relationships/notesMaster" Target="/ppt/notesMasters/notesMaster1.xml" Id="R756c93acd17942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7937d35104946" /><Relationship Type="http://schemas.openxmlformats.org/officeDocument/2006/relationships/notesMaster" Target="/ppt/notesMasters/notesMaster1.xml" Id="R936c0e7ee430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ae7a57ce42490b" /><Relationship Type="http://schemas.openxmlformats.org/officeDocument/2006/relationships/notesMaster" Target="/ppt/notesMasters/notesMaster1.xml" Id="R45277eb662f04a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02751088b4e4c" /><Relationship Type="http://schemas.openxmlformats.org/officeDocument/2006/relationships/notesMaster" Target="/ppt/notesMasters/notesMaster1.xml" Id="R350c9aaaa1be40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8c882af81f4fc6" /><Relationship Type="http://schemas.openxmlformats.org/officeDocument/2006/relationships/notesMaster" Target="/ppt/notesMasters/notesMaster1.xml" Id="R6d0194977e2841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be3804c7c54ff6" /><Relationship Type="http://schemas.openxmlformats.org/officeDocument/2006/relationships/notesMaster" Target="/ppt/notesMasters/notesMaster1.xml" Id="R3f37edd4f6d944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291c12c9924397" /><Relationship Type="http://schemas.openxmlformats.org/officeDocument/2006/relationships/notesMaster" Target="/ppt/notesMasters/notesMaster1.xml" Id="R1a8a8fcd76d64e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73b45505c4950" /><Relationship Type="http://schemas.openxmlformats.org/officeDocument/2006/relationships/image" Target="/ppt/media/image.jpeg" Id="R28b54db113cf4c6c" /><Relationship Type="http://schemas.openxmlformats.org/officeDocument/2006/relationships/image" Target="/ppt/media/image.png" Id="Raa544bd5a16344d7" /><Relationship Type="http://schemas.openxmlformats.org/officeDocument/2006/relationships/image" Target="/ppt/media/image2.png" Id="R78bc47b7451b4b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7cffe4ee9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2ef53ec83437c" /><Relationship Type="http://schemas.openxmlformats.org/officeDocument/2006/relationships/image" Target="/ppt/media/image3.png" Id="R24c70a92c9514d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90572857a4012" /><Relationship Type="http://schemas.openxmlformats.org/officeDocument/2006/relationships/image" Target="/ppt/media/image4.png" Id="R0f11369e19dc45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0ba6f809c45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a2c82840f4d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ef1a53ab041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b99a791d84c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9e6f0dc9140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4f27e57c541e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ef3658912472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aa32c0d94344b7" /><Relationship Type="http://schemas.openxmlformats.org/officeDocument/2006/relationships/image" Target="/ppt/media/image5.png" Id="Rae80e3b78540486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92b6af56e74c7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84f6c9e57d4200" /><Relationship Type="http://schemas.openxmlformats.org/officeDocument/2006/relationships/image" Target="/ppt/media/image5.png" Id="Rb68721c2531a444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e9e7bd4fcd407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54db113cf4c6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44bd5a16344d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c47b7451b4b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D42FE56F-67FB-4501-9323-1784ED2F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70a92c9514d5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82FF91C-1035-41AD-A17D-2580DA05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1FC11FC-794C-4629-8A59-B7CD29B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B7F64F6-5EE5-4853-9668-223FCE51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9B3C8C08-C15E-4619-955C-C03FF796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1369e19dc457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4E7C4B97-FB5F-449E-BE45-2F3D607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3A6A67FD-0861-4EC2-969B-445325E0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3639A4-86A6-46DC-946C-5A5571C50A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C8A174-815C-4419-91AE-C708D9E9E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6A4FB65-2007-4D44-941D-F220043346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CA9F3FE-C980-48D5-98CD-AECF87CCE2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CB1DAB0-3DD2-4888-A466-855D61039E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7B751C-CD12-4DBB-A811-5C328D8B5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ABBD307-3676-44A2-8DE6-9A15D8ABB9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63D4AD5-A9BB-48F4-984D-348C6F9B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02D74A-AA05-4E71-9451-4EBCA5214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9BA576D-7F55-4176-8B60-1D04729649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5DBC998-91BA-491D-84C6-FFBDE45D7D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6C30AA8-80FE-4A55-852B-ECA4E2941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E501D16-7F58-41AB-922D-7A32B1F907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FBDDA5D-0D93-4C7B-BCAB-EB814ED04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AB4E125-9FCB-4A71-965F-B82BB764F0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8EFB55-43B6-452B-BBE2-9C1C7CBAD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E6B43D-582A-4535-9960-D822E42CEF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2071183-4126-41D3-A0BD-B73793C074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0BD827A-2040-4236-A729-F2EE5C1B4B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75ED63A-14FB-4BD9-A810-74AAD64696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7A58422-D630-4DAA-B81B-55347A914F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D949125-EEC0-424B-BC90-C216B9AF8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EBF2D62-A77E-4712-A7C5-3D9F21518F0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99717E6-CA47-4FB6-AD9A-6333290F95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28EEDAC-3C98-4FB9-BF99-A9BFDBBBD3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1290BBF-AFC2-445C-A2C4-033EDC1622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F37E37A-368C-496A-9D97-7436951A8E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92D58F-86FD-4919-82E7-82A967545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0CF9669-0F5B-4007-A801-EC7AF1D339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46458F-4DB0-4CF3-9862-4FABAB8228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843018-765C-4183-8891-40722B047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21B3955-8FA2-4A57-A6FC-2463F1367E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9D97F0A-011A-4BF8-84A3-144D0E585D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4D6EFBD-0EB6-4208-86ED-34D4261A30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2FB5AFF-7298-46B2-8FC5-E2387EFFE7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DF0111-057A-425F-A73A-44A410A623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AF2745-30CB-4874-A81A-7DE56888BF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0e3b78540486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74F8BE5-C44E-4D84-AE73-A4CC7A4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892C9EB-D9CF-4A0F-8FEF-CCBFC804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B98C546-48E9-46C2-B936-2753F5D5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3E652BD-EAEE-48B8-B1E3-89E25AB4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721c2531a444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ACF1EC5-7F52-4ECB-8A90-C9277D8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BF1636-BE66-4A77-8A20-71A8E575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E08F4B2-3261-4055-B1EC-AD14D79F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106B914-8411-447F-9630-1AA7BE00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a9854e536f4ef1" /><Relationship Type="http://schemas.openxmlformats.org/officeDocument/2006/relationships/slideLayout" Target="/ppt/slideLayouts/slideLayout1.xml" Id="R75c8c919f9624901" /><Relationship Type="http://schemas.openxmlformats.org/officeDocument/2006/relationships/slideLayout" Target="/ppt/slideLayouts/slideLayout2.xml" Id="Rd6da5e637e8e4284" /><Relationship Type="http://schemas.openxmlformats.org/officeDocument/2006/relationships/slideLayout" Target="/ppt/slideLayouts/slideLayout3.xml" Id="R18938b33f6714d8f" /><Relationship Type="http://schemas.openxmlformats.org/officeDocument/2006/relationships/slideLayout" Target="/ppt/slideLayouts/slideLayout4.xml" Id="R0c1a38e1003d4d73" /><Relationship Type="http://schemas.openxmlformats.org/officeDocument/2006/relationships/slideLayout" Target="/ppt/slideLayouts/slideLayout5.xml" Id="R7f4aac88ed614217" /><Relationship Type="http://schemas.openxmlformats.org/officeDocument/2006/relationships/slideLayout" Target="/ppt/slideLayouts/slideLayout6.xml" Id="R36cd4fe9e84e496b" /><Relationship Type="http://schemas.openxmlformats.org/officeDocument/2006/relationships/slideLayout" Target="/ppt/slideLayouts/slideLayout7.xml" Id="R807215f653924a5f" /><Relationship Type="http://schemas.openxmlformats.org/officeDocument/2006/relationships/slideLayout" Target="/ppt/slideLayouts/slideLayout8.xml" Id="Rf206189ba80c4706" /><Relationship Type="http://schemas.openxmlformats.org/officeDocument/2006/relationships/slideLayout" Target="/ppt/slideLayouts/slideLayout9.xml" Id="Ra0012bd6afbe4b93" /><Relationship Type="http://schemas.openxmlformats.org/officeDocument/2006/relationships/slideLayout" Target="/ppt/slideLayouts/slideLayout10.xml" Id="Rd3380ea210c34c80" /><Relationship Type="http://schemas.openxmlformats.org/officeDocument/2006/relationships/slideLayout" Target="/ppt/slideLayouts/slideLayout11.xml" Id="Rbe69a1751ee24db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29ac89241744030" /><Relationship Type="http://schemas.openxmlformats.org/officeDocument/2006/relationships/slideLayout" Target="/ppt/slideLayouts/slideLayout12.xml" Id="R91836abe9aac4858" /><Relationship Type="http://schemas.openxmlformats.org/officeDocument/2006/relationships/slideLayout" Target="/ppt/slideLayouts/slideLayout13.xml" Id="Re77bec45153f450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e06d07e7f6c4e93" /><Relationship Type="http://schemas.openxmlformats.org/officeDocument/2006/relationships/slideLayout" Target="/ppt/slideLayouts/slideLayout14.xml" Id="Rb5b3561384e04d65" /><Relationship Type="http://schemas.openxmlformats.org/officeDocument/2006/relationships/slideLayout" Target="/ppt/slideLayouts/slideLayout15.xml" Id="R51cc1b95f9ca467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B6295B-59B9-4041-9436-2883BB2DB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B1882E0-6E3A-43CD-A34A-69D5799536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A79781-E7B3-4020-BAB5-6B2007AAD85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D32167-8B88-4E2A-8AE3-B59A7357409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A63E56-A9FB-46A9-B8B0-DFE1621938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8c919f9624901"/>
    <p:sldLayoutId xmlns:r="http://schemas.openxmlformats.org/officeDocument/2006/relationships" id="2147483650" r:id="Rd6da5e637e8e4284"/>
    <p:sldLayoutId xmlns:r="http://schemas.openxmlformats.org/officeDocument/2006/relationships" id="2147483651" r:id="R18938b33f6714d8f"/>
    <p:sldLayoutId xmlns:r="http://schemas.openxmlformats.org/officeDocument/2006/relationships" id="2147483652" r:id="R0c1a38e1003d4d73"/>
    <p:sldLayoutId xmlns:r="http://schemas.openxmlformats.org/officeDocument/2006/relationships" id="2147483653" r:id="R7f4aac88ed614217"/>
    <p:sldLayoutId xmlns:r="http://schemas.openxmlformats.org/officeDocument/2006/relationships" id="2147483654" r:id="R36cd4fe9e84e496b"/>
    <p:sldLayoutId xmlns:r="http://schemas.openxmlformats.org/officeDocument/2006/relationships" id="2147483655" r:id="R807215f653924a5f"/>
    <p:sldLayoutId xmlns:r="http://schemas.openxmlformats.org/officeDocument/2006/relationships" id="2147483656" r:id="Rf206189ba80c4706"/>
    <p:sldLayoutId xmlns:r="http://schemas.openxmlformats.org/officeDocument/2006/relationships" id="2147483657" r:id="Ra0012bd6afbe4b93"/>
    <p:sldLayoutId xmlns:r="http://schemas.openxmlformats.org/officeDocument/2006/relationships" id="2147483658" r:id="Rd3380ea210c34c80"/>
    <p:sldLayoutId xmlns:r="http://schemas.openxmlformats.org/officeDocument/2006/relationships" id="2147483659" r:id="Rbe69a1751ee24db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28A887F-92DF-4FB1-8399-D1C008B91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09E4F1-8851-4FE1-A5C0-7E1E6133ED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29EFD5-3919-4532-BED6-D144AF2686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7696665-DE8C-4531-9E09-9B3F26755E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C9774-A085-4DEC-824E-793618EAB3A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1836abe9aac4858"/>
    <p:sldLayoutId xmlns:r="http://schemas.openxmlformats.org/officeDocument/2006/relationships" id="2147483662" r:id="Re77bec45153f450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9ED3EF4-6DEB-4E1F-ACDC-FEF582F31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B2C07E7-E92F-4ED2-951F-B862FEA589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597531A-BF91-4D50-98FD-EB50A7ECF7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2EB7008-5318-4592-B891-5AEF7FBEFAC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B6AA03-67B7-41B2-ABA7-F0B58F0BDA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5b3561384e04d65"/>
    <p:sldLayoutId xmlns:r="http://schemas.openxmlformats.org/officeDocument/2006/relationships" id="2147483665" r:id="R51cc1b95f9ca467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15b1039c345a0" /><Relationship Type="http://schemas.openxmlformats.org/officeDocument/2006/relationships/notesSlide" Target="/ppt/notesSlides/notesSlide1.xml" Id="Ra06adbd769674c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05d902078748b8" /><Relationship Type="http://schemas.openxmlformats.org/officeDocument/2006/relationships/notesSlide" Target="/ppt/notesSlides/notesSlide2.xml" Id="R580377e718bf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f88bf4221149a1" /><Relationship Type="http://schemas.openxmlformats.org/officeDocument/2006/relationships/notesSlide" Target="/ppt/notesSlides/notesSlide3.xml" Id="Ra54af3f46d6243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d90c824bd24e32" /><Relationship Type="http://schemas.openxmlformats.org/officeDocument/2006/relationships/notesSlide" Target="/ppt/notesSlides/notesSlide4.xml" Id="R88b7661d65a24f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9fbd64566c46e1" /><Relationship Type="http://schemas.openxmlformats.org/officeDocument/2006/relationships/notesSlide" Target="/ppt/notesSlides/notesSlide5.xml" Id="R6943778844ae40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c7c520fbe440fb" /><Relationship Type="http://schemas.openxmlformats.org/officeDocument/2006/relationships/notesSlide" Target="/ppt/notesSlides/notesSlide6.xml" Id="R74a1762a0f6648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4f2d058f374cb7" /><Relationship Type="http://schemas.openxmlformats.org/officeDocument/2006/relationships/notesSlide" Target="/ppt/notesSlides/notesSlide7.xml" Id="R1f86653924cb4e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5510460da1433a" /><Relationship Type="http://schemas.openxmlformats.org/officeDocument/2006/relationships/notesSlide" Target="/ppt/notesSlides/notesSlide8.xml" Id="Rfb25b31b42744e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0afd46c3944939" /><Relationship Type="http://schemas.openxmlformats.org/officeDocument/2006/relationships/notesSlide" Target="/ppt/notesSlides/notesSlide9.xml" Id="R521cfdb34ca745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cd778a5a4080" /><Relationship Type="http://schemas.openxmlformats.org/officeDocument/2006/relationships/notesSlide" Target="/ppt/notesSlides/notesSlide10.xml" Id="R38f7c66b63ba4c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39503C1-84DA-456F-8665-1B15BC75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68D0E2D-3927-4FF1-841F-F5BE7B83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C5FFA7B8-3509-42EA-8E1F-AFF574D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FB6F3D73-B0E4-44D2-819D-5235677D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AAE66B9E-588F-4FB7-9B1F-34A11FA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18777140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做 PPT 真正费时间的是什么？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每次都不一样不一定是好事。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AI、规则与代码如何分工。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 80 分比随机 95 分更值钱。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让更多人获得好用的 PPT。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D0794EE-DB8A-40DA-9956-481655F4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014A455-8E6B-4FE1-A6EF-119817A4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A7F9E0EA-0176-48B2-B667-D72775C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27FA56AF-4DE3-4328-8BDF-9AE7F54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B961FB89-453B-4602-A57F-E0D21B0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一连串判断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28CE2EB4-AE6D-4E1E-915F-91464231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怎么讲、拆几页、每页讲什么、观点关系、哪里突出、何时用图、何时一句话。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48BE105-44E8-4F2A-9552-FECD040C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FFD3947D-9706-45FC-B287-0E96F6CF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AD37CDED-5ABC-4635-A09E-6ADDD39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C9BEF8AA-0BF9-4020-9D3A-ABA15126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翻找旧稿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AF004791-A988-4F84-8F7F-CA40F03E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找相似页面、替换内容、调结构、统一字体字号颜色间距。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7F23650C-2C44-40C3-91B9-7D79852C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6D6DC0A1-7535-4F3E-9393-A19B814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58ED9995-1247-47CC-A782-FF1BEBEF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AA170322-7BCD-4C31-A48C-3944CFE2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高手的答案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7A6CDA6F-10EA-4003-A0E9-C2CA51D6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既然已知怎样好，为何每次重做？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3C5E626-66DA-427B-BBDE-96B908A7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B69D71A-7970-4EC7-BA37-9DED0EE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B4099EB9-3DB8-4210-BAA2-D5EC84EE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9F65F45E-BECA-41A8-A52D-EDE5897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15CFC549-CE81-4F5F-A8CC-66AE9915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固定是验证过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7403F52B-233A-4933-8DD7-E1D0C4C7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学校、企业、个人有长期形成的表达方式；固定意味着可靠。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2DFCB00-D419-46FF-BE6E-33D734FC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3D2E358D-128F-4D03-9D0C-323889B5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每次不一样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3F619804-70BE-4FBA-BECC-7C9BFE2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能生成自由炫的页面，但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工作里不需要每次重新设计。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20BA4-8953-4FB3-BC33-3370C40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FD90DB50-11D0-4EDF-BF89-341F307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DFBE5195-C2C3-4FC5-9809-91AEB84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牺牲自由换稳定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6D9833AA-6C7B-43A2-B2A7-5FEE97B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主动牺牲一部分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自由，换取可靠、稳定和效率。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E02BA68-3CC3-4E0D-9CF1-2CAE2258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BF62579-EF4D-494C-BBF1-7AD12B0C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3577B51A-76A7-45A1-986A-15E186A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C35DD570-22AC-460E-A141-37EBFFF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FF2C32B0-4768-4EE8-8673-57A5CA4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负责理解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B3A5319F-9161-4840-855D-BE32B553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关系、拆页和表达目的。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0B9AC474-F4D3-4A60-A474-233B205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4C557D01-E70D-4765-97F9-0989320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规则负责决定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6018B523-7AD3-42C4-9979-D97AAAB8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判断版式是否可用、内容是否装得下、何时换版式或拆页。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01641-D800-4604-95D0-0C5E6C9B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1EED6A37-F91F-42C3-80CA-AB9784D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6568C9C6-2809-4E8D-A3B4-B936A47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代码负责执行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DBB98EC4-97E0-4475-A2DE-4052F354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按确认的坐标、字号、颜色、间距，稳定生成可编辑 PowerPoint。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55D25-4632-43ED-9818-CCC3720F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D1C68D52-96A5-408B-BB7C-0B3A0264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5573925B-6944-477A-A2FF-5DC4DF3C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直接说法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BD8A58AE-6EE0-418A-8B64-7F67A7F6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读懂稿子，然后调用人已经提前做好的好东西。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F449892-95BE-4555-9934-80AB7037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A8ED-5EDD-425E-B513-E0B0C55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DC8E9-0BA5-473B-B887-B6135E7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F6A03-7321-47A8-BB26-F4AEE956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AFF2DAED-6AD5-4536-A8AA-CB32FA4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C299888E-25AC-4806-BD5F-990EBC61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04EB683B-7E92-41F5-A0B8-B92AA62E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BB52C0A1-3146-42CE-BF5E-7C624E48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3589054-E085-4F92-9C1D-CC57C83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CCCAC610-C103-4150-BBD5-E42BCBA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追求惊艳，但不可靠，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第二天不一定能改。</a:t>
            </a:r>
          </a:p>
        </p:txBody>
      </p:sp>
      <p:sp>
        <p:nvSpPr>
          <p:cNvPr id="25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67EF8A91-B56A-4562-B986-34B274E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CCDCE32D-2F2A-40DC-B7EB-EE8CD663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4611E94B-364D-4B06-B2EB-062C7B4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8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16DB5EDB-39DB-4AD1-B14A-4F3CF9B1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B5E296E-D592-4563-A95F-90A62FF0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9C4A0C30-4189-4705-8124-71C62E6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结构清楚、视觉规范、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符合风格，第二天可继续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修改，节省大量时间。</a:t>
            </a:r>
          </a:p>
        </p:txBody>
      </p:sp>
      <p:sp>
        <p:nvSpPr>
          <p:cNvPr id="3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B6C859FA-5DA7-4FC0-A73B-5054CA7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DAC90BFA-DE21-4B83-BADF-596B1C08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EADAE6E-4294-4D1A-9ABA-74764BC1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3EF82B3-4BD2-45E1-A718-E111F45D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5FC4CB11-B54E-4649-B412-0956BAC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6C1282D-CB6B-4267-A615-BE536F1E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EBCA7CCD-67DC-47C5-BBBD-1359AE67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更多普通人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C952F214-0509-4A60-97E0-7314A88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有内容、有专业知识、有任务，但不擅长拆页和排版。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1E77C80E-0A70-48D8-BD8B-07887EB0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E2C297CB-65FA-43FE-98E9-37568BD7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少数高手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917430F1-249B-4115-B247-98E65EF9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他们不需要 PPagenT，自己可以做得更好。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7AD74-DB7A-40D1-BE4F-A3787DC3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21426331-A810-449E-91DC-559D979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B30B7B54-D5C4-4F72-A1DF-BE2B779F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系统化经验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7EBB25E2-131A-4D9B-9F78-F1B9566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把熟练者的方法做成系统，让更多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人低成本获得接近专业的结果。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7305032-6AF0-4BF0-9BBA-A4C15D71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A9D32F5-E449-4259-AAD7-DA7CC04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2BA18286-C0F9-4FBD-AE44-67A7E1E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824FE72D-4B2F-47DA-9DFE-C567312E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D042510D-AC3B-4EB8-98A1-E8DA2F7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积累的是经验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AF3D91BA-BC38-4025-A784-796103C6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什么内容适合怎样表达、版式能处理多少内容、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超过边界怎样变化、哪些情况即使能画也不该用。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9D1468D-899A-43E0-A31B-C2E8DDBD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BE3B937F-4E93-48D2-A539-9809AB33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可扩展到更多场景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5453B397-AEDE-43DE-86A9-260D428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东北大学是起点，但可服务其他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学校、企业、实验室和个人。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收束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1CD78BC-4152-42AD-90FD-0AB7887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7467EE8B-6ECB-4095-AE6B-4143A5EA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4563182-DCDD-4808-BDD6-B63CF330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9EFF62EA-1D1D-4CF1-8856-CE83E6A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A6CD0DB6-A634-4F82-B622-C05A8D2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17E0AA43-70E0-4723-9724-0AC8C925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14C69D60-06CA-4016-8E4A-E80337F7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读稿、规则判断、代码执行，把高手经验留下来。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5155E6C-1885-4F4C-8D9D-D3ECEE8F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42569DC1-E2FA-4913-A512-C6F28C94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51F31A9D-A59A-4A26-8406-C67C97F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最终价值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EB5DC31C-B4AF-4367-A56E-BCA3C108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C1D6744F-3DC7-42F1-A3AC-26839B53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让不擅长做 PPT 的人也能快速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得到靠谱、好用、可修改的 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C24C8AA-6A4E-4ACF-82E1-F0FC53D7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600">
                <a:latin typeface="HYWenRunSongYun U"/>
                <a:ea typeface="HYWenRunSongYun U"/>
                <a:cs typeface="HYWenRunSongYun U"/>
              </a:defRPr>
            </a:pPr>
            <a:r>
              <a:rPr sz="36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真正费时间的是反复发生的判断；
PPagenT 用 AI 理解、规则决定、代码执行，
稳定交付工作中真正可用的 80 分初稿。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2026-08-13T09:12:51.6520000Z</dcterms:created>
  <dcterms:modified xsi:type="dcterms:W3CDTF">2026-08-13T09:12:51.6520000Z</dcterms:modified>
</coreProperties>
</file>