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c0f2c97b6e4b0b" /><Relationship Type="http://schemas.openxmlformats.org/officeDocument/2006/relationships/extended-properties" Target="/docProps/app.xml" Id="R71a5a339a56640f6" /><Relationship Type="http://schemas.openxmlformats.org/officeDocument/2006/relationships/officeDocument" Target="/ppt/presentation.xml" Id="R17055f3bd57b44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33317874f4dda"/>
    <p:sldMasterId xmlns:r="http://schemas.openxmlformats.org/officeDocument/2006/relationships" id="2147483660" r:id="R5770492b12824223"/>
    <p:sldMasterId xmlns:r="http://schemas.openxmlformats.org/officeDocument/2006/relationships" id="2147483663" r:id="Re23f78b946d54fb7"/>
  </p:sldMasterIdLst>
  <p:notesMasterIdLst>
    <p:notesMasterId xmlns:r="http://schemas.openxmlformats.org/officeDocument/2006/relationships" r:id="Rd3db1640e2364423"/>
  </p:notesMasterIdLst>
  <p:sldIdLst>
    <p:sldId xmlns:r="http://schemas.openxmlformats.org/officeDocument/2006/relationships" id="256" r:id="Rc11dceaaa81c43c9"/>
    <p:sldId xmlns:r="http://schemas.openxmlformats.org/officeDocument/2006/relationships" id="257" r:id="R959c22b6c87e49a4"/>
    <p:sldId xmlns:r="http://schemas.openxmlformats.org/officeDocument/2006/relationships" id="258" r:id="R20dfeaab28584670"/>
    <p:sldId xmlns:r="http://schemas.openxmlformats.org/officeDocument/2006/relationships" id="259" r:id="Rd6e0586007f04e0e"/>
    <p:sldId xmlns:r="http://schemas.openxmlformats.org/officeDocument/2006/relationships" id="260" r:id="Re31a6dbc1e924b2a"/>
    <p:sldId xmlns:r="http://schemas.openxmlformats.org/officeDocument/2006/relationships" id="261" r:id="Rfc8ef7cbf0354164"/>
    <p:sldId xmlns:r="http://schemas.openxmlformats.org/officeDocument/2006/relationships" id="262" r:id="Re3467214c033412d"/>
    <p:sldId xmlns:r="http://schemas.openxmlformats.org/officeDocument/2006/relationships" id="263" r:id="R91ddf60d8ec94253"/>
    <p:sldId xmlns:r="http://schemas.openxmlformats.org/officeDocument/2006/relationships" id="264" r:id="R6eae30bea1f7481b"/>
    <p:sldId xmlns:r="http://schemas.openxmlformats.org/officeDocument/2006/relationships" id="265" r:id="R7e97dee2ec50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fad9c702c4224" /><Relationship Type="http://schemas.openxmlformats.org/officeDocument/2006/relationships/slideMaster" Target="/ppt/slideMasters/slideMaster1.xml" Id="R1c733317874f4dda" /><Relationship Type="http://schemas.openxmlformats.org/officeDocument/2006/relationships/slideMaster" Target="/ppt/slideMasters/slideMaster2.xml" Id="R5770492b12824223" /><Relationship Type="http://schemas.openxmlformats.org/officeDocument/2006/relationships/slideMaster" Target="/ppt/slideMasters/slideMaster3.xml" Id="Re23f78b946d54fb7" /><Relationship Type="http://schemas.openxmlformats.org/officeDocument/2006/relationships/notesMaster" Target="/ppt/notesMasters/notesMaster1.xml" Id="Rd3db1640e2364423" /><Relationship Type="http://schemas.openxmlformats.org/officeDocument/2006/relationships/presProps" Target="/ppt/presProps.xml" Id="R3eaeb6664bf54f7b" /><Relationship Type="http://schemas.openxmlformats.org/officeDocument/2006/relationships/viewProps" Target="/ppt/viewProps.xml" Id="R94ef42fce74f44e3" /><Relationship Type="http://schemas.openxmlformats.org/officeDocument/2006/relationships/tableStyles" Target="/ppt/tableStyles.xml" Id="R2072cc37a68e444d" /><Relationship Type="http://schemas.openxmlformats.org/officeDocument/2006/relationships/slide" Target="/ppt/slides/slide1.xml" Id="Rc11dceaaa81c43c9" /><Relationship Type="http://schemas.openxmlformats.org/officeDocument/2006/relationships/slide" Target="/ppt/slides/slide2.xml" Id="R959c22b6c87e49a4" /><Relationship Type="http://schemas.openxmlformats.org/officeDocument/2006/relationships/slide" Target="/ppt/slides/slide3.xml" Id="R20dfeaab28584670" /><Relationship Type="http://schemas.openxmlformats.org/officeDocument/2006/relationships/slide" Target="/ppt/slides/slide4.xml" Id="Rd6e0586007f04e0e" /><Relationship Type="http://schemas.openxmlformats.org/officeDocument/2006/relationships/slide" Target="/ppt/slides/slide5.xml" Id="Re31a6dbc1e924b2a" /><Relationship Type="http://schemas.openxmlformats.org/officeDocument/2006/relationships/slide" Target="/ppt/slides/slide6.xml" Id="Rfc8ef7cbf0354164" /><Relationship Type="http://schemas.openxmlformats.org/officeDocument/2006/relationships/slide" Target="/ppt/slides/slide7.xml" Id="Re3467214c033412d" /><Relationship Type="http://schemas.openxmlformats.org/officeDocument/2006/relationships/slide" Target="/ppt/slides/slide8.xml" Id="R91ddf60d8ec94253" /><Relationship Type="http://schemas.openxmlformats.org/officeDocument/2006/relationships/slide" Target="/ppt/slides/slide9.xml" Id="R6eae30bea1f7481b" /><Relationship Type="http://schemas.openxmlformats.org/officeDocument/2006/relationships/slide" Target="/ppt/slides/slide10.xml" Id="R7e97dee2ec50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e614a2e454b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e2e64850b4e97" /><Relationship Type="http://schemas.openxmlformats.org/officeDocument/2006/relationships/notesMaster" Target="/ppt/notesMasters/notesMaster1.xml" Id="Rb25aec54afb0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ff1cf0ddf41de" /><Relationship Type="http://schemas.openxmlformats.org/officeDocument/2006/relationships/notesMaster" Target="/ppt/notesMasters/notesMaster1.xml" Id="R1dfb8b9b462b48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75758ae194b5a" /><Relationship Type="http://schemas.openxmlformats.org/officeDocument/2006/relationships/notesMaster" Target="/ppt/notesMasters/notesMaster1.xml" Id="R29e160a65ffc46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295349d754501" /><Relationship Type="http://schemas.openxmlformats.org/officeDocument/2006/relationships/notesMaster" Target="/ppt/notesMasters/notesMaster1.xml" Id="R38b096ef8f83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caf3535d944a3" /><Relationship Type="http://schemas.openxmlformats.org/officeDocument/2006/relationships/notesMaster" Target="/ppt/notesMasters/notesMaster1.xml" Id="Re140c24ff3b74c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01408773014291" /><Relationship Type="http://schemas.openxmlformats.org/officeDocument/2006/relationships/notesMaster" Target="/ppt/notesMasters/notesMaster1.xml" Id="Rb47f734cfdef42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79a214fcf46e7" /><Relationship Type="http://schemas.openxmlformats.org/officeDocument/2006/relationships/notesMaster" Target="/ppt/notesMasters/notesMaster1.xml" Id="Rc93725347fac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d5e5db86c0484a" /><Relationship Type="http://schemas.openxmlformats.org/officeDocument/2006/relationships/notesMaster" Target="/ppt/notesMasters/notesMaster1.xml" Id="R8f86927332b0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836851f0804d6e" /><Relationship Type="http://schemas.openxmlformats.org/officeDocument/2006/relationships/notesMaster" Target="/ppt/notesMasters/notesMaster1.xml" Id="R3a2e6aec48344e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26528621ff4c57" /><Relationship Type="http://schemas.openxmlformats.org/officeDocument/2006/relationships/notesMaster" Target="/ppt/notesMasters/notesMaster1.xml" Id="R687a57296b6441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a46e7f8e14abd" /><Relationship Type="http://schemas.openxmlformats.org/officeDocument/2006/relationships/image" Target="/ppt/media/image.jpeg" Id="R72e261651cdc44ed" /><Relationship Type="http://schemas.openxmlformats.org/officeDocument/2006/relationships/image" Target="/ppt/media/image.png" Id="Rb282a74ac4b04721" /><Relationship Type="http://schemas.openxmlformats.org/officeDocument/2006/relationships/image" Target="/ppt/media/image2.png" Id="R0341d7d2eb314f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963fec03645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ab0d2e6464e37" /><Relationship Type="http://schemas.openxmlformats.org/officeDocument/2006/relationships/image" Target="/ppt/media/image3.png" Id="R3bb5c4c38d404f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6ec6e53f04748" /><Relationship Type="http://schemas.openxmlformats.org/officeDocument/2006/relationships/image" Target="/ppt/media/image4.png" Id="R5e749fbad3d740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239ca24814c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0c390b16441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5d0b7d80f49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d0ac7c5464a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2ed9b254e49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0f5de64674b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c4b43e51342c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0c40424fd24cd5" /><Relationship Type="http://schemas.openxmlformats.org/officeDocument/2006/relationships/image" Target="/ppt/media/image5.png" Id="R5b9746548387419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c6264b5f4d4b5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dadaeb88f1436b" /><Relationship Type="http://schemas.openxmlformats.org/officeDocument/2006/relationships/image" Target="/ppt/media/image5.png" Id="Rc23f1eaf5006419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bd853dc07a7472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261651cdc44e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2a74ac4b0472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1d7d2eb314f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1D617257-557A-4380-A4B8-B06A1C0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5c4c38d404fb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D929B9D7-9D18-4DFA-A13F-614AD1E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C30530B-9639-4697-B7C8-14DF49F1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3495A4CD-59FB-426A-9908-F4D9914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B1D7B27A-90DA-495E-9DA9-9D61FC5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49fbad3d7407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44095DF7-69D3-4059-A4D3-86699ACD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2F07FAE-A077-4D83-873C-53800D2C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6DB9F2-1298-4DFA-8AF6-BED010487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DDDCF1-B46D-4523-8FC4-4ABD785912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2236D18-EF6F-4174-8CB9-B42424090C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C1B6AF6-8C0A-4836-AAA1-2D512BB7F4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9D70B36-026F-4FB5-99DF-801896CF96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EF8AFD3-B564-43FE-9E21-0D54677A7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48F6690-C7D1-4AA9-812F-5754872DD7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A7844BD-689D-411A-AD8D-BE0F529D05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A3A677-B1F9-4CF1-8F60-12A8B0F74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5E86CDC-A69B-4AD8-8831-804A647BB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154088D-D30F-474E-B6BD-11DD170335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44304E-EADC-4ABE-BF35-9EFF978B6E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F3E73FA-D348-4FB1-A460-06B377B29B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A0A4C18-D0A5-484B-9F88-18027D3467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1DFC1E6-AD88-4C75-B453-A77A6EF4A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9D9423-63D6-41F0-B68D-5AD6E8BE3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A254C17-983F-47B7-92A1-64E4EECE9A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7C40F5B-50C6-403F-B88B-EBE92C4048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09B8C01-6961-4615-A081-3CB1B88345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C7B27F9-D6A9-40EC-AA37-37390DD52F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9182169-0572-42B3-8ED4-FFCFBC648A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B3D575-FEFB-4EC5-BE06-5E8ECCF8D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227FAFA-9DEE-4C6E-AA88-D1149075C79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A10BEB4-5089-4355-B1C9-2E2D1789F8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0960941-E1BB-4ABF-B203-03307FAF5A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25F32C2-9B11-47E6-8870-5E5B06FCD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C839DE3-85C8-4A20-AA52-145D4B117D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1652D3-D407-4EA8-B048-FBB80DE8F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F463BDC-12B6-4D66-A98E-C435FD741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1B7C8B9-4148-4601-AFCA-5DF274D102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C99F39-9F52-4CC6-A9C7-57C2B0E32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0C25FEB-D455-4BF8-BDCF-B9B80D9E77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AF67945-6868-4E4A-853A-050DF9887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A91B514-00A3-41AA-84ED-C3BF84439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F89EFB-7CF4-45C4-9A10-4194A5B596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53F522-88C9-4C67-A126-0E73B8D2F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902C8A-AF36-4355-A932-A42A11A9B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746548387419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4B32D41-2C06-468A-9994-19869A4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4AFF18E-A598-4D7D-8257-980BFB1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25E22BE-B4A8-4FBF-BF15-487F24E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1EB7F8C-CF4A-4D77-B510-F93BC57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f1eaf5006419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99C5DFE-FF5B-4BD1-B939-CA04D699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1D87CDA-0EF6-44FB-86CF-08C361D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3109939-0E16-442D-94E0-C44A12EB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9D70769-1119-46EF-AB2F-9692E29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0fc8678a54ee5" /><Relationship Type="http://schemas.openxmlformats.org/officeDocument/2006/relationships/slideLayout" Target="/ppt/slideLayouts/slideLayout1.xml" Id="R1d25e176795a43e8" /><Relationship Type="http://schemas.openxmlformats.org/officeDocument/2006/relationships/slideLayout" Target="/ppt/slideLayouts/slideLayout2.xml" Id="R07ae28c2e5dd42b8" /><Relationship Type="http://schemas.openxmlformats.org/officeDocument/2006/relationships/slideLayout" Target="/ppt/slideLayouts/slideLayout3.xml" Id="R46c707de3d854554" /><Relationship Type="http://schemas.openxmlformats.org/officeDocument/2006/relationships/slideLayout" Target="/ppt/slideLayouts/slideLayout4.xml" Id="R7fe9f3ddefa2413a" /><Relationship Type="http://schemas.openxmlformats.org/officeDocument/2006/relationships/slideLayout" Target="/ppt/slideLayouts/slideLayout5.xml" Id="R6d2f36a78d24443d" /><Relationship Type="http://schemas.openxmlformats.org/officeDocument/2006/relationships/slideLayout" Target="/ppt/slideLayouts/slideLayout6.xml" Id="Rea4e8e1a81d749a1" /><Relationship Type="http://schemas.openxmlformats.org/officeDocument/2006/relationships/slideLayout" Target="/ppt/slideLayouts/slideLayout7.xml" Id="R6025d2f7293d47f0" /><Relationship Type="http://schemas.openxmlformats.org/officeDocument/2006/relationships/slideLayout" Target="/ppt/slideLayouts/slideLayout8.xml" Id="Rcc576049bc174283" /><Relationship Type="http://schemas.openxmlformats.org/officeDocument/2006/relationships/slideLayout" Target="/ppt/slideLayouts/slideLayout9.xml" Id="R75452c15914b4464" /><Relationship Type="http://schemas.openxmlformats.org/officeDocument/2006/relationships/slideLayout" Target="/ppt/slideLayouts/slideLayout10.xml" Id="R4d939573d7e4441a" /><Relationship Type="http://schemas.openxmlformats.org/officeDocument/2006/relationships/slideLayout" Target="/ppt/slideLayouts/slideLayout11.xml" Id="Raad84d30a0ab436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624689c68854f14" /><Relationship Type="http://schemas.openxmlformats.org/officeDocument/2006/relationships/slideLayout" Target="/ppt/slideLayouts/slideLayout12.xml" Id="R868acda9138743fc" /><Relationship Type="http://schemas.openxmlformats.org/officeDocument/2006/relationships/slideLayout" Target="/ppt/slideLayouts/slideLayout13.xml" Id="Rf52e29be00d3452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e30dd8144aa42ea" /><Relationship Type="http://schemas.openxmlformats.org/officeDocument/2006/relationships/slideLayout" Target="/ppt/slideLayouts/slideLayout14.xml" Id="R462500af235b4caf" /><Relationship Type="http://schemas.openxmlformats.org/officeDocument/2006/relationships/slideLayout" Target="/ppt/slideLayouts/slideLayout15.xml" Id="R71afb2e6f26948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88CA77C-6103-4729-B3CD-10DA63AC3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BDBF2FC-433E-4820-B3A7-0A29D8FE47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D706441-E38E-43E9-BB4A-AB06A0F0353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CC1012D-15D6-4DF3-BC46-78DA3627145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1B1D4F-16C7-4AC6-BD08-88BD0FAA74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5e176795a43e8"/>
    <p:sldLayoutId xmlns:r="http://schemas.openxmlformats.org/officeDocument/2006/relationships" id="2147483650" r:id="R07ae28c2e5dd42b8"/>
    <p:sldLayoutId xmlns:r="http://schemas.openxmlformats.org/officeDocument/2006/relationships" id="2147483651" r:id="R46c707de3d854554"/>
    <p:sldLayoutId xmlns:r="http://schemas.openxmlformats.org/officeDocument/2006/relationships" id="2147483652" r:id="R7fe9f3ddefa2413a"/>
    <p:sldLayoutId xmlns:r="http://schemas.openxmlformats.org/officeDocument/2006/relationships" id="2147483653" r:id="R6d2f36a78d24443d"/>
    <p:sldLayoutId xmlns:r="http://schemas.openxmlformats.org/officeDocument/2006/relationships" id="2147483654" r:id="Rea4e8e1a81d749a1"/>
    <p:sldLayoutId xmlns:r="http://schemas.openxmlformats.org/officeDocument/2006/relationships" id="2147483655" r:id="R6025d2f7293d47f0"/>
    <p:sldLayoutId xmlns:r="http://schemas.openxmlformats.org/officeDocument/2006/relationships" id="2147483656" r:id="Rcc576049bc174283"/>
    <p:sldLayoutId xmlns:r="http://schemas.openxmlformats.org/officeDocument/2006/relationships" id="2147483657" r:id="R75452c15914b4464"/>
    <p:sldLayoutId xmlns:r="http://schemas.openxmlformats.org/officeDocument/2006/relationships" id="2147483658" r:id="R4d939573d7e4441a"/>
    <p:sldLayoutId xmlns:r="http://schemas.openxmlformats.org/officeDocument/2006/relationships" id="2147483659" r:id="Raad84d30a0ab436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680952A-8F87-41DF-A7B4-2C4A271E8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1B85A1E-8D60-4D66-8A49-1ADB7BF5D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131314-5446-4F2D-AD6A-0516FD3BAF4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33F4E2-70EB-4A57-9E74-CE0E63051C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8F2E32-75E4-4641-BD4C-EA2D99DB73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68acda9138743fc"/>
    <p:sldLayoutId xmlns:r="http://schemas.openxmlformats.org/officeDocument/2006/relationships" id="2147483662" r:id="Rf52e29be00d3452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3A09EC9-352E-4B6D-AC98-96D2D73E3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463358-4897-4734-B0AB-2CD39232F0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F78219-684C-4AC6-B493-9095BE1EFC9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074856-F45F-48BA-BA8C-A5F03A88F1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0DFD3F-FC09-4DB9-8B90-22EB22D194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62500af235b4caf"/>
    <p:sldLayoutId xmlns:r="http://schemas.openxmlformats.org/officeDocument/2006/relationships" id="2147483665" r:id="R71afb2e6f269483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aa21ae6544913" /><Relationship Type="http://schemas.openxmlformats.org/officeDocument/2006/relationships/notesSlide" Target="/ppt/notesSlides/notesSlide1.xml" Id="Rfe1303f33b8c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1c783ec10a4234" /><Relationship Type="http://schemas.openxmlformats.org/officeDocument/2006/relationships/notesSlide" Target="/ppt/notesSlides/notesSlide2.xml" Id="Rcae74d96c8ba45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e47c30853646ce" /><Relationship Type="http://schemas.openxmlformats.org/officeDocument/2006/relationships/image" Target="/ppt/media/image6.png" Id="R83c99bd2a4d0498e" /><Relationship Type="http://schemas.openxmlformats.org/officeDocument/2006/relationships/notesSlide" Target="/ppt/notesSlides/notesSlide3.xml" Id="Ra6033b9e85c9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1bb7100b834666" /><Relationship Type="http://schemas.openxmlformats.org/officeDocument/2006/relationships/image" Target="/ppt/media/image6.png" Id="R5aa0b41e896c4998" /><Relationship Type="http://schemas.openxmlformats.org/officeDocument/2006/relationships/notesSlide" Target="/ppt/notesSlides/notesSlide4.xml" Id="R71dbf7e190da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de8337131b4c55" /><Relationship Type="http://schemas.openxmlformats.org/officeDocument/2006/relationships/image" Target="/ppt/media/image6.png" Id="Raac9ef49a8c24765" /><Relationship Type="http://schemas.openxmlformats.org/officeDocument/2006/relationships/notesSlide" Target="/ppt/notesSlides/notesSlide5.xml" Id="R6b83977adb6040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4a82e956c442d3" /><Relationship Type="http://schemas.openxmlformats.org/officeDocument/2006/relationships/image" Target="/ppt/media/image6.png" Id="R8718ff2f9c5e47eb" /><Relationship Type="http://schemas.openxmlformats.org/officeDocument/2006/relationships/notesSlide" Target="/ppt/notesSlides/notesSlide6.xml" Id="Rd1217f6fc3fe41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0c9150f461459d" /><Relationship Type="http://schemas.openxmlformats.org/officeDocument/2006/relationships/image" Target="/ppt/media/image6.png" Id="R0a8655cbd10341b2" /><Relationship Type="http://schemas.openxmlformats.org/officeDocument/2006/relationships/notesSlide" Target="/ppt/notesSlides/notesSlide7.xml" Id="R24905370db28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b2b735f56c46df" /><Relationship Type="http://schemas.openxmlformats.org/officeDocument/2006/relationships/image" Target="/ppt/media/image6.png" Id="R6eeb3e1a61184c59" /><Relationship Type="http://schemas.openxmlformats.org/officeDocument/2006/relationships/notesSlide" Target="/ppt/notesSlides/notesSlide8.xml" Id="R2ca540f235e04d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440e68526d4050" /><Relationship Type="http://schemas.openxmlformats.org/officeDocument/2006/relationships/image" Target="/ppt/media/image6.png" Id="R937e190e6d72404c" /><Relationship Type="http://schemas.openxmlformats.org/officeDocument/2006/relationships/notesSlide" Target="/ppt/notesSlides/notesSlide9.xml" Id="Ra8e9ad2b2c854f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ff9d2d19c42d7" /><Relationship Type="http://schemas.openxmlformats.org/officeDocument/2006/relationships/notesSlide" Target="/ppt/notesSlides/notesSlide10.xml" Id="R0513fe59345d4e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3A7BB48-5C3E-4700-9326-C4D67F7F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7FA5A35-4AFE-40D7-9240-5A3CD524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DA07A461-5897-4105-A037-283C43F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4E3729E-EBC1-4D20-9EC0-02C823B1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6F999E4-0A11-4C13-B933-CB2BE8A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6218903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99bd2a4d049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0b41e896c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9ef49a8c24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8ff2f9c5e47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655cbd103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b3e1a61184c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EAD49F1-88CF-47BE-B54B-215758F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e190e6d7240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C52759D-0EA5-447D-B58D-9A49C0C0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2026-08-13T11:38:48.4380000Z</dcterms:created>
  <dcterms:modified xsi:type="dcterms:W3CDTF">2026-08-13T11:38:48.4380000Z</dcterms:modified>
</coreProperties>
</file>