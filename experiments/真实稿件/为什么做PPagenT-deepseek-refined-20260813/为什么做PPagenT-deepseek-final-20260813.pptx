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d38a166a334cc5" /><Relationship Type="http://schemas.openxmlformats.org/officeDocument/2006/relationships/extended-properties" Target="/docProps/app.xml" Id="Ra16e0607983d44be" /><Relationship Type="http://schemas.openxmlformats.org/officeDocument/2006/relationships/officeDocument" Target="/ppt/presentation.xml" Id="R80ede9495b6c44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7c44a5505547b1"/>
    <p:sldMasterId xmlns:r="http://schemas.openxmlformats.org/officeDocument/2006/relationships" id="2147483660" r:id="R9998a55a6097432b"/>
    <p:sldMasterId xmlns:r="http://schemas.openxmlformats.org/officeDocument/2006/relationships" id="2147483663" r:id="R201f9461f16b4cc8"/>
  </p:sldMasterIdLst>
  <p:notesMasterIdLst>
    <p:notesMasterId xmlns:r="http://schemas.openxmlformats.org/officeDocument/2006/relationships" r:id="R546217c0efa34dbe"/>
  </p:notesMasterIdLst>
  <p:sldIdLst>
    <p:sldId xmlns:r="http://schemas.openxmlformats.org/officeDocument/2006/relationships" id="256" r:id="R275f5cfc220f4f59"/>
    <p:sldId xmlns:r="http://schemas.openxmlformats.org/officeDocument/2006/relationships" id="257" r:id="R377d79c598d24fa8"/>
    <p:sldId xmlns:r="http://schemas.openxmlformats.org/officeDocument/2006/relationships" id="258" r:id="R2226406843db4808"/>
    <p:sldId xmlns:r="http://schemas.openxmlformats.org/officeDocument/2006/relationships" id="259" r:id="R2ace4e9d64a646ae"/>
    <p:sldId xmlns:r="http://schemas.openxmlformats.org/officeDocument/2006/relationships" id="260" r:id="Redd64bf15a694c8e"/>
    <p:sldId xmlns:r="http://schemas.openxmlformats.org/officeDocument/2006/relationships" id="261" r:id="R058f150f7d144805"/>
    <p:sldId xmlns:r="http://schemas.openxmlformats.org/officeDocument/2006/relationships" id="262" r:id="Ra71ff4a174fb4cc7"/>
    <p:sldId xmlns:r="http://schemas.openxmlformats.org/officeDocument/2006/relationships" id="263" r:id="R07ca3ad777064b31"/>
    <p:sldId xmlns:r="http://schemas.openxmlformats.org/officeDocument/2006/relationships" id="264" r:id="R064ecfb4600240c7"/>
    <p:sldId xmlns:r="http://schemas.openxmlformats.org/officeDocument/2006/relationships" id="265" r:id="R0de114e7a6bc4f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102b7c15b443e8" /><Relationship Type="http://schemas.openxmlformats.org/officeDocument/2006/relationships/slideMaster" Target="/ppt/slideMasters/slideMaster1.xml" Id="Rf17c44a5505547b1" /><Relationship Type="http://schemas.openxmlformats.org/officeDocument/2006/relationships/slideMaster" Target="/ppt/slideMasters/slideMaster2.xml" Id="R9998a55a6097432b" /><Relationship Type="http://schemas.openxmlformats.org/officeDocument/2006/relationships/slideMaster" Target="/ppt/slideMasters/slideMaster3.xml" Id="R201f9461f16b4cc8" /><Relationship Type="http://schemas.openxmlformats.org/officeDocument/2006/relationships/notesMaster" Target="/ppt/notesMasters/notesMaster1.xml" Id="R546217c0efa34dbe" /><Relationship Type="http://schemas.openxmlformats.org/officeDocument/2006/relationships/presProps" Target="/ppt/presProps.xml" Id="Rb3780c1e3e144955" /><Relationship Type="http://schemas.openxmlformats.org/officeDocument/2006/relationships/viewProps" Target="/ppt/viewProps.xml" Id="R0c53479aab4b4ad4" /><Relationship Type="http://schemas.openxmlformats.org/officeDocument/2006/relationships/tableStyles" Target="/ppt/tableStyles.xml" Id="Raf5076167e6c4ad8" /><Relationship Type="http://schemas.openxmlformats.org/officeDocument/2006/relationships/slide" Target="/ppt/slides/slide1.xml" Id="R275f5cfc220f4f59" /><Relationship Type="http://schemas.openxmlformats.org/officeDocument/2006/relationships/slide" Target="/ppt/slides/slide2.xml" Id="R377d79c598d24fa8" /><Relationship Type="http://schemas.openxmlformats.org/officeDocument/2006/relationships/slide" Target="/ppt/slides/slide3.xml" Id="R2226406843db4808" /><Relationship Type="http://schemas.openxmlformats.org/officeDocument/2006/relationships/slide" Target="/ppt/slides/slide4.xml" Id="R2ace4e9d64a646ae" /><Relationship Type="http://schemas.openxmlformats.org/officeDocument/2006/relationships/slide" Target="/ppt/slides/slide5.xml" Id="Redd64bf15a694c8e" /><Relationship Type="http://schemas.openxmlformats.org/officeDocument/2006/relationships/slide" Target="/ppt/slides/slide6.xml" Id="R058f150f7d144805" /><Relationship Type="http://schemas.openxmlformats.org/officeDocument/2006/relationships/slide" Target="/ppt/slides/slide7.xml" Id="Ra71ff4a174fb4cc7" /><Relationship Type="http://schemas.openxmlformats.org/officeDocument/2006/relationships/slide" Target="/ppt/slides/slide8.xml" Id="R07ca3ad777064b31" /><Relationship Type="http://schemas.openxmlformats.org/officeDocument/2006/relationships/slide" Target="/ppt/slides/slide9.xml" Id="R064ecfb4600240c7" /><Relationship Type="http://schemas.openxmlformats.org/officeDocument/2006/relationships/slide" Target="/ppt/slides/slide10.xml" Id="R0de114e7a6bc4f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4fb6cd65deef4c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b914a91bae400a" /><Relationship Type="http://schemas.openxmlformats.org/officeDocument/2006/relationships/notesMaster" Target="/ppt/notesMasters/notesMaster1.xml" Id="R8cd760c11b9741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4b360a4fda4922" /><Relationship Type="http://schemas.openxmlformats.org/officeDocument/2006/relationships/notesMaster" Target="/ppt/notesMasters/notesMaster1.xml" Id="R7bbcdc025b0049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20fe62a4d04adf" /><Relationship Type="http://schemas.openxmlformats.org/officeDocument/2006/relationships/notesMaster" Target="/ppt/notesMasters/notesMaster1.xml" Id="R0a34e2eff32649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a0088eed4442e2" /><Relationship Type="http://schemas.openxmlformats.org/officeDocument/2006/relationships/notesMaster" Target="/ppt/notesMasters/notesMaster1.xml" Id="R4d0dd4e41e544a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c0f2dea8724b97" /><Relationship Type="http://schemas.openxmlformats.org/officeDocument/2006/relationships/notesMaster" Target="/ppt/notesMasters/notesMaster1.xml" Id="R9235a20f422240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0d3bf7e2954a24" /><Relationship Type="http://schemas.openxmlformats.org/officeDocument/2006/relationships/notesMaster" Target="/ppt/notesMasters/notesMaster1.xml" Id="R7c6f70388ccb4c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81cac115974e69" /><Relationship Type="http://schemas.openxmlformats.org/officeDocument/2006/relationships/notesMaster" Target="/ppt/notesMasters/notesMaster1.xml" Id="R37d024ae887e4b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2e76f140984db7" /><Relationship Type="http://schemas.openxmlformats.org/officeDocument/2006/relationships/notesMaster" Target="/ppt/notesMasters/notesMaster1.xml" Id="R2cced0a7b7e240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15bbe1f0ff4f33" /><Relationship Type="http://schemas.openxmlformats.org/officeDocument/2006/relationships/notesMaster" Target="/ppt/notesMasters/notesMaster1.xml" Id="Rbdcfc1a8817549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b70ef02a824778" /><Relationship Type="http://schemas.openxmlformats.org/officeDocument/2006/relationships/notesMaster" Target="/ppt/notesMasters/notesMaster1.xml" Id="Rd0ede84d6ec641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PPagenT：p2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PPagenT：p3 → northeastern-university-body-001</a:t>
            </a:r>
            <a:endParaRPr/>
          </a:p>
          <a:p xmlns:a="http://schemas.openxmlformats.org/drawingml/2006/main">
            <a:r>
              <a:t>- 整页编排：editorial-list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PPagenT：p4 → comparison-structure-001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PPagenT：p5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PPagenT：p6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PPagenT：p7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70cd88764b422d" /><Relationship Type="http://schemas.openxmlformats.org/officeDocument/2006/relationships/image" Target="/ppt/media/image.jpeg" Id="R9d1ee9ecff114b80" /><Relationship Type="http://schemas.openxmlformats.org/officeDocument/2006/relationships/image" Target="/ppt/media/image.png" Id="Rb14d4aeea5c4476f" /><Relationship Type="http://schemas.openxmlformats.org/officeDocument/2006/relationships/image" Target="/ppt/media/image2.png" Id="R6d844519fe0745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0fa7c87694c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4b43fc4214b75" /><Relationship Type="http://schemas.openxmlformats.org/officeDocument/2006/relationships/image" Target="/ppt/media/image3.png" Id="Re590d6d962e046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e034673e1438a" /><Relationship Type="http://schemas.openxmlformats.org/officeDocument/2006/relationships/image" Target="/ppt/media/image4.png" Id="R750b0749845340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46469a64047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037587487a48f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842dc8506c442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7186310614dd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64dccfde14a9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1fc0c1ccd418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131bcb0db4a0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24aaef2d7524881" /><Relationship Type="http://schemas.openxmlformats.org/officeDocument/2006/relationships/image" Target="/ppt/media/image5.png" Id="R4a7fbf98c66b45b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366f6c3f91447f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206eb7f09f74818" /><Relationship Type="http://schemas.openxmlformats.org/officeDocument/2006/relationships/image" Target="/ppt/media/image5.png" Id="Rc43a6df4e52d4f3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328a0b70c754f83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ee9ecff114b80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d4aeea5c4476f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44519fe0745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4B5DCF93-13D3-4C91-AA81-CFB24147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0d6d962e04668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B4059B26-7458-4891-A16E-938BF5B6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C41F0BE-18FA-4DC1-874D-4E528A78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A15F4B41-D4FE-41BF-8754-A723CC05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33FCB376-B704-4FC7-AD06-84C9D91B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b0749845340ed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6E6FE330-251B-4D98-A300-F1D4B20A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29E29829-0BB7-424C-8BE1-0F73DBE6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CBB7B33-2F93-4048-B266-92ACB53343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407E26B-E20F-4A89-81A9-2DB3FE3932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FC8CA85-F87F-4737-81D7-3C867640475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94C947F-61E0-4F61-BAD9-5871E984A76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7097FAA-107F-485E-9F22-63F9BD3E9D0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4E1D564-D283-4952-A3F3-8014EDB89A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5EF6A7A8-8136-4BB7-AFCF-6629C1EEEA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74F1835-8B80-42FA-AD05-17039237A4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36C17E-BE13-4D48-81B8-C779D9F745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514C493-7219-49A3-AF4E-933F52C22B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2EF5C5E-E578-44EA-B20A-C708B256A7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BF65408-8DE4-4F2E-A81A-9865F6655B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68E8BF2-142B-4CDA-8391-9536BD5FD2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6517F9A5-AA72-45A9-8188-468D43F25A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92C4EC6F-3D85-4576-A5C3-E88F5CDAB1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9730EC-7FFB-4233-B6BF-713183FC96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19E9281-05D0-421A-BB9B-422F75B0DFD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7413A26-8D55-40CF-A483-814EE95A24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8B7FD81-9589-48BC-A4D4-796A6825BD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A3E8CF9-88B2-4CE8-ABD5-547EDFFD40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0D44FA5-1B0F-4B22-831F-1F82567B52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A07485-0C04-4140-9F55-A209D25F00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934E424-09AA-4244-AAF1-076BCB6BD09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D0295A0-C048-42B2-9489-051A6839C0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96F3B12-8BBF-4A43-A76F-A775A661F9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0143CA7-DA48-4C0C-8ED7-E4E3941B2A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DB28834-4FA6-4928-A105-57E3953EA6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E9ABBB-E24A-4FEC-873C-4B9EDDE05F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2349EC8-3B6A-42DA-86F3-7C243421D7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5B08747-BC32-4704-86ED-83E6C6E423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8E0A2A2-EC2F-4D53-AB2D-8FFD93978F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033BA8B-23EA-4D19-81DF-78C97A87CA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4481FC27-3592-46D4-BA88-079A09284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6B45981-E11D-429B-B7F8-AC1DD51DB0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3B87EEB-E79C-43E5-A487-0FAC493E1E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F9D1433-181B-4EEB-9F3A-C9D19A4905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246E0BF-1F04-47FC-B69B-1B470D9C68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fbf98c66b45b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6C6A348-E0FA-4E8D-BBC8-BCC57B65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DBF6A40-4048-4D87-81CD-527DF8B7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A290E2C-28DD-435E-A123-9DF3E070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4C4A13D-74F6-4953-A1CD-A3A55D98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a6df4e52d4f3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CF7E6B8D-E393-467D-BEEC-FBF1B045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0DE2078-820F-41A1-B73A-396838BE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D6B41CE5-2FAE-4D86-AD97-14C84169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F7F9B49-0E4C-4146-95C0-3AB98DB8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16d6c142d3479c" /><Relationship Type="http://schemas.openxmlformats.org/officeDocument/2006/relationships/slideLayout" Target="/ppt/slideLayouts/slideLayout1.xml" Id="Rf48ba763cad54fda" /><Relationship Type="http://schemas.openxmlformats.org/officeDocument/2006/relationships/slideLayout" Target="/ppt/slideLayouts/slideLayout2.xml" Id="Ra8eab73ab83344ba" /><Relationship Type="http://schemas.openxmlformats.org/officeDocument/2006/relationships/slideLayout" Target="/ppt/slideLayouts/slideLayout3.xml" Id="R66c775926b724310" /><Relationship Type="http://schemas.openxmlformats.org/officeDocument/2006/relationships/slideLayout" Target="/ppt/slideLayouts/slideLayout4.xml" Id="R63355cc8ca56452c" /><Relationship Type="http://schemas.openxmlformats.org/officeDocument/2006/relationships/slideLayout" Target="/ppt/slideLayouts/slideLayout5.xml" Id="R8db761f640d44277" /><Relationship Type="http://schemas.openxmlformats.org/officeDocument/2006/relationships/slideLayout" Target="/ppt/slideLayouts/slideLayout6.xml" Id="R590b71d9951a46ae" /><Relationship Type="http://schemas.openxmlformats.org/officeDocument/2006/relationships/slideLayout" Target="/ppt/slideLayouts/slideLayout7.xml" Id="R696d3b3c3b454773" /><Relationship Type="http://schemas.openxmlformats.org/officeDocument/2006/relationships/slideLayout" Target="/ppt/slideLayouts/slideLayout8.xml" Id="R3a4e81912f7246c2" /><Relationship Type="http://schemas.openxmlformats.org/officeDocument/2006/relationships/slideLayout" Target="/ppt/slideLayouts/slideLayout9.xml" Id="R33d6804a02334335" /><Relationship Type="http://schemas.openxmlformats.org/officeDocument/2006/relationships/slideLayout" Target="/ppt/slideLayouts/slideLayout10.xml" Id="Ra3f6f91546784871" /><Relationship Type="http://schemas.openxmlformats.org/officeDocument/2006/relationships/slideLayout" Target="/ppt/slideLayouts/slideLayout11.xml" Id="R7fac6c4896264af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7293fe56df64b0e" /><Relationship Type="http://schemas.openxmlformats.org/officeDocument/2006/relationships/slideLayout" Target="/ppt/slideLayouts/slideLayout12.xml" Id="R5eb272de6a4e41c4" /><Relationship Type="http://schemas.openxmlformats.org/officeDocument/2006/relationships/slideLayout" Target="/ppt/slideLayouts/slideLayout13.xml" Id="R8f6deae3afc74900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154b3364cb945ec" /><Relationship Type="http://schemas.openxmlformats.org/officeDocument/2006/relationships/slideLayout" Target="/ppt/slideLayouts/slideLayout14.xml" Id="Rc7c6d94014f5428f" /><Relationship Type="http://schemas.openxmlformats.org/officeDocument/2006/relationships/slideLayout" Target="/ppt/slideLayouts/slideLayout15.xml" Id="R1eb447b2dcce489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610AAB9-6913-46A2-B129-A3B9A748C7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39FA957-1FA8-43BD-A902-2477B03B07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3C20C25-9305-4D09-A0C4-41501A9DA03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C1695D-AEB8-44B0-BA40-1247E24687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8E2EE90-6921-4ABE-864C-3260C212557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8ba763cad54fda"/>
    <p:sldLayoutId xmlns:r="http://schemas.openxmlformats.org/officeDocument/2006/relationships" id="2147483650" r:id="Ra8eab73ab83344ba"/>
    <p:sldLayoutId xmlns:r="http://schemas.openxmlformats.org/officeDocument/2006/relationships" id="2147483651" r:id="R66c775926b724310"/>
    <p:sldLayoutId xmlns:r="http://schemas.openxmlformats.org/officeDocument/2006/relationships" id="2147483652" r:id="R63355cc8ca56452c"/>
    <p:sldLayoutId xmlns:r="http://schemas.openxmlformats.org/officeDocument/2006/relationships" id="2147483653" r:id="R8db761f640d44277"/>
    <p:sldLayoutId xmlns:r="http://schemas.openxmlformats.org/officeDocument/2006/relationships" id="2147483654" r:id="R590b71d9951a46ae"/>
    <p:sldLayoutId xmlns:r="http://schemas.openxmlformats.org/officeDocument/2006/relationships" id="2147483655" r:id="R696d3b3c3b454773"/>
    <p:sldLayoutId xmlns:r="http://schemas.openxmlformats.org/officeDocument/2006/relationships" id="2147483656" r:id="R3a4e81912f7246c2"/>
    <p:sldLayoutId xmlns:r="http://schemas.openxmlformats.org/officeDocument/2006/relationships" id="2147483657" r:id="R33d6804a02334335"/>
    <p:sldLayoutId xmlns:r="http://schemas.openxmlformats.org/officeDocument/2006/relationships" id="2147483658" r:id="Ra3f6f91546784871"/>
    <p:sldLayoutId xmlns:r="http://schemas.openxmlformats.org/officeDocument/2006/relationships" id="2147483659" r:id="R7fac6c4896264af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96D4F53-1FEA-4B80-84DE-876A8A9562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63795CA-2475-45C1-A090-7FD8AEE021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88ED1C0-A3BC-4963-B54F-156F51879FF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881721B-6082-46D6-B036-D8DCE899FAB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ADB27FA-3B2F-4974-A84E-F68A3BDC130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eb272de6a4e41c4"/>
    <p:sldLayoutId xmlns:r="http://schemas.openxmlformats.org/officeDocument/2006/relationships" id="2147483662" r:id="R8f6deae3afc74900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7E6642C-0ACC-4D40-9EAD-F4932A5ABC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9B9BE89-27EF-481B-8A2F-B5CCAB9113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8648070-4AC1-4E84-917E-53A462BFBCC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EC9C552-49FB-4228-BE50-54847CC29E0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75A5170-B38B-49E5-A806-081710D39B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7c6d94014f5428f"/>
    <p:sldLayoutId xmlns:r="http://schemas.openxmlformats.org/officeDocument/2006/relationships" id="2147483665" r:id="R1eb447b2dcce4897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395587cbb48ab" /><Relationship Type="http://schemas.openxmlformats.org/officeDocument/2006/relationships/notesSlide" Target="/ppt/notesSlides/notesSlide1.xml" Id="R14a944aeffc14b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4e18534abee49ad" /><Relationship Type="http://schemas.openxmlformats.org/officeDocument/2006/relationships/notesSlide" Target="/ppt/notesSlides/notesSlide2.xml" Id="R46976cef6a3a43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19f0bc7e5fb4e52" /><Relationship Type="http://schemas.openxmlformats.org/officeDocument/2006/relationships/notesSlide" Target="/ppt/notesSlides/notesSlide3.xml" Id="R47375c3b17f548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8f464e453746b6" /><Relationship Type="http://schemas.openxmlformats.org/officeDocument/2006/relationships/notesSlide" Target="/ppt/notesSlides/notesSlide4.xml" Id="R1225cca795a944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73c1c27dcd45d0" /><Relationship Type="http://schemas.openxmlformats.org/officeDocument/2006/relationships/notesSlide" Target="/ppt/notesSlides/notesSlide5.xml" Id="R1845757ee0c041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54eed83ee04556" /><Relationship Type="http://schemas.openxmlformats.org/officeDocument/2006/relationships/notesSlide" Target="/ppt/notesSlides/notesSlide6.xml" Id="R22f1ac00022c42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0e73d779ba34f0c" /><Relationship Type="http://schemas.openxmlformats.org/officeDocument/2006/relationships/notesSlide" Target="/ppt/notesSlides/notesSlide7.xml" Id="R1c00b1c1d2a94a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13d2e06e3248a6" /><Relationship Type="http://schemas.openxmlformats.org/officeDocument/2006/relationships/notesSlide" Target="/ppt/notesSlides/notesSlide8.xml" Id="R84a50081effd44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f8d07e179184b96" /><Relationship Type="http://schemas.openxmlformats.org/officeDocument/2006/relationships/notesSlide" Target="/ppt/notesSlides/notesSlide9.xml" Id="Ra387e5fb27c14e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e2a690ba44562" /><Relationship Type="http://schemas.openxmlformats.org/officeDocument/2006/relationships/notesSlide" Target="/ppt/notesSlides/notesSlide10.xml" Id="R5b731bc28a55415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F0DBD8D4-9018-4B25-837E-835FA7B0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E82F3F90-353A-4928-962F-107E8B67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6873AD9F-4509-4F83-9C10-BF5B3F23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DEA8829-D5B8-44CF-9DA4-0B23A084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4AC09E9B-D0F0-4B03-B62D-6860452F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为什么做 PPagenT</a:t>
            </a:r>
          </a:p>
        </p:txBody>
      </p:sp>
    </p:spTree>
    <p:extLst>
      <p:ext uri="{BB962C8B-B14F-4D97-AF65-F5344CB8AC3E}">
        <p14:creationId xmlns:p14="http://schemas.microsoft.com/office/powerpoint/2010/main" val="8929184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问题的提出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解决方案的理念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价值的定位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长期的积累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最终的承诺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PPT，真正费时间的不是“画”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93014B2-ECC1-4862-BBAC-475AA5C9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02AF8B4-7E7E-4E67-AE41-AEAD2B32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40A8838D-B000-455A-B512-7DDE0963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2E00A7FA-90B9-4769-904F-1D302F5B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F561B1B2-41D1-476A-852B-8CD5DDCD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F26036D6-C351-4282-AE03-532AE5FF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一连串判断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A519244B-0CD8-456A-A910-08EBF52B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真正费时间的是如何讲、拆多少页、每页只讲什么、观点关系、哪里突出、用图还是用一句话。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08E8CC6F-2239-4D9B-9EEE-D17FE124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4A614AD5-F851-4850-AB9F-FC4F9013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D6DD8447-DD5B-4092-A063-75EB6180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6D39951D-0BDD-4975-9E8D-7BA75E93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反复调整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888FCED0-8EF1-499C-B9C5-BECDA321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翻旧模板、替换内容、调整结构、统一字体、字号、颜色和间距。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B19693D8-43BA-4102-A386-9C35B237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A9B5A514-DC24-4322-B0F9-0AD8A380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62B098E5-75FA-4CA3-A468-39C4E596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EDCCCDEC-6035-4314-A4E4-F5BC2CB8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高手的积累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88A01FD4-9C7E-4D37-976A-EBFD5E33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做得好的人脑子里已经积累了大量答案。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工作里的 PPT，不需要每次重新发明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93014B2-ECC1-4862-BBAC-475AA5C9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882DEA7-784B-460D-A057-6731A653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EBDAD98-5A88-41A0-A167-5794B94E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4E9A1104-F287-48B1-AE21-ABADC9F6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D6829720-00BB-4B47-BB8D-14349151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5F2B84F2-9BDA-44B8-94DC-66A7D323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每次不一样是缺点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8EABF461-74CD-4C93-9BFA-6E9D0908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工作场景中，每次重新设计有时反而是缺点。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075B2710-3840-4C6C-B1B6-1834B730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53BD3E65-5E6F-4177-96A0-9A544ABA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固定意味着已验证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5D46BB68-FEFD-46FA-8361-E67334E4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颜色、字体、页眉页脚和常用页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面结构，无需每次让 AI 重新猜。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7FF524-D3BD-4C44-BB11-76D280B0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830574"/>
            <a:ext cx="314134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support|role=index-1">
            <a:extLst xmlns:a="http://schemas.openxmlformats.org/drawingml/2006/main">
              <a:ext uri="{FF2B5EF4-FFF2-40B4-BE49-F238E27FC236}">
                <a16:creationId xmlns:a16="http://schemas.microsoft.com/office/drawing/2014/main" id="{9A2F4CE1-9883-4079-81D4-C4A385D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391629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support|role=title-1">
            <a:extLst xmlns:a="http://schemas.openxmlformats.org/drawingml/2006/main">
              <a:ext uri="{FF2B5EF4-FFF2-40B4-BE49-F238E27FC236}">
                <a16:creationId xmlns:a16="http://schemas.microsoft.com/office/drawing/2014/main" id="{A644D12A-41EF-4120-BFCD-FAD61705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390677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牺牲自由换取可靠</a:t>
            </a:r>
          </a:p>
        </p:txBody>
      </p:sp>
      <p:sp>
        <p:nvSpPr>
          <p:cNvPr id="27" name="PPAGENT_QA|within=composition-support|role=body-1">
            <a:extLst xmlns:a="http://schemas.openxmlformats.org/drawingml/2006/main">
              <a:ext uri="{FF2B5EF4-FFF2-40B4-BE49-F238E27FC236}">
                <a16:creationId xmlns:a16="http://schemas.microsoft.com/office/drawing/2014/main" id="{5355294D-632E-4646-8EF6-2F818D04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4325874"/>
            <a:ext cx="3141345" cy="1341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PPagenT 主动牺牲一部分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自由，换取可靠、稳定和效率。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负责理解，规则负责决定，代码负责执行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机制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93014B2-ECC1-4862-BBAC-475AA5C9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lea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56EB9A81-912D-412A-90CB-3A41AF2E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312039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bod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6BBD930-9380-46D9-A10E-BAE59384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68602"/>
            <a:ext cx="6797992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lead|role=accent">
            <a:extLst xmlns:a="http://schemas.openxmlformats.org/drawingml/2006/main">
              <a:ext uri="{FF2B5EF4-FFF2-40B4-BE49-F238E27FC236}">
                <a16:creationId xmlns:a16="http://schemas.microsoft.com/office/drawing/2014/main" id="{99EBA782-56E5-46D2-A76F-CB9484E2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956054"/>
            <a:ext cx="66675" cy="3842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lead|role=eyebrow">
            <a:extLst xmlns:a="http://schemas.openxmlformats.org/drawingml/2006/main">
              <a:ext uri="{FF2B5EF4-FFF2-40B4-BE49-F238E27FC236}">
                <a16:creationId xmlns:a16="http://schemas.microsoft.com/office/drawing/2014/main" id="{877C5AEF-0656-42B0-AB90-27C2D4C2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994154"/>
            <a:ext cx="279654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关键追问</a:t>
            </a:r>
          </a:p>
        </p:txBody>
      </p:sp>
      <p:sp>
        <p:nvSpPr>
          <p:cNvPr id="19" name="PPAGENT_QA|within=composition-lead|role=title">
            <a:extLst xmlns:a="http://schemas.openxmlformats.org/drawingml/2006/main">
              <a:ext uri="{FF2B5EF4-FFF2-40B4-BE49-F238E27FC236}">
                <a16:creationId xmlns:a16="http://schemas.microsoft.com/office/drawing/2014/main" id="{C35BD806-6C7C-4625-AC88-FD0FE1D5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356104"/>
            <a:ext cx="279654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AI 负责理解</a:t>
            </a:r>
          </a:p>
        </p:txBody>
      </p:sp>
      <p:sp>
        <p:nvSpPr>
          <p:cNvPr id="20" name="PPAGENT_QA|within=composition-lead|role=body">
            <a:extLst xmlns:a="http://schemas.openxmlformats.org/drawingml/2006/main">
              <a:ext uri="{FF2B5EF4-FFF2-40B4-BE49-F238E27FC236}">
                <a16:creationId xmlns:a16="http://schemas.microsoft.com/office/drawing/2014/main" id="{BEBA671C-5C68-4AD3-94C9-0FEB5BFF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3765804"/>
            <a:ext cx="2796540" cy="195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读取稿件，判断重点、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关系、拆页和表达目的。</a:t>
            </a:r>
          </a:p>
        </p:txBody>
      </p:sp>
      <p:sp>
        <p:nvSpPr>
          <p:cNvPr id="21" name="PPAGENT_QA|within=composition-body|role=index-0">
            <a:extLst xmlns:a="http://schemas.openxmlformats.org/drawingml/2006/main">
              <a:ext uri="{FF2B5EF4-FFF2-40B4-BE49-F238E27FC236}">
                <a16:creationId xmlns:a16="http://schemas.microsoft.com/office/drawing/2014/main" id="{354CFD6F-BCD8-4698-A506-3BEEBE33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1778127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body|role=title-0">
            <a:extLst xmlns:a="http://schemas.openxmlformats.org/drawingml/2006/main">
              <a:ext uri="{FF2B5EF4-FFF2-40B4-BE49-F238E27FC236}">
                <a16:creationId xmlns:a16="http://schemas.microsoft.com/office/drawing/2014/main" id="{8FA1E2B7-9C14-4C03-A6E4-BF0E6FA7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1768602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规则负责决定</a:t>
            </a:r>
          </a:p>
        </p:txBody>
      </p:sp>
      <p:sp>
        <p:nvSpPr>
          <p:cNvPr id="23" name="PPAGENT_QA|within=composition-body|role=body-0">
            <a:extLst xmlns:a="http://schemas.openxmlformats.org/drawingml/2006/main">
              <a:ext uri="{FF2B5EF4-FFF2-40B4-BE49-F238E27FC236}">
                <a16:creationId xmlns:a16="http://schemas.microsoft.com/office/drawing/2014/main" id="{7B1A115F-95E3-463B-8351-2DD6E54B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2187702"/>
            <a:ext cx="6150292" cy="1575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判断哪些版式可用、内容是否装得下、何时换版式或拆页。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060FBA-2719-4769-AD9C-200D9687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877437"/>
            <a:ext cx="61502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body|role=index-1">
            <a:extLst xmlns:a="http://schemas.openxmlformats.org/drawingml/2006/main">
              <a:ext uri="{FF2B5EF4-FFF2-40B4-BE49-F238E27FC236}">
                <a16:creationId xmlns:a16="http://schemas.microsoft.com/office/drawing/2014/main" id="{A81493FF-DBAB-47D3-88A1-F789A8EE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3963162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PPAGENT_QA|within=composition-body|role=title-1">
            <a:extLst xmlns:a="http://schemas.openxmlformats.org/drawingml/2006/main">
              <a:ext uri="{FF2B5EF4-FFF2-40B4-BE49-F238E27FC236}">
                <a16:creationId xmlns:a16="http://schemas.microsoft.com/office/drawing/2014/main" id="{EC5C8115-2F50-477F-80F5-8F8E64F1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3953637"/>
            <a:ext cx="615029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代码负责执行</a:t>
            </a:r>
          </a:p>
        </p:txBody>
      </p:sp>
      <p:sp>
        <p:nvSpPr>
          <p:cNvPr id="27" name="PPAGENT_QA|within=composition-body|role=body-1">
            <a:extLst xmlns:a="http://schemas.openxmlformats.org/drawingml/2006/main">
              <a:ext uri="{FF2B5EF4-FFF2-40B4-BE49-F238E27FC236}">
                <a16:creationId xmlns:a16="http://schemas.microsoft.com/office/drawing/2014/main" id="{99B7CEB8-7EEC-49B0-B166-15C859BF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4372737"/>
            <a:ext cx="6150292" cy="1575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按已确认的坐标、字号、颜色和间距，稳定生成原生可编辑的 PowerPoint。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稳定的 80 分，比随机的 95 分更值钱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价值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93014B2-ECC1-4862-BBAC-475AA5C9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C58F496-2A77-4D7D-905B-E151483C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B747CC-0085-4DFF-84A4-5B80B895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581150"/>
            <a:ext cx="10814538" cy="4686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83EC6-148A-4100-AD6F-D84BC5CC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97" y="5816844"/>
            <a:ext cx="10418005" cy="3785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AEEF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D546D-7E86-4144-B08A-5F53B463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5870917"/>
            <a:ext cx="9877278" cy="2883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sp>
        <p:nvSpPr>
          <p:cNvPr id="19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E94B7530-2ABA-4EA8-9DFC-A6341311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D549352D-8683-4895-9977-3228A935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4C46CA9F-9893-417F-844E-44D158F0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48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稳定的 80 分</a:t>
            </a:r>
          </a:p>
        </p:txBody>
      </p:sp>
      <p:sp>
        <p:nvSpPr>
          <p:cNvPr id="22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E246BADD-3082-4967-AFDB-0EC35D15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3158270"/>
            <a:ext cx="3280410" cy="1189599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93C9502C-C5C5-44FA-B68B-67F8E971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617888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CB4FA478-590A-4382-8CA7-03A3BB3A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3212343"/>
            <a:ext cx="2577465" cy="1081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符合组织风格、结构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清楚、视觉规范，且可继续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修改，真正能用于工作。</a:t>
            </a:r>
          </a:p>
        </p:txBody>
      </p:sp>
      <p:sp>
        <p:nvSpPr>
          <p:cNvPr id="25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87E68BF9-AD11-4738-B27F-EE269EEE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222614C7-6959-4E57-849B-E90D83E7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E0CE4611-25AD-46C8-AA5E-2E1A4705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45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随机的 95 分</a:t>
            </a:r>
          </a:p>
        </p:txBody>
      </p:sp>
      <p:sp>
        <p:nvSpPr>
          <p:cNvPr id="28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1B698154-B469-43F6-97A0-B9A9BA8D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3158270"/>
            <a:ext cx="3280410" cy="1189599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6E7987"/>
              </a:gs>
              <a:gs pos="100000">
                <a:srgbClr val="98A3B1"/>
              </a:gs>
            </a:gsLst>
            <a:lin ang="0"/>
          </a:gradFill>
          <a:ln xmlns:a="http://schemas.openxmlformats.org/drawingml/2006/main" w="9525">
            <a:solidFill>
              <a:srgbClr val="B7C0C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690356AB-9EE8-4051-B666-A10400D0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617888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69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30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E68567F0-9AEA-42BF-935F-999E0133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3212343"/>
            <a:ext cx="2577465" cy="1081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可能惊艳，但不稳定，且即使能够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画出，也不一定适合日常工作。</a:t>
            </a:r>
          </a:p>
        </p:txBody>
      </p:sp>
      <p:sp>
        <p:nvSpPr>
          <p:cNvPr id="31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49D80EC6-66CD-42AC-86F4-63361429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52" y="3068149"/>
            <a:ext cx="1261696" cy="12616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32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15FBB4CF-8236-4AD3-B0BD-FD9EEE97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46" y="3212343"/>
            <a:ext cx="973308" cy="97330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4C88E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对比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不只服务最会做 PPT 的那 1%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用户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93014B2-ECC1-4862-BBAC-475AA5C9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88C82E05-C9FD-49C9-94AA-A6AA73CF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4177B7E-9DB1-4CB0-B768-DCA862CD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C3489C7B-EBCF-46A3-9703-9CC41A87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0B6D5B72-9FCF-43E7-8E7B-9C7E7B74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多数人需要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94AC94D5-4FA0-4ACB-BB15-7B762A60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276377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7FB8A5B9-72BD-4252-A462-5BB12DBA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有内容、有专业知识、有汇报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任务，但不擅长拆页、选择和排版。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4643A57-2EF4-4FFF-ADE0-74172B4D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49DF37B6-1315-4EA4-89BE-721F74E1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703498E4-DF87-4E5D-927D-8E81FA04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系统化能力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3CA4825A-5A07-4817-BD76-423D8DC6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276377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A5049B99-0392-41EC-99AC-52ECB332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把少数熟练制作者的方法做成系统，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让更多人低成本获得专业结果。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93014B2-ECC1-4862-BBAC-475AA5C9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9CAB7D15-9556-413B-A995-52221673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C1B043C-3AFF-485B-9B9E-11C15FE5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8ED315B0-A6F3-46A7-9A59-2FB1034D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1D490891-8F5B-4C44-B200-1FE7C460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1FA10D33-3867-40F5-AB6F-4B7B9763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积累的是经验规律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E36791D5-BDCE-4ECC-801E-CB354195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什么内容适合怎样表达，版式能处理多少内容，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超过边界怎样变化，哪些情况即使能画也不该用。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DC93AA29-9707-49BC-AEAA-9F8DB523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A0C2AD77-8765-40B1-AA2E-E2F8B5D6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可扩展的组织系统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13B0906E-269B-485E-BF48-79DE5CD1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3291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东北大学是第一个场景，但能力可复制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到其他学校、企业、实验室和个人。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最后，它想解决的是一件很普通的事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收束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93014B2-ECC1-4862-BBAC-475AA5C9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D8FB6B2-CA55-4C74-BAA9-2808680F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DC72D514-E6F9-42E5-AE1B-6FC0CECA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1B876F78-19F4-4D63-8695-C4F6B17D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609F2689-A7EE-43F6-8F99-26D14C96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5488166D-E9D2-4FD5-A25B-85680284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靠谱实用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C7A256FB-2038-4C89-9162-0F260659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不一定惊艳，但靠谱。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436C6DB4-8D00-4A09-87F7-61CA9453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8781C8DC-9C85-47CB-A948-C48B2792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FC7201C3-BD53-42EB-A573-B5520467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34DFA201-599F-4B0A-B616-3FAEDA47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真的好用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4E8DC346-EECD-409E-B633-FDD2B183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不一定独一无二，但真的好用。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A2831869-C459-4A26-83E0-8BCE3D8D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71E7E0F3-35CE-4508-B951-7116B39D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F7CE127A-A7BE-4CA3-B394-9E254C95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F327FE30-16DD-46F7-88D5-CA480B6B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可继续修改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5FE86534-1F88-40A1-AEA3-D185AA00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第二天还可以继续修改的 PPT。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EF4291C-2C9A-4FBA-84A7-1C2061C8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600">
                <a:latin typeface="HYWenRunSongYun U"/>
                <a:ea typeface="HYWenRunSongYun U"/>
                <a:cs typeface="HYWenRunSongYun U"/>
              </a:defRPr>
            </a:pPr>
            <a:r>
              <a:rPr sz="36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通过 AI 理解、规则决策和代码
执行，将熟练制作者的经验系统化，稳定交付
靠谱实用的 PPT，比随机的 95 分更值钱。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2026-08-13T09:09:42.5140000Z</dcterms:created>
  <dcterms:modified xsi:type="dcterms:W3CDTF">2026-08-13T09:09:42.5140000Z</dcterms:modified>
</coreProperties>
</file>