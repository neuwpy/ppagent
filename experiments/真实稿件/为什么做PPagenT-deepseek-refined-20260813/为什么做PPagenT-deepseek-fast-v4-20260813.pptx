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ccecffda0e4998" /><Relationship Type="http://schemas.openxmlformats.org/officeDocument/2006/relationships/extended-properties" Target="/docProps/app.xml" Id="R948ed93afe334c57" /><Relationship Type="http://schemas.openxmlformats.org/officeDocument/2006/relationships/officeDocument" Target="/ppt/presentation.xml" Id="R3c6af037f86842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676c16197d4213"/>
    <p:sldMasterId xmlns:r="http://schemas.openxmlformats.org/officeDocument/2006/relationships" id="2147483660" r:id="Rb42e9485bc0f415b"/>
    <p:sldMasterId xmlns:r="http://schemas.openxmlformats.org/officeDocument/2006/relationships" id="2147483663" r:id="R888e22e6c52343c3"/>
  </p:sldMasterIdLst>
  <p:notesMasterIdLst>
    <p:notesMasterId xmlns:r="http://schemas.openxmlformats.org/officeDocument/2006/relationships" r:id="R95343144656d403f"/>
  </p:notesMasterIdLst>
  <p:sldIdLst>
    <p:sldId xmlns:r="http://schemas.openxmlformats.org/officeDocument/2006/relationships" id="256" r:id="R6ba06091fcce430c"/>
    <p:sldId xmlns:r="http://schemas.openxmlformats.org/officeDocument/2006/relationships" id="257" r:id="Re83f79073bf54519"/>
    <p:sldId xmlns:r="http://schemas.openxmlformats.org/officeDocument/2006/relationships" id="258" r:id="Rf862543be4364f8b"/>
    <p:sldId xmlns:r="http://schemas.openxmlformats.org/officeDocument/2006/relationships" id="259" r:id="Rb20d02ef0c1540d0"/>
    <p:sldId xmlns:r="http://schemas.openxmlformats.org/officeDocument/2006/relationships" id="260" r:id="R4f68cf6c44a74fde"/>
    <p:sldId xmlns:r="http://schemas.openxmlformats.org/officeDocument/2006/relationships" id="261" r:id="R9a4d9d0d979c4810"/>
    <p:sldId xmlns:r="http://schemas.openxmlformats.org/officeDocument/2006/relationships" id="262" r:id="R2753352ec8334968"/>
    <p:sldId xmlns:r="http://schemas.openxmlformats.org/officeDocument/2006/relationships" id="263" r:id="Rddebf5ff0a4847fc"/>
    <p:sldId xmlns:r="http://schemas.openxmlformats.org/officeDocument/2006/relationships" id="264" r:id="Raec354c8efb44f00"/>
    <p:sldId xmlns:r="http://schemas.openxmlformats.org/officeDocument/2006/relationships" id="265" r:id="R357074eba8aa46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3a35b976044b0c" /><Relationship Type="http://schemas.openxmlformats.org/officeDocument/2006/relationships/slideMaster" Target="/ppt/slideMasters/slideMaster1.xml" Id="R6c676c16197d4213" /><Relationship Type="http://schemas.openxmlformats.org/officeDocument/2006/relationships/slideMaster" Target="/ppt/slideMasters/slideMaster2.xml" Id="Rb42e9485bc0f415b" /><Relationship Type="http://schemas.openxmlformats.org/officeDocument/2006/relationships/slideMaster" Target="/ppt/slideMasters/slideMaster3.xml" Id="R888e22e6c52343c3" /><Relationship Type="http://schemas.openxmlformats.org/officeDocument/2006/relationships/notesMaster" Target="/ppt/notesMasters/notesMaster1.xml" Id="R95343144656d403f" /><Relationship Type="http://schemas.openxmlformats.org/officeDocument/2006/relationships/presProps" Target="/ppt/presProps.xml" Id="Rf78979b1a3564ba4" /><Relationship Type="http://schemas.openxmlformats.org/officeDocument/2006/relationships/viewProps" Target="/ppt/viewProps.xml" Id="Rd22b7d0b25b44feb" /><Relationship Type="http://schemas.openxmlformats.org/officeDocument/2006/relationships/tableStyles" Target="/ppt/tableStyles.xml" Id="R40efd32fdfc949fc" /><Relationship Type="http://schemas.openxmlformats.org/officeDocument/2006/relationships/slide" Target="/ppt/slides/slide1.xml" Id="R6ba06091fcce430c" /><Relationship Type="http://schemas.openxmlformats.org/officeDocument/2006/relationships/slide" Target="/ppt/slides/slide2.xml" Id="Re83f79073bf54519" /><Relationship Type="http://schemas.openxmlformats.org/officeDocument/2006/relationships/slide" Target="/ppt/slides/slide3.xml" Id="Rf862543be4364f8b" /><Relationship Type="http://schemas.openxmlformats.org/officeDocument/2006/relationships/slide" Target="/ppt/slides/slide4.xml" Id="Rb20d02ef0c1540d0" /><Relationship Type="http://schemas.openxmlformats.org/officeDocument/2006/relationships/slide" Target="/ppt/slides/slide5.xml" Id="R4f68cf6c44a74fde" /><Relationship Type="http://schemas.openxmlformats.org/officeDocument/2006/relationships/slide" Target="/ppt/slides/slide6.xml" Id="R9a4d9d0d979c4810" /><Relationship Type="http://schemas.openxmlformats.org/officeDocument/2006/relationships/slide" Target="/ppt/slides/slide7.xml" Id="R2753352ec8334968" /><Relationship Type="http://schemas.openxmlformats.org/officeDocument/2006/relationships/slide" Target="/ppt/slides/slide8.xml" Id="Rddebf5ff0a4847fc" /><Relationship Type="http://schemas.openxmlformats.org/officeDocument/2006/relationships/slide" Target="/ppt/slides/slide9.xml" Id="Raec354c8efb44f00" /><Relationship Type="http://schemas.openxmlformats.org/officeDocument/2006/relationships/slide" Target="/ppt/slides/slide10.xml" Id="R357074eba8aa46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475674f3b694f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3637284d764ad6" /><Relationship Type="http://schemas.openxmlformats.org/officeDocument/2006/relationships/notesMaster" Target="/ppt/notesMasters/notesMaster1.xml" Id="Rcac94a2feb0e42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e32647aaa74793" /><Relationship Type="http://schemas.openxmlformats.org/officeDocument/2006/relationships/notesMaster" Target="/ppt/notesMasters/notesMaster1.xml" Id="Red5bd3d2d74f4f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0f849a725a4300" /><Relationship Type="http://schemas.openxmlformats.org/officeDocument/2006/relationships/notesMaster" Target="/ppt/notesMasters/notesMaster1.xml" Id="R94d69efe171546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b25c43b4594e0f" /><Relationship Type="http://schemas.openxmlformats.org/officeDocument/2006/relationships/notesMaster" Target="/ppt/notesMasters/notesMaster1.xml" Id="R210c7f73c60840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fc1e0df78046d9" /><Relationship Type="http://schemas.openxmlformats.org/officeDocument/2006/relationships/notesMaster" Target="/ppt/notesMasters/notesMaster1.xml" Id="Ra27f135e7b1046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2c42240f5a4481" /><Relationship Type="http://schemas.openxmlformats.org/officeDocument/2006/relationships/notesMaster" Target="/ppt/notesMasters/notesMaster1.xml" Id="R36cb33365cfb45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530d8a834742e9" /><Relationship Type="http://schemas.openxmlformats.org/officeDocument/2006/relationships/notesMaster" Target="/ppt/notesMasters/notesMaster1.xml" Id="R6f1972d621194d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24bfdc89f54d00" /><Relationship Type="http://schemas.openxmlformats.org/officeDocument/2006/relationships/notesMaster" Target="/ppt/notesMasters/notesMaster1.xml" Id="Re04e6030867242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5e37ce8e46464d" /><Relationship Type="http://schemas.openxmlformats.org/officeDocument/2006/relationships/notesMaster" Target="/ppt/notesMasters/notesMaster1.xml" Id="R74e44b6b427645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b5fc24aad84691" /><Relationship Type="http://schemas.openxmlformats.org/officeDocument/2006/relationships/notesMaster" Target="/ppt/notesMasters/notesMaster1.xml" Id="R3fdd060c811248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302a2e4f24044" /><Relationship Type="http://schemas.openxmlformats.org/officeDocument/2006/relationships/image" Target="/ppt/media/image.jpeg" Id="R38cfd4e76c6f46da" /><Relationship Type="http://schemas.openxmlformats.org/officeDocument/2006/relationships/image" Target="/ppt/media/image.png" Id="R4d406e26f21442e0" /><Relationship Type="http://schemas.openxmlformats.org/officeDocument/2006/relationships/image" Target="/ppt/media/image2.png" Id="Rf757d7fe15b044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39e2000c741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af73ed3644c1a" /><Relationship Type="http://schemas.openxmlformats.org/officeDocument/2006/relationships/image" Target="/ppt/media/image3.png" Id="Ra001e5e27cd148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0b036cacf41b6" /><Relationship Type="http://schemas.openxmlformats.org/officeDocument/2006/relationships/image" Target="/ppt/media/image4.png" Id="R8c5e618825404f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a069ee3bb44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87b377dc948f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abefae2674bd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2bcdcb9b045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5fbe577d5420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b882d406e42c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87e7c04a140e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e13f26e6534734" /><Relationship Type="http://schemas.openxmlformats.org/officeDocument/2006/relationships/image" Target="/ppt/media/image5.png" Id="Re17aeda99dbb470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fe27549af942d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8d210f087c54a60" /><Relationship Type="http://schemas.openxmlformats.org/officeDocument/2006/relationships/image" Target="/ppt/media/image5.png" Id="Raeab6f687a8b497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1a54849e6c040e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fd4e76c6f46d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06e26f21442e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7d7fe15b044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F2A8D4F4-318C-4B2B-912E-88075BDD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1e5e27cd148a9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B65964EE-82B3-45B0-8ED0-960E4DE2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9EBD13-8DD0-454F-85FB-A62A363F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24357F82-19F8-49B9-A127-0EF3AA31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6A20CDE0-FEC4-4C1D-975F-D3B6EE92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e618825404f5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081BEEF1-9B11-439A-A404-10179475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924C2084-0152-46A9-99D1-F89FF444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14AAE42-B5A2-46BB-BB4D-2C334EE45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A55E25B-391A-4F82-93FB-99607B1127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E64B93-E08F-4CEF-B5D4-E87250274B6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ACBCDFB-76CF-46D9-8267-5A353C3393E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167243A-7004-410B-9A94-FB14921D57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F4E65C9-E7D0-420F-A900-9F078BE44B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661AE47-298D-422B-B692-62CF556057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BF0A07E-6E1C-4674-9687-212C3EB7FE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FD5FBC-F526-4300-B214-7DA4FB800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0D13C12-FF80-4F6B-AD9F-DE6BE70992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3A46518-2905-4194-AFFF-BAA390360B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225D60A-CECC-4111-BF5D-074E96BE0E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138598D-AC47-419D-82F2-CFD1282C5A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C99E280-C8CB-4F31-B21A-E779A59B02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B2C23F0-3BA9-4CEF-A265-EC74B8EDA2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2BBB7D7-87D4-4713-A9E0-C1D5A573A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566DBAD-2F43-4D19-B1BF-77BF4AEAAE2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4B4319A-59A7-4E8B-94D2-F0B834602F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4265192-B6C8-4260-BBF5-B550ED8882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EC2DB7F-B64E-4732-9F1A-66169A614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B715517-EDBF-4294-B72A-99DFE4F290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BE6D088-A979-4A81-8219-A3B968A98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F331CD6-0876-43BB-AD19-3C6A99A78DA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E35535E-830A-4DF3-AE07-48D926D472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0E833DB-8ABE-4AD6-A311-76CF4EA320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3FBD714-3EB6-40C7-837C-BF3580965A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B0B0155-30B1-4A88-B6DE-8AA4B239C6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670E769-E5D4-4B89-AC58-AEB1C8EEC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760CAC7-3BA9-403D-A97E-86325368E7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AA1FADE-9BA9-418D-9665-06A23A04AA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7F9054-1260-47BF-9B47-B507655B02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8BBB2C6-5907-4C64-A8E7-D0FC0D92DA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D4382D86-0852-44BF-9274-D410288E0C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D815A6A-6B0E-4CE6-9DE6-6B9B04DA4B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558165F-2E10-43A6-9B8E-161EF7BF39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20EA056-0FCC-44C3-B47F-16194E3112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8C5A1BC-B2DE-4125-8C9B-9317483C10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aeda99dbb470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87860C4-298E-4723-9400-F0A59CB1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5623D34-CE90-478A-BD80-1140C085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8E35BFA-FE95-4F78-82EB-F789B464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49E7537-E70E-4372-A14F-F62DFEA4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b6f687a8b497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266B446-64DF-4A01-B580-7EFF846E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1689158-EF35-4B7C-AC06-E3915FF9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7C12268-DAD9-4A43-863B-139A0C81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EA6E962-ACF2-4F19-B2C0-0C3DD232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5d532947bb43eb" /><Relationship Type="http://schemas.openxmlformats.org/officeDocument/2006/relationships/slideLayout" Target="/ppt/slideLayouts/slideLayout1.xml" Id="Re68f095c2ab24b95" /><Relationship Type="http://schemas.openxmlformats.org/officeDocument/2006/relationships/slideLayout" Target="/ppt/slideLayouts/slideLayout2.xml" Id="R1d6496335e364130" /><Relationship Type="http://schemas.openxmlformats.org/officeDocument/2006/relationships/slideLayout" Target="/ppt/slideLayouts/slideLayout3.xml" Id="Rb1a57db7dac940dd" /><Relationship Type="http://schemas.openxmlformats.org/officeDocument/2006/relationships/slideLayout" Target="/ppt/slideLayouts/slideLayout4.xml" Id="R670013cee5774ab9" /><Relationship Type="http://schemas.openxmlformats.org/officeDocument/2006/relationships/slideLayout" Target="/ppt/slideLayouts/slideLayout5.xml" Id="R35648dd1605f44cb" /><Relationship Type="http://schemas.openxmlformats.org/officeDocument/2006/relationships/slideLayout" Target="/ppt/slideLayouts/slideLayout6.xml" Id="R19cc2eed2d9f4775" /><Relationship Type="http://schemas.openxmlformats.org/officeDocument/2006/relationships/slideLayout" Target="/ppt/slideLayouts/slideLayout7.xml" Id="R4bc01136a5c743b8" /><Relationship Type="http://schemas.openxmlformats.org/officeDocument/2006/relationships/slideLayout" Target="/ppt/slideLayouts/slideLayout8.xml" Id="R8ce781bc826c4df2" /><Relationship Type="http://schemas.openxmlformats.org/officeDocument/2006/relationships/slideLayout" Target="/ppt/slideLayouts/slideLayout9.xml" Id="R91604975aeb145a4" /><Relationship Type="http://schemas.openxmlformats.org/officeDocument/2006/relationships/slideLayout" Target="/ppt/slideLayouts/slideLayout10.xml" Id="R42526d622d5b484d" /><Relationship Type="http://schemas.openxmlformats.org/officeDocument/2006/relationships/slideLayout" Target="/ppt/slideLayouts/slideLayout11.xml" Id="R3b8631f7edd949f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66808dba7614012" /><Relationship Type="http://schemas.openxmlformats.org/officeDocument/2006/relationships/slideLayout" Target="/ppt/slideLayouts/slideLayout12.xml" Id="R54517b5a777d4c48" /><Relationship Type="http://schemas.openxmlformats.org/officeDocument/2006/relationships/slideLayout" Target="/ppt/slideLayouts/slideLayout13.xml" Id="Re881bca970714fd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0be5b8821774573" /><Relationship Type="http://schemas.openxmlformats.org/officeDocument/2006/relationships/slideLayout" Target="/ppt/slideLayouts/slideLayout14.xml" Id="R74d63fe29f604d36" /><Relationship Type="http://schemas.openxmlformats.org/officeDocument/2006/relationships/slideLayout" Target="/ppt/slideLayouts/slideLayout15.xml" Id="R52bd49f9ae7c496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0AD2F4B-53CA-4E69-A294-43C97B762A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F0A58CF-665A-4F07-9314-2B34B56B24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EF122C-F0C5-466F-B7F5-372E771E68E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F518339-6814-4A41-97CD-931FD7D844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29BDF20-8BD8-47BD-BBD5-28255070C41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8f095c2ab24b95"/>
    <p:sldLayoutId xmlns:r="http://schemas.openxmlformats.org/officeDocument/2006/relationships" id="2147483650" r:id="R1d6496335e364130"/>
    <p:sldLayoutId xmlns:r="http://schemas.openxmlformats.org/officeDocument/2006/relationships" id="2147483651" r:id="Rb1a57db7dac940dd"/>
    <p:sldLayoutId xmlns:r="http://schemas.openxmlformats.org/officeDocument/2006/relationships" id="2147483652" r:id="R670013cee5774ab9"/>
    <p:sldLayoutId xmlns:r="http://schemas.openxmlformats.org/officeDocument/2006/relationships" id="2147483653" r:id="R35648dd1605f44cb"/>
    <p:sldLayoutId xmlns:r="http://schemas.openxmlformats.org/officeDocument/2006/relationships" id="2147483654" r:id="R19cc2eed2d9f4775"/>
    <p:sldLayoutId xmlns:r="http://schemas.openxmlformats.org/officeDocument/2006/relationships" id="2147483655" r:id="R4bc01136a5c743b8"/>
    <p:sldLayoutId xmlns:r="http://schemas.openxmlformats.org/officeDocument/2006/relationships" id="2147483656" r:id="R8ce781bc826c4df2"/>
    <p:sldLayoutId xmlns:r="http://schemas.openxmlformats.org/officeDocument/2006/relationships" id="2147483657" r:id="R91604975aeb145a4"/>
    <p:sldLayoutId xmlns:r="http://schemas.openxmlformats.org/officeDocument/2006/relationships" id="2147483658" r:id="R42526d622d5b484d"/>
    <p:sldLayoutId xmlns:r="http://schemas.openxmlformats.org/officeDocument/2006/relationships" id="2147483659" r:id="R3b8631f7edd949f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20ABFC1-2D95-4817-8014-3F70757C4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33A8046-75DC-4E4B-9B7B-D202DE5B2A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D1077F-2165-4C0D-898E-5D7CDB0F14C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5D80416-E3FE-4EA8-8011-87C330E750A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C7216D3-6799-4369-AD27-481C14357C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4517b5a777d4c48"/>
    <p:sldLayoutId xmlns:r="http://schemas.openxmlformats.org/officeDocument/2006/relationships" id="2147483662" r:id="Re881bca970714fd1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C469444-D3FB-444C-AF02-1DF8ECADDB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A00289B-17EA-470B-BE1A-52E1DFC8B4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F5D4087-F678-44D0-97FA-25C4E247C2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9ECF7C-828D-48F1-BBD1-CC4440A695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0EC028-FF14-4994-B2C7-C0B044653F7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4d63fe29f604d36"/>
    <p:sldLayoutId xmlns:r="http://schemas.openxmlformats.org/officeDocument/2006/relationships" id="2147483665" r:id="R52bd49f9ae7c496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d69ba039e4f3c" /><Relationship Type="http://schemas.openxmlformats.org/officeDocument/2006/relationships/notesSlide" Target="/ppt/notesSlides/notesSlide1.xml" Id="Rb2eee77b8ae44b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dda369b6494669" /><Relationship Type="http://schemas.openxmlformats.org/officeDocument/2006/relationships/notesSlide" Target="/ppt/notesSlides/notesSlide2.xml" Id="R65a21fd4a21e46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7980724b464251" /><Relationship Type="http://schemas.openxmlformats.org/officeDocument/2006/relationships/notesSlide" Target="/ppt/notesSlides/notesSlide3.xml" Id="Rf104fbb34b3f49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3198524f774e75" /><Relationship Type="http://schemas.openxmlformats.org/officeDocument/2006/relationships/notesSlide" Target="/ppt/notesSlides/notesSlide4.xml" Id="Ra1d7a480f8a94e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7af9b634dc4343" /><Relationship Type="http://schemas.openxmlformats.org/officeDocument/2006/relationships/notesSlide" Target="/ppt/notesSlides/notesSlide5.xml" Id="R172e8eb5e89547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bb506ac5db446a" /><Relationship Type="http://schemas.openxmlformats.org/officeDocument/2006/relationships/notesSlide" Target="/ppt/notesSlides/notesSlide6.xml" Id="Ra401bbb645cd4a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35525ee9394f12" /><Relationship Type="http://schemas.openxmlformats.org/officeDocument/2006/relationships/notesSlide" Target="/ppt/notesSlides/notesSlide7.xml" Id="Rcd1640533cfa4e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433a192bcf40d0" /><Relationship Type="http://schemas.openxmlformats.org/officeDocument/2006/relationships/notesSlide" Target="/ppt/notesSlides/notesSlide8.xml" Id="R1f2aa28b51eb4a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c9c0366ebc475f" /><Relationship Type="http://schemas.openxmlformats.org/officeDocument/2006/relationships/notesSlide" Target="/ppt/notesSlides/notesSlide9.xml" Id="R51fc7b801fbc46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bd027fe9548ee" /><Relationship Type="http://schemas.openxmlformats.org/officeDocument/2006/relationships/notesSlide" Target="/ppt/notesSlides/notesSlide10.xml" Id="Rbb6b0dab311d45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8A95D096-7F9C-419C-85AE-178A7930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A212C632-E9DE-46B3-BE4A-CAC8E149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A0E194E-9EDC-4E27-82E2-F46235D6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06515F12-70A6-4E1C-A805-93F62D0B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23F9F757-E78A-43C6-84CE-2AD91D0B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20235835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痛点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思路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分工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稳定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扩展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真正费时间的不是“画”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揭示 PPT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E0FBFCB-2347-4F19-9E22-44F800DA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00C0EEA-80AD-4D57-9C60-6C7A5FA4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F50D1D6-A75E-498B-AE86-E2D684F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53D2DC29-1BDD-413A-AD42-06AAE31E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95A1DB82-1698-4284-B99A-95B2A9CA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FA41445F-CD25-4159-8218-A73593DD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一连串判断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8CDBC4F5-BD85-455E-A07A-FCC37F08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这场汇报怎么讲、拆多少页、每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页讲什么、观点间的关系、哪里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突出、何时用图、何时一句话更有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力量，这些判断耗费大量时间。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577A09C1-37A6-4A10-80C5-4BFB0CDA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17754EA5-8CDA-4664-B8FA-C23D95BA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翻旧稿调整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867F3F6C-DBBC-4341-B43A-C9E974F6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376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找相似页面、替换内容、调整结构，再统一字体、字号、颜色和间距。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工作里的 PPT，不需要每次重新发明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论证工作场景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E0FBFCB-2347-4F19-9E22-44F800DA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113F36F6-E0F3-44C3-B96C-8D79E7EB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97B4F09-37CA-4F25-893E-B720D3D7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AD89B64E-3D87-4A74-A059-46BB366C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8F9E41E4-A80A-4239-B20D-92A1B0CA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现有 AI 的问题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E19319A4-C421-4965-95FE-1A430F6D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41F1E35B-03A7-48D5-8ECD-4D1E1727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AI 能根据材料生成 PPT，也能画自由炫酷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的页面，但工作场景不需要每次重新设计。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B439AB3-F092-47B9-AADC-1252BDC7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35D06027-AAA8-4930-BD86-EAD788B2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6ACC4816-C3A3-4672-9A47-E6237CA8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固定是优点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3035F231-464F-4398-87AA-F4CCF5F4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276377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013485FC-9A4D-41F5-B649-DB8830FB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学校有学校的样子，企业有企业的样子，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个人有自己的表达方式。颜色、字体、页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眉页脚和验证过的结构，无需 AI 重新猜。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负责理解，规则负责决定，代码负责执行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阐述 AI、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E0FBFCB-2347-4F19-9E22-44F800DA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6018BAB-D447-4662-B7CB-7814A136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3ADD9D3-16D4-418E-9B04-71B41E6C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C017BA28-F3E3-4D0D-812A-3517931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10BBECE7-1BAF-4CBA-8BF2-6833659A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DBFC2CE9-9698-44F9-8463-A8FF7ED3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 负责理解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FFE50B32-3235-4719-BEEE-312DF0E0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读取稿件，判断重点、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关系、拆页和表达目的。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FAE1E29A-D141-4A7C-A17B-5685FAFA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8DDBE39B-DD4A-4C65-AEAD-4D56BA2F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规则负责决定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E4EB4272-A146-4D5B-8C57-30929D40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57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判断哪些版式可以使用、内容是否装得下、何时换版式或拆页。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094DF-8635-4AE3-A18F-A6F0A3C9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7B81A86A-DE59-4875-92B2-7597E8EC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F07C3905-3E77-41EF-97FE-EAD852E2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代码负责执行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245C13E8-AE06-430B-A1A9-7BD7BD99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57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按照已确认的坐标、字号、颜色和间距，稳定生成原生可编辑的 PowerPoint。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强调稳定 8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E0FBFCB-2347-4F19-9E22-44F800DA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A581D098-7845-4688-8DB9-26E155AF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2AB4B29-A4E2-45AF-B04C-E4AFCB87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41E5D6CD-BBDE-41CE-813A-28A9F915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3F5D0185-FEA7-48FD-95AA-0BE91216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不追求惊艳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DD783237-05AF-4004-8588-364B6A6E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99E44EE6-40F4-43C8-882D-123BE2BD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不追求每次都生成 95 分的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作品，而是稳定交付能用于工作的初稿。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AB19E86-023F-4584-B953-67320EA8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EAE09CB4-AEC3-47E0-82A6-845E6D24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3B3C7986-741A-4C42-A129-36512864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真实场景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F27E66C8-0DF8-4423-A707-413E4DA2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276377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24161C06-2FF6-4B11-ACA5-88635E44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明天上午要汇报，晚上把稿件交给系统，希望得到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结构清楚、视觉规范、符合组织风格且可修改的 PPT。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不只服务最会做 PPT 的那 1%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说明服务对象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E0FBFCB-2347-4F19-9E22-44F800DA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514505C-6DBE-4536-812C-77B17C2B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47D4BCD5-B540-4C30-9FCF-55C57777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D1892393-A666-4643-94BD-A8B683F7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26211989-D0A9-4BFC-BCEA-96DE555C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8DCAF6FA-C4BF-4FA5-90C9-02D086DA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目标人群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ED155589-73FC-474A-AEB7-030B776A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多数人有内容、有专业知识、有真实汇报任务，但不擅长拆页、选择表达方式和视觉排版。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F670129C-D1C3-4BCB-B1BB-645B3FE2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C2707BE3-3ACF-417A-9848-F967BD2B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9CF56864-5E3D-4D11-B95D-E3680455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EA7C1E25-95CD-4730-83A8-AB626222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产品价值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8CC8A34D-ADB5-480B-82ED-A27FC581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把少数熟练制作者的经验做成系统，让更多人低成本获得接近专业标准的结果。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814A3CB3-4DF2-47C0-8C5C-DF011C78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A4F3DACE-53C0-4FD2-9DF3-922AB72A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F71F590C-8633-4A22-A159-C1CC3299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DBEB6E18-E7FA-4AC2-B166-6A8504AC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不做的事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5F734107-7ED4-447A-B030-20823914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不需要让所有人成为设计师，而是把个人能力变成更多人可用的生产能力。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强调积累的是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E0FBFCB-2347-4F19-9E22-44F800DA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9325C6B-7884-4BD3-A10A-D039E18B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1D26383-5DAA-4DE6-8DE1-A3551131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722FA7D4-9713-458C-8E36-05A63B0B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E0C11ACA-4A91-4624-A29D-7929C98B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C5EF3B61-B5A0-4967-BBAE-336A8404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积累经验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642F0656-E129-40C0-9B74-8A9A7635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真正要积累的是页面背后的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经验：什么内容适合怎样表达、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版式能处理多少内容、超过边界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如何变化、哪些情况不应使用。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B1F72BF3-0AF3-49C0-84A9-B77C58BD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BF051E32-F70A-497F-803B-6BFA9B97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模板无法穷尽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E732060B-BE66-43AD-8626-3914C1DF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57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现实内容千变万化，模板数量永远不够：观点数量不同、内容长短不同。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BA2F9-49E3-4DFB-918F-E42B1428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AEF70492-EC65-463A-8964-777D4094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84423CB9-1958-42E3-814F-4EB7D495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从作品到能力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9F82B736-8BB5-485F-A71B-1EBE5F98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57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漂亮页面只有在规律提炼后才能变成能力，东北大学是首个场景但非边界。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最后，它想解决的是一件很普通的事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升华项目解决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E0FBFCB-2347-4F19-9E22-44F800DA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5994544-0596-49D9-BC88-9E46E584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B701495-2905-48CC-9A73-D0250BD9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3DE5ADEB-F970-4DC0-9441-3CFB57D6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BEE45D08-09B5-4CC3-90B5-81A5252B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751B43B3-0FFC-499B-9AF4-04800E85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9126A7D9-CE69-4346-A981-310E1D7B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AI 帮我们读稿子，规则帮我们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做判断，代码完成重复劳动。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F5E06C7D-3DFF-4A27-BFF1-855754F6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63CC13A8-DA8F-4DA0-9055-FB142076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54D27C3F-627A-4CFC-BA08-E528368B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57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做一套好 PPT 太费时间，其中很多花在以前已解决的问题上。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2A0562-D9D6-4562-B36D-F58FF48F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4D489EBB-05FF-4929-B91B-CF27FA6C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2DD22917-4106-4F1D-B9CF-75FDFC4A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7CBE3854-0EEA-4847-BF92-158C0B7D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57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让不擅长的人也能很快得到不一定惊艳但靠谱、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不一定独一无二但真的好用、且可继续修改的 PPT。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F9A1990F-A4CA-45B8-B559-AFCA913A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900">
                <a:latin typeface="HYWenRunSongYun U"/>
                <a:ea typeface="HYWenRunSongYun U"/>
                <a:cs typeface="HYWenRunSongYun U"/>
              </a:defRPr>
            </a:pPr>
            <a:r>
              <a:rPr sz="39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通过将高手经验系统化，提供稳定可靠、可
编辑的 PPT 解决方案，价值高于随机的高分设计。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2026-08-13T08:56:19.0580000Z</dcterms:created>
  <dcterms:modified xsi:type="dcterms:W3CDTF">2026-08-13T08:56:19.0580000Z</dcterms:modified>
</coreProperties>
</file>