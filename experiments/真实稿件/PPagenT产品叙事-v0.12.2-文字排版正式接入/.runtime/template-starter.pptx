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16cf2adc1c84b3a" /><Relationship Type="http://schemas.openxmlformats.org/officeDocument/2006/relationships/extended-properties" Target="/docProps/app.xml" Id="R699efa5b06b84223" /><Relationship Type="http://schemas.openxmlformats.org/officeDocument/2006/relationships/officeDocument" Target="/ppt/presentation.xml" Id="R2833ebccb34c40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5aebdceb78144d7"/>
    <p:sldMasterId xmlns:r="http://schemas.openxmlformats.org/officeDocument/2006/relationships" id="2147483660" r:id="Rfa9cfc00b2d74ff0"/>
    <p:sldMasterId xmlns:r="http://schemas.openxmlformats.org/officeDocument/2006/relationships" id="2147483663" r:id="R23d2eaac0dd94289"/>
  </p:sldMasterIdLst>
  <p:notesMasterIdLst>
    <p:notesMasterId xmlns:r="http://schemas.openxmlformats.org/officeDocument/2006/relationships" r:id="R4cf5678c1ebf4d9b"/>
  </p:notesMasterIdLst>
  <p:sldIdLst>
    <p:sldId xmlns:r="http://schemas.openxmlformats.org/officeDocument/2006/relationships" id="256" r:id="R9d2c5c44ffe14001"/>
    <p:sldId xmlns:r="http://schemas.openxmlformats.org/officeDocument/2006/relationships" id="257" r:id="R2277143165a74617"/>
    <p:sldId xmlns:r="http://schemas.openxmlformats.org/officeDocument/2006/relationships" id="258" r:id="R0e42e3b701784510"/>
    <p:sldId xmlns:r="http://schemas.openxmlformats.org/officeDocument/2006/relationships" id="259" r:id="R3c91867d060f42c7"/>
    <p:sldId xmlns:r="http://schemas.openxmlformats.org/officeDocument/2006/relationships" id="260" r:id="R16d2ed63a7bd486c"/>
    <p:sldId xmlns:r="http://schemas.openxmlformats.org/officeDocument/2006/relationships" id="261" r:id="Rcb27989f3e654fa9"/>
    <p:sldId xmlns:r="http://schemas.openxmlformats.org/officeDocument/2006/relationships" id="262" r:id="R25fc300031154332"/>
    <p:sldId xmlns:r="http://schemas.openxmlformats.org/officeDocument/2006/relationships" id="263" r:id="R467dd6ce16c04aea"/>
    <p:sldId xmlns:r="http://schemas.openxmlformats.org/officeDocument/2006/relationships" id="264" r:id="R2ec4bb4cbee2445a"/>
    <p:sldId xmlns:r="http://schemas.openxmlformats.org/officeDocument/2006/relationships" id="265" r:id="R8734b68ff8df454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2235986fb946eb" /><Relationship Type="http://schemas.openxmlformats.org/officeDocument/2006/relationships/slideMaster" Target="/ppt/slideMasters/slideMaster1.xml" Id="Rb5aebdceb78144d7" /><Relationship Type="http://schemas.openxmlformats.org/officeDocument/2006/relationships/slideMaster" Target="/ppt/slideMasters/slideMaster2.xml" Id="Rfa9cfc00b2d74ff0" /><Relationship Type="http://schemas.openxmlformats.org/officeDocument/2006/relationships/slideMaster" Target="/ppt/slideMasters/slideMaster3.xml" Id="R23d2eaac0dd94289" /><Relationship Type="http://schemas.openxmlformats.org/officeDocument/2006/relationships/notesMaster" Target="/ppt/notesMasters/notesMaster1.xml" Id="R4cf5678c1ebf4d9b" /><Relationship Type="http://schemas.openxmlformats.org/officeDocument/2006/relationships/presProps" Target="/ppt/presProps.xml" Id="R703a5cdf33a44365" /><Relationship Type="http://schemas.openxmlformats.org/officeDocument/2006/relationships/viewProps" Target="/ppt/viewProps.xml" Id="Rdef637627186446f" /><Relationship Type="http://schemas.openxmlformats.org/officeDocument/2006/relationships/tableStyles" Target="/ppt/tableStyles.xml" Id="R0114ae7154c24af2" /><Relationship Type="http://schemas.openxmlformats.org/officeDocument/2006/relationships/slide" Target="/ppt/slides/slide1.xml" Id="R9d2c5c44ffe14001" /><Relationship Type="http://schemas.openxmlformats.org/officeDocument/2006/relationships/slide" Target="/ppt/slides/slide2.xml" Id="R2277143165a74617" /><Relationship Type="http://schemas.openxmlformats.org/officeDocument/2006/relationships/slide" Target="/ppt/slides/slide3.xml" Id="R0e42e3b701784510" /><Relationship Type="http://schemas.openxmlformats.org/officeDocument/2006/relationships/slide" Target="/ppt/slides/slide4.xml" Id="R3c91867d060f42c7" /><Relationship Type="http://schemas.openxmlformats.org/officeDocument/2006/relationships/slide" Target="/ppt/slides/slide5.xml" Id="R16d2ed63a7bd486c" /><Relationship Type="http://schemas.openxmlformats.org/officeDocument/2006/relationships/slide" Target="/ppt/slides/slide6.xml" Id="Rcb27989f3e654fa9" /><Relationship Type="http://schemas.openxmlformats.org/officeDocument/2006/relationships/slide" Target="/ppt/slides/slide7.xml" Id="R25fc300031154332" /><Relationship Type="http://schemas.openxmlformats.org/officeDocument/2006/relationships/slide" Target="/ppt/slides/slide8.xml" Id="R467dd6ce16c04aea" /><Relationship Type="http://schemas.openxmlformats.org/officeDocument/2006/relationships/slide" Target="/ppt/slides/slide9.xml" Id="R2ec4bb4cbee2445a" /><Relationship Type="http://schemas.openxmlformats.org/officeDocument/2006/relationships/slide" Target="/ppt/slides/slide10.xml" Id="R8734b68ff8df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88f0e71795e419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65c72db8344236" /><Relationship Type="http://schemas.openxmlformats.org/officeDocument/2006/relationships/notesMaster" Target="/ppt/notesMasters/notesMaster1.xml" Id="R614b6a3d619347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2bcfeda711411b" /><Relationship Type="http://schemas.openxmlformats.org/officeDocument/2006/relationships/notesMaster" Target="/ppt/notesMasters/notesMaster1.xml" Id="R2ce9caeb4efb4c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5bdca430b8447a9" /><Relationship Type="http://schemas.openxmlformats.org/officeDocument/2006/relationships/notesMaster" Target="/ppt/notesMasters/notesMaster1.xml" Id="R194e64746fd94d5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7c971e36de4f53" /><Relationship Type="http://schemas.openxmlformats.org/officeDocument/2006/relationships/notesMaster" Target="/ppt/notesMasters/notesMaster1.xml" Id="R09ad7daf631846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bb705e62764ada" /><Relationship Type="http://schemas.openxmlformats.org/officeDocument/2006/relationships/notesMaster" Target="/ppt/notesMasters/notesMaster1.xml" Id="Rc91e95a50304480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5ea4b443554a18" /><Relationship Type="http://schemas.openxmlformats.org/officeDocument/2006/relationships/notesMaster" Target="/ppt/notesMasters/notesMaster1.xml" Id="Rb13523cdc21649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ce953b602341ff" /><Relationship Type="http://schemas.openxmlformats.org/officeDocument/2006/relationships/notesMaster" Target="/ppt/notesMasters/notesMaster1.xml" Id="R4477646a26a24c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0033a0dde4928" /><Relationship Type="http://schemas.openxmlformats.org/officeDocument/2006/relationships/notesMaster" Target="/ppt/notesMasters/notesMaster1.xml" Id="Rbb2153ed723049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15d6c205044535" /><Relationship Type="http://schemas.openxmlformats.org/officeDocument/2006/relationships/notesMaster" Target="/ppt/notesMasters/notesMaster1.xml" Id="R4ef7bc84f40242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3bb4c18a39493c" /><Relationship Type="http://schemas.openxmlformats.org/officeDocument/2006/relationships/notesMaster" Target="/ppt/notesMasters/notesMaster1.xml" Id="Re5819376253545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05ed1c919c4cd5" /><Relationship Type="http://schemas.openxmlformats.org/officeDocument/2006/relationships/image" Target="/ppt/media/image.jpeg" Id="R64173e291af54dbd" /><Relationship Type="http://schemas.openxmlformats.org/officeDocument/2006/relationships/image" Target="/ppt/media/image.png" Id="R266d9ca935cd425a" /><Relationship Type="http://schemas.openxmlformats.org/officeDocument/2006/relationships/image" Target="/ppt/media/image2.png" Id="Rfcc6425839de4d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b9023de214b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489bc037454bc5" /><Relationship Type="http://schemas.openxmlformats.org/officeDocument/2006/relationships/image" Target="/ppt/media/image3.png" Id="Rb01e4a881ac645b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c234fd8aa4d83" /><Relationship Type="http://schemas.openxmlformats.org/officeDocument/2006/relationships/image" Target="/ppt/media/image4.png" Id="R8b1cadd73b5f4a8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7768fc166942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dc6a6d11e8420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6b70d0f424e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0532ec706415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624567da84434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a77feeeaa4a5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c977a67ec4fe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fb01ee1feb14663" /><Relationship Type="http://schemas.openxmlformats.org/officeDocument/2006/relationships/image" Target="/ppt/media/image5.png" Id="Rc7380368b21640a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e19582676247d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0e6c5786d8c4bfc" /><Relationship Type="http://schemas.openxmlformats.org/officeDocument/2006/relationships/image" Target="/ppt/media/image5.png" Id="R251c28aabd7d4ec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58a5417e409490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173e291af54dbd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d9ca935cd425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6425839de4d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59A59E0C-21FA-44F3-9D99-4D26185F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e4a881ac645bb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9EB6E7EB-DE3C-45F5-A53B-FF13C3B6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BEB1DE87-BF20-495A-A97B-49F4C304C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8DEA3ADB-EFF2-4011-871E-B51D6CA1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651A55A8-24B8-42AA-B88E-338F60A8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cadd73b5f4a8a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7ED05C91-B5B7-4CF8-97ED-EA170F58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EAD972F-4BC7-4A7E-AE39-DF0969782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24D6353-C928-404D-BCC0-F36EC2E51D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06CD11-BFD1-40F8-A02A-DCC20A406D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8DF6ED8C-BC66-47B0-BB20-0F61410C0F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01CF66AA-2AD9-45F8-94D0-8D91062DA88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4F43F56F-138A-42A6-A4C1-57CD09595B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EA8A66CD-061F-4A77-B7E7-384DF30BB6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77941E6-67D7-46C9-A27B-D6B65A0986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8548AAA-8C01-4F0D-9964-1FB0382335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9138AA-33A7-4703-B997-200E28481F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6B3B42-A20A-46F6-A0EA-506EAE1AFC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1320922-7858-4BEA-9923-DD8ACAAD58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D75E428-96A4-4CB2-A983-6B58C0998F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32CB905-09C1-4724-847B-3BAD99A4EC4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490BBA7-5241-4517-BD9E-B30FD37D4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F89398B-72EC-41F2-A1D2-7D64D1627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A3AB1A7-83A3-45D3-8D76-DAF124DEE3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133F104-07D6-42BA-AE0E-61C2D32D70B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F14EDF59-45E6-4857-ACEB-61EE2873575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A645A3D-F3D7-4B9A-850C-D1C05CBBBF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ABF0B3-F8FE-48B7-B0F4-1631DC23C2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C06388CB-8EE6-43F6-9F19-92D1A51FB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377FB89-E588-429B-A166-F2BC746BA7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FE47AA8-F568-4114-9B5E-7653BA6476A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D8FE7842-9CB0-4D90-8203-1FA2175D426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F0585D0-1AB4-4AE8-AE55-6CF415F639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3B5C13F-1203-44A1-B598-0CCE3A3769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F489FCE-789A-4DF9-82AC-DEA6FDEA20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870B24B-0905-409C-8F12-34855CDF0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DD60BA2F-4C14-4462-BACF-35CC79D1A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6141B63-4274-49C7-A965-DDDA9185837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CE1353-DFE7-43EE-9C0B-316BECF450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F369D0A-0041-45C8-BACA-F49C18D0F7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B8CBD32-FB31-44BD-A4B3-DD2ABBB563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C4F5C00A-7DF7-4402-B8C6-67B1E60037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8E059B-DE20-48C9-A198-64AE5CDC0D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F61CFCC-9B7B-4ECC-A5DE-C54F5C6323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6E0EBBE-1F1C-404C-9029-3DDF6004E1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80368b21640a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24F6F54-3AC3-4C92-BDB6-A77E9D0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9AC97DE-05F9-4574-A45F-B56A58EC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D254A28F-733C-4683-9751-7171219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07CC50E1-3752-4978-87E4-DDFC15DA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28aabd7d4ec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E394B0E-D9AE-4804-BEBA-AE732E4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C093450-E8C2-4C7C-9F62-CCAE1F8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F307163-176C-477F-AD63-A4FEE5A1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385D513A-D187-4A62-9735-D4E82DCD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6cce63d0444fe4" /><Relationship Type="http://schemas.openxmlformats.org/officeDocument/2006/relationships/slideLayout" Target="/ppt/slideLayouts/slideLayout1.xml" Id="R7d5509e1bdfa4790" /><Relationship Type="http://schemas.openxmlformats.org/officeDocument/2006/relationships/slideLayout" Target="/ppt/slideLayouts/slideLayout2.xml" Id="Rb572753359004442" /><Relationship Type="http://schemas.openxmlformats.org/officeDocument/2006/relationships/slideLayout" Target="/ppt/slideLayouts/slideLayout3.xml" Id="Rc00f971911c34b16" /><Relationship Type="http://schemas.openxmlformats.org/officeDocument/2006/relationships/slideLayout" Target="/ppt/slideLayouts/slideLayout4.xml" Id="R7f3d562c8b954f99" /><Relationship Type="http://schemas.openxmlformats.org/officeDocument/2006/relationships/slideLayout" Target="/ppt/slideLayouts/slideLayout5.xml" Id="Reefc2149a6ca4a48" /><Relationship Type="http://schemas.openxmlformats.org/officeDocument/2006/relationships/slideLayout" Target="/ppt/slideLayouts/slideLayout6.xml" Id="Rf16fc8c019e04441" /><Relationship Type="http://schemas.openxmlformats.org/officeDocument/2006/relationships/slideLayout" Target="/ppt/slideLayouts/slideLayout7.xml" Id="Ra5380e35aede4218" /><Relationship Type="http://schemas.openxmlformats.org/officeDocument/2006/relationships/slideLayout" Target="/ppt/slideLayouts/slideLayout8.xml" Id="Rec60b763d036408a" /><Relationship Type="http://schemas.openxmlformats.org/officeDocument/2006/relationships/slideLayout" Target="/ppt/slideLayouts/slideLayout9.xml" Id="R8beb969e5d2b43fb" /><Relationship Type="http://schemas.openxmlformats.org/officeDocument/2006/relationships/slideLayout" Target="/ppt/slideLayouts/slideLayout10.xml" Id="R62c6fdc9d05a490d" /><Relationship Type="http://schemas.openxmlformats.org/officeDocument/2006/relationships/slideLayout" Target="/ppt/slideLayouts/slideLayout11.xml" Id="R741f3ac852c24558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ebdc5f462e4e42a6" /><Relationship Type="http://schemas.openxmlformats.org/officeDocument/2006/relationships/slideLayout" Target="/ppt/slideLayouts/slideLayout12.xml" Id="R2102b6aa72384009" /><Relationship Type="http://schemas.openxmlformats.org/officeDocument/2006/relationships/slideLayout" Target="/ppt/slideLayouts/slideLayout13.xml" Id="Rf4932f07a1584bc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54127bb632b44be1" /><Relationship Type="http://schemas.openxmlformats.org/officeDocument/2006/relationships/slideLayout" Target="/ppt/slideLayouts/slideLayout14.xml" Id="R4c1c59e6eb16425c" /><Relationship Type="http://schemas.openxmlformats.org/officeDocument/2006/relationships/slideLayout" Target="/ppt/slideLayouts/slideLayout15.xml" Id="R2a0f3c1566db444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9AF3229-16FC-47B4-AFA1-2B090D04C3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C7612C9-07AE-475D-B79F-A9A11378FE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AE23D39-EC66-4246-9629-435ED727E1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543868D-3295-4DEB-9981-61D1505E857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56D7DDF-48A4-4A16-9AC3-8D8FEFF1D34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5509e1bdfa4790"/>
    <p:sldLayoutId xmlns:r="http://schemas.openxmlformats.org/officeDocument/2006/relationships" id="2147483650" r:id="Rb572753359004442"/>
    <p:sldLayoutId xmlns:r="http://schemas.openxmlformats.org/officeDocument/2006/relationships" id="2147483651" r:id="Rc00f971911c34b16"/>
    <p:sldLayoutId xmlns:r="http://schemas.openxmlformats.org/officeDocument/2006/relationships" id="2147483652" r:id="R7f3d562c8b954f99"/>
    <p:sldLayoutId xmlns:r="http://schemas.openxmlformats.org/officeDocument/2006/relationships" id="2147483653" r:id="Reefc2149a6ca4a48"/>
    <p:sldLayoutId xmlns:r="http://schemas.openxmlformats.org/officeDocument/2006/relationships" id="2147483654" r:id="Rf16fc8c019e04441"/>
    <p:sldLayoutId xmlns:r="http://schemas.openxmlformats.org/officeDocument/2006/relationships" id="2147483655" r:id="Ra5380e35aede4218"/>
    <p:sldLayoutId xmlns:r="http://schemas.openxmlformats.org/officeDocument/2006/relationships" id="2147483656" r:id="Rec60b763d036408a"/>
    <p:sldLayoutId xmlns:r="http://schemas.openxmlformats.org/officeDocument/2006/relationships" id="2147483657" r:id="R8beb969e5d2b43fb"/>
    <p:sldLayoutId xmlns:r="http://schemas.openxmlformats.org/officeDocument/2006/relationships" id="2147483658" r:id="R62c6fdc9d05a490d"/>
    <p:sldLayoutId xmlns:r="http://schemas.openxmlformats.org/officeDocument/2006/relationships" id="2147483659" r:id="R741f3ac852c24558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672BB64-C6F0-4E32-A196-C4C2B9C867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4A54E82-4514-45F8-910A-71D489E8D6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D4452EE-DF78-4DB5-83D7-8E31BE98C9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A830585-ED0E-41E4-A8FA-BFC15D50F02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6ECE70F-C05A-4D7C-A6B8-BA4CEBBFEB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2102b6aa72384009"/>
    <p:sldLayoutId xmlns:r="http://schemas.openxmlformats.org/officeDocument/2006/relationships" id="2147483662" r:id="Rf4932f07a1584bc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18A8C1B4-CA90-4C8A-B386-E6EB6C2B9B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6F5D9E0-EE62-4032-B03A-EEE3E98BE6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2EED32-A2D2-42AE-8F32-367AA0C98FE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9BD5ACB-2C25-4B24-B31E-4463A0B84E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455C58A-7E59-487B-9759-75DD580421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4c1c59e6eb16425c"/>
    <p:sldLayoutId xmlns:r="http://schemas.openxmlformats.org/officeDocument/2006/relationships" id="2147483665" r:id="R2a0f3c1566db444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9de003364a15" /><Relationship Type="http://schemas.openxmlformats.org/officeDocument/2006/relationships/notesSlide" Target="/ppt/notesSlides/notesSlide1.xml" Id="Rdb7f404008c441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bfd91cba91345dc" /><Relationship Type="http://schemas.openxmlformats.org/officeDocument/2006/relationships/notesSlide" Target="/ppt/notesSlides/notesSlide2.xml" Id="Ra3ccb09f83aa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344951ffbdb481e" /><Relationship Type="http://schemas.openxmlformats.org/officeDocument/2006/relationships/image" Target="/ppt/media/image6.png" Id="Rb77f56f02b2e4ddd" /><Relationship Type="http://schemas.openxmlformats.org/officeDocument/2006/relationships/notesSlide" Target="/ppt/notesSlides/notesSlide3.xml" Id="R7afb03a232494d9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7740b2e6ce84f04" /><Relationship Type="http://schemas.openxmlformats.org/officeDocument/2006/relationships/image" Target="/ppt/media/image6.png" Id="Ra23961253f8140d7" /><Relationship Type="http://schemas.openxmlformats.org/officeDocument/2006/relationships/notesSlide" Target="/ppt/notesSlides/notesSlide4.xml" Id="R7ca1c72b562a47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163e57a37154f3d" /><Relationship Type="http://schemas.openxmlformats.org/officeDocument/2006/relationships/image" Target="/ppt/media/image6.png" Id="Rd688dda4566740c6" /><Relationship Type="http://schemas.openxmlformats.org/officeDocument/2006/relationships/notesSlide" Target="/ppt/notesSlides/notesSlide5.xml" Id="R703dc62c8e78463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6a41b392dd84572" /><Relationship Type="http://schemas.openxmlformats.org/officeDocument/2006/relationships/image" Target="/ppt/media/image6.png" Id="R4635d56aa2e34303" /><Relationship Type="http://schemas.openxmlformats.org/officeDocument/2006/relationships/notesSlide" Target="/ppt/notesSlides/notesSlide6.xml" Id="R13595743e50848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c3a8a93436489f" /><Relationship Type="http://schemas.openxmlformats.org/officeDocument/2006/relationships/image" Target="/ppt/media/image6.png" Id="R11837fd0fc94411e" /><Relationship Type="http://schemas.openxmlformats.org/officeDocument/2006/relationships/notesSlide" Target="/ppt/notesSlides/notesSlide7.xml" Id="R060e908cd0c54ab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a5780a309742ca" /><Relationship Type="http://schemas.openxmlformats.org/officeDocument/2006/relationships/image" Target="/ppt/media/image6.png" Id="Rbb5d53eb9ecb4c20" /><Relationship Type="http://schemas.openxmlformats.org/officeDocument/2006/relationships/notesSlide" Target="/ppt/notesSlides/notesSlide8.xml" Id="R9a63ee493d2e4f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06facdb3354395" /><Relationship Type="http://schemas.openxmlformats.org/officeDocument/2006/relationships/image" Target="/ppt/media/image6.png" Id="R7d74c6b5936042e6" /><Relationship Type="http://schemas.openxmlformats.org/officeDocument/2006/relationships/notesSlide" Target="/ppt/notesSlides/notesSlide9.xml" Id="R6d10ad79697f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9947b0e14c4824" /><Relationship Type="http://schemas.openxmlformats.org/officeDocument/2006/relationships/image" Target="/ppt/media/image6.png" Id="R0d857138cd9f4b4a" /><Relationship Type="http://schemas.openxmlformats.org/officeDocument/2006/relationships/notesSlide" Target="/ppt/notesSlides/notesSlide10.xml" Id="Rdf058ec8f245441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01BFCB92-2C17-48EA-BB0B-B305B2F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29870D29-6F78-4FC8-83E9-B9DBD82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4695050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10000"/>
              </a:lnSpc>
              <a:spcBef>
                <a:spcPts val="0"/>
              </a:spcBef>
              <a:buNone/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1BA5E0F2-BEE8-4D48-836D-E165B87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780" y="5531496"/>
            <a:ext cx="3283986" cy="62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A4C5B4F7-AB41-4B0D-844C-A733228B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5374ACC7-D383-451D-B2EB-2A62ED1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06" y="1887437"/>
            <a:ext cx="11932078" cy="16135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25000"/>
              </a:lnSpc>
              <a:spcBef>
                <a:spcPts val="0"/>
              </a:spcBef>
              <a:buNone/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MDM</a:t>
            </a: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方法偏移量自适应选取</a:t>
            </a:r>
          </a:p>
        </p:txBody>
      </p:sp>
    </p:spTree>
    <p:extLst>
      <p:ext uri="{BB962C8B-B14F-4D97-AF65-F5344CB8AC3E}">
        <p14:creationId xmlns:p14="http://schemas.microsoft.com/office/powerpoint/2010/main" val="19935733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584" y="1627404"/>
            <a:ext cx="11448817" cy="2435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1. 定义问题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2. </a:t>
            </a:r>
            <a:r>
              <a:t>真参数未知如何实现“样本</a:t>
            </a:r>
            <a:r>
              <a:t>-</a:t>
            </a:r>
            <a:r>
              <a:t>最优偏移量”的选择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3. </a:t>
            </a:r>
            <a:r>
              <a:t>一些关于神经网络的验证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4. </a:t>
            </a:r>
            <a:r>
              <a:t>论文准备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</a:pPr>
            <a:r>
              <a:t>5. </a:t>
            </a:r>
            <a:r>
              <a:t>下一个研究课题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f56f02b2e4d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961253f81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8dda4566740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35d56aa2e343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37fd0fc9441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d53eb9ecb4c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4c6b5936042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DDB66F51-39CC-44F1-966F-473A55ED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57138cd9f4b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2026-08-25T02:48:40.5640000Z</dcterms:created>
  <dcterms:modified xsi:type="dcterms:W3CDTF">2026-08-25T02:48:40.5640000Z</dcterms:modified>
</coreProperties>
</file>