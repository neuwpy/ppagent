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82ea9e7e8a403c" /><Relationship Type="http://schemas.openxmlformats.org/officeDocument/2006/relationships/extended-properties" Target="/docProps/app.xml" Id="Rf95e20b214f94438" /><Relationship Type="http://schemas.openxmlformats.org/officeDocument/2006/relationships/officeDocument" Target="/ppt/presentation.xml" Id="Rf21e10ee78a647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015c280d834244"/>
    <p:sldMasterId xmlns:r="http://schemas.openxmlformats.org/officeDocument/2006/relationships" id="2147483660" r:id="Rfd74cb0438a64e28"/>
    <p:sldMasterId xmlns:r="http://schemas.openxmlformats.org/officeDocument/2006/relationships" id="2147483663" r:id="Re62ce1d136e14e04"/>
  </p:sldMasterIdLst>
  <p:notesMasterIdLst>
    <p:notesMasterId xmlns:r="http://schemas.openxmlformats.org/officeDocument/2006/relationships" r:id="R20a580dea5fb4dfa"/>
  </p:notesMasterIdLst>
  <p:sldIdLst>
    <p:sldId xmlns:r="http://schemas.openxmlformats.org/officeDocument/2006/relationships" id="256" r:id="R8a27de6324e74a6f"/>
    <p:sldId xmlns:r="http://schemas.openxmlformats.org/officeDocument/2006/relationships" id="257" r:id="R0ccfa43e297b4f13"/>
    <p:sldId xmlns:r="http://schemas.openxmlformats.org/officeDocument/2006/relationships" id="258" r:id="R99a32313d18145c7"/>
    <p:sldId xmlns:r="http://schemas.openxmlformats.org/officeDocument/2006/relationships" id="259" r:id="R5489d48fcd484057"/>
    <p:sldId xmlns:r="http://schemas.openxmlformats.org/officeDocument/2006/relationships" id="260" r:id="Ra407f56785374628"/>
    <p:sldId xmlns:r="http://schemas.openxmlformats.org/officeDocument/2006/relationships" id="261" r:id="R18f7db5c5405403b"/>
    <p:sldId xmlns:r="http://schemas.openxmlformats.org/officeDocument/2006/relationships" id="262" r:id="Rcf3d4c90d36e4a58"/>
    <p:sldId xmlns:r="http://schemas.openxmlformats.org/officeDocument/2006/relationships" id="263" r:id="Rf77658d4bc944c58"/>
    <p:sldId xmlns:r="http://schemas.openxmlformats.org/officeDocument/2006/relationships" id="264" r:id="R354d2aaaa7804487"/>
    <p:sldId xmlns:r="http://schemas.openxmlformats.org/officeDocument/2006/relationships" id="265" r:id="R2f230493418241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8da82b0dbf4244" /><Relationship Type="http://schemas.openxmlformats.org/officeDocument/2006/relationships/slideMaster" Target="/ppt/slideMasters/slideMaster1.xml" Id="R9e015c280d834244" /><Relationship Type="http://schemas.openxmlformats.org/officeDocument/2006/relationships/slideMaster" Target="/ppt/slideMasters/slideMaster2.xml" Id="Rfd74cb0438a64e28" /><Relationship Type="http://schemas.openxmlformats.org/officeDocument/2006/relationships/slideMaster" Target="/ppt/slideMasters/slideMaster3.xml" Id="Re62ce1d136e14e04" /><Relationship Type="http://schemas.openxmlformats.org/officeDocument/2006/relationships/notesMaster" Target="/ppt/notesMasters/notesMaster1.xml" Id="R20a580dea5fb4dfa" /><Relationship Type="http://schemas.openxmlformats.org/officeDocument/2006/relationships/presProps" Target="/ppt/presProps.xml" Id="R834d461e2b104e52" /><Relationship Type="http://schemas.openxmlformats.org/officeDocument/2006/relationships/viewProps" Target="/ppt/viewProps.xml" Id="Rd47dbefd5fbd4e40" /><Relationship Type="http://schemas.openxmlformats.org/officeDocument/2006/relationships/tableStyles" Target="/ppt/tableStyles.xml" Id="R25d65ffe3e5d4f95" /><Relationship Type="http://schemas.openxmlformats.org/officeDocument/2006/relationships/slide" Target="/ppt/slides/slide1.xml" Id="R8a27de6324e74a6f" /><Relationship Type="http://schemas.openxmlformats.org/officeDocument/2006/relationships/slide" Target="/ppt/slides/slide2.xml" Id="R0ccfa43e297b4f13" /><Relationship Type="http://schemas.openxmlformats.org/officeDocument/2006/relationships/slide" Target="/ppt/slides/slide3.xml" Id="R99a32313d18145c7" /><Relationship Type="http://schemas.openxmlformats.org/officeDocument/2006/relationships/slide" Target="/ppt/slides/slide4.xml" Id="R5489d48fcd484057" /><Relationship Type="http://schemas.openxmlformats.org/officeDocument/2006/relationships/slide" Target="/ppt/slides/slide5.xml" Id="Ra407f56785374628" /><Relationship Type="http://schemas.openxmlformats.org/officeDocument/2006/relationships/slide" Target="/ppt/slides/slide6.xml" Id="R18f7db5c5405403b" /><Relationship Type="http://schemas.openxmlformats.org/officeDocument/2006/relationships/slide" Target="/ppt/slides/slide7.xml" Id="Rcf3d4c90d36e4a58" /><Relationship Type="http://schemas.openxmlformats.org/officeDocument/2006/relationships/slide" Target="/ppt/slides/slide8.xml" Id="Rf77658d4bc944c58" /><Relationship Type="http://schemas.openxmlformats.org/officeDocument/2006/relationships/slide" Target="/ppt/slides/slide9.xml" Id="R354d2aaaa7804487" /><Relationship Type="http://schemas.openxmlformats.org/officeDocument/2006/relationships/slide" Target="/ppt/slides/slide10.xml" Id="R2f230493418241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be772c3be6849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b84c06fe1486f" /><Relationship Type="http://schemas.openxmlformats.org/officeDocument/2006/relationships/notesMaster" Target="/ppt/notesMasters/notesMaster1.xml" Id="R9fc7f77c41394a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41fee95563494d" /><Relationship Type="http://schemas.openxmlformats.org/officeDocument/2006/relationships/notesMaster" Target="/ppt/notesMasters/notesMaster1.xml" Id="R5f09e17648064d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68f59e5be54e1e" /><Relationship Type="http://schemas.openxmlformats.org/officeDocument/2006/relationships/notesMaster" Target="/ppt/notesMasters/notesMaster1.xml" Id="R2ac38cf1754b45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0e5249369f4c3f" /><Relationship Type="http://schemas.openxmlformats.org/officeDocument/2006/relationships/notesMaster" Target="/ppt/notesMasters/notesMaster1.xml" Id="Rb0312f886ff547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2620fa0d104545" /><Relationship Type="http://schemas.openxmlformats.org/officeDocument/2006/relationships/notesMaster" Target="/ppt/notesMasters/notesMaster1.xml" Id="Rd2a10f6713734a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b44a50014841ff" /><Relationship Type="http://schemas.openxmlformats.org/officeDocument/2006/relationships/notesMaster" Target="/ppt/notesMasters/notesMaster1.xml" Id="R938611daca1b4f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7f15b6430b46c6" /><Relationship Type="http://schemas.openxmlformats.org/officeDocument/2006/relationships/notesMaster" Target="/ppt/notesMasters/notesMaster1.xml" Id="R92005dfe635145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714c9bf4484a0c" /><Relationship Type="http://schemas.openxmlformats.org/officeDocument/2006/relationships/notesMaster" Target="/ppt/notesMasters/notesMaster1.xml" Id="R7bc3fd3a2b2f40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638a86bcc14188" /><Relationship Type="http://schemas.openxmlformats.org/officeDocument/2006/relationships/notesMaster" Target="/ppt/notesMasters/notesMaster1.xml" Id="Rb0491c9d7eb443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f898529aa44f93" /><Relationship Type="http://schemas.openxmlformats.org/officeDocument/2006/relationships/notesMaster" Target="/ppt/notesMasters/notesMaster1.xml" Id="Re281ba110cee4d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内容：稿件/为什么做PPagenT-v1.md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PPagenT：p2-intent → progression-spectrum-focus-001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PPagenT：p3-intent → comparison-dual-verdict-001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PPagenT：p4-intent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PPagenT：p5-intent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PPagenT：p6-intent → layered-architecture-001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PPagenT：p7-intent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内容：稿件/为什么做PPagenT-v1.md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PPagenT：p8-intent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ff62b5eb547c1" /><Relationship Type="http://schemas.openxmlformats.org/officeDocument/2006/relationships/image" Target="/ppt/media/image.jpeg" Id="Rfafdf472c7374425" /><Relationship Type="http://schemas.openxmlformats.org/officeDocument/2006/relationships/image" Target="/ppt/media/image.png" Id="R733a2350e5e640f9" /><Relationship Type="http://schemas.openxmlformats.org/officeDocument/2006/relationships/image" Target="/ppt/media/image2.png" Id="R22de84e0a7b34c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952407e6f40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95dd699a24b9c" /><Relationship Type="http://schemas.openxmlformats.org/officeDocument/2006/relationships/image" Target="/ppt/media/image3.png" Id="R689727a77353416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5f8e73e274f9a" /><Relationship Type="http://schemas.openxmlformats.org/officeDocument/2006/relationships/image" Target="/ppt/media/image4.png" Id="R8ab5d3b9da1845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ce45fdadac4c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58347a85e34a9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268ff35dd418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75ddca6914d4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7521532df475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f66c76d11495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2cd6183624cc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833c7bfbdb4585" /><Relationship Type="http://schemas.openxmlformats.org/officeDocument/2006/relationships/image" Target="/ppt/media/image5.png" Id="R1a40b1b1b5964b7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a73ce9f2f7467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ef7a864dd2b4905" /><Relationship Type="http://schemas.openxmlformats.org/officeDocument/2006/relationships/image" Target="/ppt/media/image5.png" Id="Rd72831284271435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e8ecd9e7240462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df472c737442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3a2350e5e640f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e84e0a7b34c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59A59E0C-21FA-44F3-9D99-4D26185F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727a77353416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EB6E7EB-DE3C-45F5-A53B-FF13C3B6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EB1DE87-BF20-495A-A97B-49F4C304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DEA3ADB-EFF2-4011-871E-B51D6CA1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651A55A8-24B8-42AA-B88E-338F60A8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5d3b9da184595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7ED05C91-B5B7-4CF8-97ED-EA170F58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EAD972F-4BC7-4A7E-AE39-DF096978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4D6353-C928-404D-BCC0-F36EC2E51D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D06CD11-BFD1-40F8-A02A-DCC20A406D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DF6ED8C-BC66-47B0-BB20-0F61410C0F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1CF66AA-2AD9-45F8-94D0-8D91062DA88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F43F56F-138A-42A6-A4C1-57CD09595B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A8A66CD-061F-4A77-B7E7-384DF30BB6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77941E6-67D7-46C9-A27B-D6B65A0986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8548AAA-8C01-4F0D-9964-1FB0382335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9138AA-33A7-4703-B997-200E28481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16B3B42-A20A-46F6-A0EA-506EAE1AFC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1320922-7858-4BEA-9923-DD8ACAAD58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D75E428-96A4-4CB2-A983-6B58C0998F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32CB905-09C1-4724-847B-3BAD99A4EC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490BBA7-5241-4517-BD9E-B30FD37D4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F89398B-72EC-41F2-A1D2-7D64D16277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A3AB1A7-83A3-45D3-8D76-DAF124DEE3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133F104-07D6-42BA-AE0E-61C2D32D70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14EDF59-45E6-4857-ACEB-61EE287357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A645A3D-F3D7-4B9A-850C-D1C05CBBBF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ABF0B3-F8FE-48B7-B0F4-1631DC23C2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06388CB-8EE6-43F6-9F19-92D1A51FB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377FB89-E588-429B-A166-F2BC746BA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FE47AA8-F568-4114-9B5E-7653BA6476A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8FE7842-9CB0-4D90-8203-1FA2175D42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F0585D0-1AB4-4AE8-AE55-6CF415F639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3B5C13F-1203-44A1-B598-0CCE3A3769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F489FCE-789A-4DF9-82AC-DEA6FDEA20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70B24B-0905-409C-8F12-34855CDF0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D60BA2F-4C14-4462-BACF-35CC79D1A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6141B63-4274-49C7-A965-DDDA918583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CE1353-DFE7-43EE-9C0B-316BECF450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F369D0A-0041-45C8-BACA-F49C18D0F7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B8CBD32-FB31-44BD-A4B3-DD2ABBB56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4F5C00A-7DF7-4402-B8C6-67B1E60037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8E059B-DE20-48C9-A198-64AE5CDC0D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F61CFCC-9B7B-4ECC-A5DE-C54F5C6323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6E0EBBE-1F1C-404C-9029-3DDF6004E1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0b1b1b5964b7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24F6F54-3AC3-4C92-BDB6-A77E9D03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9AC97DE-05F9-4574-A45F-B56A58EC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254A28F-733C-4683-9751-71712197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7CC50E1-3752-4978-87E4-DDFC15D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8312842714354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E394B0E-D9AE-4804-BEBA-AE732E40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C093450-E8C2-4C7C-9F62-CCAE1F83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F307163-176C-477F-AD63-A4FEE5A1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85D513A-D187-4A62-9735-D4E82DC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bff42059df44ff" /><Relationship Type="http://schemas.openxmlformats.org/officeDocument/2006/relationships/slideLayout" Target="/ppt/slideLayouts/slideLayout1.xml" Id="R570e26edc9dc4b76" /><Relationship Type="http://schemas.openxmlformats.org/officeDocument/2006/relationships/slideLayout" Target="/ppt/slideLayouts/slideLayout2.xml" Id="R433ab95043454574" /><Relationship Type="http://schemas.openxmlformats.org/officeDocument/2006/relationships/slideLayout" Target="/ppt/slideLayouts/slideLayout3.xml" Id="R4a8609fe43424355" /><Relationship Type="http://schemas.openxmlformats.org/officeDocument/2006/relationships/slideLayout" Target="/ppt/slideLayouts/slideLayout4.xml" Id="R94c5d82c0e8b4f5f" /><Relationship Type="http://schemas.openxmlformats.org/officeDocument/2006/relationships/slideLayout" Target="/ppt/slideLayouts/slideLayout5.xml" Id="R494a9631a0da457b" /><Relationship Type="http://schemas.openxmlformats.org/officeDocument/2006/relationships/slideLayout" Target="/ppt/slideLayouts/slideLayout6.xml" Id="R24e47580b62b4836" /><Relationship Type="http://schemas.openxmlformats.org/officeDocument/2006/relationships/slideLayout" Target="/ppt/slideLayouts/slideLayout7.xml" Id="R5cf915267aef44c1" /><Relationship Type="http://schemas.openxmlformats.org/officeDocument/2006/relationships/slideLayout" Target="/ppt/slideLayouts/slideLayout8.xml" Id="R4346dc8e781043a0" /><Relationship Type="http://schemas.openxmlformats.org/officeDocument/2006/relationships/slideLayout" Target="/ppt/slideLayouts/slideLayout9.xml" Id="Re6d74bc37e8e476c" /><Relationship Type="http://schemas.openxmlformats.org/officeDocument/2006/relationships/slideLayout" Target="/ppt/slideLayouts/slideLayout10.xml" Id="R78bfe38b540343e5" /><Relationship Type="http://schemas.openxmlformats.org/officeDocument/2006/relationships/slideLayout" Target="/ppt/slideLayouts/slideLayout11.xml" Id="R820aab7049f4454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72f4b6082b84f79" /><Relationship Type="http://schemas.openxmlformats.org/officeDocument/2006/relationships/slideLayout" Target="/ppt/slideLayouts/slideLayout12.xml" Id="R7b9652487d234067" /><Relationship Type="http://schemas.openxmlformats.org/officeDocument/2006/relationships/slideLayout" Target="/ppt/slideLayouts/slideLayout13.xml" Id="R7cd8736201274f3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8bc5c2c1a534059" /><Relationship Type="http://schemas.openxmlformats.org/officeDocument/2006/relationships/slideLayout" Target="/ppt/slideLayouts/slideLayout14.xml" Id="Rc9cc6a27777345db" /><Relationship Type="http://schemas.openxmlformats.org/officeDocument/2006/relationships/slideLayout" Target="/ppt/slideLayouts/slideLayout15.xml" Id="R0ab32030d760445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9AF3229-16FC-47B4-AFA1-2B090D04C3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C7612C9-07AE-475D-B79F-A9A11378FE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AE23D39-EC66-4246-9629-435ED727E1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543868D-3295-4DEB-9981-61D1505E857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56D7DDF-48A4-4A16-9AC3-8D8FEFF1D3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e26edc9dc4b76"/>
    <p:sldLayoutId xmlns:r="http://schemas.openxmlformats.org/officeDocument/2006/relationships" id="2147483650" r:id="R433ab95043454574"/>
    <p:sldLayoutId xmlns:r="http://schemas.openxmlformats.org/officeDocument/2006/relationships" id="2147483651" r:id="R4a8609fe43424355"/>
    <p:sldLayoutId xmlns:r="http://schemas.openxmlformats.org/officeDocument/2006/relationships" id="2147483652" r:id="R94c5d82c0e8b4f5f"/>
    <p:sldLayoutId xmlns:r="http://schemas.openxmlformats.org/officeDocument/2006/relationships" id="2147483653" r:id="R494a9631a0da457b"/>
    <p:sldLayoutId xmlns:r="http://schemas.openxmlformats.org/officeDocument/2006/relationships" id="2147483654" r:id="R24e47580b62b4836"/>
    <p:sldLayoutId xmlns:r="http://schemas.openxmlformats.org/officeDocument/2006/relationships" id="2147483655" r:id="R5cf915267aef44c1"/>
    <p:sldLayoutId xmlns:r="http://schemas.openxmlformats.org/officeDocument/2006/relationships" id="2147483656" r:id="R4346dc8e781043a0"/>
    <p:sldLayoutId xmlns:r="http://schemas.openxmlformats.org/officeDocument/2006/relationships" id="2147483657" r:id="Re6d74bc37e8e476c"/>
    <p:sldLayoutId xmlns:r="http://schemas.openxmlformats.org/officeDocument/2006/relationships" id="2147483658" r:id="R78bfe38b540343e5"/>
    <p:sldLayoutId xmlns:r="http://schemas.openxmlformats.org/officeDocument/2006/relationships" id="2147483659" r:id="R820aab7049f4454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672BB64-C6F0-4E32-A196-C4C2B9C86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4A54E82-4514-45F8-910A-71D489E8D6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4452EE-DF78-4DB5-83D7-8E31BE98C91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830585-ED0E-41E4-A8FA-BFC15D50F0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6ECE70F-C05A-4D7C-A6B8-BA4CEBBFEB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b9652487d234067"/>
    <p:sldLayoutId xmlns:r="http://schemas.openxmlformats.org/officeDocument/2006/relationships" id="2147483662" r:id="R7cd8736201274f3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8A8C1B4-CA90-4C8A-B386-E6EB6C2B9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6F5D9E0-EE62-4032-B03A-EEE3E98BE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62EED32-A2D2-42AE-8F32-367AA0C98FE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9BD5ACB-2C25-4B24-B31E-4463A0B84E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55C58A-7E59-487B-9759-75DD580421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c9cc6a27777345db"/>
    <p:sldLayoutId xmlns:r="http://schemas.openxmlformats.org/officeDocument/2006/relationships" id="2147483665" r:id="R0ab32030d7604453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534d842134254" /><Relationship Type="http://schemas.openxmlformats.org/officeDocument/2006/relationships/notesSlide" Target="/ppt/notesSlides/notesSlide1.xml" Id="Raf3de186377744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6b3d5893624224" /><Relationship Type="http://schemas.openxmlformats.org/officeDocument/2006/relationships/notesSlide" Target="/ppt/notesSlides/notesSlide2.xml" Id="R2d8a94a7fd9d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c3b48a867d4402" /><Relationship Type="http://schemas.openxmlformats.org/officeDocument/2006/relationships/image" Target="/ppt/media/image6.png" Id="Rd392b317df99408f" /><Relationship Type="http://schemas.openxmlformats.org/officeDocument/2006/relationships/image" Target="/ppt/media/image.svg" Id="R8870e04362e04bc2" /><Relationship Type="http://schemas.openxmlformats.org/officeDocument/2006/relationships/image" Target="/ppt/media/image7.png" Id="R9fdaa649bd724653" /><Relationship Type="http://schemas.openxmlformats.org/officeDocument/2006/relationships/image" Target="/ppt/media/image2.svg" Id="R2883a4d49dc54ff6" /><Relationship Type="http://schemas.openxmlformats.org/officeDocument/2006/relationships/image" Target="/ppt/media/image8.png" Id="R770b8756b32d431f" /><Relationship Type="http://schemas.openxmlformats.org/officeDocument/2006/relationships/image" Target="/ppt/media/image3.svg" Id="R1ceeac34e3834c1e" /><Relationship Type="http://schemas.openxmlformats.org/officeDocument/2006/relationships/image" Target="/ppt/media/image9.png" Id="R7d34eb154844435e" /><Relationship Type="http://schemas.openxmlformats.org/officeDocument/2006/relationships/image" Target="/ppt/media/image4.svg" Id="Rf32fe7bb5096443b" /><Relationship Type="http://schemas.openxmlformats.org/officeDocument/2006/relationships/image" Target="/ppt/media/image10.png" Id="Rad72963dc2e346f7" /><Relationship Type="http://schemas.openxmlformats.org/officeDocument/2006/relationships/image" Target="/ppt/media/image5.svg" Id="Refe083ff6c7e4dd8" /><Relationship Type="http://schemas.openxmlformats.org/officeDocument/2006/relationships/image" Target="/ppt/media/image11.png" Id="R85e945bfad4941a8" /><Relationship Type="http://schemas.openxmlformats.org/officeDocument/2006/relationships/image" Target="/ppt/media/image6.svg" Id="R13779ac8fdaa45b6" /><Relationship Type="http://schemas.openxmlformats.org/officeDocument/2006/relationships/notesSlide" Target="/ppt/notesSlides/notesSlide3.xml" Id="R2bac6418f7934e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673e4343a14896" /><Relationship Type="http://schemas.openxmlformats.org/officeDocument/2006/relationships/notesSlide" Target="/ppt/notesSlides/notesSlide4.xml" Id="Rac23535ae5f14b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92c1138433446c" /><Relationship Type="http://schemas.openxmlformats.org/officeDocument/2006/relationships/notesSlide" Target="/ppt/notesSlides/notesSlide5.xml" Id="R21cbe70da63342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0ec88d73104cbd" /><Relationship Type="http://schemas.openxmlformats.org/officeDocument/2006/relationships/image" Target="/ppt/media/image12.png" Id="Rfcc204967cb140a1" /><Relationship Type="http://schemas.openxmlformats.org/officeDocument/2006/relationships/image" Target="/ppt/media/image7.svg" Id="Ra71613b975894ec9" /><Relationship Type="http://schemas.openxmlformats.org/officeDocument/2006/relationships/image" Target="/ppt/media/image13.png" Id="Rfa31754eb9904a92" /><Relationship Type="http://schemas.openxmlformats.org/officeDocument/2006/relationships/image" Target="/ppt/media/image8.svg" Id="R2cfed44df57b46b8" /><Relationship Type="http://schemas.openxmlformats.org/officeDocument/2006/relationships/image" Target="/ppt/media/image14.png" Id="Rb8566077996d456a" /><Relationship Type="http://schemas.openxmlformats.org/officeDocument/2006/relationships/image" Target="/ppt/media/image9.svg" Id="R827a4a106e994384" /><Relationship Type="http://schemas.openxmlformats.org/officeDocument/2006/relationships/image" Target="/ppt/media/image15.png" Id="R2a376dbb0f594611" /><Relationship Type="http://schemas.openxmlformats.org/officeDocument/2006/relationships/image" Target="/ppt/media/image10.svg" Id="Rfac16f654dcb4041" /><Relationship Type="http://schemas.openxmlformats.org/officeDocument/2006/relationships/notesSlide" Target="/ppt/notesSlides/notesSlide6.xml" Id="Ra57958aebb1a4b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fcec650a37465f" /><Relationship Type="http://schemas.openxmlformats.org/officeDocument/2006/relationships/notesSlide" Target="/ppt/notesSlides/notesSlide7.xml" Id="R50e2ad47a24444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621f456cd14ce4" /><Relationship Type="http://schemas.openxmlformats.org/officeDocument/2006/relationships/notesSlide" Target="/ppt/notesSlides/notesSlide8.xml" Id="R1749eb8f1a3943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f6c01e255d4ed4" /><Relationship Type="http://schemas.openxmlformats.org/officeDocument/2006/relationships/notesSlide" Target="/ppt/notesSlides/notesSlide9.xml" Id="Rb56a96c9533743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03fd07f0d14dee" /><Relationship Type="http://schemas.openxmlformats.org/officeDocument/2006/relationships/image" Target="/ppt/media/image16.png" Id="Ra2fca82d620b41a9" /><Relationship Type="http://schemas.openxmlformats.org/officeDocument/2006/relationships/image" Target="/ppt/media/image11.svg" Id="R20e9a83702104bcb" /><Relationship Type="http://schemas.openxmlformats.org/officeDocument/2006/relationships/image" Target="/ppt/media/image17.png" Id="R8cf7ec0210ee4260" /><Relationship Type="http://schemas.openxmlformats.org/officeDocument/2006/relationships/image" Target="/ppt/media/image12.svg" Id="Ra8315209935943dc" /><Relationship Type="http://schemas.openxmlformats.org/officeDocument/2006/relationships/image" Target="/ppt/media/image18.png" Id="R696ff415a3714b11" /><Relationship Type="http://schemas.openxmlformats.org/officeDocument/2006/relationships/image" Target="/ppt/media/image13.svg" Id="Rd1ffb16c96c84b74" /><Relationship Type="http://schemas.openxmlformats.org/officeDocument/2006/relationships/image" Target="/ppt/media/image19.png" Id="R099f8f9919ed47bd" /><Relationship Type="http://schemas.openxmlformats.org/officeDocument/2006/relationships/image" Target="/ppt/media/image14.svg" Id="Rea4269fb0add404d" /><Relationship Type="http://schemas.openxmlformats.org/officeDocument/2006/relationships/image" Target="/ppt/media/image20.png" Id="R54dff7bcd1cd4c46" /><Relationship Type="http://schemas.openxmlformats.org/officeDocument/2006/relationships/image" Target="/ppt/media/image15.svg" Id="R4dd4d761b39446d7" /><Relationship Type="http://schemas.openxmlformats.org/officeDocument/2006/relationships/notesSlide" Target="/ppt/notesSlides/notesSlide10.xml" Id="R9f00a418ad3843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1BFCB92-2C17-48EA-BB0B-B305B2F4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29870D29-6F78-4FC8-83E9-B9DBD82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1BA5E0F2-BEE8-4D48-836D-E165B87A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4C5B4F7-AB41-4B0D-844C-A733228B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5374ACC7-D383-451D-B2EB-2A62ED1E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产品叙事：
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19935733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做PPT真正昂贵的是什么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选择概率最大的需求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稳定可用优先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建设能力再稳定调用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从一个学校走向更多组织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稳定跨过可用线，比偶然惊艳更重要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49A2DF8-EE91-47DA-8356-2540BA9D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82D7ACAD-22FE-446C-A30F-825C3572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1CBBAD2E-CECE-4EAA-BE7C-5F718518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FF593312-99AB-4491-8CD3-2211A10E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2BF8C4F1-4D1C-4C6F-986A-BD19182D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BF7B6E84-D0C8-4D6D-BA80-D7902590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D6A8BF63-64C6-4443-8C90-F2586102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0ADA9D73-5AB4-4879-A3CB-74ECF8DE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9F872A65-D9BC-4AE9-A716-A2D034DE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1577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C2460C66-EDCC-4559-91E5-558F8559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2461CFB0-6B3F-4FB6-BC9F-2798F3C6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59B7F0FA-7A89-47BA-BB97-F93316A7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6DFDD706-B2F7-4113-B69C-D97EC8C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A4361B2B-5DFD-42DB-BEE9-01459D90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8ABAB20B-0CBF-4F7E-B64A-784E250D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CF95A5EA-A15E-4B7F-A81B-13AB8384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ECE1E0E6-AEB4-497D-AE10-2BE4AF5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0043C00E-01CB-43B4-928F-CD7F81BE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63D37B0C-BFB5-44CC-AD1E-4A4F8B7A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96358C0B-E16B-474E-8122-AAE887C8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AE8C20B9-4ACC-4116-A95D-9988582F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B60218BF-7CD2-442A-AC26-27A58B81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F8710CD5-2BF8-497B-8989-692D6BD4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26431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7185C96F-4D6C-4CBF-9D70-F2134F91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E971DBCE-8731-4CC0-B882-6DCE65E4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7066B09A-7EF1-41D4-BBA6-6CF32A26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E76DF436-2009-4408-BA42-9FD7287A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398065F5-D88D-44E4-826C-D20BCBEA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48E50A4B-F483-4FA3-90EF-B9392873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D905E921-09B7-4CA3-8681-ADC3754D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8E2B7F0C-F494-4788-9689-35A27BA7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BB50B6CF-D592-4562-9848-7BB1BED0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E924A7EB-9974-410B-81CE-C25A42AC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ABDDB15B-C943-450E-B4B5-5443EA37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44BD445A-3DE9-4FDE-81D6-D795F7C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AABB2E00-A67B-4203-A7A4-DF2FF262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1C956017-4D8F-4388-9033-E25C1504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64A23B07-B35B-4AD6-98B3-A5FB4092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4949F789-6A87-49BA-95E2-0F6BBB59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708E90B5-9CBF-46E9-8F0F-C59D896B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8476A21F-4E0A-41E2-A05F-A56D8B6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8A911899-6440-4524-9184-A5F469F7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13CB8F8C-F9A9-4F1A-9418-21C4DAAC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9A178F7D-B189-4E1C-8B59-15858C87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88ED15BB-75BE-4C59-9A5A-CDA769DE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F2750143-23C0-4117-91FB-E354C0A7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DFCE00DD-14C9-40D6-B817-EDDEAC92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7F1531FA-E956-4049-A7D9-1E2E67C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647BF0DD-0F49-4AFA-9AF9-9C8A6254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8D354966-B90B-42D0-BDEA-71A7DA9A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0C9F9A07-2E58-47E6-8C81-1113556C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60B6775D-7AA7-4244-9095-50DE5294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43DC62E0-B5F3-44BB-8614-712089A1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C5CC99CD-CCE5-41C6-8E55-720208BD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8F61A17F-69F4-4CAB-BC9E-DD363C9A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0982921B-80A2-41A9-8DD8-EE67E140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2B5DAB21-1C49-4E67-AA72-178D4624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476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A7BA1EFF-B0A7-4C68-B1A3-17E137EB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9DA51584-D72C-4A73-95C2-151F7713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C99B0964-E319-40A8-9D05-DE828E2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FE8BB5D2-7F14-4B86-ACD5-7A79B2F1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6664B095-43C6-4A21-AD30-53D5E529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704C257B-AD18-4BF7-A945-D62553AC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4F4EE0AC-1613-45D5-91C2-FB7C2AB8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C6D4B85F-5460-4B64-8506-F9D6D7CD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C3141422-47DC-4053-BD43-322D07CD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AA3C396B-CF34-42F6-AF3C-3F926357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34FD1945-877F-468E-BA86-F4A55811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CB7BF599-41CA-4341-ADBB-81D06072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F397EC25-BB59-4DF3-B6B9-42DF2242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125ECEB0-4216-48B3-8B13-1B77DB88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B1720467-9058-421C-B7E7-809AEC5D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4B2FB235-93AC-47E8-9C11-B08BAC6F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EFEB1B2F-F180-4252-AD4D-4B516AD0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D9F766AD-4285-4801-87D8-4F035006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2488F637-3744-4F55-B454-647EF058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D677AA9E-4A15-455C-9983-C90D8218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5102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8714E865-AB0B-414D-9AD8-77808489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D7CC6547-41CA-450C-9430-D9E9D81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94C24652-56B7-486D-BE44-B53F6D55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34BCAB0F-D96D-42E7-A952-04C23F8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04CB696C-1A1A-4054-BFCE-E999B6DF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9D8BBDFF-5C09-4E05-AE6B-6D85E516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91A2EF94-74FA-4E75-967A-5D8D5025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76E0CDF8-E84E-4332-9FB6-C8AC1D37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38E535A9-2898-4E1D-B563-5E4F9214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46DA9ED2-9E23-40F2-8A3A-0534518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0093C0F8-09C3-4425-A6EB-3BBC7D4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0DD8E6E5-2410-4549-A87C-4F6D9D74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C7A093AE-FA0B-4CD9-B3B5-0A931E24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C08DAB09-BBCD-4999-8E81-E84868A7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F21DAC85-29FE-477C-A7A7-04940297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78F4B537-9F72-47B9-95EE-4068E3F3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2804F7C9-E5CC-4E34-B788-AA664865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C52D7500-231B-49D3-A7CA-45FA9108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2A6CA753-2AD7-4BDE-956F-EB63C60B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2D670BC2-5450-4265-9A30-33E444AA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9C86B6B6-4F3C-4DDC-8CB2-A5B233DB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92301EC1-4EC8-4B43-8CC8-5103287C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3098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4CF4872E-2897-4A4F-B37B-009B8D0D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905A60BE-5D95-4D44-A8B9-7FC9CEBD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0DD2A853-F985-4813-8698-23BC0A35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3698391F-A549-4810-9D09-8634CE2B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F7E88C90-0550-485F-B49E-88471B6A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DEE9E3F1-FC2B-4EAB-A789-B46F9F52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1AD0EC90-F57D-44A4-B5EA-38196B21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5BE0BA1C-3F08-4CA9-BE5C-B18ECC9C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799E0716-222E-4EFB-A99D-808AC2E6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8D917A03-DF13-46C3-9B8E-7B9C3C17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28A285C9-CEAC-47B6-ABB4-9039D741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609850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30A41D87-AA7D-4551-9516-8D2C4DD5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2771775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843874F2-A3BB-45C8-BBB5-3B6F9AA0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2867025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A0F16189-A21C-496B-9086-061FF4F4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3757613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128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F1CEB4F0-2E4C-4118-BC96-33EF93D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479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E77EA11E-116C-4EB0-BB25-7427A0FE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002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0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2591CD38-CE0F-4007-B54C-33A2E71C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623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FE6F80A1-A92B-49CC-A74B-929D7784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147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2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C514D808-8CA8-42A0-B772-09C83F62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768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0A123FCA-B8AF-4B89-A094-16A411D6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291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4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01E4CD17-CE3A-4BFB-B927-9D21B5EB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479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E34F07EC-4872-47FB-82DE-79292183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002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6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CDAC1032-BB1E-4936-86E7-83823457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623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6BBB4F1F-CEDA-43A5-B0A9-4975E523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147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tem-underlay-5">
            <a:extLst xmlns:a="http://schemas.openxmlformats.org/drawingml/2006/main">
              <a:ext uri="{FF2B5EF4-FFF2-40B4-BE49-F238E27FC236}">
                <a16:creationId xmlns:a16="http://schemas.microsoft.com/office/drawing/2014/main" id="{91B2B651-7D25-4B36-8249-C22951F5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768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hub-item-surface-5">
            <a:extLst xmlns:a="http://schemas.openxmlformats.org/drawingml/2006/main">
              <a:ext uri="{FF2B5EF4-FFF2-40B4-BE49-F238E27FC236}">
                <a16:creationId xmlns:a16="http://schemas.microsoft.com/office/drawing/2014/main" id="{EF34665C-575D-4066-B196-876BFA69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291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40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2E39FCCA-6CF4-401A-91E9-6F8ED39C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1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FA6AC198-65EC-4259-A483-1D5A0DF2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2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29E1D2E3-21C8-4234-B6EF-ED1B6EB8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3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90785941-E2C0-4A05-9D01-D5F23756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4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84246DD1-0FBA-45D7-8BB8-542A32B4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5" name="hub-icon-halo-5">
            <a:extLst xmlns:a="http://schemas.openxmlformats.org/drawingml/2006/main">
              <a:ext uri="{FF2B5EF4-FFF2-40B4-BE49-F238E27FC236}">
                <a16:creationId xmlns:a16="http://schemas.microsoft.com/office/drawing/2014/main" id="{9ACC657C-A1A4-41CC-9160-EF7F36BF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6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1AA268FC-E22C-4CD2-9C71-495C4176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B2778C95-6FE4-433A-81A8-48F15426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D0CB4E4E-7457-4E07-86C5-FAA6F788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067BFDFB-290B-4DEB-B11C-7372C280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D007B5D0-C6CF-4E31-8E39-BA42957B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hub-icon-core-5">
            <a:extLst xmlns:a="http://schemas.openxmlformats.org/drawingml/2006/main">
              <a:ext uri="{FF2B5EF4-FFF2-40B4-BE49-F238E27FC236}">
                <a16:creationId xmlns:a16="http://schemas.microsoft.com/office/drawing/2014/main" id="{832BAB71-EE2F-42F5-8FB8-E6873E2A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2b317df99408f">
            <a:extLst>
              <a:ext uri="{96DAC541-7B7A-43D3-8B79-37D633B846F1}">
                <asvg:svgBlip xmlns:asvg="http://schemas.microsoft.com/office/drawing/2016/SVG/main" r:embed="R8870e04362e04b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24479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aa649bd724653">
            <a:extLst>
              <a:ext uri="{96DAC541-7B7A-43D3-8B79-37D633B846F1}">
                <asvg:svgBlip xmlns:asvg="http://schemas.microsoft.com/office/drawing/2016/SVG/main" r:embed="R2883a4d49dc54f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7623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b8756b32d431f">
            <a:extLst>
              <a:ext uri="{96DAC541-7B7A-43D3-8B79-37D633B846F1}">
                <asvg:svgBlip xmlns:asvg="http://schemas.microsoft.com/office/drawing/2016/SVG/main" r:embed="R1ceeac34e3834c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0768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4eb154844435e">
            <a:extLst>
              <a:ext uri="{96DAC541-7B7A-43D3-8B79-37D633B846F1}">
                <asvg:svgBlip xmlns:asvg="http://schemas.microsoft.com/office/drawing/2016/SVG/main" r:embed="Rf32fe7bb5096443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24479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2963dc2e346f7">
            <a:extLst>
              <a:ext uri="{96DAC541-7B7A-43D3-8B79-37D633B846F1}">
                <asvg:svgBlip xmlns:asvg="http://schemas.microsoft.com/office/drawing/2016/SVG/main" r:embed="Refe083ff6c7e4d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7623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945bfad4941a8">
            <a:extLst>
              <a:ext uri="{96DAC541-7B7A-43D3-8B79-37D633B846F1}">
                <asvg:svgBlip xmlns:asvg="http://schemas.microsoft.com/office/drawing/2016/SVG/main" r:embed="R13779ac8fdaa45b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076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8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E6914656-C0AB-4437-AC0F-4D6CDEA7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298649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汇报怎么讲</a:t>
            </a:r>
          </a:p>
        </p:txBody>
      </p:sp>
      <p:sp>
        <p:nvSpPr>
          <p:cNvPr id="159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F21F33D0-755C-43C4-9EFA-98832C1D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670419"/>
            <a:ext cx="2571750" cy="25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决定整场汇报的叙述思路</a:t>
            </a:r>
          </a:p>
        </p:txBody>
      </p:sp>
      <p:sp>
        <p:nvSpPr>
          <p:cNvPr id="160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42B56EA9-3C67-466F-BC31-88060985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613099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拆多少页</a:t>
            </a:r>
          </a:p>
        </p:txBody>
      </p:sp>
      <p:sp>
        <p:nvSpPr>
          <p:cNvPr id="161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EA91F4F7-F3AD-41D1-9558-588B6E5B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984869"/>
            <a:ext cx="2571750" cy="25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把长稿拆分为合适的页数</a:t>
            </a:r>
          </a:p>
        </p:txBody>
      </p:sp>
      <p:sp>
        <p:nvSpPr>
          <p:cNvPr id="162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204D88B6-9DBF-4443-A5B7-0CBBBD0A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927549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每页职责</a:t>
            </a:r>
          </a:p>
        </p:txBody>
      </p:sp>
      <p:sp>
        <p:nvSpPr>
          <p:cNvPr id="163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D49F9778-410C-4D82-A737-0022CA0F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99319"/>
            <a:ext cx="2571750" cy="25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界定每页只承担一个职责</a:t>
            </a:r>
          </a:p>
        </p:txBody>
      </p:sp>
      <p:sp>
        <p:nvSpPr>
          <p:cNvPr id="164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7500F47A-B240-4A8B-B847-2D25B02B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203104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观点关系</a:t>
            </a:r>
          </a:p>
        </p:txBody>
      </p:sp>
      <p:sp>
        <p:nvSpPr>
          <p:cNvPr id="165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43F24AE1-1DD0-4965-B35D-ADCBFE77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574874"/>
            <a:ext cx="2571750" cy="441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判断观点是并列、递进、因果</a:t>
            </a:r>
          </a:p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还是流程</a:t>
            </a:r>
          </a:p>
        </p:txBody>
      </p:sp>
      <p:sp>
        <p:nvSpPr>
          <p:cNvPr id="166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3AAD5939-1E23-4F38-A060-804AF22B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627987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哪里突出</a:t>
            </a:r>
          </a:p>
        </p:txBody>
      </p:sp>
      <p:sp>
        <p:nvSpPr>
          <p:cNvPr id="167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1499093C-6ECE-4A08-AC09-902A7E80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999757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确定哪些内容需要重点强调</a:t>
            </a:r>
          </a:p>
        </p:txBody>
      </p:sp>
      <p:sp>
        <p:nvSpPr>
          <p:cNvPr id="168" name="hub-item-title-5">
            <a:extLst xmlns:a="http://schemas.openxmlformats.org/drawingml/2006/main">
              <a:ext uri="{FF2B5EF4-FFF2-40B4-BE49-F238E27FC236}">
                <a16:creationId xmlns:a16="http://schemas.microsoft.com/office/drawing/2014/main" id="{C7E2A21B-58B8-40FB-9656-4DC9526A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942437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图文时机</a:t>
            </a:r>
          </a:p>
        </p:txBody>
      </p:sp>
      <p:sp>
        <p:nvSpPr>
          <p:cNvPr id="169" name="hub-item-body-5">
            <a:extLst xmlns:a="http://schemas.openxmlformats.org/drawingml/2006/main">
              <a:ext uri="{FF2B5EF4-FFF2-40B4-BE49-F238E27FC236}">
                <a16:creationId xmlns:a16="http://schemas.microsoft.com/office/drawing/2014/main" id="{DC8DF985-3F52-4699-AC08-B004DBF4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314207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判断何时用图、何时用一句话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183AA0B-5162-4702-81CA-9676F442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355E2811-16B0-49DD-B93D-B5EFF0CE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40F667E0-8C98-40BC-9F51-91E4F1A2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18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B0198542-4519-4586-BB80-09D79AC1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BF9185C6-C655-4F04-B7B0-BA1872DB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AA115CE2-BC8C-4678-9953-68E073C0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619375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052E7E71-CC77-4118-B2D7-94C3104A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552700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2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7B281CEB-FB4D-4892-878B-D01B61F3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C4288DA6-08CB-4754-93D3-AFB73150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ED14C6E0-F1B4-45BA-B20B-D9E3F4CD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05D2F068-E6DA-4C3F-9964-0ED003C9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26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E2A1046D-B356-468C-9F5D-0B181BC4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27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03DF2FCE-7659-419F-8064-FE44FAE1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程度</a:t>
            </a:r>
          </a:p>
        </p:txBody>
      </p:sp>
      <p:sp>
        <p:nvSpPr>
          <p:cNvPr id="28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A37452F7-92F2-4F22-B959-284DD73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40000"/>
              </a:lnSpc>
              <a:buNone/>
              <a:def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  <p:sp>
        <p:nvSpPr>
          <p:cNvPr id="29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7D2D0926-CBDD-4ADF-AA48-9EEF7836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0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19A65E7D-83E7-44EE-86DC-4857011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541519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31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9CA44447-6D27-4C28-9A6A-4AA34161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970144"/>
            <a:ext cx="2571750" cy="517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不在意版式，只要把文字放上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去</a:t>
            </a:r>
          </a:p>
        </p:txBody>
      </p:sp>
      <p:sp>
        <p:nvSpPr>
          <p:cNvPr id="32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9D732AA0-2D97-4E58-97E2-A625644A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3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181535AB-6F24-49A2-B405-B57CCA99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269161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中间主体</a:t>
            </a:r>
          </a:p>
        </p:txBody>
      </p:sp>
      <p:sp>
        <p:nvSpPr>
          <p:cNvPr id="34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E825B6E3-1406-4889-807A-5E17ABB6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697786"/>
            <a:ext cx="2571750" cy="77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学校、科研院所、事业单位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等，需快速生成结构清楚、视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觉体面的PPT</a:t>
            </a:r>
          </a:p>
        </p:txBody>
      </p:sp>
      <p:sp>
        <p:nvSpPr>
          <p:cNvPr id="35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DAC07B5B-80C4-4219-9770-ACBFA73B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6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90D4BEE5-3185-4DD3-B753-03C24D80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541519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高度定制</a:t>
            </a:r>
          </a:p>
        </p:txBody>
      </p:sp>
      <p:sp>
        <p:nvSpPr>
          <p:cNvPr id="37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1C0586B6-A8D7-49BE-ACC2-61FB1531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970144"/>
            <a:ext cx="2571750" cy="517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发布会、品牌路演等，需要高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度视觉创意</a:t>
            </a:r>
          </a:p>
        </p:txBody>
      </p:sp>
      <p:sp>
        <p:nvSpPr>
          <p:cNvPr id="38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E9BA23BA-E90C-465A-A6D3-93AE16B2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834429BB-EE87-46B1-84CF-911056EE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9EF334C-69B3-414C-B206-A9B13455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15C07225-707E-4E54-8265-45273D30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F9184D8B-8D40-4C12-9703-04F2D001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9A2EDA06-558C-4E2E-970E-47D4570E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C69EDCA0-6282-4456-A2AD-9018D85D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20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41BC78DE-02DA-4FC5-B059-267CB8D1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E0A5C3AE-3363-4237-8272-3104CADA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DE53F715-6413-460E-9565-C18EA557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稳定80分</a:t>
            </a:r>
          </a:p>
        </p:txBody>
      </p:sp>
      <p:sp>
        <p:nvSpPr>
          <p:cNvPr id="23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ECA0C451-7425-4C77-B38C-9DCA5DED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4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04A5AC91-D208-422A-BC44-A527B31E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05AA71B3-4A03-49B7-9B92-E89DCB75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B3F14151-0D30-46C7-9F29-6021B7F0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直接使用不失专业</a:t>
            </a:r>
          </a:p>
        </p:txBody>
      </p:sp>
      <p:sp>
        <p:nvSpPr>
          <p:cNvPr id="27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4A2F72A2-6BFE-4C1E-BBE7-0CA17E2A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8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8E310AC5-DA5A-4DFF-AC3B-2078285C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AECCC363-AC62-4AA6-8515-4F90CD82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613097E8-5B38-49FA-A257-26D1E6CB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继续修改有可靠基础</a:t>
            </a:r>
          </a:p>
        </p:txBody>
      </p:sp>
      <p:sp>
        <p:nvSpPr>
          <p:cNvPr id="31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D70FF586-B2C1-4A4F-B360-781B0005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2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00509FBA-0A4E-406C-BA00-EF241F92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2CBC30DF-EC3D-42AB-B3DF-1080FC9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DBCB6BD2-97F7-414D-B175-A160E1AE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投入与收益相匹配</a:t>
            </a:r>
          </a:p>
        </p:txBody>
      </p:sp>
      <p:sp>
        <p:nvSpPr>
          <p:cNvPr id="35" name="comparison-row-0-3">
            <a:extLst xmlns:a="http://schemas.openxmlformats.org/drawingml/2006/main">
              <a:ext uri="{FF2B5EF4-FFF2-40B4-BE49-F238E27FC236}">
                <a16:creationId xmlns:a16="http://schemas.microsoft.com/office/drawing/2014/main" id="{200BF334-5F48-423C-90AA-25811EB4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6" name="comparison-marker-0-3">
            <a:extLst xmlns:a="http://schemas.openxmlformats.org/drawingml/2006/main">
              <a:ext uri="{FF2B5EF4-FFF2-40B4-BE49-F238E27FC236}">
                <a16:creationId xmlns:a16="http://schemas.microsoft.com/office/drawing/2014/main" id="{7E200A58-289A-403F-A46E-36B4E2B1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rison-symbol-0-3">
            <a:extLst xmlns:a="http://schemas.openxmlformats.org/drawingml/2006/main">
              <a:ext uri="{FF2B5EF4-FFF2-40B4-BE49-F238E27FC236}">
                <a16:creationId xmlns:a16="http://schemas.microsoft.com/office/drawing/2014/main" id="{75CC9824-4BDC-4399-8051-CE674B4E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8" name="comparison-row-text-0-3">
            <a:extLst xmlns:a="http://schemas.openxmlformats.org/drawingml/2006/main">
              <a:ext uri="{FF2B5EF4-FFF2-40B4-BE49-F238E27FC236}">
                <a16:creationId xmlns:a16="http://schemas.microsoft.com/office/drawing/2014/main" id="{89B31344-5537-40B3-96EC-9AFD9116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可靠转化概率高</a:t>
            </a:r>
          </a:p>
        </p:txBody>
      </p:sp>
      <p:sp>
        <p:nvSpPr>
          <p:cNvPr id="39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B4C3C37C-5ADC-454C-B0BB-F6D911A7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7CA6A5BA-FF32-4818-8F5B-F7E42315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1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1643B218-BE8E-4957-9087-559EA5B1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D5BFFBC4-BBB2-4DE5-B8EE-67D1205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F86B3FD8-0894-4304-BC75-751E0485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随机95分</a:t>
            </a:r>
          </a:p>
        </p:txBody>
      </p:sp>
      <p:sp>
        <p:nvSpPr>
          <p:cNvPr id="44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61DF0B16-92D7-49F7-A02B-E828F865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5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52F3218B-229E-48DE-812E-1C73A7A1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156699A4-B747-451B-B011-619D0EFB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7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49B05806-891E-4CB0-96E2-9384075D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偶尔让人惊叹</a:t>
            </a:r>
          </a:p>
        </p:txBody>
      </p:sp>
      <p:sp>
        <p:nvSpPr>
          <p:cNvPr id="48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394C501B-FFBD-40E4-8C56-C947F76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9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1BF06809-54AE-4C48-8738-BBCE5E15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1663811C-2159-450E-B64C-898EB605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1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48F6DF1D-3F38-45BD-96CE-6D1BE3B9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成本可能迅速上升</a:t>
            </a:r>
          </a:p>
        </p:txBody>
      </p:sp>
      <p:sp>
        <p:nvSpPr>
          <p:cNvPr id="52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C973AE7B-34B7-4B26-AFCE-03129E8B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53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36FB8FCB-953B-43D4-8B8A-E5E306C9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E2903130-C51A-4C5C-B928-2FDCE122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5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6466FBA6-74D0-4C38-86DB-BA4E41DD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结果不可预测</a:t>
            </a:r>
          </a:p>
        </p:txBody>
      </p:sp>
      <p:sp>
        <p:nvSpPr>
          <p:cNvPr id="56" name="comparison-row-1-3">
            <a:extLst xmlns:a="http://schemas.openxmlformats.org/drawingml/2006/main">
              <a:ext uri="{FF2B5EF4-FFF2-40B4-BE49-F238E27FC236}">
                <a16:creationId xmlns:a16="http://schemas.microsoft.com/office/drawing/2014/main" id="{73BB8574-4B5B-475A-B666-7DEF03F5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57" name="comparison-marker-1-3">
            <a:extLst xmlns:a="http://schemas.openxmlformats.org/drawingml/2006/main">
              <a:ext uri="{FF2B5EF4-FFF2-40B4-BE49-F238E27FC236}">
                <a16:creationId xmlns:a16="http://schemas.microsoft.com/office/drawing/2014/main" id="{35BAF742-D45C-4CD7-983B-E9E70FB5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arison-symbol-1-3">
            <a:extLst xmlns:a="http://schemas.openxmlformats.org/drawingml/2006/main">
              <a:ext uri="{FF2B5EF4-FFF2-40B4-BE49-F238E27FC236}">
                <a16:creationId xmlns:a16="http://schemas.microsoft.com/office/drawing/2014/main" id="{6D4A234D-FBD3-4772-A616-F36AC551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9" name="comparison-row-text-1-3">
            <a:extLst xmlns:a="http://schemas.openxmlformats.org/drawingml/2006/main">
              <a:ext uri="{FF2B5EF4-FFF2-40B4-BE49-F238E27FC236}">
                <a16:creationId xmlns:a16="http://schemas.microsoft.com/office/drawing/2014/main" id="{11AD2CD4-32D4-404B-AD42-9EB59F6E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依赖运气成分</a:t>
            </a:r>
          </a:p>
        </p:txBody>
      </p:sp>
      <p:sp>
        <p:nvSpPr>
          <p:cNvPr id="60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3D84E3BD-9025-44DE-BB2D-4ACE7F38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FE1"/>
            </a:solidFill>
            <a:prstDash val="dash"/>
          </a:ln>
        </p:spPr>
      </p:sp>
      <p:sp>
        <p:nvSpPr>
          <p:cNvPr id="61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3283EE02-7B38-4A60-B5F7-FACBBC60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solidFill>
              <a:srgbClr val="D4E5F6"/>
            </a:solidFill>
            <a:prstDash val="solid"/>
          </a:ln>
        </p:spPr>
      </p:sp>
      <p:sp>
        <p:nvSpPr>
          <p:cNvPr id="62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B2A507ED-39D6-4AF9-9D4A-55246263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5C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8255914A-F8EC-4FE5-BDA7-5D906DA1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要点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DA26E37-4B8D-4FBE-815A-24809590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B48E7E66-423F-4D30-8613-66CE813B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7DD2A87C-F478-42F7-B4DB-B9FF99F3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FA80386A-510E-45F6-ACD9-2F4E944B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576C9FBD-F527-45CA-8A66-0B4D36DC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039A0760-924E-4737-B8C9-E939D7B8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204967cb140a1">
            <a:extLst>
              <a:ext uri="{96DAC541-7B7A-43D3-8B79-37D633B846F1}">
                <asvg:svgBlip xmlns:asvg="http://schemas.microsoft.com/office/drawing/2016/SVG/main" r:embed="Ra71613b975894e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5A7983AF-2400-4793-BA9C-AEB6FF14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214688"/>
            <a:ext cx="20145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组织视觉规范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49E0AF08-E81A-4B71-B8D1-4ED55DD1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1B0CAD9A-329A-4D3B-BDD4-A493827F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固定字体、颜色、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Logo等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5CC75102-0AC8-4A91-9608-0A4A0C76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B2347ACF-D4D5-4BC5-8B8B-B3FA0BC8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1DBA45C2-F2E6-45A0-9E40-E7FC571C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484E7C76-6142-4B86-8A56-0B73F538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95806969-031D-4FAB-9DE8-CB5C10EB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1754eb9904a92">
            <a:extLst>
              <a:ext uri="{96DAC541-7B7A-43D3-8B79-37D633B846F1}">
                <asvg:svgBlip xmlns:asvg="http://schemas.microsoft.com/office/drawing/2016/SVG/main" r:embed="R2cfed44df57b46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DD05BE03-72DC-4E84-8EA6-83E47CE9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214688"/>
            <a:ext cx="20145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验证的表达能力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F80FF3F0-510C-4028-B889-BE2E0AC5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2A2ECE33-A5BE-470E-B2D4-FEA606B1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使用经过确认的逻辑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表达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73471080-F1B4-45A4-80E3-7AA54F6F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70B1C30D-D978-4565-8EA7-4A8C6257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F555FA30-424C-48C3-8D74-E1AB23B8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A2A9F0F8-8A44-4910-BACF-9C8ACCE9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A154E0BA-333C-4BDB-BBEF-CC93CF8C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66077996d456a">
            <a:extLst>
              <a:ext uri="{96DAC541-7B7A-43D3-8B79-37D633B846F1}">
                <asvg:svgBlip xmlns:asvg="http://schemas.microsoft.com/office/drawing/2016/SVG/main" r:embed="R827a4a106e9943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5886CBA6-DDD2-4F78-A0BB-828A174A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214688"/>
            <a:ext cx="201453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数量与容量边界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973C35E5-422D-42ED-9670-FD3EFB6A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5774010C-2B3C-4D3D-AC82-9B0E8EC6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明确每页内容量和边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界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50A87E11-B6BF-47A5-8E1C-1D921877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3D650ECE-8A10-4B24-AA56-5D517201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0E8815E4-76E9-46D3-A46D-932DC568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359C728F-64B0-4FB6-91C0-4478621C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21E86D26-70C5-4AA7-9029-23E53715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76dbb0f594611">
            <a:extLst>
              <a:ext uri="{96DAC541-7B7A-43D3-8B79-37D633B846F1}">
                <asvg:svgBlip xmlns:asvg="http://schemas.microsoft.com/office/drawing/2016/SVG/main" r:embed="Rfac16f654dcb40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1BB01C87-13F9-4A4D-8B3D-A4D66199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230613"/>
            <a:ext cx="2014538" cy="301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已登记的退化方式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AF5337F1-5B92-4E8B-9F76-C0557465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7719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43E9E159-13A2-4CB2-92A5-1BACC0AC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4238625"/>
            <a:ext cx="201453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超出能力时按方案退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化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机制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3C187EB-D1FC-4379-B4CB-90F51723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5BB7A814-9A06-418D-A008-55B83323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B4BB9B09-5D13-4EB8-8C70-2A9CB024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BDAC6061-45CC-4CEC-A987-D880D7B1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2DA36C6C-7658-4416-9D31-0577629E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6FCA824F-0577-4991-9D60-54FCAE42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E4D7F889-DBA2-4036-932A-94F64931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57514CD7-97A6-4F69-969D-154A9055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01858C1E-E182-43C2-AD66-F93F3869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10DCE5C2-2330-4C98-9E75-778D3C8D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A272C631-C6A6-48B3-AAB1-4F426346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A0F8807D-15FA-46EE-AC42-69EC5DA4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理解和路由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34A9D512-B8D3-4386-B8F4-260704EC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BB845291-C166-4413-877D-CAD4CF19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D0A933CD-55CC-4715-B411-570142CD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118FB2B6-CCCC-484A-BEC3-BCE078FF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920A29AD-F8A9-456D-8C70-A4B53486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27565F6D-36E2-425D-83D6-FD4F08C2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D3FE78EF-815A-4308-8A83-BF8F7F62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7D1475B6-87FC-4B0E-B755-14EB5C56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D6FA3EE6-2F7C-49E6-B753-4B0729F9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约束和选择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14532DA5-8A87-4E38-8406-97AFB6FC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22F54FF0-5732-4709-B8B8-C5CB61CB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69FCD1EF-37AF-47B5-9CB2-16E04944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E2BE3BCC-FCEA-470D-A8B0-12429615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5283772D-3E6E-48F7-9F0E-5489EE69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F4264A19-5B2E-477C-A8B7-54E0981D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46338127-6C81-4B6F-9820-C1AA1943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2B6C4D9F-9BE5-4B4F-BF58-51BFB203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3D929A16-CEE2-41E7-BE90-BB4EA780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76242B71-5F77-4098-A73E-5C38EEE3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layer-0-shadow">
            <a:extLst xmlns:a="http://schemas.openxmlformats.org/drawingml/2006/main">
              <a:ext uri="{FF2B5EF4-FFF2-40B4-BE49-F238E27FC236}">
                <a16:creationId xmlns:a16="http://schemas.microsoft.com/office/drawing/2014/main" id="{9B2E26B8-2C45-45E8-ABA7-623600B2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960" y="2779014"/>
            <a:ext cx="749808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layer-0-body">
            <a:extLst xmlns:a="http://schemas.openxmlformats.org/drawingml/2006/main">
              <a:ext uri="{FF2B5EF4-FFF2-40B4-BE49-F238E27FC236}">
                <a16:creationId xmlns:a16="http://schemas.microsoft.com/office/drawing/2014/main" id="{B62D3B00-AD73-41A8-8259-AF8FC086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990" y="1863490"/>
            <a:ext cx="7792060" cy="1035520"/>
          </a:xfrm>
          <a:custGeom xmlns:a="http://schemas.openxmlformats.org/drawingml/2006/main">
            <a:pathLst>
              <a:path w="7792060" h="1035520">
                <a:moveTo>
                  <a:pt x="309801" y="133712"/>
                </a:moveTo>
                <a:lnTo>
                  <a:pt x="373161" y="105737"/>
                </a:lnTo>
                <a:lnTo>
                  <a:pt x="439569" y="94393"/>
                </a:lnTo>
                <a:lnTo>
                  <a:pt x="506120" y="86030"/>
                </a:lnTo>
                <a:lnTo>
                  <a:pt x="572729" y="79200"/>
                </a:lnTo>
                <a:lnTo>
                  <a:pt x="639375" y="73362"/>
                </a:lnTo>
                <a:lnTo>
                  <a:pt x="706031" y="68237"/>
                </a:lnTo>
                <a:lnTo>
                  <a:pt x="772697" y="63627"/>
                </a:lnTo>
                <a:lnTo>
                  <a:pt x="839381" y="59465"/>
                </a:lnTo>
                <a:lnTo>
                  <a:pt x="906066" y="55636"/>
                </a:lnTo>
                <a:lnTo>
                  <a:pt x="972760" y="52083"/>
                </a:lnTo>
                <a:lnTo>
                  <a:pt x="1039454" y="48816"/>
                </a:lnTo>
                <a:lnTo>
                  <a:pt x="1106157" y="45758"/>
                </a:lnTo>
                <a:lnTo>
                  <a:pt x="1172861" y="42891"/>
                </a:lnTo>
                <a:lnTo>
                  <a:pt x="1239564" y="40196"/>
                </a:lnTo>
                <a:lnTo>
                  <a:pt x="1306268" y="37662"/>
                </a:lnTo>
                <a:lnTo>
                  <a:pt x="1372981" y="35281"/>
                </a:lnTo>
                <a:lnTo>
                  <a:pt x="1439694" y="33023"/>
                </a:lnTo>
                <a:lnTo>
                  <a:pt x="1506407" y="30890"/>
                </a:lnTo>
                <a:lnTo>
                  <a:pt x="1573120" y="28870"/>
                </a:lnTo>
                <a:lnTo>
                  <a:pt x="1639834" y="26946"/>
                </a:lnTo>
                <a:lnTo>
                  <a:pt x="1706547" y="25127"/>
                </a:lnTo>
                <a:lnTo>
                  <a:pt x="1773260" y="23393"/>
                </a:lnTo>
                <a:lnTo>
                  <a:pt x="1839973" y="21746"/>
                </a:lnTo>
                <a:lnTo>
                  <a:pt x="1906695" y="20183"/>
                </a:lnTo>
                <a:lnTo>
                  <a:pt x="1973409" y="18698"/>
                </a:lnTo>
                <a:lnTo>
                  <a:pt x="2040131" y="17288"/>
                </a:lnTo>
                <a:lnTo>
                  <a:pt x="2106844" y="15954"/>
                </a:lnTo>
                <a:lnTo>
                  <a:pt x="2173567" y="14716"/>
                </a:lnTo>
                <a:lnTo>
                  <a:pt x="2240290" y="13487"/>
                </a:lnTo>
                <a:lnTo>
                  <a:pt x="2307003" y="12354"/>
                </a:lnTo>
                <a:lnTo>
                  <a:pt x="2373725" y="11278"/>
                </a:lnTo>
                <a:lnTo>
                  <a:pt x="2440448" y="10239"/>
                </a:lnTo>
                <a:lnTo>
                  <a:pt x="2507161" y="9287"/>
                </a:lnTo>
                <a:lnTo>
                  <a:pt x="2573884" y="8334"/>
                </a:lnTo>
                <a:lnTo>
                  <a:pt x="2640606" y="7515"/>
                </a:lnTo>
                <a:lnTo>
                  <a:pt x="2707329" y="6687"/>
                </a:lnTo>
                <a:lnTo>
                  <a:pt x="2774051" y="5934"/>
                </a:lnTo>
                <a:lnTo>
                  <a:pt x="2840774" y="5229"/>
                </a:lnTo>
                <a:lnTo>
                  <a:pt x="2907497" y="4553"/>
                </a:lnTo>
                <a:lnTo>
                  <a:pt x="2974219" y="3962"/>
                </a:lnTo>
                <a:lnTo>
                  <a:pt x="3040932" y="3372"/>
                </a:lnTo>
                <a:lnTo>
                  <a:pt x="3107655" y="2877"/>
                </a:lnTo>
                <a:lnTo>
                  <a:pt x="3174378" y="2400"/>
                </a:lnTo>
                <a:lnTo>
                  <a:pt x="3241100" y="1953"/>
                </a:lnTo>
                <a:lnTo>
                  <a:pt x="3307823" y="1591"/>
                </a:lnTo>
                <a:lnTo>
                  <a:pt x="3374546" y="1219"/>
                </a:lnTo>
                <a:lnTo>
                  <a:pt x="3441268" y="943"/>
                </a:lnTo>
                <a:lnTo>
                  <a:pt x="3507991" y="676"/>
                </a:lnTo>
                <a:lnTo>
                  <a:pt x="3574713" y="457"/>
                </a:lnTo>
                <a:lnTo>
                  <a:pt x="3641436" y="295"/>
                </a:lnTo>
                <a:lnTo>
                  <a:pt x="3708159" y="143"/>
                </a:lnTo>
                <a:lnTo>
                  <a:pt x="3774881" y="67"/>
                </a:lnTo>
                <a:lnTo>
                  <a:pt x="3841604" y="19"/>
                </a:lnTo>
                <a:lnTo>
                  <a:pt x="3908327" y="0"/>
                </a:lnTo>
                <a:lnTo>
                  <a:pt x="3975049" y="48"/>
                </a:lnTo>
                <a:lnTo>
                  <a:pt x="4041772" y="105"/>
                </a:lnTo>
                <a:lnTo>
                  <a:pt x="4108494" y="238"/>
                </a:lnTo>
                <a:lnTo>
                  <a:pt x="4175217" y="400"/>
                </a:lnTo>
                <a:lnTo>
                  <a:pt x="4241940" y="581"/>
                </a:lnTo>
                <a:lnTo>
                  <a:pt x="4308662" y="848"/>
                </a:lnTo>
                <a:lnTo>
                  <a:pt x="4375385" y="1105"/>
                </a:lnTo>
                <a:lnTo>
                  <a:pt x="4442108" y="1457"/>
                </a:lnTo>
                <a:lnTo>
                  <a:pt x="4508830" y="1819"/>
                </a:lnTo>
                <a:lnTo>
                  <a:pt x="4575553" y="2229"/>
                </a:lnTo>
                <a:lnTo>
                  <a:pt x="4642275" y="2705"/>
                </a:lnTo>
                <a:lnTo>
                  <a:pt x="4708998" y="3181"/>
                </a:lnTo>
                <a:lnTo>
                  <a:pt x="4775721" y="3753"/>
                </a:lnTo>
                <a:lnTo>
                  <a:pt x="4842443" y="4343"/>
                </a:lnTo>
                <a:lnTo>
                  <a:pt x="4909166" y="4982"/>
                </a:lnTo>
                <a:lnTo>
                  <a:pt x="4975889" y="5686"/>
                </a:lnTo>
                <a:lnTo>
                  <a:pt x="5042611" y="6391"/>
                </a:lnTo>
                <a:lnTo>
                  <a:pt x="5109334" y="7210"/>
                </a:lnTo>
                <a:lnTo>
                  <a:pt x="5176047" y="8039"/>
                </a:lnTo>
                <a:lnTo>
                  <a:pt x="5242770" y="8944"/>
                </a:lnTo>
                <a:lnTo>
                  <a:pt x="5309492" y="9896"/>
                </a:lnTo>
                <a:lnTo>
                  <a:pt x="5376215" y="10878"/>
                </a:lnTo>
                <a:lnTo>
                  <a:pt x="5442937" y="11935"/>
                </a:lnTo>
                <a:lnTo>
                  <a:pt x="5509651" y="13049"/>
                </a:lnTo>
                <a:lnTo>
                  <a:pt x="5576373" y="14278"/>
                </a:lnTo>
                <a:lnTo>
                  <a:pt x="5643096" y="15497"/>
                </a:lnTo>
                <a:lnTo>
                  <a:pt x="5709809" y="16802"/>
                </a:lnTo>
                <a:lnTo>
                  <a:pt x="5776532" y="18193"/>
                </a:lnTo>
                <a:lnTo>
                  <a:pt x="5843245" y="19650"/>
                </a:lnTo>
                <a:lnTo>
                  <a:pt x="5909967" y="21184"/>
                </a:lnTo>
                <a:lnTo>
                  <a:pt x="5976680" y="22793"/>
                </a:lnTo>
                <a:lnTo>
                  <a:pt x="6043393" y="24489"/>
                </a:lnTo>
                <a:lnTo>
                  <a:pt x="6110107" y="26279"/>
                </a:lnTo>
                <a:lnTo>
                  <a:pt x="6176829" y="28165"/>
                </a:lnTo>
                <a:lnTo>
                  <a:pt x="6243542" y="30156"/>
                </a:lnTo>
                <a:lnTo>
                  <a:pt x="6310246" y="32252"/>
                </a:lnTo>
                <a:lnTo>
                  <a:pt x="6376959" y="34461"/>
                </a:lnTo>
                <a:lnTo>
                  <a:pt x="6443672" y="36805"/>
                </a:lnTo>
                <a:lnTo>
                  <a:pt x="6510376" y="39281"/>
                </a:lnTo>
                <a:lnTo>
                  <a:pt x="6577079" y="41900"/>
                </a:lnTo>
                <a:lnTo>
                  <a:pt x="6643792" y="44691"/>
                </a:lnTo>
                <a:lnTo>
                  <a:pt x="6710486" y="47692"/>
                </a:lnTo>
                <a:lnTo>
                  <a:pt x="6777190" y="50892"/>
                </a:lnTo>
                <a:lnTo>
                  <a:pt x="6843884" y="54321"/>
                </a:lnTo>
                <a:lnTo>
                  <a:pt x="6910568" y="58036"/>
                </a:lnTo>
                <a:lnTo>
                  <a:pt x="6977253" y="62084"/>
                </a:lnTo>
                <a:lnTo>
                  <a:pt x="7043928" y="66513"/>
                </a:lnTo>
                <a:lnTo>
                  <a:pt x="7110593" y="71438"/>
                </a:lnTo>
                <a:lnTo>
                  <a:pt x="7177240" y="76991"/>
                </a:lnTo>
                <a:lnTo>
                  <a:pt x="7243858" y="83420"/>
                </a:lnTo>
                <a:lnTo>
                  <a:pt x="7310438" y="91135"/>
                </a:lnTo>
                <a:lnTo>
                  <a:pt x="7376912" y="101108"/>
                </a:lnTo>
                <a:lnTo>
                  <a:pt x="7442978" y="117253"/>
                </a:lnTo>
                <a:lnTo>
                  <a:pt x="7491651" y="191062"/>
                </a:lnTo>
                <a:lnTo>
                  <a:pt x="7534561" y="280778"/>
                </a:lnTo>
                <a:lnTo>
                  <a:pt x="7577480" y="370503"/>
                </a:lnTo>
                <a:lnTo>
                  <a:pt x="7620391" y="460219"/>
                </a:lnTo>
                <a:lnTo>
                  <a:pt x="7663310" y="549935"/>
                </a:lnTo>
                <a:lnTo>
                  <a:pt x="7706220" y="639661"/>
                </a:lnTo>
                <a:lnTo>
                  <a:pt x="7749140" y="729377"/>
                </a:lnTo>
                <a:lnTo>
                  <a:pt x="7792060" y="819093"/>
                </a:lnTo>
                <a:lnTo>
                  <a:pt x="7732709" y="861565"/>
                </a:lnTo>
                <a:lnTo>
                  <a:pt x="7666787" y="879519"/>
                </a:lnTo>
                <a:lnTo>
                  <a:pt x="7600483" y="892702"/>
                </a:lnTo>
                <a:lnTo>
                  <a:pt x="7534046" y="903437"/>
                </a:lnTo>
                <a:lnTo>
                  <a:pt x="7467533" y="912628"/>
                </a:lnTo>
                <a:lnTo>
                  <a:pt x="7400963" y="920725"/>
                </a:lnTo>
                <a:lnTo>
                  <a:pt x="7334374" y="927983"/>
                </a:lnTo>
                <a:lnTo>
                  <a:pt x="7267756" y="934574"/>
                </a:lnTo>
                <a:lnTo>
                  <a:pt x="7201119" y="940632"/>
                </a:lnTo>
                <a:lnTo>
                  <a:pt x="7134473" y="946223"/>
                </a:lnTo>
                <a:lnTo>
                  <a:pt x="7067817" y="951424"/>
                </a:lnTo>
                <a:lnTo>
                  <a:pt x="7001151" y="956272"/>
                </a:lnTo>
                <a:lnTo>
                  <a:pt x="6934476" y="960825"/>
                </a:lnTo>
                <a:lnTo>
                  <a:pt x="6867801" y="965111"/>
                </a:lnTo>
                <a:lnTo>
                  <a:pt x="6801117" y="969159"/>
                </a:lnTo>
                <a:lnTo>
                  <a:pt x="6734432" y="972988"/>
                </a:lnTo>
                <a:lnTo>
                  <a:pt x="6667738" y="976617"/>
                </a:lnTo>
                <a:lnTo>
                  <a:pt x="6601044" y="980065"/>
                </a:lnTo>
                <a:lnTo>
                  <a:pt x="6534350" y="983332"/>
                </a:lnTo>
                <a:lnTo>
                  <a:pt x="6467646" y="986447"/>
                </a:lnTo>
                <a:lnTo>
                  <a:pt x="6400952" y="989409"/>
                </a:lnTo>
                <a:lnTo>
                  <a:pt x="6334249" y="992229"/>
                </a:lnTo>
                <a:lnTo>
                  <a:pt x="6267536" y="994924"/>
                </a:lnTo>
                <a:lnTo>
                  <a:pt x="6200832" y="997496"/>
                </a:lnTo>
                <a:lnTo>
                  <a:pt x="6134129" y="999944"/>
                </a:lnTo>
                <a:lnTo>
                  <a:pt x="6067415" y="1002278"/>
                </a:lnTo>
                <a:lnTo>
                  <a:pt x="6000702" y="1004506"/>
                </a:lnTo>
                <a:lnTo>
                  <a:pt x="5933989" y="1006631"/>
                </a:lnTo>
                <a:lnTo>
                  <a:pt x="5867276" y="1008659"/>
                </a:lnTo>
                <a:lnTo>
                  <a:pt x="5800573" y="1010593"/>
                </a:lnTo>
                <a:lnTo>
                  <a:pt x="5733850" y="1012450"/>
                </a:lnTo>
                <a:lnTo>
                  <a:pt x="5667137" y="1014203"/>
                </a:lnTo>
                <a:lnTo>
                  <a:pt x="5600424" y="1015870"/>
                </a:lnTo>
                <a:lnTo>
                  <a:pt x="5533701" y="1017460"/>
                </a:lnTo>
                <a:lnTo>
                  <a:pt x="5466988" y="1018975"/>
                </a:lnTo>
                <a:lnTo>
                  <a:pt x="5400275" y="1020423"/>
                </a:lnTo>
                <a:lnTo>
                  <a:pt x="5333552" y="1021785"/>
                </a:lnTo>
                <a:lnTo>
                  <a:pt x="5266830" y="1023071"/>
                </a:lnTo>
                <a:lnTo>
                  <a:pt x="5200117" y="1024290"/>
                </a:lnTo>
                <a:lnTo>
                  <a:pt x="5133394" y="1025442"/>
                </a:lnTo>
                <a:lnTo>
                  <a:pt x="5066671" y="1026528"/>
                </a:lnTo>
                <a:lnTo>
                  <a:pt x="4999958" y="1027538"/>
                </a:lnTo>
                <a:lnTo>
                  <a:pt x="4933236" y="1028481"/>
                </a:lnTo>
                <a:lnTo>
                  <a:pt x="4866513" y="1029376"/>
                </a:lnTo>
                <a:lnTo>
                  <a:pt x="4799790" y="1030205"/>
                </a:lnTo>
                <a:lnTo>
                  <a:pt x="4733068" y="1030919"/>
                </a:lnTo>
                <a:lnTo>
                  <a:pt x="4666345" y="1031624"/>
                </a:lnTo>
                <a:lnTo>
                  <a:pt x="4599623" y="1032300"/>
                </a:lnTo>
                <a:lnTo>
                  <a:pt x="4532909" y="1032891"/>
                </a:lnTo>
                <a:lnTo>
                  <a:pt x="4466187" y="1033405"/>
                </a:lnTo>
                <a:lnTo>
                  <a:pt x="4399464" y="1033844"/>
                </a:lnTo>
                <a:lnTo>
                  <a:pt x="4332742" y="1034234"/>
                </a:lnTo>
                <a:lnTo>
                  <a:pt x="4266019" y="1034625"/>
                </a:lnTo>
                <a:lnTo>
                  <a:pt x="4199296" y="1034910"/>
                </a:lnTo>
                <a:lnTo>
                  <a:pt x="4132574" y="1035148"/>
                </a:lnTo>
                <a:lnTo>
                  <a:pt x="4065851" y="1035339"/>
                </a:lnTo>
                <a:lnTo>
                  <a:pt x="3999128" y="1035415"/>
                </a:lnTo>
                <a:lnTo>
                  <a:pt x="3932406" y="1035491"/>
                </a:lnTo>
                <a:lnTo>
                  <a:pt x="3865683" y="1035520"/>
                </a:lnTo>
                <a:lnTo>
                  <a:pt x="3798961" y="1035444"/>
                </a:lnTo>
                <a:lnTo>
                  <a:pt x="3732238" y="1035368"/>
                </a:lnTo>
                <a:lnTo>
                  <a:pt x="3665515" y="1035215"/>
                </a:lnTo>
                <a:lnTo>
                  <a:pt x="3598793" y="1035015"/>
                </a:lnTo>
                <a:lnTo>
                  <a:pt x="3532070" y="1034739"/>
                </a:lnTo>
                <a:lnTo>
                  <a:pt x="3465347" y="1034377"/>
                </a:lnTo>
                <a:lnTo>
                  <a:pt x="3398625" y="1033986"/>
                </a:lnTo>
                <a:lnTo>
                  <a:pt x="3331902" y="1033586"/>
                </a:lnTo>
                <a:lnTo>
                  <a:pt x="3265180" y="1033081"/>
                </a:lnTo>
                <a:lnTo>
                  <a:pt x="3198457" y="1032520"/>
                </a:lnTo>
                <a:lnTo>
                  <a:pt x="3131734" y="1031881"/>
                </a:lnTo>
                <a:lnTo>
                  <a:pt x="3065012" y="1031177"/>
                </a:lnTo>
                <a:lnTo>
                  <a:pt x="2998289" y="1030472"/>
                </a:lnTo>
                <a:lnTo>
                  <a:pt x="2931566" y="1029672"/>
                </a:lnTo>
                <a:lnTo>
                  <a:pt x="2864853" y="1028814"/>
                </a:lnTo>
                <a:lnTo>
                  <a:pt x="2798131" y="1027900"/>
                </a:lnTo>
                <a:lnTo>
                  <a:pt x="2731408" y="1026900"/>
                </a:lnTo>
                <a:lnTo>
                  <a:pt x="2664685" y="1025833"/>
                </a:lnTo>
                <a:lnTo>
                  <a:pt x="2597963" y="1024709"/>
                </a:lnTo>
                <a:lnTo>
                  <a:pt x="2531250" y="1023528"/>
                </a:lnTo>
                <a:lnTo>
                  <a:pt x="2464527" y="1022261"/>
                </a:lnTo>
                <a:lnTo>
                  <a:pt x="2397814" y="1020918"/>
                </a:lnTo>
                <a:lnTo>
                  <a:pt x="2331091" y="1019499"/>
                </a:lnTo>
                <a:lnTo>
                  <a:pt x="2264378" y="1018022"/>
                </a:lnTo>
                <a:lnTo>
                  <a:pt x="2197656" y="1016470"/>
                </a:lnTo>
                <a:lnTo>
                  <a:pt x="2130943" y="1014813"/>
                </a:lnTo>
                <a:lnTo>
                  <a:pt x="2064229" y="1013079"/>
                </a:lnTo>
                <a:lnTo>
                  <a:pt x="1997516" y="1011269"/>
                </a:lnTo>
                <a:lnTo>
                  <a:pt x="1930803" y="1009364"/>
                </a:lnTo>
                <a:lnTo>
                  <a:pt x="1864081" y="1007383"/>
                </a:lnTo>
                <a:lnTo>
                  <a:pt x="1797377" y="1005288"/>
                </a:lnTo>
                <a:lnTo>
                  <a:pt x="1730664" y="1003087"/>
                </a:lnTo>
                <a:lnTo>
                  <a:pt x="1663951" y="1000792"/>
                </a:lnTo>
                <a:lnTo>
                  <a:pt x="1597247" y="998382"/>
                </a:lnTo>
                <a:lnTo>
                  <a:pt x="1530534" y="995858"/>
                </a:lnTo>
                <a:lnTo>
                  <a:pt x="1463831" y="993210"/>
                </a:lnTo>
                <a:lnTo>
                  <a:pt x="1397127" y="990448"/>
                </a:lnTo>
                <a:lnTo>
                  <a:pt x="1330423" y="987533"/>
                </a:lnTo>
                <a:lnTo>
                  <a:pt x="1263720" y="984485"/>
                </a:lnTo>
                <a:lnTo>
                  <a:pt x="1197026" y="981275"/>
                </a:lnTo>
                <a:lnTo>
                  <a:pt x="1130332" y="977903"/>
                </a:lnTo>
                <a:lnTo>
                  <a:pt x="1063638" y="974341"/>
                </a:lnTo>
                <a:lnTo>
                  <a:pt x="996953" y="970588"/>
                </a:lnTo>
                <a:lnTo>
                  <a:pt x="930269" y="966616"/>
                </a:lnTo>
                <a:lnTo>
                  <a:pt x="863584" y="962406"/>
                </a:lnTo>
                <a:lnTo>
                  <a:pt x="796909" y="957948"/>
                </a:lnTo>
                <a:lnTo>
                  <a:pt x="730244" y="953224"/>
                </a:lnTo>
                <a:lnTo>
                  <a:pt x="663588" y="948119"/>
                </a:lnTo>
                <a:lnTo>
                  <a:pt x="596932" y="942699"/>
                </a:lnTo>
                <a:lnTo>
                  <a:pt x="530295" y="936812"/>
                </a:lnTo>
                <a:lnTo>
                  <a:pt x="463667" y="930431"/>
                </a:lnTo>
                <a:lnTo>
                  <a:pt x="397069" y="923430"/>
                </a:lnTo>
                <a:lnTo>
                  <a:pt x="330489" y="915657"/>
                </a:lnTo>
                <a:lnTo>
                  <a:pt x="263957" y="906904"/>
                </a:lnTo>
                <a:lnTo>
                  <a:pt x="197482" y="896779"/>
                </a:lnTo>
                <a:lnTo>
                  <a:pt x="131121" y="884644"/>
                </a:lnTo>
                <a:lnTo>
                  <a:pt x="65008" y="868899"/>
                </a:lnTo>
                <a:lnTo>
                  <a:pt x="0" y="843172"/>
                </a:lnTo>
                <a:lnTo>
                  <a:pt x="9392" y="761743"/>
                </a:lnTo>
                <a:lnTo>
                  <a:pt x="52302" y="672027"/>
                </a:lnTo>
                <a:lnTo>
                  <a:pt x="95221" y="582311"/>
                </a:lnTo>
                <a:lnTo>
                  <a:pt x="138132" y="492585"/>
                </a:lnTo>
                <a:lnTo>
                  <a:pt x="181051" y="402869"/>
                </a:lnTo>
                <a:lnTo>
                  <a:pt x="223961" y="313153"/>
                </a:lnTo>
                <a:lnTo>
                  <a:pt x="266881" y="223437"/>
                </a:lnTo>
                <a:lnTo>
                  <a:pt x="309801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layer-0-front">
            <a:extLst xmlns:a="http://schemas.openxmlformats.org/drawingml/2006/main">
              <a:ext uri="{FF2B5EF4-FFF2-40B4-BE49-F238E27FC236}">
                <a16:creationId xmlns:a16="http://schemas.microsoft.com/office/drawing/2014/main" id="{5C324B59-1DD4-46E6-A570-795E42EC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683002"/>
            <a:ext cx="7808138" cy="318897"/>
          </a:xfrm>
          <a:custGeom xmlns:a="http://schemas.openxmlformats.org/drawingml/2006/main">
            <a:pathLst>
              <a:path w="7808138" h="318897">
                <a:moveTo>
                  <a:pt x="0" y="0"/>
                </a:moveTo>
                <a:lnTo>
                  <a:pt x="57922" y="43472"/>
                </a:lnTo>
                <a:lnTo>
                  <a:pt x="122330" y="62113"/>
                </a:lnTo>
                <a:lnTo>
                  <a:pt x="187157" y="75809"/>
                </a:lnTo>
                <a:lnTo>
                  <a:pt x="252136" y="86963"/>
                </a:lnTo>
                <a:lnTo>
                  <a:pt x="317202" y="96526"/>
                </a:lnTo>
                <a:lnTo>
                  <a:pt x="382324" y="104937"/>
                </a:lnTo>
                <a:lnTo>
                  <a:pt x="447475" y="112490"/>
                </a:lnTo>
                <a:lnTo>
                  <a:pt x="512645" y="119367"/>
                </a:lnTo>
                <a:lnTo>
                  <a:pt x="577844" y="125654"/>
                </a:lnTo>
                <a:lnTo>
                  <a:pt x="643052" y="131483"/>
                </a:lnTo>
                <a:lnTo>
                  <a:pt x="708269" y="136903"/>
                </a:lnTo>
                <a:lnTo>
                  <a:pt x="773497" y="141970"/>
                </a:lnTo>
                <a:lnTo>
                  <a:pt x="838733" y="146723"/>
                </a:lnTo>
                <a:lnTo>
                  <a:pt x="903980" y="151200"/>
                </a:lnTo>
                <a:lnTo>
                  <a:pt x="969226" y="155419"/>
                </a:lnTo>
                <a:lnTo>
                  <a:pt x="1034482" y="159420"/>
                </a:lnTo>
                <a:lnTo>
                  <a:pt x="1099737" y="163211"/>
                </a:lnTo>
                <a:lnTo>
                  <a:pt x="1164993" y="166811"/>
                </a:lnTo>
                <a:lnTo>
                  <a:pt x="1230259" y="170231"/>
                </a:lnTo>
                <a:lnTo>
                  <a:pt x="1295524" y="173488"/>
                </a:lnTo>
                <a:lnTo>
                  <a:pt x="1360799" y="176603"/>
                </a:lnTo>
                <a:lnTo>
                  <a:pt x="1426064" y="179556"/>
                </a:lnTo>
                <a:lnTo>
                  <a:pt x="1491339" y="182366"/>
                </a:lnTo>
                <a:lnTo>
                  <a:pt x="1556614" y="185061"/>
                </a:lnTo>
                <a:lnTo>
                  <a:pt x="1621888" y="187633"/>
                </a:lnTo>
                <a:lnTo>
                  <a:pt x="1687173" y="190090"/>
                </a:lnTo>
                <a:lnTo>
                  <a:pt x="1752448" y="192443"/>
                </a:lnTo>
                <a:lnTo>
                  <a:pt x="1817732" y="194691"/>
                </a:lnTo>
                <a:lnTo>
                  <a:pt x="1883016" y="196834"/>
                </a:lnTo>
                <a:lnTo>
                  <a:pt x="1948291" y="198872"/>
                </a:lnTo>
                <a:lnTo>
                  <a:pt x="2013575" y="200816"/>
                </a:lnTo>
                <a:lnTo>
                  <a:pt x="2078860" y="202682"/>
                </a:lnTo>
                <a:lnTo>
                  <a:pt x="2144144" y="204473"/>
                </a:lnTo>
                <a:lnTo>
                  <a:pt x="2209429" y="206169"/>
                </a:lnTo>
                <a:lnTo>
                  <a:pt x="2274722" y="207769"/>
                </a:lnTo>
                <a:lnTo>
                  <a:pt x="2340007" y="209302"/>
                </a:lnTo>
                <a:lnTo>
                  <a:pt x="2405291" y="210760"/>
                </a:lnTo>
                <a:lnTo>
                  <a:pt x="2470585" y="212150"/>
                </a:lnTo>
                <a:lnTo>
                  <a:pt x="2535869" y="213455"/>
                </a:lnTo>
                <a:lnTo>
                  <a:pt x="2601163" y="214694"/>
                </a:lnTo>
                <a:lnTo>
                  <a:pt x="2666448" y="215865"/>
                </a:lnTo>
                <a:lnTo>
                  <a:pt x="2731741" y="216980"/>
                </a:lnTo>
                <a:lnTo>
                  <a:pt x="2797026" y="217999"/>
                </a:lnTo>
                <a:lnTo>
                  <a:pt x="2862320" y="218970"/>
                </a:lnTo>
                <a:lnTo>
                  <a:pt x="2927614" y="219875"/>
                </a:lnTo>
                <a:lnTo>
                  <a:pt x="2992907" y="220732"/>
                </a:lnTo>
                <a:lnTo>
                  <a:pt x="3058192" y="221504"/>
                </a:lnTo>
                <a:lnTo>
                  <a:pt x="3123486" y="222218"/>
                </a:lnTo>
                <a:lnTo>
                  <a:pt x="3188779" y="222885"/>
                </a:lnTo>
                <a:lnTo>
                  <a:pt x="3254073" y="223485"/>
                </a:lnTo>
                <a:lnTo>
                  <a:pt x="3319358" y="224018"/>
                </a:lnTo>
                <a:lnTo>
                  <a:pt x="3384652" y="224504"/>
                </a:lnTo>
                <a:lnTo>
                  <a:pt x="3449945" y="224942"/>
                </a:lnTo>
                <a:lnTo>
                  <a:pt x="3515239" y="225295"/>
                </a:lnTo>
                <a:lnTo>
                  <a:pt x="3580533" y="225600"/>
                </a:lnTo>
                <a:lnTo>
                  <a:pt x="3645827" y="225866"/>
                </a:lnTo>
                <a:lnTo>
                  <a:pt x="3711121" y="226057"/>
                </a:lnTo>
                <a:lnTo>
                  <a:pt x="3776415" y="226190"/>
                </a:lnTo>
                <a:lnTo>
                  <a:pt x="3841699" y="226276"/>
                </a:lnTo>
                <a:lnTo>
                  <a:pt x="3906993" y="226314"/>
                </a:lnTo>
                <a:lnTo>
                  <a:pt x="3972287" y="226276"/>
                </a:lnTo>
                <a:lnTo>
                  <a:pt x="4037581" y="226181"/>
                </a:lnTo>
                <a:lnTo>
                  <a:pt x="4102875" y="226047"/>
                </a:lnTo>
                <a:lnTo>
                  <a:pt x="4168169" y="225847"/>
                </a:lnTo>
                <a:lnTo>
                  <a:pt x="4233462" y="225590"/>
                </a:lnTo>
                <a:lnTo>
                  <a:pt x="4298756" y="225276"/>
                </a:lnTo>
                <a:lnTo>
                  <a:pt x="4364050" y="224923"/>
                </a:lnTo>
                <a:lnTo>
                  <a:pt x="4429335" y="224485"/>
                </a:lnTo>
                <a:lnTo>
                  <a:pt x="4494628" y="223990"/>
                </a:lnTo>
                <a:lnTo>
                  <a:pt x="4559922" y="223457"/>
                </a:lnTo>
                <a:lnTo>
                  <a:pt x="4625216" y="222856"/>
                </a:lnTo>
                <a:lnTo>
                  <a:pt x="4690510" y="222180"/>
                </a:lnTo>
                <a:lnTo>
                  <a:pt x="4755794" y="221456"/>
                </a:lnTo>
                <a:lnTo>
                  <a:pt x="4821088" y="220685"/>
                </a:lnTo>
                <a:lnTo>
                  <a:pt x="4886382" y="219837"/>
                </a:lnTo>
                <a:lnTo>
                  <a:pt x="4951676" y="218923"/>
                </a:lnTo>
                <a:lnTo>
                  <a:pt x="5016960" y="217942"/>
                </a:lnTo>
                <a:lnTo>
                  <a:pt x="5082254" y="216913"/>
                </a:lnTo>
                <a:lnTo>
                  <a:pt x="5147539" y="215808"/>
                </a:lnTo>
                <a:lnTo>
                  <a:pt x="5212832" y="214627"/>
                </a:lnTo>
                <a:lnTo>
                  <a:pt x="5278117" y="213379"/>
                </a:lnTo>
                <a:lnTo>
                  <a:pt x="5343411" y="212084"/>
                </a:lnTo>
                <a:lnTo>
                  <a:pt x="5408695" y="210683"/>
                </a:lnTo>
                <a:lnTo>
                  <a:pt x="5473989" y="209217"/>
                </a:lnTo>
                <a:lnTo>
                  <a:pt x="5539273" y="207683"/>
                </a:lnTo>
                <a:lnTo>
                  <a:pt x="5604558" y="206073"/>
                </a:lnTo>
                <a:lnTo>
                  <a:pt x="5669842" y="204378"/>
                </a:lnTo>
                <a:lnTo>
                  <a:pt x="5735126" y="202587"/>
                </a:lnTo>
                <a:lnTo>
                  <a:pt x="5800411" y="200720"/>
                </a:lnTo>
                <a:lnTo>
                  <a:pt x="5865695" y="198758"/>
                </a:lnTo>
                <a:lnTo>
                  <a:pt x="5930979" y="196720"/>
                </a:lnTo>
                <a:lnTo>
                  <a:pt x="5996264" y="194577"/>
                </a:lnTo>
                <a:lnTo>
                  <a:pt x="6061539" y="192319"/>
                </a:lnTo>
                <a:lnTo>
                  <a:pt x="6126823" y="189957"/>
                </a:lnTo>
                <a:lnTo>
                  <a:pt x="6192098" y="187500"/>
                </a:lnTo>
                <a:lnTo>
                  <a:pt x="6257373" y="184918"/>
                </a:lnTo>
                <a:lnTo>
                  <a:pt x="6322647" y="182223"/>
                </a:lnTo>
                <a:lnTo>
                  <a:pt x="6387922" y="179394"/>
                </a:lnTo>
                <a:lnTo>
                  <a:pt x="6453197" y="176432"/>
                </a:lnTo>
                <a:lnTo>
                  <a:pt x="6518462" y="173326"/>
                </a:lnTo>
                <a:lnTo>
                  <a:pt x="6583728" y="170059"/>
                </a:lnTo>
                <a:lnTo>
                  <a:pt x="6648993" y="166621"/>
                </a:lnTo>
                <a:lnTo>
                  <a:pt x="6714258" y="163011"/>
                </a:lnTo>
                <a:lnTo>
                  <a:pt x="6779514" y="159210"/>
                </a:lnTo>
                <a:lnTo>
                  <a:pt x="6844760" y="155200"/>
                </a:lnTo>
                <a:lnTo>
                  <a:pt x="6910016" y="150971"/>
                </a:lnTo>
                <a:lnTo>
                  <a:pt x="6975253" y="146485"/>
                </a:lnTo>
                <a:lnTo>
                  <a:pt x="7040489" y="141703"/>
                </a:lnTo>
                <a:lnTo>
                  <a:pt x="7105717" y="136627"/>
                </a:lnTo>
                <a:lnTo>
                  <a:pt x="7170944" y="131188"/>
                </a:lnTo>
                <a:lnTo>
                  <a:pt x="7236152" y="125330"/>
                </a:lnTo>
                <a:lnTo>
                  <a:pt x="7301341" y="119005"/>
                </a:lnTo>
                <a:lnTo>
                  <a:pt x="7366521" y="112109"/>
                </a:lnTo>
                <a:lnTo>
                  <a:pt x="7431662" y="104518"/>
                </a:lnTo>
                <a:lnTo>
                  <a:pt x="7496785" y="96050"/>
                </a:lnTo>
                <a:lnTo>
                  <a:pt x="7561840" y="86411"/>
                </a:lnTo>
                <a:lnTo>
                  <a:pt x="7626820" y="75152"/>
                </a:lnTo>
                <a:lnTo>
                  <a:pt x="7691628" y="61274"/>
                </a:lnTo>
                <a:lnTo>
                  <a:pt x="7755998" y="42215"/>
                </a:lnTo>
                <a:lnTo>
                  <a:pt x="7808138" y="4524"/>
                </a:lnTo>
                <a:lnTo>
                  <a:pt x="7749064" y="51159"/>
                </a:lnTo>
                <a:lnTo>
                  <a:pt x="7685503" y="77286"/>
                </a:lnTo>
                <a:lnTo>
                  <a:pt x="7621191" y="96984"/>
                </a:lnTo>
                <a:lnTo>
                  <a:pt x="7556554" y="113214"/>
                </a:lnTo>
                <a:lnTo>
                  <a:pt x="7491746" y="127178"/>
                </a:lnTo>
                <a:lnTo>
                  <a:pt x="7426833" y="139522"/>
                </a:lnTo>
                <a:lnTo>
                  <a:pt x="7361853" y="150609"/>
                </a:lnTo>
                <a:lnTo>
                  <a:pt x="7296807" y="160706"/>
                </a:lnTo>
                <a:lnTo>
                  <a:pt x="7231732" y="169983"/>
                </a:lnTo>
                <a:lnTo>
                  <a:pt x="7166620" y="178575"/>
                </a:lnTo>
                <a:lnTo>
                  <a:pt x="7101488" y="186566"/>
                </a:lnTo>
                <a:lnTo>
                  <a:pt x="7036337" y="194062"/>
                </a:lnTo>
                <a:lnTo>
                  <a:pt x="6971167" y="201082"/>
                </a:lnTo>
                <a:lnTo>
                  <a:pt x="6905977" y="207693"/>
                </a:lnTo>
                <a:lnTo>
                  <a:pt x="6840788" y="213932"/>
                </a:lnTo>
                <a:lnTo>
                  <a:pt x="6775580" y="219847"/>
                </a:lnTo>
                <a:lnTo>
                  <a:pt x="6710363" y="225457"/>
                </a:lnTo>
                <a:lnTo>
                  <a:pt x="6645135" y="230772"/>
                </a:lnTo>
                <a:lnTo>
                  <a:pt x="6579908" y="235839"/>
                </a:lnTo>
                <a:lnTo>
                  <a:pt x="6514671" y="240640"/>
                </a:lnTo>
                <a:lnTo>
                  <a:pt x="6449435" y="245231"/>
                </a:lnTo>
                <a:lnTo>
                  <a:pt x="6384188" y="249622"/>
                </a:lnTo>
                <a:lnTo>
                  <a:pt x="6318942" y="253803"/>
                </a:lnTo>
                <a:lnTo>
                  <a:pt x="6253686" y="257804"/>
                </a:lnTo>
                <a:lnTo>
                  <a:pt x="6188431" y="261604"/>
                </a:lnTo>
                <a:lnTo>
                  <a:pt x="6123175" y="265233"/>
                </a:lnTo>
                <a:lnTo>
                  <a:pt x="6057910" y="268700"/>
                </a:lnTo>
                <a:lnTo>
                  <a:pt x="5992644" y="272024"/>
                </a:lnTo>
                <a:lnTo>
                  <a:pt x="5927369" y="275196"/>
                </a:lnTo>
                <a:lnTo>
                  <a:pt x="5862104" y="278235"/>
                </a:lnTo>
                <a:lnTo>
                  <a:pt x="5796829" y="281140"/>
                </a:lnTo>
                <a:lnTo>
                  <a:pt x="5731554" y="283893"/>
                </a:lnTo>
                <a:lnTo>
                  <a:pt x="5666280" y="286512"/>
                </a:lnTo>
                <a:lnTo>
                  <a:pt x="5601005" y="289017"/>
                </a:lnTo>
                <a:lnTo>
                  <a:pt x="5535730" y="291417"/>
                </a:lnTo>
                <a:lnTo>
                  <a:pt x="5470446" y="293703"/>
                </a:lnTo>
                <a:lnTo>
                  <a:pt x="5405161" y="295847"/>
                </a:lnTo>
                <a:lnTo>
                  <a:pt x="5339886" y="297894"/>
                </a:lnTo>
                <a:lnTo>
                  <a:pt x="5274602" y="299837"/>
                </a:lnTo>
                <a:lnTo>
                  <a:pt x="5209318" y="301676"/>
                </a:lnTo>
                <a:lnTo>
                  <a:pt x="5144024" y="303419"/>
                </a:lnTo>
                <a:lnTo>
                  <a:pt x="5078740" y="305038"/>
                </a:lnTo>
                <a:lnTo>
                  <a:pt x="5013455" y="306572"/>
                </a:lnTo>
                <a:lnTo>
                  <a:pt x="4948171" y="308019"/>
                </a:lnTo>
                <a:lnTo>
                  <a:pt x="4882877" y="309372"/>
                </a:lnTo>
                <a:lnTo>
                  <a:pt x="4817593" y="310610"/>
                </a:lnTo>
                <a:lnTo>
                  <a:pt x="4752299" y="311763"/>
                </a:lnTo>
                <a:lnTo>
                  <a:pt x="4687005" y="312839"/>
                </a:lnTo>
                <a:lnTo>
                  <a:pt x="4621721" y="313820"/>
                </a:lnTo>
                <a:lnTo>
                  <a:pt x="4556427" y="314696"/>
                </a:lnTo>
                <a:lnTo>
                  <a:pt x="4491142" y="315497"/>
                </a:lnTo>
                <a:lnTo>
                  <a:pt x="4425848" y="316220"/>
                </a:lnTo>
                <a:lnTo>
                  <a:pt x="4360555" y="316859"/>
                </a:lnTo>
                <a:lnTo>
                  <a:pt x="4295261" y="317383"/>
                </a:lnTo>
                <a:lnTo>
                  <a:pt x="4229967" y="317849"/>
                </a:lnTo>
                <a:lnTo>
                  <a:pt x="4164673" y="318230"/>
                </a:lnTo>
                <a:lnTo>
                  <a:pt x="4099379" y="318516"/>
                </a:lnTo>
                <a:lnTo>
                  <a:pt x="4034095" y="318716"/>
                </a:lnTo>
                <a:lnTo>
                  <a:pt x="3968801" y="318840"/>
                </a:lnTo>
                <a:lnTo>
                  <a:pt x="3903507" y="318897"/>
                </a:lnTo>
                <a:lnTo>
                  <a:pt x="3838213" y="318840"/>
                </a:lnTo>
                <a:lnTo>
                  <a:pt x="3772919" y="318707"/>
                </a:lnTo>
                <a:lnTo>
                  <a:pt x="3707625" y="318506"/>
                </a:lnTo>
                <a:lnTo>
                  <a:pt x="3642331" y="318221"/>
                </a:lnTo>
                <a:lnTo>
                  <a:pt x="3577038" y="317821"/>
                </a:lnTo>
                <a:lnTo>
                  <a:pt x="3511753" y="317363"/>
                </a:lnTo>
                <a:lnTo>
                  <a:pt x="3446459" y="316821"/>
                </a:lnTo>
                <a:lnTo>
                  <a:pt x="3381165" y="316192"/>
                </a:lnTo>
                <a:lnTo>
                  <a:pt x="3315872" y="315458"/>
                </a:lnTo>
                <a:lnTo>
                  <a:pt x="3250578" y="314649"/>
                </a:lnTo>
                <a:lnTo>
                  <a:pt x="3185293" y="313773"/>
                </a:lnTo>
                <a:lnTo>
                  <a:pt x="3119999" y="312782"/>
                </a:lnTo>
                <a:lnTo>
                  <a:pt x="3054706" y="311706"/>
                </a:lnTo>
                <a:lnTo>
                  <a:pt x="2989421" y="310544"/>
                </a:lnTo>
                <a:lnTo>
                  <a:pt x="2924127" y="309296"/>
                </a:lnTo>
                <a:lnTo>
                  <a:pt x="2858843" y="307943"/>
                </a:lnTo>
                <a:lnTo>
                  <a:pt x="2793559" y="306495"/>
                </a:lnTo>
                <a:lnTo>
                  <a:pt x="2728265" y="304952"/>
                </a:lnTo>
                <a:lnTo>
                  <a:pt x="2662980" y="303324"/>
                </a:lnTo>
                <a:lnTo>
                  <a:pt x="2597696" y="301590"/>
                </a:lnTo>
                <a:lnTo>
                  <a:pt x="2532412" y="299733"/>
                </a:lnTo>
                <a:lnTo>
                  <a:pt x="2467127" y="297780"/>
                </a:lnTo>
                <a:lnTo>
                  <a:pt x="2401843" y="295732"/>
                </a:lnTo>
                <a:lnTo>
                  <a:pt x="2336568" y="293580"/>
                </a:lnTo>
                <a:lnTo>
                  <a:pt x="2271284" y="291294"/>
                </a:lnTo>
                <a:lnTo>
                  <a:pt x="2206009" y="288893"/>
                </a:lnTo>
                <a:lnTo>
                  <a:pt x="2140725" y="286379"/>
                </a:lnTo>
                <a:lnTo>
                  <a:pt x="2075450" y="283740"/>
                </a:lnTo>
                <a:lnTo>
                  <a:pt x="2010175" y="280988"/>
                </a:lnTo>
                <a:lnTo>
                  <a:pt x="1944910" y="278082"/>
                </a:lnTo>
                <a:lnTo>
                  <a:pt x="1879635" y="275034"/>
                </a:lnTo>
                <a:lnTo>
                  <a:pt x="1814370" y="271853"/>
                </a:lnTo>
                <a:lnTo>
                  <a:pt x="1749104" y="268519"/>
                </a:lnTo>
                <a:lnTo>
                  <a:pt x="1683839" y="265043"/>
                </a:lnTo>
                <a:lnTo>
                  <a:pt x="1618583" y="261395"/>
                </a:lnTo>
                <a:lnTo>
                  <a:pt x="1553327" y="257585"/>
                </a:lnTo>
                <a:lnTo>
                  <a:pt x="1488072" y="253594"/>
                </a:lnTo>
                <a:lnTo>
                  <a:pt x="1422825" y="249393"/>
                </a:lnTo>
                <a:lnTo>
                  <a:pt x="1357579" y="244993"/>
                </a:lnTo>
                <a:lnTo>
                  <a:pt x="1292333" y="240392"/>
                </a:lnTo>
                <a:lnTo>
                  <a:pt x="1227106" y="235572"/>
                </a:lnTo>
                <a:lnTo>
                  <a:pt x="1161869" y="230495"/>
                </a:lnTo>
                <a:lnTo>
                  <a:pt x="1096651" y="225161"/>
                </a:lnTo>
                <a:lnTo>
                  <a:pt x="1031434" y="219542"/>
                </a:lnTo>
                <a:lnTo>
                  <a:pt x="966235" y="213608"/>
                </a:lnTo>
                <a:lnTo>
                  <a:pt x="901036" y="207350"/>
                </a:lnTo>
                <a:lnTo>
                  <a:pt x="835847" y="200720"/>
                </a:lnTo>
                <a:lnTo>
                  <a:pt x="770687" y="193662"/>
                </a:lnTo>
                <a:lnTo>
                  <a:pt x="705526" y="186157"/>
                </a:lnTo>
                <a:lnTo>
                  <a:pt x="640394" y="178137"/>
                </a:lnTo>
                <a:lnTo>
                  <a:pt x="575291" y="169497"/>
                </a:lnTo>
                <a:lnTo>
                  <a:pt x="510216" y="160182"/>
                </a:lnTo>
                <a:lnTo>
                  <a:pt x="445179" y="150038"/>
                </a:lnTo>
                <a:lnTo>
                  <a:pt x="380190" y="138884"/>
                </a:lnTo>
                <a:lnTo>
                  <a:pt x="315287" y="126473"/>
                </a:lnTo>
                <a:lnTo>
                  <a:pt x="250488" y="112414"/>
                </a:lnTo>
                <a:lnTo>
                  <a:pt x="185861" y="96041"/>
                </a:lnTo>
                <a:lnTo>
                  <a:pt x="121568" y="76086"/>
                </a:lnTo>
                <a:lnTo>
                  <a:pt x="58083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layer-0-cap">
            <a:extLst xmlns:a="http://schemas.openxmlformats.org/drawingml/2006/main">
              <a:ext uri="{FF2B5EF4-FFF2-40B4-BE49-F238E27FC236}">
                <a16:creationId xmlns:a16="http://schemas.microsoft.com/office/drawing/2014/main" id="{02E3C4C7-963A-4895-94ED-2018ED5A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791" y="1750314"/>
            <a:ext cx="7154418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layer-0-cap-highlight">
            <a:extLst xmlns:a="http://schemas.openxmlformats.org/drawingml/2006/main">
              <a:ext uri="{FF2B5EF4-FFF2-40B4-BE49-F238E27FC236}">
                <a16:creationId xmlns:a16="http://schemas.microsoft.com/office/drawing/2014/main" id="{A19807C0-B832-4D35-B656-3C015487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8727" y="1798320"/>
            <a:ext cx="6653270" cy="144018"/>
          </a:xfrm>
          <a:custGeom xmlns:a="http://schemas.openxmlformats.org/drawingml/2006/main">
            <a:pathLst>
              <a:path w="6653270" h="144018">
                <a:moveTo>
                  <a:pt x="0" y="144018"/>
                </a:moveTo>
                <a:lnTo>
                  <a:pt x="55283" y="135960"/>
                </a:lnTo>
                <a:lnTo>
                  <a:pt x="110595" y="128559"/>
                </a:lnTo>
                <a:lnTo>
                  <a:pt x="165926" y="121720"/>
                </a:lnTo>
                <a:lnTo>
                  <a:pt x="221285" y="115357"/>
                </a:lnTo>
                <a:lnTo>
                  <a:pt x="276654" y="109385"/>
                </a:lnTo>
                <a:lnTo>
                  <a:pt x="332032" y="103784"/>
                </a:lnTo>
                <a:lnTo>
                  <a:pt x="387420" y="98489"/>
                </a:lnTo>
                <a:lnTo>
                  <a:pt x="442817" y="93507"/>
                </a:lnTo>
                <a:lnTo>
                  <a:pt x="498224" y="88763"/>
                </a:lnTo>
                <a:lnTo>
                  <a:pt x="553641" y="84258"/>
                </a:lnTo>
                <a:lnTo>
                  <a:pt x="609057" y="79991"/>
                </a:lnTo>
                <a:lnTo>
                  <a:pt x="664483" y="75905"/>
                </a:lnTo>
                <a:lnTo>
                  <a:pt x="719909" y="72009"/>
                </a:lnTo>
                <a:lnTo>
                  <a:pt x="775345" y="68285"/>
                </a:lnTo>
                <a:lnTo>
                  <a:pt x="830780" y="64732"/>
                </a:lnTo>
                <a:lnTo>
                  <a:pt x="886216" y="61331"/>
                </a:lnTo>
                <a:lnTo>
                  <a:pt x="941651" y="58074"/>
                </a:lnTo>
                <a:lnTo>
                  <a:pt x="997096" y="54940"/>
                </a:lnTo>
                <a:lnTo>
                  <a:pt x="1052541" y="51949"/>
                </a:lnTo>
                <a:lnTo>
                  <a:pt x="1107996" y="49073"/>
                </a:lnTo>
                <a:lnTo>
                  <a:pt x="1163441" y="46311"/>
                </a:lnTo>
                <a:lnTo>
                  <a:pt x="1218895" y="43663"/>
                </a:lnTo>
                <a:lnTo>
                  <a:pt x="1274350" y="41129"/>
                </a:lnTo>
                <a:lnTo>
                  <a:pt x="1329804" y="38691"/>
                </a:lnTo>
                <a:lnTo>
                  <a:pt x="1385259" y="36347"/>
                </a:lnTo>
                <a:lnTo>
                  <a:pt x="1440713" y="34138"/>
                </a:lnTo>
                <a:lnTo>
                  <a:pt x="1496177" y="31956"/>
                </a:lnTo>
                <a:lnTo>
                  <a:pt x="1551632" y="29918"/>
                </a:lnTo>
                <a:lnTo>
                  <a:pt x="1607096" y="27918"/>
                </a:lnTo>
                <a:lnTo>
                  <a:pt x="1662560" y="26041"/>
                </a:lnTo>
                <a:lnTo>
                  <a:pt x="1718015" y="24203"/>
                </a:lnTo>
                <a:lnTo>
                  <a:pt x="1773479" y="22460"/>
                </a:lnTo>
                <a:lnTo>
                  <a:pt x="1828943" y="20793"/>
                </a:lnTo>
                <a:lnTo>
                  <a:pt x="1884407" y="19231"/>
                </a:lnTo>
                <a:lnTo>
                  <a:pt x="1939881" y="17707"/>
                </a:lnTo>
                <a:lnTo>
                  <a:pt x="1995345" y="16269"/>
                </a:lnTo>
                <a:lnTo>
                  <a:pt x="2050809" y="14897"/>
                </a:lnTo>
                <a:lnTo>
                  <a:pt x="2106273" y="13573"/>
                </a:lnTo>
                <a:lnTo>
                  <a:pt x="2161746" y="12344"/>
                </a:lnTo>
                <a:lnTo>
                  <a:pt x="2217210" y="11144"/>
                </a:lnTo>
                <a:lnTo>
                  <a:pt x="2272684" y="10058"/>
                </a:lnTo>
                <a:lnTo>
                  <a:pt x="2328148" y="8973"/>
                </a:lnTo>
                <a:lnTo>
                  <a:pt x="2383622" y="8020"/>
                </a:lnTo>
                <a:lnTo>
                  <a:pt x="2439086" y="7068"/>
                </a:lnTo>
                <a:lnTo>
                  <a:pt x="2494559" y="6220"/>
                </a:lnTo>
                <a:lnTo>
                  <a:pt x="2550033" y="5401"/>
                </a:lnTo>
                <a:lnTo>
                  <a:pt x="2605497" y="4658"/>
                </a:lnTo>
                <a:lnTo>
                  <a:pt x="2660971" y="3972"/>
                </a:lnTo>
                <a:lnTo>
                  <a:pt x="2716444" y="3324"/>
                </a:lnTo>
                <a:lnTo>
                  <a:pt x="2771908" y="2762"/>
                </a:lnTo>
                <a:lnTo>
                  <a:pt x="2827382" y="2210"/>
                </a:lnTo>
                <a:lnTo>
                  <a:pt x="2882856" y="1781"/>
                </a:lnTo>
                <a:lnTo>
                  <a:pt x="2938329" y="1343"/>
                </a:lnTo>
                <a:lnTo>
                  <a:pt x="2993803" y="1010"/>
                </a:lnTo>
                <a:lnTo>
                  <a:pt x="3049267" y="705"/>
                </a:lnTo>
                <a:lnTo>
                  <a:pt x="3104740" y="457"/>
                </a:lnTo>
                <a:lnTo>
                  <a:pt x="3160214" y="276"/>
                </a:lnTo>
                <a:lnTo>
                  <a:pt x="3215688" y="124"/>
                </a:lnTo>
                <a:lnTo>
                  <a:pt x="3271161" y="57"/>
                </a:lnTo>
                <a:lnTo>
                  <a:pt x="3326635" y="0"/>
                </a:lnTo>
                <a:lnTo>
                  <a:pt x="3382099" y="57"/>
                </a:lnTo>
                <a:lnTo>
                  <a:pt x="3437573" y="124"/>
                </a:lnTo>
                <a:lnTo>
                  <a:pt x="3493046" y="267"/>
                </a:lnTo>
                <a:lnTo>
                  <a:pt x="3548520" y="457"/>
                </a:lnTo>
                <a:lnTo>
                  <a:pt x="3603993" y="695"/>
                </a:lnTo>
                <a:lnTo>
                  <a:pt x="3659467" y="1000"/>
                </a:lnTo>
                <a:lnTo>
                  <a:pt x="3714931" y="1334"/>
                </a:lnTo>
                <a:lnTo>
                  <a:pt x="3770405" y="1772"/>
                </a:lnTo>
                <a:lnTo>
                  <a:pt x="3825878" y="2200"/>
                </a:lnTo>
                <a:lnTo>
                  <a:pt x="3881352" y="2753"/>
                </a:lnTo>
                <a:lnTo>
                  <a:pt x="3936816" y="3315"/>
                </a:lnTo>
                <a:lnTo>
                  <a:pt x="3992289" y="3953"/>
                </a:lnTo>
                <a:lnTo>
                  <a:pt x="4047763" y="4639"/>
                </a:lnTo>
                <a:lnTo>
                  <a:pt x="4103237" y="5382"/>
                </a:lnTo>
                <a:lnTo>
                  <a:pt x="4158701" y="6201"/>
                </a:lnTo>
                <a:lnTo>
                  <a:pt x="4214174" y="7049"/>
                </a:lnTo>
                <a:lnTo>
                  <a:pt x="4269638" y="8001"/>
                </a:lnTo>
                <a:lnTo>
                  <a:pt x="4325112" y="8954"/>
                </a:lnTo>
                <a:lnTo>
                  <a:pt x="4380576" y="10030"/>
                </a:lnTo>
                <a:lnTo>
                  <a:pt x="4436050" y="11125"/>
                </a:lnTo>
                <a:lnTo>
                  <a:pt x="4491514" y="12287"/>
                </a:lnTo>
                <a:lnTo>
                  <a:pt x="4546987" y="13535"/>
                </a:lnTo>
                <a:lnTo>
                  <a:pt x="4602451" y="14859"/>
                </a:lnTo>
                <a:lnTo>
                  <a:pt x="4657916" y="16240"/>
                </a:lnTo>
                <a:lnTo>
                  <a:pt x="4713389" y="17678"/>
                </a:lnTo>
                <a:lnTo>
                  <a:pt x="4768853" y="19202"/>
                </a:lnTo>
                <a:lnTo>
                  <a:pt x="4824317" y="20774"/>
                </a:lnTo>
                <a:lnTo>
                  <a:pt x="4879781" y="22450"/>
                </a:lnTo>
                <a:lnTo>
                  <a:pt x="4935245" y="24155"/>
                </a:lnTo>
                <a:lnTo>
                  <a:pt x="4990700" y="25965"/>
                </a:lnTo>
                <a:lnTo>
                  <a:pt x="5046164" y="27870"/>
                </a:lnTo>
                <a:lnTo>
                  <a:pt x="5101628" y="29870"/>
                </a:lnTo>
                <a:lnTo>
                  <a:pt x="5157083" y="31909"/>
                </a:lnTo>
                <a:lnTo>
                  <a:pt x="5212547" y="34090"/>
                </a:lnTo>
                <a:lnTo>
                  <a:pt x="5268001" y="36290"/>
                </a:lnTo>
                <a:lnTo>
                  <a:pt x="5323456" y="38633"/>
                </a:lnTo>
                <a:lnTo>
                  <a:pt x="5378910" y="41062"/>
                </a:lnTo>
                <a:lnTo>
                  <a:pt x="5434365" y="43605"/>
                </a:lnTo>
                <a:lnTo>
                  <a:pt x="5489819" y="46253"/>
                </a:lnTo>
                <a:lnTo>
                  <a:pt x="5545274" y="49006"/>
                </a:lnTo>
                <a:lnTo>
                  <a:pt x="5600719" y="51883"/>
                </a:lnTo>
                <a:lnTo>
                  <a:pt x="5656164" y="54874"/>
                </a:lnTo>
                <a:lnTo>
                  <a:pt x="5711609" y="57998"/>
                </a:lnTo>
                <a:lnTo>
                  <a:pt x="5767045" y="61255"/>
                </a:lnTo>
                <a:lnTo>
                  <a:pt x="5822490" y="64646"/>
                </a:lnTo>
                <a:lnTo>
                  <a:pt x="5877925" y="68199"/>
                </a:lnTo>
                <a:lnTo>
                  <a:pt x="5933351" y="71923"/>
                </a:lnTo>
                <a:lnTo>
                  <a:pt x="5988777" y="75819"/>
                </a:lnTo>
                <a:lnTo>
                  <a:pt x="6044203" y="79896"/>
                </a:lnTo>
                <a:lnTo>
                  <a:pt x="6099620" y="84153"/>
                </a:lnTo>
                <a:lnTo>
                  <a:pt x="6155036" y="88659"/>
                </a:lnTo>
                <a:lnTo>
                  <a:pt x="6210443" y="93393"/>
                </a:lnTo>
                <a:lnTo>
                  <a:pt x="6265840" y="98374"/>
                </a:lnTo>
                <a:lnTo>
                  <a:pt x="6321238" y="103661"/>
                </a:lnTo>
                <a:lnTo>
                  <a:pt x="6376616" y="109252"/>
                </a:lnTo>
                <a:lnTo>
                  <a:pt x="6431985" y="115205"/>
                </a:lnTo>
                <a:lnTo>
                  <a:pt x="6487335" y="121558"/>
                </a:lnTo>
                <a:lnTo>
                  <a:pt x="6542675" y="128397"/>
                </a:lnTo>
                <a:lnTo>
                  <a:pt x="6597987" y="135779"/>
                </a:lnTo>
                <a:lnTo>
                  <a:pt x="6653270" y="143828"/>
                </a:lnTo>
                <a:lnTo>
                  <a:pt x="6600396" y="140303"/>
                </a:lnTo>
                <a:lnTo>
                  <a:pt x="6544961" y="136760"/>
                </a:lnTo>
                <a:lnTo>
                  <a:pt x="6489525" y="133445"/>
                </a:lnTo>
                <a:lnTo>
                  <a:pt x="6434080" y="130350"/>
                </a:lnTo>
                <a:lnTo>
                  <a:pt x="6378635" y="127425"/>
                </a:lnTo>
                <a:lnTo>
                  <a:pt x="6323181" y="124663"/>
                </a:lnTo>
                <a:lnTo>
                  <a:pt x="6267726" y="122072"/>
                </a:lnTo>
                <a:lnTo>
                  <a:pt x="6212281" y="119567"/>
                </a:lnTo>
                <a:lnTo>
                  <a:pt x="6156817" y="117234"/>
                </a:lnTo>
                <a:lnTo>
                  <a:pt x="6101363" y="114986"/>
                </a:lnTo>
                <a:lnTo>
                  <a:pt x="6045908" y="112824"/>
                </a:lnTo>
                <a:lnTo>
                  <a:pt x="5990444" y="110795"/>
                </a:lnTo>
                <a:lnTo>
                  <a:pt x="5934980" y="108814"/>
                </a:lnTo>
                <a:lnTo>
                  <a:pt x="5879525" y="106947"/>
                </a:lnTo>
                <a:lnTo>
                  <a:pt x="5824061" y="105146"/>
                </a:lnTo>
                <a:lnTo>
                  <a:pt x="5768597" y="103413"/>
                </a:lnTo>
                <a:lnTo>
                  <a:pt x="5713133" y="101775"/>
                </a:lnTo>
                <a:lnTo>
                  <a:pt x="5657669" y="100165"/>
                </a:lnTo>
                <a:lnTo>
                  <a:pt x="5602205" y="98669"/>
                </a:lnTo>
                <a:lnTo>
                  <a:pt x="5546741" y="97184"/>
                </a:lnTo>
                <a:lnTo>
                  <a:pt x="5491267" y="95793"/>
                </a:lnTo>
                <a:lnTo>
                  <a:pt x="5435803" y="94440"/>
                </a:lnTo>
                <a:lnTo>
                  <a:pt x="5380339" y="93145"/>
                </a:lnTo>
                <a:lnTo>
                  <a:pt x="5324866" y="91897"/>
                </a:lnTo>
                <a:lnTo>
                  <a:pt x="5269401" y="90707"/>
                </a:lnTo>
                <a:lnTo>
                  <a:pt x="5213928" y="89554"/>
                </a:lnTo>
                <a:lnTo>
                  <a:pt x="5158464" y="88459"/>
                </a:lnTo>
                <a:lnTo>
                  <a:pt x="5102990" y="87392"/>
                </a:lnTo>
                <a:lnTo>
                  <a:pt x="5047526" y="86382"/>
                </a:lnTo>
                <a:lnTo>
                  <a:pt x="4992053" y="85411"/>
                </a:lnTo>
                <a:lnTo>
                  <a:pt x="4936588" y="84477"/>
                </a:lnTo>
                <a:lnTo>
                  <a:pt x="4881115" y="83582"/>
                </a:lnTo>
                <a:lnTo>
                  <a:pt x="4825651" y="82734"/>
                </a:lnTo>
                <a:lnTo>
                  <a:pt x="4770177" y="81905"/>
                </a:lnTo>
                <a:lnTo>
                  <a:pt x="4714704" y="81143"/>
                </a:lnTo>
                <a:lnTo>
                  <a:pt x="4659239" y="80381"/>
                </a:lnTo>
                <a:lnTo>
                  <a:pt x="4603766" y="79686"/>
                </a:lnTo>
                <a:lnTo>
                  <a:pt x="4548292" y="79000"/>
                </a:lnTo>
                <a:lnTo>
                  <a:pt x="4492819" y="78372"/>
                </a:lnTo>
                <a:lnTo>
                  <a:pt x="4437355" y="77753"/>
                </a:lnTo>
                <a:lnTo>
                  <a:pt x="4381881" y="77200"/>
                </a:lnTo>
                <a:lnTo>
                  <a:pt x="4326407" y="76648"/>
                </a:lnTo>
                <a:lnTo>
                  <a:pt x="4270934" y="76143"/>
                </a:lnTo>
                <a:lnTo>
                  <a:pt x="4215470" y="75657"/>
                </a:lnTo>
                <a:lnTo>
                  <a:pt x="4159996" y="75219"/>
                </a:lnTo>
                <a:lnTo>
                  <a:pt x="4104523" y="74800"/>
                </a:lnTo>
                <a:lnTo>
                  <a:pt x="4049049" y="74409"/>
                </a:lnTo>
                <a:lnTo>
                  <a:pt x="3993575" y="74057"/>
                </a:lnTo>
                <a:lnTo>
                  <a:pt x="3938111" y="73724"/>
                </a:lnTo>
                <a:lnTo>
                  <a:pt x="3882638" y="73438"/>
                </a:lnTo>
                <a:lnTo>
                  <a:pt x="3827164" y="73152"/>
                </a:lnTo>
                <a:lnTo>
                  <a:pt x="3771690" y="72923"/>
                </a:lnTo>
                <a:lnTo>
                  <a:pt x="3716217" y="72704"/>
                </a:lnTo>
                <a:lnTo>
                  <a:pt x="3660743" y="72533"/>
                </a:lnTo>
                <a:lnTo>
                  <a:pt x="3605279" y="72371"/>
                </a:lnTo>
                <a:lnTo>
                  <a:pt x="3549806" y="72247"/>
                </a:lnTo>
                <a:lnTo>
                  <a:pt x="3494332" y="72152"/>
                </a:lnTo>
                <a:lnTo>
                  <a:pt x="3438858" y="72076"/>
                </a:lnTo>
                <a:lnTo>
                  <a:pt x="3383385" y="72038"/>
                </a:lnTo>
                <a:lnTo>
                  <a:pt x="3327911" y="72009"/>
                </a:lnTo>
                <a:lnTo>
                  <a:pt x="3272447" y="72038"/>
                </a:lnTo>
                <a:lnTo>
                  <a:pt x="3216974" y="72066"/>
                </a:lnTo>
                <a:lnTo>
                  <a:pt x="3161500" y="72152"/>
                </a:lnTo>
                <a:lnTo>
                  <a:pt x="3106026" y="72247"/>
                </a:lnTo>
                <a:lnTo>
                  <a:pt x="3050553" y="72371"/>
                </a:lnTo>
                <a:lnTo>
                  <a:pt x="2995079" y="72523"/>
                </a:lnTo>
                <a:lnTo>
                  <a:pt x="2939615" y="72704"/>
                </a:lnTo>
                <a:lnTo>
                  <a:pt x="2884141" y="72923"/>
                </a:lnTo>
                <a:lnTo>
                  <a:pt x="2828668" y="73142"/>
                </a:lnTo>
                <a:lnTo>
                  <a:pt x="2773194" y="73428"/>
                </a:lnTo>
                <a:lnTo>
                  <a:pt x="2717721" y="73714"/>
                </a:lnTo>
                <a:lnTo>
                  <a:pt x="2662247" y="74047"/>
                </a:lnTo>
                <a:lnTo>
                  <a:pt x="2606783" y="74400"/>
                </a:lnTo>
                <a:lnTo>
                  <a:pt x="2551309" y="74790"/>
                </a:lnTo>
                <a:lnTo>
                  <a:pt x="2495836" y="75209"/>
                </a:lnTo>
                <a:lnTo>
                  <a:pt x="2440362" y="75648"/>
                </a:lnTo>
                <a:lnTo>
                  <a:pt x="2384889" y="76133"/>
                </a:lnTo>
                <a:lnTo>
                  <a:pt x="2329424" y="76629"/>
                </a:lnTo>
                <a:lnTo>
                  <a:pt x="2273951" y="77181"/>
                </a:lnTo>
                <a:lnTo>
                  <a:pt x="2218477" y="77743"/>
                </a:lnTo>
                <a:lnTo>
                  <a:pt x="2163004" y="78362"/>
                </a:lnTo>
                <a:lnTo>
                  <a:pt x="2107540" y="78981"/>
                </a:lnTo>
                <a:lnTo>
                  <a:pt x="2052066" y="79677"/>
                </a:lnTo>
                <a:lnTo>
                  <a:pt x="1996592" y="80372"/>
                </a:lnTo>
                <a:lnTo>
                  <a:pt x="1941128" y="81124"/>
                </a:lnTo>
                <a:lnTo>
                  <a:pt x="1885655" y="81886"/>
                </a:lnTo>
                <a:lnTo>
                  <a:pt x="1830181" y="82715"/>
                </a:lnTo>
                <a:lnTo>
                  <a:pt x="1774717" y="83563"/>
                </a:lnTo>
                <a:lnTo>
                  <a:pt x="1719243" y="84458"/>
                </a:lnTo>
                <a:lnTo>
                  <a:pt x="1663770" y="85382"/>
                </a:lnTo>
                <a:lnTo>
                  <a:pt x="1608306" y="86363"/>
                </a:lnTo>
                <a:lnTo>
                  <a:pt x="1552832" y="87373"/>
                </a:lnTo>
                <a:lnTo>
                  <a:pt x="1497368" y="88430"/>
                </a:lnTo>
                <a:lnTo>
                  <a:pt x="1441895" y="89525"/>
                </a:lnTo>
                <a:lnTo>
                  <a:pt x="1386430" y="90678"/>
                </a:lnTo>
                <a:lnTo>
                  <a:pt x="1330966" y="91869"/>
                </a:lnTo>
                <a:lnTo>
                  <a:pt x="1275493" y="93116"/>
                </a:lnTo>
                <a:lnTo>
                  <a:pt x="1220029" y="94402"/>
                </a:lnTo>
                <a:lnTo>
                  <a:pt x="1164565" y="95764"/>
                </a:lnTo>
                <a:lnTo>
                  <a:pt x="1109091" y="97155"/>
                </a:lnTo>
                <a:lnTo>
                  <a:pt x="1053627" y="98631"/>
                </a:lnTo>
                <a:lnTo>
                  <a:pt x="998163" y="100127"/>
                </a:lnTo>
                <a:lnTo>
                  <a:pt x="942699" y="101737"/>
                </a:lnTo>
                <a:lnTo>
                  <a:pt x="887235" y="103375"/>
                </a:lnTo>
                <a:lnTo>
                  <a:pt x="831771" y="105108"/>
                </a:lnTo>
                <a:lnTo>
                  <a:pt x="776307" y="106909"/>
                </a:lnTo>
                <a:lnTo>
                  <a:pt x="720842" y="108776"/>
                </a:lnTo>
                <a:lnTo>
                  <a:pt x="665388" y="110747"/>
                </a:lnTo>
                <a:lnTo>
                  <a:pt x="609924" y="112766"/>
                </a:lnTo>
                <a:lnTo>
                  <a:pt x="554469" y="114929"/>
                </a:lnTo>
                <a:lnTo>
                  <a:pt x="499005" y="117186"/>
                </a:lnTo>
                <a:lnTo>
                  <a:pt x="443551" y="119510"/>
                </a:lnTo>
                <a:lnTo>
                  <a:pt x="388096" y="122015"/>
                </a:lnTo>
                <a:lnTo>
                  <a:pt x="332651" y="124606"/>
                </a:lnTo>
                <a:lnTo>
                  <a:pt x="277197" y="127359"/>
                </a:lnTo>
                <a:lnTo>
                  <a:pt x="221752" y="130283"/>
                </a:lnTo>
                <a:lnTo>
                  <a:pt x="166307" y="133369"/>
                </a:lnTo>
                <a:lnTo>
                  <a:pt x="110861" y="136684"/>
                </a:lnTo>
                <a:lnTo>
                  <a:pt x="55426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layer-0-title">
            <a:extLst xmlns:a="http://schemas.openxmlformats.org/drawingml/2006/main">
              <a:ext uri="{FF2B5EF4-FFF2-40B4-BE49-F238E27FC236}">
                <a16:creationId xmlns:a16="http://schemas.microsoft.com/office/drawing/2014/main" id="{BFF56B23-B218-4F6F-8639-79D4E0C4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6058" y="1736531"/>
            <a:ext cx="5779894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资产入库</a:t>
            </a:r>
          </a:p>
        </p:txBody>
      </p:sp>
      <p:sp>
        <p:nvSpPr>
          <p:cNvPr id="22" name="layer-0-item-0-title">
            <a:extLst xmlns:a="http://schemas.openxmlformats.org/drawingml/2006/main">
              <a:ext uri="{FF2B5EF4-FFF2-40B4-BE49-F238E27FC236}">
                <a16:creationId xmlns:a16="http://schemas.microsoft.com/office/drawing/2014/main" id="{ECC3DCF1-EA3F-427F-A89C-5E3006CE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4654" y="2450459"/>
            <a:ext cx="863356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23" name="layer-0-item-1-separator">
            <a:extLst xmlns:a="http://schemas.openxmlformats.org/drawingml/2006/main">
              <a:ext uri="{FF2B5EF4-FFF2-40B4-BE49-F238E27FC236}">
                <a16:creationId xmlns:a16="http://schemas.microsoft.com/office/drawing/2014/main" id="{CEA49CAF-FDCE-445F-A54A-39033CC2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269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yer-0-item-1-title">
            <a:extLst xmlns:a="http://schemas.openxmlformats.org/drawingml/2006/main">
              <a:ext uri="{FF2B5EF4-FFF2-40B4-BE49-F238E27FC236}">
                <a16:creationId xmlns:a16="http://schemas.microsoft.com/office/drawing/2014/main" id="{4D200D91-4D96-4447-81CA-7980D737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8587" y="2450459"/>
            <a:ext cx="1295105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提炼逻辑规律</a:t>
            </a:r>
          </a:p>
        </p:txBody>
      </p:sp>
      <p:sp>
        <p:nvSpPr>
          <p:cNvPr id="25" name="layer-0-item-2-separator">
            <a:extLst xmlns:a="http://schemas.openxmlformats.org/drawingml/2006/main">
              <a:ext uri="{FF2B5EF4-FFF2-40B4-BE49-F238E27FC236}">
                <a16:creationId xmlns:a16="http://schemas.microsoft.com/office/drawing/2014/main" id="{F4621612-224B-455D-BAA4-B5B6EA67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yer-0-item-2-title">
            <a:extLst xmlns:a="http://schemas.openxmlformats.org/drawingml/2006/main">
              <a:ext uri="{FF2B5EF4-FFF2-40B4-BE49-F238E27FC236}">
                <a16:creationId xmlns:a16="http://schemas.microsoft.com/office/drawing/2014/main" id="{7FA5250C-4359-40AC-B729-A31A1190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78318" y="2450459"/>
            <a:ext cx="1295105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扩展复用能力</a:t>
            </a:r>
          </a:p>
        </p:txBody>
      </p:sp>
      <p:sp>
        <p:nvSpPr>
          <p:cNvPr id="27" name="layer-0-item-3-separator">
            <a:extLst xmlns:a="http://schemas.openxmlformats.org/drawingml/2006/main">
              <a:ext uri="{FF2B5EF4-FFF2-40B4-BE49-F238E27FC236}">
                <a16:creationId xmlns:a16="http://schemas.microsoft.com/office/drawing/2014/main" id="{A1B4AB5E-9FCE-4C50-9D61-6CC1FFB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731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yer-0-item-3-title">
            <a:extLst xmlns:a="http://schemas.openxmlformats.org/drawingml/2006/main">
              <a:ext uri="{FF2B5EF4-FFF2-40B4-BE49-F238E27FC236}">
                <a16:creationId xmlns:a16="http://schemas.microsoft.com/office/drawing/2014/main" id="{95D8E65A-0CEA-4DF0-92B0-13BE28D8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848" y="2450459"/>
            <a:ext cx="863356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9" name="layer-1-shadow">
            <a:extLst xmlns:a="http://schemas.openxmlformats.org/drawingml/2006/main">
              <a:ext uri="{FF2B5EF4-FFF2-40B4-BE49-F238E27FC236}">
                <a16:creationId xmlns:a16="http://schemas.microsoft.com/office/drawing/2014/main" id="{0C7B7656-D8D0-48A5-8547-1B85AAAD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" y="4322064"/>
            <a:ext cx="87325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C259C388-A46D-42B6-B4F3-EA8C126F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063" y="3406540"/>
            <a:ext cx="9074896" cy="1035520"/>
          </a:xfrm>
          <a:custGeom xmlns:a="http://schemas.openxmlformats.org/drawingml/2006/main">
            <a:pathLst>
              <a:path w="9074896" h="1035520">
                <a:moveTo>
                  <a:pt x="360797" y="133712"/>
                </a:moveTo>
                <a:lnTo>
                  <a:pt x="434597" y="105737"/>
                </a:lnTo>
                <a:lnTo>
                  <a:pt x="511940" y="94393"/>
                </a:lnTo>
                <a:lnTo>
                  <a:pt x="589445" y="86030"/>
                </a:lnTo>
                <a:lnTo>
                  <a:pt x="667026" y="79200"/>
                </a:lnTo>
                <a:lnTo>
                  <a:pt x="744636" y="73362"/>
                </a:lnTo>
                <a:lnTo>
                  <a:pt x="822265" y="68237"/>
                </a:lnTo>
                <a:lnTo>
                  <a:pt x="899912" y="63627"/>
                </a:lnTo>
                <a:lnTo>
                  <a:pt x="977570" y="59465"/>
                </a:lnTo>
                <a:lnTo>
                  <a:pt x="1055237" y="55636"/>
                </a:lnTo>
                <a:lnTo>
                  <a:pt x="1132913" y="52083"/>
                </a:lnTo>
                <a:lnTo>
                  <a:pt x="1210589" y="48816"/>
                </a:lnTo>
                <a:lnTo>
                  <a:pt x="1288266" y="45758"/>
                </a:lnTo>
                <a:lnTo>
                  <a:pt x="1365952" y="42891"/>
                </a:lnTo>
                <a:lnTo>
                  <a:pt x="1443638" y="40196"/>
                </a:lnTo>
                <a:lnTo>
                  <a:pt x="1521333" y="37662"/>
                </a:lnTo>
                <a:lnTo>
                  <a:pt x="1599019" y="35281"/>
                </a:lnTo>
                <a:lnTo>
                  <a:pt x="1676714" y="33023"/>
                </a:lnTo>
                <a:lnTo>
                  <a:pt x="1754410" y="30890"/>
                </a:lnTo>
                <a:lnTo>
                  <a:pt x="1832105" y="28870"/>
                </a:lnTo>
                <a:lnTo>
                  <a:pt x="1909801" y="26946"/>
                </a:lnTo>
                <a:lnTo>
                  <a:pt x="1987496" y="25127"/>
                </a:lnTo>
                <a:lnTo>
                  <a:pt x="2065201" y="23393"/>
                </a:lnTo>
                <a:lnTo>
                  <a:pt x="2142896" y="21746"/>
                </a:lnTo>
                <a:lnTo>
                  <a:pt x="2220601" y="20183"/>
                </a:lnTo>
                <a:lnTo>
                  <a:pt x="2298297" y="18698"/>
                </a:lnTo>
                <a:lnTo>
                  <a:pt x="2376002" y="17288"/>
                </a:lnTo>
                <a:lnTo>
                  <a:pt x="2453707" y="15954"/>
                </a:lnTo>
                <a:lnTo>
                  <a:pt x="2531412" y="14716"/>
                </a:lnTo>
                <a:lnTo>
                  <a:pt x="2609117" y="13487"/>
                </a:lnTo>
                <a:lnTo>
                  <a:pt x="2686822" y="12354"/>
                </a:lnTo>
                <a:lnTo>
                  <a:pt x="2764517" y="11278"/>
                </a:lnTo>
                <a:lnTo>
                  <a:pt x="2842222" y="10239"/>
                </a:lnTo>
                <a:lnTo>
                  <a:pt x="2919927" y="9287"/>
                </a:lnTo>
                <a:lnTo>
                  <a:pt x="2997632" y="8334"/>
                </a:lnTo>
                <a:lnTo>
                  <a:pt x="3075337" y="7515"/>
                </a:lnTo>
                <a:lnTo>
                  <a:pt x="3153051" y="6687"/>
                </a:lnTo>
                <a:lnTo>
                  <a:pt x="3230756" y="5934"/>
                </a:lnTo>
                <a:lnTo>
                  <a:pt x="3308461" y="5229"/>
                </a:lnTo>
                <a:lnTo>
                  <a:pt x="3386166" y="4553"/>
                </a:lnTo>
                <a:lnTo>
                  <a:pt x="3463871" y="3962"/>
                </a:lnTo>
                <a:lnTo>
                  <a:pt x="3541576" y="3372"/>
                </a:lnTo>
                <a:lnTo>
                  <a:pt x="3619290" y="2877"/>
                </a:lnTo>
                <a:lnTo>
                  <a:pt x="3696995" y="2400"/>
                </a:lnTo>
                <a:lnTo>
                  <a:pt x="3774700" y="1953"/>
                </a:lnTo>
                <a:lnTo>
                  <a:pt x="3852405" y="1591"/>
                </a:lnTo>
                <a:lnTo>
                  <a:pt x="3930110" y="1219"/>
                </a:lnTo>
                <a:lnTo>
                  <a:pt x="4007825" y="943"/>
                </a:lnTo>
                <a:lnTo>
                  <a:pt x="4085530" y="676"/>
                </a:lnTo>
                <a:lnTo>
                  <a:pt x="4163235" y="457"/>
                </a:lnTo>
                <a:lnTo>
                  <a:pt x="4240940" y="295"/>
                </a:lnTo>
                <a:lnTo>
                  <a:pt x="4318654" y="143"/>
                </a:lnTo>
                <a:lnTo>
                  <a:pt x="4396359" y="67"/>
                </a:lnTo>
                <a:lnTo>
                  <a:pt x="4474064" y="19"/>
                </a:lnTo>
                <a:lnTo>
                  <a:pt x="4551778" y="0"/>
                </a:lnTo>
                <a:lnTo>
                  <a:pt x="4629483" y="48"/>
                </a:lnTo>
                <a:lnTo>
                  <a:pt x="4707188" y="105"/>
                </a:lnTo>
                <a:lnTo>
                  <a:pt x="4784893" y="238"/>
                </a:lnTo>
                <a:lnTo>
                  <a:pt x="4862608" y="400"/>
                </a:lnTo>
                <a:lnTo>
                  <a:pt x="4940313" y="581"/>
                </a:lnTo>
                <a:lnTo>
                  <a:pt x="5018018" y="848"/>
                </a:lnTo>
                <a:lnTo>
                  <a:pt x="5095732" y="1105"/>
                </a:lnTo>
                <a:lnTo>
                  <a:pt x="5173437" y="1457"/>
                </a:lnTo>
                <a:lnTo>
                  <a:pt x="5251142" y="1819"/>
                </a:lnTo>
                <a:lnTo>
                  <a:pt x="5328847" y="2229"/>
                </a:lnTo>
                <a:lnTo>
                  <a:pt x="5406552" y="2705"/>
                </a:lnTo>
                <a:lnTo>
                  <a:pt x="5484266" y="3181"/>
                </a:lnTo>
                <a:lnTo>
                  <a:pt x="5561971" y="3753"/>
                </a:lnTo>
                <a:lnTo>
                  <a:pt x="5639676" y="4343"/>
                </a:lnTo>
                <a:lnTo>
                  <a:pt x="5717381" y="4982"/>
                </a:lnTo>
                <a:lnTo>
                  <a:pt x="5795086" y="5686"/>
                </a:lnTo>
                <a:lnTo>
                  <a:pt x="5872791" y="6391"/>
                </a:lnTo>
                <a:lnTo>
                  <a:pt x="5950506" y="7210"/>
                </a:lnTo>
                <a:lnTo>
                  <a:pt x="6028211" y="8039"/>
                </a:lnTo>
                <a:lnTo>
                  <a:pt x="6105916" y="8944"/>
                </a:lnTo>
                <a:lnTo>
                  <a:pt x="6183620" y="9896"/>
                </a:lnTo>
                <a:lnTo>
                  <a:pt x="6261325" y="10878"/>
                </a:lnTo>
                <a:lnTo>
                  <a:pt x="6339030" y="11935"/>
                </a:lnTo>
                <a:lnTo>
                  <a:pt x="6416726" y="13049"/>
                </a:lnTo>
                <a:lnTo>
                  <a:pt x="6494431" y="14278"/>
                </a:lnTo>
                <a:lnTo>
                  <a:pt x="6572136" y="15497"/>
                </a:lnTo>
                <a:lnTo>
                  <a:pt x="6649841" y="16802"/>
                </a:lnTo>
                <a:lnTo>
                  <a:pt x="6727546" y="18193"/>
                </a:lnTo>
                <a:lnTo>
                  <a:pt x="6805241" y="19650"/>
                </a:lnTo>
                <a:lnTo>
                  <a:pt x="6882946" y="21184"/>
                </a:lnTo>
                <a:lnTo>
                  <a:pt x="6960641" y="22793"/>
                </a:lnTo>
                <a:lnTo>
                  <a:pt x="7038346" y="24489"/>
                </a:lnTo>
                <a:lnTo>
                  <a:pt x="7116042" y="26279"/>
                </a:lnTo>
                <a:lnTo>
                  <a:pt x="7193737" y="28165"/>
                </a:lnTo>
                <a:lnTo>
                  <a:pt x="7271433" y="30156"/>
                </a:lnTo>
                <a:lnTo>
                  <a:pt x="7349128" y="32252"/>
                </a:lnTo>
                <a:lnTo>
                  <a:pt x="7426823" y="34461"/>
                </a:lnTo>
                <a:lnTo>
                  <a:pt x="7504519" y="36805"/>
                </a:lnTo>
                <a:lnTo>
                  <a:pt x="7582205" y="39281"/>
                </a:lnTo>
                <a:lnTo>
                  <a:pt x="7659900" y="41900"/>
                </a:lnTo>
                <a:lnTo>
                  <a:pt x="7737586" y="44691"/>
                </a:lnTo>
                <a:lnTo>
                  <a:pt x="7815263" y="47692"/>
                </a:lnTo>
                <a:lnTo>
                  <a:pt x="7892939" y="50892"/>
                </a:lnTo>
                <a:lnTo>
                  <a:pt x="7970615" y="54321"/>
                </a:lnTo>
                <a:lnTo>
                  <a:pt x="8048282" y="58036"/>
                </a:lnTo>
                <a:lnTo>
                  <a:pt x="8125949" y="62084"/>
                </a:lnTo>
                <a:lnTo>
                  <a:pt x="8203597" y="66513"/>
                </a:lnTo>
                <a:lnTo>
                  <a:pt x="8281235" y="71438"/>
                </a:lnTo>
                <a:lnTo>
                  <a:pt x="8358854" y="76991"/>
                </a:lnTo>
                <a:lnTo>
                  <a:pt x="8436445" y="83420"/>
                </a:lnTo>
                <a:lnTo>
                  <a:pt x="8513988" y="91135"/>
                </a:lnTo>
                <a:lnTo>
                  <a:pt x="8591407" y="101108"/>
                </a:lnTo>
                <a:lnTo>
                  <a:pt x="8668341" y="117253"/>
                </a:lnTo>
                <a:lnTo>
                  <a:pt x="8725024" y="191062"/>
                </a:lnTo>
                <a:lnTo>
                  <a:pt x="8775011" y="280778"/>
                </a:lnTo>
                <a:lnTo>
                  <a:pt x="8824989" y="370503"/>
                </a:lnTo>
                <a:lnTo>
                  <a:pt x="8874966" y="460219"/>
                </a:lnTo>
                <a:lnTo>
                  <a:pt x="8924954" y="549935"/>
                </a:lnTo>
                <a:lnTo>
                  <a:pt x="8974931" y="639661"/>
                </a:lnTo>
                <a:lnTo>
                  <a:pt x="9024909" y="729377"/>
                </a:lnTo>
                <a:lnTo>
                  <a:pt x="9074896" y="819093"/>
                </a:lnTo>
                <a:lnTo>
                  <a:pt x="9005773" y="861565"/>
                </a:lnTo>
                <a:lnTo>
                  <a:pt x="8929002" y="879519"/>
                </a:lnTo>
                <a:lnTo>
                  <a:pt x="8851783" y="892702"/>
                </a:lnTo>
                <a:lnTo>
                  <a:pt x="8774411" y="903437"/>
                </a:lnTo>
                <a:lnTo>
                  <a:pt x="8696935" y="912628"/>
                </a:lnTo>
                <a:lnTo>
                  <a:pt x="8619420" y="920725"/>
                </a:lnTo>
                <a:lnTo>
                  <a:pt x="8541858" y="927983"/>
                </a:lnTo>
                <a:lnTo>
                  <a:pt x="8464277" y="934574"/>
                </a:lnTo>
                <a:lnTo>
                  <a:pt x="8386667" y="940632"/>
                </a:lnTo>
                <a:lnTo>
                  <a:pt x="8309048" y="946223"/>
                </a:lnTo>
                <a:lnTo>
                  <a:pt x="8231419" y="951424"/>
                </a:lnTo>
                <a:lnTo>
                  <a:pt x="8153781" y="956272"/>
                </a:lnTo>
                <a:lnTo>
                  <a:pt x="8076133" y="960825"/>
                </a:lnTo>
                <a:lnTo>
                  <a:pt x="7998476" y="965111"/>
                </a:lnTo>
                <a:lnTo>
                  <a:pt x="7920819" y="969159"/>
                </a:lnTo>
                <a:lnTo>
                  <a:pt x="7843152" y="972988"/>
                </a:lnTo>
                <a:lnTo>
                  <a:pt x="7765475" y="976617"/>
                </a:lnTo>
                <a:lnTo>
                  <a:pt x="7687799" y="980065"/>
                </a:lnTo>
                <a:lnTo>
                  <a:pt x="7610123" y="983332"/>
                </a:lnTo>
                <a:lnTo>
                  <a:pt x="7532446" y="986447"/>
                </a:lnTo>
                <a:lnTo>
                  <a:pt x="7454760" y="989409"/>
                </a:lnTo>
                <a:lnTo>
                  <a:pt x="7377074" y="992229"/>
                </a:lnTo>
                <a:lnTo>
                  <a:pt x="7299389" y="994924"/>
                </a:lnTo>
                <a:lnTo>
                  <a:pt x="7221703" y="997496"/>
                </a:lnTo>
                <a:lnTo>
                  <a:pt x="7144017" y="999944"/>
                </a:lnTo>
                <a:lnTo>
                  <a:pt x="7066321" y="1002278"/>
                </a:lnTo>
                <a:lnTo>
                  <a:pt x="6988626" y="1004506"/>
                </a:lnTo>
                <a:lnTo>
                  <a:pt x="6910930" y="1006631"/>
                </a:lnTo>
                <a:lnTo>
                  <a:pt x="6833235" y="1008659"/>
                </a:lnTo>
                <a:lnTo>
                  <a:pt x="6755540" y="1010593"/>
                </a:lnTo>
                <a:lnTo>
                  <a:pt x="6677844" y="1012450"/>
                </a:lnTo>
                <a:lnTo>
                  <a:pt x="6600139" y="1014203"/>
                </a:lnTo>
                <a:lnTo>
                  <a:pt x="6522444" y="1015870"/>
                </a:lnTo>
                <a:lnTo>
                  <a:pt x="6444739" y="1017460"/>
                </a:lnTo>
                <a:lnTo>
                  <a:pt x="6367043" y="1018975"/>
                </a:lnTo>
                <a:lnTo>
                  <a:pt x="6289338" y="1020423"/>
                </a:lnTo>
                <a:lnTo>
                  <a:pt x="6211634" y="1021785"/>
                </a:lnTo>
                <a:lnTo>
                  <a:pt x="6133938" y="1023071"/>
                </a:lnTo>
                <a:lnTo>
                  <a:pt x="6056233" y="1024290"/>
                </a:lnTo>
                <a:lnTo>
                  <a:pt x="5978528" y="1025442"/>
                </a:lnTo>
                <a:lnTo>
                  <a:pt x="5900823" y="1026528"/>
                </a:lnTo>
                <a:lnTo>
                  <a:pt x="5823118" y="1027538"/>
                </a:lnTo>
                <a:lnTo>
                  <a:pt x="5745413" y="1028481"/>
                </a:lnTo>
                <a:lnTo>
                  <a:pt x="5667708" y="1029376"/>
                </a:lnTo>
                <a:lnTo>
                  <a:pt x="5590003" y="1030205"/>
                </a:lnTo>
                <a:lnTo>
                  <a:pt x="5512298" y="1030919"/>
                </a:lnTo>
                <a:lnTo>
                  <a:pt x="5434594" y="1031624"/>
                </a:lnTo>
                <a:lnTo>
                  <a:pt x="5356879" y="1032300"/>
                </a:lnTo>
                <a:lnTo>
                  <a:pt x="5279174" y="1032891"/>
                </a:lnTo>
                <a:lnTo>
                  <a:pt x="5201469" y="1033405"/>
                </a:lnTo>
                <a:lnTo>
                  <a:pt x="5123764" y="1033844"/>
                </a:lnTo>
                <a:lnTo>
                  <a:pt x="5046059" y="1034234"/>
                </a:lnTo>
                <a:lnTo>
                  <a:pt x="4968345" y="1034625"/>
                </a:lnTo>
                <a:lnTo>
                  <a:pt x="4890640" y="1034910"/>
                </a:lnTo>
                <a:lnTo>
                  <a:pt x="4812935" y="1035148"/>
                </a:lnTo>
                <a:lnTo>
                  <a:pt x="4735230" y="1035339"/>
                </a:lnTo>
                <a:lnTo>
                  <a:pt x="4657515" y="1035415"/>
                </a:lnTo>
                <a:lnTo>
                  <a:pt x="4579811" y="1035491"/>
                </a:lnTo>
                <a:lnTo>
                  <a:pt x="4502106" y="1035520"/>
                </a:lnTo>
                <a:lnTo>
                  <a:pt x="4424391" y="1035444"/>
                </a:lnTo>
                <a:lnTo>
                  <a:pt x="4346686" y="1035368"/>
                </a:lnTo>
                <a:lnTo>
                  <a:pt x="4268981" y="1035215"/>
                </a:lnTo>
                <a:lnTo>
                  <a:pt x="4191276" y="1035015"/>
                </a:lnTo>
                <a:lnTo>
                  <a:pt x="4113562" y="1034739"/>
                </a:lnTo>
                <a:lnTo>
                  <a:pt x="4035857" y="1034377"/>
                </a:lnTo>
                <a:lnTo>
                  <a:pt x="3958152" y="1033986"/>
                </a:lnTo>
                <a:lnTo>
                  <a:pt x="3880447" y="1033586"/>
                </a:lnTo>
                <a:lnTo>
                  <a:pt x="3802742" y="1033081"/>
                </a:lnTo>
                <a:lnTo>
                  <a:pt x="3725027" y="1032520"/>
                </a:lnTo>
                <a:lnTo>
                  <a:pt x="3647323" y="1031881"/>
                </a:lnTo>
                <a:lnTo>
                  <a:pt x="3569618" y="1031177"/>
                </a:lnTo>
                <a:lnTo>
                  <a:pt x="3491913" y="1030472"/>
                </a:lnTo>
                <a:lnTo>
                  <a:pt x="3414208" y="1029672"/>
                </a:lnTo>
                <a:lnTo>
                  <a:pt x="3336503" y="1028814"/>
                </a:lnTo>
                <a:lnTo>
                  <a:pt x="3258798" y="1027900"/>
                </a:lnTo>
                <a:lnTo>
                  <a:pt x="3181093" y="1026900"/>
                </a:lnTo>
                <a:lnTo>
                  <a:pt x="3103388" y="1025833"/>
                </a:lnTo>
                <a:lnTo>
                  <a:pt x="3025683" y="1024709"/>
                </a:lnTo>
                <a:lnTo>
                  <a:pt x="2947978" y="1023528"/>
                </a:lnTo>
                <a:lnTo>
                  <a:pt x="2870273" y="1022261"/>
                </a:lnTo>
                <a:lnTo>
                  <a:pt x="2792568" y="1020918"/>
                </a:lnTo>
                <a:lnTo>
                  <a:pt x="2714873" y="1019499"/>
                </a:lnTo>
                <a:lnTo>
                  <a:pt x="2637168" y="1018022"/>
                </a:lnTo>
                <a:lnTo>
                  <a:pt x="2559472" y="1016470"/>
                </a:lnTo>
                <a:lnTo>
                  <a:pt x="2481767" y="1014813"/>
                </a:lnTo>
                <a:lnTo>
                  <a:pt x="2404072" y="1013079"/>
                </a:lnTo>
                <a:lnTo>
                  <a:pt x="2326367" y="1011269"/>
                </a:lnTo>
                <a:lnTo>
                  <a:pt x="2248672" y="1009364"/>
                </a:lnTo>
                <a:lnTo>
                  <a:pt x="2170976" y="1007383"/>
                </a:lnTo>
                <a:lnTo>
                  <a:pt x="2093281" y="1005288"/>
                </a:lnTo>
                <a:lnTo>
                  <a:pt x="2015585" y="1003087"/>
                </a:lnTo>
                <a:lnTo>
                  <a:pt x="1937899" y="1000792"/>
                </a:lnTo>
                <a:lnTo>
                  <a:pt x="1860204" y="998382"/>
                </a:lnTo>
                <a:lnTo>
                  <a:pt x="1782518" y="995858"/>
                </a:lnTo>
                <a:lnTo>
                  <a:pt x="1704823" y="993210"/>
                </a:lnTo>
                <a:lnTo>
                  <a:pt x="1627137" y="990448"/>
                </a:lnTo>
                <a:lnTo>
                  <a:pt x="1549460" y="987533"/>
                </a:lnTo>
                <a:lnTo>
                  <a:pt x="1471774" y="984485"/>
                </a:lnTo>
                <a:lnTo>
                  <a:pt x="1394098" y="981275"/>
                </a:lnTo>
                <a:lnTo>
                  <a:pt x="1316422" y="977903"/>
                </a:lnTo>
                <a:lnTo>
                  <a:pt x="1238755" y="974341"/>
                </a:lnTo>
                <a:lnTo>
                  <a:pt x="1161078" y="970588"/>
                </a:lnTo>
                <a:lnTo>
                  <a:pt x="1083421" y="966616"/>
                </a:lnTo>
                <a:lnTo>
                  <a:pt x="1005764" y="962406"/>
                </a:lnTo>
                <a:lnTo>
                  <a:pt x="928106" y="957948"/>
                </a:lnTo>
                <a:lnTo>
                  <a:pt x="850468" y="953224"/>
                </a:lnTo>
                <a:lnTo>
                  <a:pt x="772830" y="948119"/>
                </a:lnTo>
                <a:lnTo>
                  <a:pt x="695211" y="942699"/>
                </a:lnTo>
                <a:lnTo>
                  <a:pt x="617601" y="936812"/>
                </a:lnTo>
                <a:lnTo>
                  <a:pt x="540001" y="930431"/>
                </a:lnTo>
                <a:lnTo>
                  <a:pt x="462439" y="923430"/>
                </a:lnTo>
                <a:lnTo>
                  <a:pt x="384905" y="915657"/>
                </a:lnTo>
                <a:lnTo>
                  <a:pt x="307410" y="906904"/>
                </a:lnTo>
                <a:lnTo>
                  <a:pt x="229991" y="896779"/>
                </a:lnTo>
                <a:lnTo>
                  <a:pt x="152705" y="884644"/>
                </a:lnTo>
                <a:lnTo>
                  <a:pt x="75714" y="868899"/>
                </a:lnTo>
                <a:lnTo>
                  <a:pt x="0" y="843172"/>
                </a:lnTo>
                <a:lnTo>
                  <a:pt x="10935" y="761743"/>
                </a:lnTo>
                <a:lnTo>
                  <a:pt x="60912" y="672027"/>
                </a:lnTo>
                <a:lnTo>
                  <a:pt x="110900" y="582311"/>
                </a:lnTo>
                <a:lnTo>
                  <a:pt x="160877" y="492585"/>
                </a:lnTo>
                <a:lnTo>
                  <a:pt x="210855" y="402869"/>
                </a:lnTo>
                <a:lnTo>
                  <a:pt x="260833" y="313153"/>
                </a:lnTo>
                <a:lnTo>
                  <a:pt x="310820" y="223437"/>
                </a:lnTo>
                <a:lnTo>
                  <a:pt x="360797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layer-1-front">
            <a:extLst xmlns:a="http://schemas.openxmlformats.org/drawingml/2006/main">
              <a:ext uri="{FF2B5EF4-FFF2-40B4-BE49-F238E27FC236}">
                <a16:creationId xmlns:a16="http://schemas.microsoft.com/office/drawing/2014/main" id="{899083F5-2BB5-4FA4-A602-DC29D1E4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3" y="4226052"/>
            <a:ext cx="9093632" cy="318897"/>
          </a:xfrm>
          <a:custGeom xmlns:a="http://schemas.openxmlformats.org/drawingml/2006/main">
            <a:pathLst>
              <a:path w="9093632" h="318897">
                <a:moveTo>
                  <a:pt x="0" y="0"/>
                </a:moveTo>
                <a:lnTo>
                  <a:pt x="67456" y="43472"/>
                </a:lnTo>
                <a:lnTo>
                  <a:pt x="142475" y="62113"/>
                </a:lnTo>
                <a:lnTo>
                  <a:pt x="217970" y="75809"/>
                </a:lnTo>
                <a:lnTo>
                  <a:pt x="293646" y="86963"/>
                </a:lnTo>
                <a:lnTo>
                  <a:pt x="369427" y="96526"/>
                </a:lnTo>
                <a:lnTo>
                  <a:pt x="445265" y="104937"/>
                </a:lnTo>
                <a:lnTo>
                  <a:pt x="521141" y="112490"/>
                </a:lnTo>
                <a:lnTo>
                  <a:pt x="597046" y="119367"/>
                </a:lnTo>
                <a:lnTo>
                  <a:pt x="672970" y="125654"/>
                </a:lnTo>
                <a:lnTo>
                  <a:pt x="748913" y="131483"/>
                </a:lnTo>
                <a:lnTo>
                  <a:pt x="824875" y="136903"/>
                </a:lnTo>
                <a:lnTo>
                  <a:pt x="900846" y="141970"/>
                </a:lnTo>
                <a:lnTo>
                  <a:pt x="976817" y="146723"/>
                </a:lnTo>
                <a:lnTo>
                  <a:pt x="1052808" y="151200"/>
                </a:lnTo>
                <a:lnTo>
                  <a:pt x="1128798" y="155419"/>
                </a:lnTo>
                <a:lnTo>
                  <a:pt x="1204789" y="159420"/>
                </a:lnTo>
                <a:lnTo>
                  <a:pt x="1280789" y="163211"/>
                </a:lnTo>
                <a:lnTo>
                  <a:pt x="1356798" y="166811"/>
                </a:lnTo>
                <a:lnTo>
                  <a:pt x="1432808" y="170231"/>
                </a:lnTo>
                <a:lnTo>
                  <a:pt x="1508817" y="173488"/>
                </a:lnTo>
                <a:lnTo>
                  <a:pt x="1584827" y="176603"/>
                </a:lnTo>
                <a:lnTo>
                  <a:pt x="1660846" y="179556"/>
                </a:lnTo>
                <a:lnTo>
                  <a:pt x="1736865" y="182366"/>
                </a:lnTo>
                <a:lnTo>
                  <a:pt x="1812884" y="185061"/>
                </a:lnTo>
                <a:lnTo>
                  <a:pt x="1888912" y="187633"/>
                </a:lnTo>
                <a:lnTo>
                  <a:pt x="1964941" y="190090"/>
                </a:lnTo>
                <a:lnTo>
                  <a:pt x="2040960" y="192443"/>
                </a:lnTo>
                <a:lnTo>
                  <a:pt x="2116988" y="194691"/>
                </a:lnTo>
                <a:lnTo>
                  <a:pt x="2193017" y="196834"/>
                </a:lnTo>
                <a:lnTo>
                  <a:pt x="2269046" y="198872"/>
                </a:lnTo>
                <a:lnTo>
                  <a:pt x="2345084" y="200816"/>
                </a:lnTo>
                <a:lnTo>
                  <a:pt x="2421112" y="202682"/>
                </a:lnTo>
                <a:lnTo>
                  <a:pt x="2497150" y="204473"/>
                </a:lnTo>
                <a:lnTo>
                  <a:pt x="2573179" y="206169"/>
                </a:lnTo>
                <a:lnTo>
                  <a:pt x="2649217" y="207769"/>
                </a:lnTo>
                <a:lnTo>
                  <a:pt x="2725255" y="209302"/>
                </a:lnTo>
                <a:lnTo>
                  <a:pt x="2801283" y="210760"/>
                </a:lnTo>
                <a:lnTo>
                  <a:pt x="2877322" y="212150"/>
                </a:lnTo>
                <a:lnTo>
                  <a:pt x="2953360" y="213455"/>
                </a:lnTo>
                <a:lnTo>
                  <a:pt x="3029398" y="214694"/>
                </a:lnTo>
                <a:lnTo>
                  <a:pt x="3105436" y="215865"/>
                </a:lnTo>
                <a:lnTo>
                  <a:pt x="3181474" y="216980"/>
                </a:lnTo>
                <a:lnTo>
                  <a:pt x="3257521" y="217999"/>
                </a:lnTo>
                <a:lnTo>
                  <a:pt x="3333560" y="218970"/>
                </a:lnTo>
                <a:lnTo>
                  <a:pt x="3409598" y="219875"/>
                </a:lnTo>
                <a:lnTo>
                  <a:pt x="3485636" y="220732"/>
                </a:lnTo>
                <a:lnTo>
                  <a:pt x="3561674" y="221504"/>
                </a:lnTo>
                <a:lnTo>
                  <a:pt x="3637721" y="222218"/>
                </a:lnTo>
                <a:lnTo>
                  <a:pt x="3713759" y="222885"/>
                </a:lnTo>
                <a:lnTo>
                  <a:pt x="3789797" y="223485"/>
                </a:lnTo>
                <a:lnTo>
                  <a:pt x="3865845" y="224018"/>
                </a:lnTo>
                <a:lnTo>
                  <a:pt x="3941883" y="224504"/>
                </a:lnTo>
                <a:lnTo>
                  <a:pt x="4017931" y="224942"/>
                </a:lnTo>
                <a:lnTo>
                  <a:pt x="4093969" y="225295"/>
                </a:lnTo>
                <a:lnTo>
                  <a:pt x="4170007" y="225600"/>
                </a:lnTo>
                <a:lnTo>
                  <a:pt x="4246055" y="225866"/>
                </a:lnTo>
                <a:lnTo>
                  <a:pt x="4322093" y="226057"/>
                </a:lnTo>
                <a:lnTo>
                  <a:pt x="4398140" y="226190"/>
                </a:lnTo>
                <a:lnTo>
                  <a:pt x="4474178" y="226276"/>
                </a:lnTo>
                <a:lnTo>
                  <a:pt x="4550226" y="226314"/>
                </a:lnTo>
                <a:lnTo>
                  <a:pt x="4626264" y="226276"/>
                </a:lnTo>
                <a:lnTo>
                  <a:pt x="4702302" y="226181"/>
                </a:lnTo>
                <a:lnTo>
                  <a:pt x="4778350" y="226047"/>
                </a:lnTo>
                <a:lnTo>
                  <a:pt x="4854388" y="225847"/>
                </a:lnTo>
                <a:lnTo>
                  <a:pt x="4930435" y="225590"/>
                </a:lnTo>
                <a:lnTo>
                  <a:pt x="5006473" y="225276"/>
                </a:lnTo>
                <a:lnTo>
                  <a:pt x="5082521" y="224923"/>
                </a:lnTo>
                <a:lnTo>
                  <a:pt x="5158559" y="224485"/>
                </a:lnTo>
                <a:lnTo>
                  <a:pt x="5234597" y="223990"/>
                </a:lnTo>
                <a:lnTo>
                  <a:pt x="5310645" y="223457"/>
                </a:lnTo>
                <a:lnTo>
                  <a:pt x="5386683" y="222856"/>
                </a:lnTo>
                <a:lnTo>
                  <a:pt x="5462721" y="222180"/>
                </a:lnTo>
                <a:lnTo>
                  <a:pt x="5538768" y="221456"/>
                </a:lnTo>
                <a:lnTo>
                  <a:pt x="5614807" y="220685"/>
                </a:lnTo>
                <a:lnTo>
                  <a:pt x="5690845" y="219837"/>
                </a:lnTo>
                <a:lnTo>
                  <a:pt x="5766883" y="218923"/>
                </a:lnTo>
                <a:lnTo>
                  <a:pt x="5842930" y="217942"/>
                </a:lnTo>
                <a:lnTo>
                  <a:pt x="5918968" y="216913"/>
                </a:lnTo>
                <a:lnTo>
                  <a:pt x="5995006" y="215808"/>
                </a:lnTo>
                <a:lnTo>
                  <a:pt x="6071045" y="214627"/>
                </a:lnTo>
                <a:lnTo>
                  <a:pt x="6147083" y="213379"/>
                </a:lnTo>
                <a:lnTo>
                  <a:pt x="6223121" y="212084"/>
                </a:lnTo>
                <a:lnTo>
                  <a:pt x="6299159" y="210683"/>
                </a:lnTo>
                <a:lnTo>
                  <a:pt x="6375187" y="209217"/>
                </a:lnTo>
                <a:lnTo>
                  <a:pt x="6451225" y="207683"/>
                </a:lnTo>
                <a:lnTo>
                  <a:pt x="6527263" y="206073"/>
                </a:lnTo>
                <a:lnTo>
                  <a:pt x="6603292" y="204378"/>
                </a:lnTo>
                <a:lnTo>
                  <a:pt x="6679330" y="202587"/>
                </a:lnTo>
                <a:lnTo>
                  <a:pt x="6755359" y="200720"/>
                </a:lnTo>
                <a:lnTo>
                  <a:pt x="6831397" y="198758"/>
                </a:lnTo>
                <a:lnTo>
                  <a:pt x="6907425" y="196720"/>
                </a:lnTo>
                <a:lnTo>
                  <a:pt x="6983454" y="194577"/>
                </a:lnTo>
                <a:lnTo>
                  <a:pt x="7059482" y="192319"/>
                </a:lnTo>
                <a:lnTo>
                  <a:pt x="7135501" y="189957"/>
                </a:lnTo>
                <a:lnTo>
                  <a:pt x="7211530" y="187500"/>
                </a:lnTo>
                <a:lnTo>
                  <a:pt x="7287558" y="184918"/>
                </a:lnTo>
                <a:lnTo>
                  <a:pt x="7363577" y="182223"/>
                </a:lnTo>
                <a:lnTo>
                  <a:pt x="7439596" y="179394"/>
                </a:lnTo>
                <a:lnTo>
                  <a:pt x="7515616" y="176432"/>
                </a:lnTo>
                <a:lnTo>
                  <a:pt x="7591625" y="173326"/>
                </a:lnTo>
                <a:lnTo>
                  <a:pt x="7667635" y="170059"/>
                </a:lnTo>
                <a:lnTo>
                  <a:pt x="7743644" y="166621"/>
                </a:lnTo>
                <a:lnTo>
                  <a:pt x="7819654" y="163011"/>
                </a:lnTo>
                <a:lnTo>
                  <a:pt x="7895654" y="159210"/>
                </a:lnTo>
                <a:lnTo>
                  <a:pt x="7971644" y="155200"/>
                </a:lnTo>
                <a:lnTo>
                  <a:pt x="8047634" y="150971"/>
                </a:lnTo>
                <a:lnTo>
                  <a:pt x="8123625" y="146485"/>
                </a:lnTo>
                <a:lnTo>
                  <a:pt x="8199596" y="141703"/>
                </a:lnTo>
                <a:lnTo>
                  <a:pt x="8275568" y="136627"/>
                </a:lnTo>
                <a:lnTo>
                  <a:pt x="8351520" y="131188"/>
                </a:lnTo>
                <a:lnTo>
                  <a:pt x="8427463" y="125330"/>
                </a:lnTo>
                <a:lnTo>
                  <a:pt x="8503396" y="119005"/>
                </a:lnTo>
                <a:lnTo>
                  <a:pt x="8579301" y="112109"/>
                </a:lnTo>
                <a:lnTo>
                  <a:pt x="8655167" y="104518"/>
                </a:lnTo>
                <a:lnTo>
                  <a:pt x="8731006" y="96050"/>
                </a:lnTo>
                <a:lnTo>
                  <a:pt x="8806777" y="86411"/>
                </a:lnTo>
                <a:lnTo>
                  <a:pt x="8882453" y="75152"/>
                </a:lnTo>
                <a:lnTo>
                  <a:pt x="8957929" y="61274"/>
                </a:lnTo>
                <a:lnTo>
                  <a:pt x="9032900" y="42215"/>
                </a:lnTo>
                <a:lnTo>
                  <a:pt x="9093632" y="4524"/>
                </a:lnTo>
                <a:lnTo>
                  <a:pt x="9024823" y="51159"/>
                </a:lnTo>
                <a:lnTo>
                  <a:pt x="8950804" y="77286"/>
                </a:lnTo>
                <a:lnTo>
                  <a:pt x="8875900" y="96984"/>
                </a:lnTo>
                <a:lnTo>
                  <a:pt x="8800624" y="113214"/>
                </a:lnTo>
                <a:lnTo>
                  <a:pt x="8725148" y="127178"/>
                </a:lnTo>
                <a:lnTo>
                  <a:pt x="8649548" y="139522"/>
                </a:lnTo>
                <a:lnTo>
                  <a:pt x="8573862" y="150609"/>
                </a:lnTo>
                <a:lnTo>
                  <a:pt x="8498110" y="160706"/>
                </a:lnTo>
                <a:lnTo>
                  <a:pt x="8422319" y="169983"/>
                </a:lnTo>
                <a:lnTo>
                  <a:pt x="8346491" y="178575"/>
                </a:lnTo>
                <a:lnTo>
                  <a:pt x="8270634" y="186566"/>
                </a:lnTo>
                <a:lnTo>
                  <a:pt x="8194758" y="194062"/>
                </a:lnTo>
                <a:lnTo>
                  <a:pt x="8118853" y="201082"/>
                </a:lnTo>
                <a:lnTo>
                  <a:pt x="8042939" y="207693"/>
                </a:lnTo>
                <a:lnTo>
                  <a:pt x="7967015" y="213932"/>
                </a:lnTo>
                <a:lnTo>
                  <a:pt x="7891072" y="219847"/>
                </a:lnTo>
                <a:lnTo>
                  <a:pt x="7815120" y="225457"/>
                </a:lnTo>
                <a:lnTo>
                  <a:pt x="7739158" y="230772"/>
                </a:lnTo>
                <a:lnTo>
                  <a:pt x="7663186" y="235839"/>
                </a:lnTo>
                <a:lnTo>
                  <a:pt x="7587215" y="240640"/>
                </a:lnTo>
                <a:lnTo>
                  <a:pt x="7511234" y="245231"/>
                </a:lnTo>
                <a:lnTo>
                  <a:pt x="7435244" y="249622"/>
                </a:lnTo>
                <a:lnTo>
                  <a:pt x="7359253" y="253803"/>
                </a:lnTo>
                <a:lnTo>
                  <a:pt x="7283263" y="257804"/>
                </a:lnTo>
                <a:lnTo>
                  <a:pt x="7207253" y="261604"/>
                </a:lnTo>
                <a:lnTo>
                  <a:pt x="7131253" y="265233"/>
                </a:lnTo>
                <a:lnTo>
                  <a:pt x="7055244" y="268700"/>
                </a:lnTo>
                <a:lnTo>
                  <a:pt x="6979234" y="272024"/>
                </a:lnTo>
                <a:lnTo>
                  <a:pt x="6903225" y="275196"/>
                </a:lnTo>
                <a:lnTo>
                  <a:pt x="6827206" y="278235"/>
                </a:lnTo>
                <a:lnTo>
                  <a:pt x="6751187" y="281140"/>
                </a:lnTo>
                <a:lnTo>
                  <a:pt x="6675168" y="283893"/>
                </a:lnTo>
                <a:lnTo>
                  <a:pt x="6599149" y="286512"/>
                </a:lnTo>
                <a:lnTo>
                  <a:pt x="6523120" y="289017"/>
                </a:lnTo>
                <a:lnTo>
                  <a:pt x="6447092" y="291417"/>
                </a:lnTo>
                <a:lnTo>
                  <a:pt x="6371072" y="293703"/>
                </a:lnTo>
                <a:lnTo>
                  <a:pt x="6295034" y="295847"/>
                </a:lnTo>
                <a:lnTo>
                  <a:pt x="6219006" y="297894"/>
                </a:lnTo>
                <a:lnTo>
                  <a:pt x="6142977" y="299837"/>
                </a:lnTo>
                <a:lnTo>
                  <a:pt x="6066949" y="301676"/>
                </a:lnTo>
                <a:lnTo>
                  <a:pt x="5990911" y="303419"/>
                </a:lnTo>
                <a:lnTo>
                  <a:pt x="5914873" y="305038"/>
                </a:lnTo>
                <a:lnTo>
                  <a:pt x="5838844" y="306572"/>
                </a:lnTo>
                <a:lnTo>
                  <a:pt x="5762806" y="308019"/>
                </a:lnTo>
                <a:lnTo>
                  <a:pt x="5686768" y="309372"/>
                </a:lnTo>
                <a:lnTo>
                  <a:pt x="5610730" y="310610"/>
                </a:lnTo>
                <a:lnTo>
                  <a:pt x="5534692" y="311763"/>
                </a:lnTo>
                <a:lnTo>
                  <a:pt x="5458654" y="312839"/>
                </a:lnTo>
                <a:lnTo>
                  <a:pt x="5382616" y="313820"/>
                </a:lnTo>
                <a:lnTo>
                  <a:pt x="5306568" y="314696"/>
                </a:lnTo>
                <a:lnTo>
                  <a:pt x="5230530" y="315497"/>
                </a:lnTo>
                <a:lnTo>
                  <a:pt x="5154492" y="316220"/>
                </a:lnTo>
                <a:lnTo>
                  <a:pt x="5078454" y="316859"/>
                </a:lnTo>
                <a:lnTo>
                  <a:pt x="5002406" y="317383"/>
                </a:lnTo>
                <a:lnTo>
                  <a:pt x="4926368" y="317849"/>
                </a:lnTo>
                <a:lnTo>
                  <a:pt x="4850321" y="318230"/>
                </a:lnTo>
                <a:lnTo>
                  <a:pt x="4774282" y="318516"/>
                </a:lnTo>
                <a:lnTo>
                  <a:pt x="4698235" y="318716"/>
                </a:lnTo>
                <a:lnTo>
                  <a:pt x="4622197" y="318840"/>
                </a:lnTo>
                <a:lnTo>
                  <a:pt x="4546159" y="318897"/>
                </a:lnTo>
                <a:lnTo>
                  <a:pt x="4470111" y="318840"/>
                </a:lnTo>
                <a:lnTo>
                  <a:pt x="4394073" y="318707"/>
                </a:lnTo>
                <a:lnTo>
                  <a:pt x="4318025" y="318506"/>
                </a:lnTo>
                <a:lnTo>
                  <a:pt x="4241987" y="318221"/>
                </a:lnTo>
                <a:lnTo>
                  <a:pt x="4165949" y="317821"/>
                </a:lnTo>
                <a:lnTo>
                  <a:pt x="4089902" y="317363"/>
                </a:lnTo>
                <a:lnTo>
                  <a:pt x="4013864" y="316821"/>
                </a:lnTo>
                <a:lnTo>
                  <a:pt x="3937816" y="316192"/>
                </a:lnTo>
                <a:lnTo>
                  <a:pt x="3861778" y="315458"/>
                </a:lnTo>
                <a:lnTo>
                  <a:pt x="3785740" y="314649"/>
                </a:lnTo>
                <a:lnTo>
                  <a:pt x="3709702" y="313773"/>
                </a:lnTo>
                <a:lnTo>
                  <a:pt x="3633654" y="312782"/>
                </a:lnTo>
                <a:lnTo>
                  <a:pt x="3557616" y="311706"/>
                </a:lnTo>
                <a:lnTo>
                  <a:pt x="3481578" y="310544"/>
                </a:lnTo>
                <a:lnTo>
                  <a:pt x="3405540" y="309296"/>
                </a:lnTo>
                <a:lnTo>
                  <a:pt x="3329502" y="307943"/>
                </a:lnTo>
                <a:lnTo>
                  <a:pt x="3253473" y="306495"/>
                </a:lnTo>
                <a:lnTo>
                  <a:pt x="3177435" y="304952"/>
                </a:lnTo>
                <a:lnTo>
                  <a:pt x="3101397" y="303324"/>
                </a:lnTo>
                <a:lnTo>
                  <a:pt x="3025369" y="301590"/>
                </a:lnTo>
                <a:lnTo>
                  <a:pt x="2949331" y="299733"/>
                </a:lnTo>
                <a:lnTo>
                  <a:pt x="2873302" y="297780"/>
                </a:lnTo>
                <a:lnTo>
                  <a:pt x="2797273" y="295732"/>
                </a:lnTo>
                <a:lnTo>
                  <a:pt x="2721245" y="293580"/>
                </a:lnTo>
                <a:lnTo>
                  <a:pt x="2645216" y="291294"/>
                </a:lnTo>
                <a:lnTo>
                  <a:pt x="2569188" y="288893"/>
                </a:lnTo>
                <a:lnTo>
                  <a:pt x="2493169" y="286379"/>
                </a:lnTo>
                <a:lnTo>
                  <a:pt x="2417140" y="283740"/>
                </a:lnTo>
                <a:lnTo>
                  <a:pt x="2341121" y="280988"/>
                </a:lnTo>
                <a:lnTo>
                  <a:pt x="2265102" y="278082"/>
                </a:lnTo>
                <a:lnTo>
                  <a:pt x="2189093" y="275034"/>
                </a:lnTo>
                <a:lnTo>
                  <a:pt x="2113074" y="271853"/>
                </a:lnTo>
                <a:lnTo>
                  <a:pt x="2037064" y="268519"/>
                </a:lnTo>
                <a:lnTo>
                  <a:pt x="1961064" y="265043"/>
                </a:lnTo>
                <a:lnTo>
                  <a:pt x="1885055" y="261395"/>
                </a:lnTo>
                <a:lnTo>
                  <a:pt x="1809055" y="257585"/>
                </a:lnTo>
                <a:lnTo>
                  <a:pt x="1733055" y="253594"/>
                </a:lnTo>
                <a:lnTo>
                  <a:pt x="1657064" y="249393"/>
                </a:lnTo>
                <a:lnTo>
                  <a:pt x="1581083" y="244993"/>
                </a:lnTo>
                <a:lnTo>
                  <a:pt x="1505102" y="240392"/>
                </a:lnTo>
                <a:lnTo>
                  <a:pt x="1429121" y="235572"/>
                </a:lnTo>
                <a:lnTo>
                  <a:pt x="1353160" y="230495"/>
                </a:lnTo>
                <a:lnTo>
                  <a:pt x="1277198" y="225161"/>
                </a:lnTo>
                <a:lnTo>
                  <a:pt x="1201245" y="219542"/>
                </a:lnTo>
                <a:lnTo>
                  <a:pt x="1125303" y="213608"/>
                </a:lnTo>
                <a:lnTo>
                  <a:pt x="1049379" y="207350"/>
                </a:lnTo>
                <a:lnTo>
                  <a:pt x="973465" y="200720"/>
                </a:lnTo>
                <a:lnTo>
                  <a:pt x="897560" y="193662"/>
                </a:lnTo>
                <a:lnTo>
                  <a:pt x="821684" y="186157"/>
                </a:lnTo>
                <a:lnTo>
                  <a:pt x="745827" y="178137"/>
                </a:lnTo>
                <a:lnTo>
                  <a:pt x="669998" y="169497"/>
                </a:lnTo>
                <a:lnTo>
                  <a:pt x="594208" y="160182"/>
                </a:lnTo>
                <a:lnTo>
                  <a:pt x="518465" y="150038"/>
                </a:lnTo>
                <a:lnTo>
                  <a:pt x="442789" y="138884"/>
                </a:lnTo>
                <a:lnTo>
                  <a:pt x="367189" y="126473"/>
                </a:lnTo>
                <a:lnTo>
                  <a:pt x="291722" y="112414"/>
                </a:lnTo>
                <a:lnTo>
                  <a:pt x="216465" y="96041"/>
                </a:lnTo>
                <a:lnTo>
                  <a:pt x="141589" y="76086"/>
                </a:lnTo>
                <a:lnTo>
                  <a:pt x="67647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layer-1-cap">
            <a:extLst xmlns:a="http://schemas.openxmlformats.org/drawingml/2006/main">
              <a:ext uri="{FF2B5EF4-FFF2-40B4-BE49-F238E27FC236}">
                <a16:creationId xmlns:a16="http://schemas.microsoft.com/office/drawing/2014/main" id="{DCD791E0-03C9-4F02-A6FB-093247B1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9860" y="3293364"/>
            <a:ext cx="8332280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2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layer-1-cap-highlight">
            <a:extLst xmlns:a="http://schemas.openxmlformats.org/drawingml/2006/main">
              <a:ext uri="{FF2B5EF4-FFF2-40B4-BE49-F238E27FC236}">
                <a16:creationId xmlns:a16="http://schemas.microsoft.com/office/drawing/2014/main" id="{FB2EBA15-4A45-4C9A-BBF8-0F2C3EEB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944" y="3341370"/>
            <a:ext cx="7748616" cy="144018"/>
          </a:xfrm>
          <a:custGeom xmlns:a="http://schemas.openxmlformats.org/drawingml/2006/main">
            <a:pathLst>
              <a:path w="7748616" h="144018">
                <a:moveTo>
                  <a:pt x="0" y="144018"/>
                </a:moveTo>
                <a:lnTo>
                  <a:pt x="64379" y="135960"/>
                </a:lnTo>
                <a:lnTo>
                  <a:pt x="128797" y="128559"/>
                </a:lnTo>
                <a:lnTo>
                  <a:pt x="193243" y="121720"/>
                </a:lnTo>
                <a:lnTo>
                  <a:pt x="257708" y="115357"/>
                </a:lnTo>
                <a:lnTo>
                  <a:pt x="322193" y="109385"/>
                </a:lnTo>
                <a:lnTo>
                  <a:pt x="386696" y="103784"/>
                </a:lnTo>
                <a:lnTo>
                  <a:pt x="451199" y="98489"/>
                </a:lnTo>
                <a:lnTo>
                  <a:pt x="515722" y="93507"/>
                </a:lnTo>
                <a:lnTo>
                  <a:pt x="580253" y="88763"/>
                </a:lnTo>
                <a:lnTo>
                  <a:pt x="644785" y="84258"/>
                </a:lnTo>
                <a:lnTo>
                  <a:pt x="709327" y="79991"/>
                </a:lnTo>
                <a:lnTo>
                  <a:pt x="773878" y="75905"/>
                </a:lnTo>
                <a:lnTo>
                  <a:pt x="838429" y="72009"/>
                </a:lnTo>
                <a:lnTo>
                  <a:pt x="902989" y="68285"/>
                </a:lnTo>
                <a:lnTo>
                  <a:pt x="967550" y="64732"/>
                </a:lnTo>
                <a:lnTo>
                  <a:pt x="1032119" y="61331"/>
                </a:lnTo>
                <a:lnTo>
                  <a:pt x="1096680" y="58074"/>
                </a:lnTo>
                <a:lnTo>
                  <a:pt x="1161259" y="54940"/>
                </a:lnTo>
                <a:lnTo>
                  <a:pt x="1225829" y="51949"/>
                </a:lnTo>
                <a:lnTo>
                  <a:pt x="1290409" y="49073"/>
                </a:lnTo>
                <a:lnTo>
                  <a:pt x="1354988" y="46311"/>
                </a:lnTo>
                <a:lnTo>
                  <a:pt x="1419568" y="43663"/>
                </a:lnTo>
                <a:lnTo>
                  <a:pt x="1484147" y="41129"/>
                </a:lnTo>
                <a:lnTo>
                  <a:pt x="1548736" y="38691"/>
                </a:lnTo>
                <a:lnTo>
                  <a:pt x="1613316" y="36347"/>
                </a:lnTo>
                <a:lnTo>
                  <a:pt x="1677905" y="34138"/>
                </a:lnTo>
                <a:lnTo>
                  <a:pt x="1742494" y="31956"/>
                </a:lnTo>
                <a:lnTo>
                  <a:pt x="1807083" y="29918"/>
                </a:lnTo>
                <a:lnTo>
                  <a:pt x="1871682" y="27918"/>
                </a:lnTo>
                <a:lnTo>
                  <a:pt x="1936271" y="26041"/>
                </a:lnTo>
                <a:lnTo>
                  <a:pt x="2000860" y="24203"/>
                </a:lnTo>
                <a:lnTo>
                  <a:pt x="2065458" y="22460"/>
                </a:lnTo>
                <a:lnTo>
                  <a:pt x="2130057" y="20793"/>
                </a:lnTo>
                <a:lnTo>
                  <a:pt x="2194646" y="19231"/>
                </a:lnTo>
                <a:lnTo>
                  <a:pt x="2259244" y="17707"/>
                </a:lnTo>
                <a:lnTo>
                  <a:pt x="2323843" y="16269"/>
                </a:lnTo>
                <a:lnTo>
                  <a:pt x="2388441" y="14897"/>
                </a:lnTo>
                <a:lnTo>
                  <a:pt x="2453040" y="13573"/>
                </a:lnTo>
                <a:lnTo>
                  <a:pt x="2517638" y="12344"/>
                </a:lnTo>
                <a:lnTo>
                  <a:pt x="2582237" y="11144"/>
                </a:lnTo>
                <a:lnTo>
                  <a:pt x="2646845" y="10058"/>
                </a:lnTo>
                <a:lnTo>
                  <a:pt x="2711444" y="8973"/>
                </a:lnTo>
                <a:lnTo>
                  <a:pt x="2776042" y="8020"/>
                </a:lnTo>
                <a:lnTo>
                  <a:pt x="2840650" y="7068"/>
                </a:lnTo>
                <a:lnTo>
                  <a:pt x="2905249" y="6220"/>
                </a:lnTo>
                <a:lnTo>
                  <a:pt x="2969847" y="5401"/>
                </a:lnTo>
                <a:lnTo>
                  <a:pt x="3034455" y="4658"/>
                </a:lnTo>
                <a:lnTo>
                  <a:pt x="3099054" y="3972"/>
                </a:lnTo>
                <a:lnTo>
                  <a:pt x="3163662" y="3324"/>
                </a:lnTo>
                <a:lnTo>
                  <a:pt x="3228261" y="2762"/>
                </a:lnTo>
                <a:lnTo>
                  <a:pt x="3292869" y="2210"/>
                </a:lnTo>
                <a:lnTo>
                  <a:pt x="3357467" y="1781"/>
                </a:lnTo>
                <a:lnTo>
                  <a:pt x="3422075" y="1343"/>
                </a:lnTo>
                <a:lnTo>
                  <a:pt x="3486683" y="1010"/>
                </a:lnTo>
                <a:lnTo>
                  <a:pt x="3551282" y="705"/>
                </a:lnTo>
                <a:lnTo>
                  <a:pt x="3615890" y="457"/>
                </a:lnTo>
                <a:lnTo>
                  <a:pt x="3680489" y="276"/>
                </a:lnTo>
                <a:lnTo>
                  <a:pt x="3745097" y="124"/>
                </a:lnTo>
                <a:lnTo>
                  <a:pt x="3809705" y="57"/>
                </a:lnTo>
                <a:lnTo>
                  <a:pt x="3874303" y="0"/>
                </a:lnTo>
                <a:lnTo>
                  <a:pt x="3938911" y="57"/>
                </a:lnTo>
                <a:lnTo>
                  <a:pt x="4003519" y="124"/>
                </a:lnTo>
                <a:lnTo>
                  <a:pt x="4068118" y="267"/>
                </a:lnTo>
                <a:lnTo>
                  <a:pt x="4132726" y="457"/>
                </a:lnTo>
                <a:lnTo>
                  <a:pt x="4197334" y="695"/>
                </a:lnTo>
                <a:lnTo>
                  <a:pt x="4261933" y="1000"/>
                </a:lnTo>
                <a:lnTo>
                  <a:pt x="4326541" y="1334"/>
                </a:lnTo>
                <a:lnTo>
                  <a:pt x="4391139" y="1772"/>
                </a:lnTo>
                <a:lnTo>
                  <a:pt x="4455747" y="2200"/>
                </a:lnTo>
                <a:lnTo>
                  <a:pt x="4520355" y="2753"/>
                </a:lnTo>
                <a:lnTo>
                  <a:pt x="4584954" y="3315"/>
                </a:lnTo>
                <a:lnTo>
                  <a:pt x="4649562" y="3953"/>
                </a:lnTo>
                <a:lnTo>
                  <a:pt x="4714161" y="4639"/>
                </a:lnTo>
                <a:lnTo>
                  <a:pt x="4778769" y="5382"/>
                </a:lnTo>
                <a:lnTo>
                  <a:pt x="4843367" y="6201"/>
                </a:lnTo>
                <a:lnTo>
                  <a:pt x="4907966" y="7049"/>
                </a:lnTo>
                <a:lnTo>
                  <a:pt x="4972574" y="8001"/>
                </a:lnTo>
                <a:lnTo>
                  <a:pt x="5037172" y="8954"/>
                </a:lnTo>
                <a:lnTo>
                  <a:pt x="5101771" y="10030"/>
                </a:lnTo>
                <a:lnTo>
                  <a:pt x="5166379" y="11125"/>
                </a:lnTo>
                <a:lnTo>
                  <a:pt x="5230978" y="12287"/>
                </a:lnTo>
                <a:lnTo>
                  <a:pt x="5295576" y="13535"/>
                </a:lnTo>
                <a:lnTo>
                  <a:pt x="5360175" y="14859"/>
                </a:lnTo>
                <a:lnTo>
                  <a:pt x="5424773" y="16240"/>
                </a:lnTo>
                <a:lnTo>
                  <a:pt x="5489372" y="17678"/>
                </a:lnTo>
                <a:lnTo>
                  <a:pt x="5553961" y="19202"/>
                </a:lnTo>
                <a:lnTo>
                  <a:pt x="5618559" y="20774"/>
                </a:lnTo>
                <a:lnTo>
                  <a:pt x="5683158" y="22450"/>
                </a:lnTo>
                <a:lnTo>
                  <a:pt x="5747747" y="24155"/>
                </a:lnTo>
                <a:lnTo>
                  <a:pt x="5812346" y="25965"/>
                </a:lnTo>
                <a:lnTo>
                  <a:pt x="5876935" y="27870"/>
                </a:lnTo>
                <a:lnTo>
                  <a:pt x="5941533" y="29870"/>
                </a:lnTo>
                <a:lnTo>
                  <a:pt x="6006122" y="31909"/>
                </a:lnTo>
                <a:lnTo>
                  <a:pt x="6070711" y="34090"/>
                </a:lnTo>
                <a:lnTo>
                  <a:pt x="6135300" y="36290"/>
                </a:lnTo>
                <a:lnTo>
                  <a:pt x="6199880" y="38633"/>
                </a:lnTo>
                <a:lnTo>
                  <a:pt x="6264469" y="41062"/>
                </a:lnTo>
                <a:lnTo>
                  <a:pt x="6329048" y="43605"/>
                </a:lnTo>
                <a:lnTo>
                  <a:pt x="6393628" y="46253"/>
                </a:lnTo>
                <a:lnTo>
                  <a:pt x="6458207" y="49006"/>
                </a:lnTo>
                <a:lnTo>
                  <a:pt x="6522787" y="51883"/>
                </a:lnTo>
                <a:lnTo>
                  <a:pt x="6587357" y="54874"/>
                </a:lnTo>
                <a:lnTo>
                  <a:pt x="6651936" y="57998"/>
                </a:lnTo>
                <a:lnTo>
                  <a:pt x="6716506" y="61255"/>
                </a:lnTo>
                <a:lnTo>
                  <a:pt x="6781067" y="64646"/>
                </a:lnTo>
                <a:lnTo>
                  <a:pt x="6845627" y="68199"/>
                </a:lnTo>
                <a:lnTo>
                  <a:pt x="6910187" y="71923"/>
                </a:lnTo>
                <a:lnTo>
                  <a:pt x="6974738" y="75819"/>
                </a:lnTo>
                <a:lnTo>
                  <a:pt x="7039289" y="79896"/>
                </a:lnTo>
                <a:lnTo>
                  <a:pt x="7103831" y="84153"/>
                </a:lnTo>
                <a:lnTo>
                  <a:pt x="7168363" y="88659"/>
                </a:lnTo>
                <a:lnTo>
                  <a:pt x="7232894" y="93393"/>
                </a:lnTo>
                <a:lnTo>
                  <a:pt x="7297417" y="98374"/>
                </a:lnTo>
                <a:lnTo>
                  <a:pt x="7361920" y="103661"/>
                </a:lnTo>
                <a:lnTo>
                  <a:pt x="7426423" y="109252"/>
                </a:lnTo>
                <a:lnTo>
                  <a:pt x="7490908" y="115205"/>
                </a:lnTo>
                <a:lnTo>
                  <a:pt x="7555373" y="121558"/>
                </a:lnTo>
                <a:lnTo>
                  <a:pt x="7619819" y="128397"/>
                </a:lnTo>
                <a:lnTo>
                  <a:pt x="7684237" y="135779"/>
                </a:lnTo>
                <a:lnTo>
                  <a:pt x="7748616" y="143828"/>
                </a:lnTo>
                <a:lnTo>
                  <a:pt x="7687056" y="140303"/>
                </a:lnTo>
                <a:lnTo>
                  <a:pt x="7622486" y="136760"/>
                </a:lnTo>
                <a:lnTo>
                  <a:pt x="7557926" y="133445"/>
                </a:lnTo>
                <a:lnTo>
                  <a:pt x="7493346" y="130350"/>
                </a:lnTo>
                <a:lnTo>
                  <a:pt x="7428776" y="127425"/>
                </a:lnTo>
                <a:lnTo>
                  <a:pt x="7364197" y="124663"/>
                </a:lnTo>
                <a:lnTo>
                  <a:pt x="7299617" y="122072"/>
                </a:lnTo>
                <a:lnTo>
                  <a:pt x="7235028" y="119567"/>
                </a:lnTo>
                <a:lnTo>
                  <a:pt x="7170449" y="117234"/>
                </a:lnTo>
                <a:lnTo>
                  <a:pt x="7105860" y="114986"/>
                </a:lnTo>
                <a:lnTo>
                  <a:pt x="7041271" y="112824"/>
                </a:lnTo>
                <a:lnTo>
                  <a:pt x="6976682" y="110795"/>
                </a:lnTo>
                <a:lnTo>
                  <a:pt x="6912083" y="108814"/>
                </a:lnTo>
                <a:lnTo>
                  <a:pt x="6847494" y="106947"/>
                </a:lnTo>
                <a:lnTo>
                  <a:pt x="6782895" y="105146"/>
                </a:lnTo>
                <a:lnTo>
                  <a:pt x="6718306" y="103413"/>
                </a:lnTo>
                <a:lnTo>
                  <a:pt x="6653708" y="101775"/>
                </a:lnTo>
                <a:lnTo>
                  <a:pt x="6589109" y="100165"/>
                </a:lnTo>
                <a:lnTo>
                  <a:pt x="6524511" y="98669"/>
                </a:lnTo>
                <a:lnTo>
                  <a:pt x="6459922" y="97184"/>
                </a:lnTo>
                <a:lnTo>
                  <a:pt x="6395323" y="95793"/>
                </a:lnTo>
                <a:lnTo>
                  <a:pt x="6330725" y="94440"/>
                </a:lnTo>
                <a:lnTo>
                  <a:pt x="6266126" y="93145"/>
                </a:lnTo>
                <a:lnTo>
                  <a:pt x="6201518" y="91897"/>
                </a:lnTo>
                <a:lnTo>
                  <a:pt x="6136919" y="90707"/>
                </a:lnTo>
                <a:lnTo>
                  <a:pt x="6072321" y="89554"/>
                </a:lnTo>
                <a:lnTo>
                  <a:pt x="6007722" y="88459"/>
                </a:lnTo>
                <a:lnTo>
                  <a:pt x="5943124" y="87392"/>
                </a:lnTo>
                <a:lnTo>
                  <a:pt x="5878516" y="86382"/>
                </a:lnTo>
                <a:lnTo>
                  <a:pt x="5813917" y="85411"/>
                </a:lnTo>
                <a:lnTo>
                  <a:pt x="5749319" y="84477"/>
                </a:lnTo>
                <a:lnTo>
                  <a:pt x="5684711" y="83582"/>
                </a:lnTo>
                <a:lnTo>
                  <a:pt x="5620112" y="82734"/>
                </a:lnTo>
                <a:lnTo>
                  <a:pt x="5555513" y="81905"/>
                </a:lnTo>
                <a:lnTo>
                  <a:pt x="5490905" y="81143"/>
                </a:lnTo>
                <a:lnTo>
                  <a:pt x="5426307" y="80381"/>
                </a:lnTo>
                <a:lnTo>
                  <a:pt x="5361699" y="79686"/>
                </a:lnTo>
                <a:lnTo>
                  <a:pt x="5297100" y="79000"/>
                </a:lnTo>
                <a:lnTo>
                  <a:pt x="5232492" y="78372"/>
                </a:lnTo>
                <a:lnTo>
                  <a:pt x="5167894" y="77753"/>
                </a:lnTo>
                <a:lnTo>
                  <a:pt x="5103285" y="77200"/>
                </a:lnTo>
                <a:lnTo>
                  <a:pt x="5038687" y="76648"/>
                </a:lnTo>
                <a:lnTo>
                  <a:pt x="4974079" y="76143"/>
                </a:lnTo>
                <a:lnTo>
                  <a:pt x="4909480" y="75657"/>
                </a:lnTo>
                <a:lnTo>
                  <a:pt x="4844872" y="75219"/>
                </a:lnTo>
                <a:lnTo>
                  <a:pt x="4780264" y="74800"/>
                </a:lnTo>
                <a:lnTo>
                  <a:pt x="4715666" y="74409"/>
                </a:lnTo>
                <a:lnTo>
                  <a:pt x="4651058" y="74057"/>
                </a:lnTo>
                <a:lnTo>
                  <a:pt x="4586459" y="73724"/>
                </a:lnTo>
                <a:lnTo>
                  <a:pt x="4521851" y="73438"/>
                </a:lnTo>
                <a:lnTo>
                  <a:pt x="4457243" y="73152"/>
                </a:lnTo>
                <a:lnTo>
                  <a:pt x="4392644" y="72923"/>
                </a:lnTo>
                <a:lnTo>
                  <a:pt x="4328036" y="72704"/>
                </a:lnTo>
                <a:lnTo>
                  <a:pt x="4263428" y="72533"/>
                </a:lnTo>
                <a:lnTo>
                  <a:pt x="4198830" y="72371"/>
                </a:lnTo>
                <a:lnTo>
                  <a:pt x="4134221" y="72247"/>
                </a:lnTo>
                <a:lnTo>
                  <a:pt x="4069613" y="72152"/>
                </a:lnTo>
                <a:lnTo>
                  <a:pt x="4005015" y="72076"/>
                </a:lnTo>
                <a:lnTo>
                  <a:pt x="3940407" y="72038"/>
                </a:lnTo>
                <a:lnTo>
                  <a:pt x="3875808" y="72009"/>
                </a:lnTo>
                <a:lnTo>
                  <a:pt x="3811200" y="72038"/>
                </a:lnTo>
                <a:lnTo>
                  <a:pt x="3746592" y="72066"/>
                </a:lnTo>
                <a:lnTo>
                  <a:pt x="3681994" y="72152"/>
                </a:lnTo>
                <a:lnTo>
                  <a:pt x="3617385" y="72247"/>
                </a:lnTo>
                <a:lnTo>
                  <a:pt x="3552777" y="72371"/>
                </a:lnTo>
                <a:lnTo>
                  <a:pt x="3488179" y="72523"/>
                </a:lnTo>
                <a:lnTo>
                  <a:pt x="3423571" y="72704"/>
                </a:lnTo>
                <a:lnTo>
                  <a:pt x="3358963" y="72923"/>
                </a:lnTo>
                <a:lnTo>
                  <a:pt x="3294364" y="73142"/>
                </a:lnTo>
                <a:lnTo>
                  <a:pt x="3229756" y="73428"/>
                </a:lnTo>
                <a:lnTo>
                  <a:pt x="3165148" y="73714"/>
                </a:lnTo>
                <a:lnTo>
                  <a:pt x="3100549" y="74047"/>
                </a:lnTo>
                <a:lnTo>
                  <a:pt x="3035941" y="74400"/>
                </a:lnTo>
                <a:lnTo>
                  <a:pt x="2971343" y="74790"/>
                </a:lnTo>
                <a:lnTo>
                  <a:pt x="2906735" y="75209"/>
                </a:lnTo>
                <a:lnTo>
                  <a:pt x="2842127" y="75648"/>
                </a:lnTo>
                <a:lnTo>
                  <a:pt x="2777528" y="76133"/>
                </a:lnTo>
                <a:lnTo>
                  <a:pt x="2712920" y="76629"/>
                </a:lnTo>
                <a:lnTo>
                  <a:pt x="2648321" y="77181"/>
                </a:lnTo>
                <a:lnTo>
                  <a:pt x="2583713" y="77743"/>
                </a:lnTo>
                <a:lnTo>
                  <a:pt x="2519115" y="78362"/>
                </a:lnTo>
                <a:lnTo>
                  <a:pt x="2454507" y="78981"/>
                </a:lnTo>
                <a:lnTo>
                  <a:pt x="2389908" y="79677"/>
                </a:lnTo>
                <a:lnTo>
                  <a:pt x="2325300" y="80372"/>
                </a:lnTo>
                <a:lnTo>
                  <a:pt x="2260702" y="81124"/>
                </a:lnTo>
                <a:lnTo>
                  <a:pt x="2196094" y="81886"/>
                </a:lnTo>
                <a:lnTo>
                  <a:pt x="2131495" y="82715"/>
                </a:lnTo>
                <a:lnTo>
                  <a:pt x="2066896" y="83563"/>
                </a:lnTo>
                <a:lnTo>
                  <a:pt x="2002288" y="84458"/>
                </a:lnTo>
                <a:lnTo>
                  <a:pt x="1937690" y="85382"/>
                </a:lnTo>
                <a:lnTo>
                  <a:pt x="1873091" y="86363"/>
                </a:lnTo>
                <a:lnTo>
                  <a:pt x="1808483" y="87373"/>
                </a:lnTo>
                <a:lnTo>
                  <a:pt x="1743885" y="88430"/>
                </a:lnTo>
                <a:lnTo>
                  <a:pt x="1679286" y="89525"/>
                </a:lnTo>
                <a:lnTo>
                  <a:pt x="1614688" y="90678"/>
                </a:lnTo>
                <a:lnTo>
                  <a:pt x="1550089" y="91869"/>
                </a:lnTo>
                <a:lnTo>
                  <a:pt x="1485481" y="93116"/>
                </a:lnTo>
                <a:lnTo>
                  <a:pt x="1420882" y="94402"/>
                </a:lnTo>
                <a:lnTo>
                  <a:pt x="1356284" y="95764"/>
                </a:lnTo>
                <a:lnTo>
                  <a:pt x="1291685" y="97155"/>
                </a:lnTo>
                <a:lnTo>
                  <a:pt x="1227096" y="98631"/>
                </a:lnTo>
                <a:lnTo>
                  <a:pt x="1162498" y="100127"/>
                </a:lnTo>
                <a:lnTo>
                  <a:pt x="1097899" y="101737"/>
                </a:lnTo>
                <a:lnTo>
                  <a:pt x="1033301" y="103375"/>
                </a:lnTo>
                <a:lnTo>
                  <a:pt x="968712" y="105108"/>
                </a:lnTo>
                <a:lnTo>
                  <a:pt x="904113" y="106909"/>
                </a:lnTo>
                <a:lnTo>
                  <a:pt x="839524" y="108776"/>
                </a:lnTo>
                <a:lnTo>
                  <a:pt x="774925" y="110747"/>
                </a:lnTo>
                <a:lnTo>
                  <a:pt x="710336" y="112766"/>
                </a:lnTo>
                <a:lnTo>
                  <a:pt x="645747" y="114929"/>
                </a:lnTo>
                <a:lnTo>
                  <a:pt x="581168" y="117186"/>
                </a:lnTo>
                <a:lnTo>
                  <a:pt x="516579" y="119510"/>
                </a:lnTo>
                <a:lnTo>
                  <a:pt x="451990" y="122015"/>
                </a:lnTo>
                <a:lnTo>
                  <a:pt x="387410" y="124606"/>
                </a:lnTo>
                <a:lnTo>
                  <a:pt x="322831" y="127359"/>
                </a:lnTo>
                <a:lnTo>
                  <a:pt x="258261" y="130283"/>
                </a:lnTo>
                <a:lnTo>
                  <a:pt x="193681" y="133369"/>
                </a:lnTo>
                <a:lnTo>
                  <a:pt x="129121" y="136684"/>
                </a:lnTo>
                <a:lnTo>
                  <a:pt x="64560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5C85AE7A-5B42-4CCE-BB73-8FFC85D1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256" y="3279581"/>
            <a:ext cx="6731498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</a:t>
            </a:r>
          </a:p>
        </p:txBody>
      </p:sp>
      <p:sp>
        <p:nvSpPr>
          <p:cNvPr id="35" name="layer-1-item-0-title">
            <a:extLst xmlns:a="http://schemas.openxmlformats.org/drawingml/2006/main">
              <a:ext uri="{FF2B5EF4-FFF2-40B4-BE49-F238E27FC236}">
                <a16:creationId xmlns:a16="http://schemas.microsoft.com/office/drawing/2014/main" id="{6A08998A-1880-4E49-A523-1F8D918F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1266" y="3993509"/>
            <a:ext cx="863356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36" name="layer-1-item-1-separator">
            <a:extLst xmlns:a="http://schemas.openxmlformats.org/drawingml/2006/main">
              <a:ext uri="{FF2B5EF4-FFF2-40B4-BE49-F238E27FC236}">
                <a16:creationId xmlns:a16="http://schemas.microsoft.com/office/drawing/2014/main" id="{DE2AEDAE-C9A3-4047-9478-9B12F7C0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98740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layer-1-item-1-title">
            <a:extLst xmlns:a="http://schemas.openxmlformats.org/drawingml/2006/main">
              <a:ext uri="{FF2B5EF4-FFF2-40B4-BE49-F238E27FC236}">
                <a16:creationId xmlns:a16="http://schemas.microsoft.com/office/drawing/2014/main" id="{1247139A-635F-46CE-9A81-0EB6E3A9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7226" y="3993509"/>
            <a:ext cx="863356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</p:txBody>
      </p:sp>
      <p:sp>
        <p:nvSpPr>
          <p:cNvPr id="38" name="layer-2-shadow">
            <a:extLst xmlns:a="http://schemas.openxmlformats.org/drawingml/2006/main">
              <a:ext uri="{FF2B5EF4-FFF2-40B4-BE49-F238E27FC236}">
                <a16:creationId xmlns:a16="http://schemas.microsoft.com/office/drawing/2014/main" id="{ED4BDD9A-08DC-4BE9-9BEC-FD92D42E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" y="5865114"/>
            <a:ext cx="996696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AB6734DD-3FA9-44C4-AC17-55AC788E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26" y="4949590"/>
            <a:ext cx="10357733" cy="1035520"/>
          </a:xfrm>
          <a:custGeom xmlns:a="http://schemas.openxmlformats.org/drawingml/2006/main">
            <a:pathLst>
              <a:path w="10357733" h="1035520">
                <a:moveTo>
                  <a:pt x="411804" y="133712"/>
                </a:moveTo>
                <a:lnTo>
                  <a:pt x="496033" y="105737"/>
                </a:lnTo>
                <a:lnTo>
                  <a:pt x="584311" y="94393"/>
                </a:lnTo>
                <a:lnTo>
                  <a:pt x="672770" y="86030"/>
                </a:lnTo>
                <a:lnTo>
                  <a:pt x="761314" y="79200"/>
                </a:lnTo>
                <a:lnTo>
                  <a:pt x="849897" y="73362"/>
                </a:lnTo>
                <a:lnTo>
                  <a:pt x="938498" y="68237"/>
                </a:lnTo>
                <a:lnTo>
                  <a:pt x="1027128" y="63627"/>
                </a:lnTo>
                <a:lnTo>
                  <a:pt x="1115759" y="59465"/>
                </a:lnTo>
                <a:lnTo>
                  <a:pt x="1204408" y="55636"/>
                </a:lnTo>
                <a:lnTo>
                  <a:pt x="1293057" y="52083"/>
                </a:lnTo>
                <a:lnTo>
                  <a:pt x="1381716" y="48816"/>
                </a:lnTo>
                <a:lnTo>
                  <a:pt x="1470384" y="45758"/>
                </a:lnTo>
                <a:lnTo>
                  <a:pt x="1559042" y="42891"/>
                </a:lnTo>
                <a:lnTo>
                  <a:pt x="1647711" y="40196"/>
                </a:lnTo>
                <a:lnTo>
                  <a:pt x="1736388" y="37662"/>
                </a:lnTo>
                <a:lnTo>
                  <a:pt x="1825057" y="35281"/>
                </a:lnTo>
                <a:lnTo>
                  <a:pt x="1913734" y="33023"/>
                </a:lnTo>
                <a:lnTo>
                  <a:pt x="2002412" y="30890"/>
                </a:lnTo>
                <a:lnTo>
                  <a:pt x="2091090" y="28870"/>
                </a:lnTo>
                <a:lnTo>
                  <a:pt x="2179777" y="26946"/>
                </a:lnTo>
                <a:lnTo>
                  <a:pt x="2268455" y="25127"/>
                </a:lnTo>
                <a:lnTo>
                  <a:pt x="2357142" y="23393"/>
                </a:lnTo>
                <a:lnTo>
                  <a:pt x="2445820" y="21746"/>
                </a:lnTo>
                <a:lnTo>
                  <a:pt x="2534507" y="20183"/>
                </a:lnTo>
                <a:lnTo>
                  <a:pt x="2623195" y="18698"/>
                </a:lnTo>
                <a:lnTo>
                  <a:pt x="2711882" y="17288"/>
                </a:lnTo>
                <a:lnTo>
                  <a:pt x="2800569" y="15954"/>
                </a:lnTo>
                <a:lnTo>
                  <a:pt x="2889256" y="14716"/>
                </a:lnTo>
                <a:lnTo>
                  <a:pt x="2977944" y="13487"/>
                </a:lnTo>
                <a:lnTo>
                  <a:pt x="3066631" y="12354"/>
                </a:lnTo>
                <a:lnTo>
                  <a:pt x="3155318" y="11278"/>
                </a:lnTo>
                <a:lnTo>
                  <a:pt x="3244005" y="10239"/>
                </a:lnTo>
                <a:lnTo>
                  <a:pt x="3332693" y="9287"/>
                </a:lnTo>
                <a:lnTo>
                  <a:pt x="3421390" y="8334"/>
                </a:lnTo>
                <a:lnTo>
                  <a:pt x="3510077" y="7515"/>
                </a:lnTo>
                <a:lnTo>
                  <a:pt x="3598764" y="6687"/>
                </a:lnTo>
                <a:lnTo>
                  <a:pt x="3687461" y="5934"/>
                </a:lnTo>
                <a:lnTo>
                  <a:pt x="3776148" y="5229"/>
                </a:lnTo>
                <a:lnTo>
                  <a:pt x="3864835" y="4553"/>
                </a:lnTo>
                <a:lnTo>
                  <a:pt x="3953532" y="3962"/>
                </a:lnTo>
                <a:lnTo>
                  <a:pt x="4042220" y="3372"/>
                </a:lnTo>
                <a:lnTo>
                  <a:pt x="4130916" y="2877"/>
                </a:lnTo>
                <a:lnTo>
                  <a:pt x="4219604" y="2400"/>
                </a:lnTo>
                <a:lnTo>
                  <a:pt x="4308300" y="1953"/>
                </a:lnTo>
                <a:lnTo>
                  <a:pt x="4396988" y="1591"/>
                </a:lnTo>
                <a:lnTo>
                  <a:pt x="4485684" y="1219"/>
                </a:lnTo>
                <a:lnTo>
                  <a:pt x="4574372" y="943"/>
                </a:lnTo>
                <a:lnTo>
                  <a:pt x="4663069" y="676"/>
                </a:lnTo>
                <a:lnTo>
                  <a:pt x="4751756" y="457"/>
                </a:lnTo>
                <a:lnTo>
                  <a:pt x="4840453" y="295"/>
                </a:lnTo>
                <a:lnTo>
                  <a:pt x="4929140" y="143"/>
                </a:lnTo>
                <a:lnTo>
                  <a:pt x="5017837" y="67"/>
                </a:lnTo>
                <a:lnTo>
                  <a:pt x="5106524" y="19"/>
                </a:lnTo>
                <a:lnTo>
                  <a:pt x="5195221" y="0"/>
                </a:lnTo>
                <a:lnTo>
                  <a:pt x="5283908" y="48"/>
                </a:lnTo>
                <a:lnTo>
                  <a:pt x="5372605" y="105"/>
                </a:lnTo>
                <a:lnTo>
                  <a:pt x="5461292" y="238"/>
                </a:lnTo>
                <a:lnTo>
                  <a:pt x="5549989" y="400"/>
                </a:lnTo>
                <a:lnTo>
                  <a:pt x="5638686" y="581"/>
                </a:lnTo>
                <a:lnTo>
                  <a:pt x="5727373" y="848"/>
                </a:lnTo>
                <a:lnTo>
                  <a:pt x="5816070" y="1105"/>
                </a:lnTo>
                <a:lnTo>
                  <a:pt x="5904757" y="1457"/>
                </a:lnTo>
                <a:lnTo>
                  <a:pt x="5993454" y="1819"/>
                </a:lnTo>
                <a:lnTo>
                  <a:pt x="6082141" y="2229"/>
                </a:lnTo>
                <a:lnTo>
                  <a:pt x="6170828" y="2705"/>
                </a:lnTo>
                <a:lnTo>
                  <a:pt x="6259525" y="3181"/>
                </a:lnTo>
                <a:lnTo>
                  <a:pt x="6348212" y="3753"/>
                </a:lnTo>
                <a:lnTo>
                  <a:pt x="6436909" y="4343"/>
                </a:lnTo>
                <a:lnTo>
                  <a:pt x="6525597" y="4982"/>
                </a:lnTo>
                <a:lnTo>
                  <a:pt x="6614293" y="5686"/>
                </a:lnTo>
                <a:lnTo>
                  <a:pt x="6702981" y="6391"/>
                </a:lnTo>
                <a:lnTo>
                  <a:pt x="6791668" y="7210"/>
                </a:lnTo>
                <a:lnTo>
                  <a:pt x="6880365" y="8039"/>
                </a:lnTo>
                <a:lnTo>
                  <a:pt x="6969052" y="8944"/>
                </a:lnTo>
                <a:lnTo>
                  <a:pt x="7057739" y="9896"/>
                </a:lnTo>
                <a:lnTo>
                  <a:pt x="7146427" y="10878"/>
                </a:lnTo>
                <a:lnTo>
                  <a:pt x="7235123" y="11935"/>
                </a:lnTo>
                <a:lnTo>
                  <a:pt x="7323811" y="13049"/>
                </a:lnTo>
                <a:lnTo>
                  <a:pt x="7412498" y="14278"/>
                </a:lnTo>
                <a:lnTo>
                  <a:pt x="7501185" y="15497"/>
                </a:lnTo>
                <a:lnTo>
                  <a:pt x="7589872" y="16802"/>
                </a:lnTo>
                <a:lnTo>
                  <a:pt x="7678560" y="18193"/>
                </a:lnTo>
                <a:lnTo>
                  <a:pt x="7767247" y="19650"/>
                </a:lnTo>
                <a:lnTo>
                  <a:pt x="7855925" y="21184"/>
                </a:lnTo>
                <a:lnTo>
                  <a:pt x="7944612" y="22793"/>
                </a:lnTo>
                <a:lnTo>
                  <a:pt x="8033290" y="24489"/>
                </a:lnTo>
                <a:lnTo>
                  <a:pt x="8121977" y="26279"/>
                </a:lnTo>
                <a:lnTo>
                  <a:pt x="8210655" y="28165"/>
                </a:lnTo>
                <a:lnTo>
                  <a:pt x="8299333" y="30156"/>
                </a:lnTo>
                <a:lnTo>
                  <a:pt x="8388010" y="32252"/>
                </a:lnTo>
                <a:lnTo>
                  <a:pt x="8476688" y="34461"/>
                </a:lnTo>
                <a:lnTo>
                  <a:pt x="8565366" y="36805"/>
                </a:lnTo>
                <a:lnTo>
                  <a:pt x="8654034" y="39281"/>
                </a:lnTo>
                <a:lnTo>
                  <a:pt x="8742712" y="41900"/>
                </a:lnTo>
                <a:lnTo>
                  <a:pt x="8831380" y="44691"/>
                </a:lnTo>
                <a:lnTo>
                  <a:pt x="8920039" y="47692"/>
                </a:lnTo>
                <a:lnTo>
                  <a:pt x="9008697" y="50892"/>
                </a:lnTo>
                <a:lnTo>
                  <a:pt x="9097356" y="54321"/>
                </a:lnTo>
                <a:lnTo>
                  <a:pt x="9186005" y="58036"/>
                </a:lnTo>
                <a:lnTo>
                  <a:pt x="9274645" y="62084"/>
                </a:lnTo>
                <a:lnTo>
                  <a:pt x="9363266" y="66513"/>
                </a:lnTo>
                <a:lnTo>
                  <a:pt x="9451886" y="71438"/>
                </a:lnTo>
                <a:lnTo>
                  <a:pt x="9540478" y="76991"/>
                </a:lnTo>
                <a:lnTo>
                  <a:pt x="9629032" y="83420"/>
                </a:lnTo>
                <a:lnTo>
                  <a:pt x="9717538" y="91135"/>
                </a:lnTo>
                <a:lnTo>
                  <a:pt x="9805902" y="101108"/>
                </a:lnTo>
                <a:lnTo>
                  <a:pt x="9893713" y="117253"/>
                </a:lnTo>
                <a:lnTo>
                  <a:pt x="9958407" y="191062"/>
                </a:lnTo>
                <a:lnTo>
                  <a:pt x="10015452" y="280778"/>
                </a:lnTo>
                <a:lnTo>
                  <a:pt x="10072497" y="370503"/>
                </a:lnTo>
                <a:lnTo>
                  <a:pt x="10129542" y="460219"/>
                </a:lnTo>
                <a:lnTo>
                  <a:pt x="10186597" y="549935"/>
                </a:lnTo>
                <a:lnTo>
                  <a:pt x="10243642" y="639661"/>
                </a:lnTo>
                <a:lnTo>
                  <a:pt x="10300687" y="729377"/>
                </a:lnTo>
                <a:lnTo>
                  <a:pt x="10357733" y="819093"/>
                </a:lnTo>
                <a:lnTo>
                  <a:pt x="10278847" y="861565"/>
                </a:lnTo>
                <a:lnTo>
                  <a:pt x="10191217" y="879519"/>
                </a:lnTo>
                <a:lnTo>
                  <a:pt x="10103082" y="892702"/>
                </a:lnTo>
                <a:lnTo>
                  <a:pt x="10014766" y="903437"/>
                </a:lnTo>
                <a:lnTo>
                  <a:pt x="9926345" y="912628"/>
                </a:lnTo>
                <a:lnTo>
                  <a:pt x="9837868" y="920725"/>
                </a:lnTo>
                <a:lnTo>
                  <a:pt x="9749342" y="927983"/>
                </a:lnTo>
                <a:lnTo>
                  <a:pt x="9660798" y="934574"/>
                </a:lnTo>
                <a:lnTo>
                  <a:pt x="9572225" y="940632"/>
                </a:lnTo>
                <a:lnTo>
                  <a:pt x="9483633" y="946223"/>
                </a:lnTo>
                <a:lnTo>
                  <a:pt x="9395022" y="951424"/>
                </a:lnTo>
                <a:lnTo>
                  <a:pt x="9306411" y="956272"/>
                </a:lnTo>
                <a:lnTo>
                  <a:pt x="9217781" y="960825"/>
                </a:lnTo>
                <a:lnTo>
                  <a:pt x="9129151" y="965111"/>
                </a:lnTo>
                <a:lnTo>
                  <a:pt x="9040511" y="969159"/>
                </a:lnTo>
                <a:lnTo>
                  <a:pt x="8951862" y="972988"/>
                </a:lnTo>
                <a:lnTo>
                  <a:pt x="8863213" y="976617"/>
                </a:lnTo>
                <a:lnTo>
                  <a:pt x="8774563" y="980065"/>
                </a:lnTo>
                <a:lnTo>
                  <a:pt x="8685905" y="983332"/>
                </a:lnTo>
                <a:lnTo>
                  <a:pt x="8597246" y="986447"/>
                </a:lnTo>
                <a:lnTo>
                  <a:pt x="8508578" y="989409"/>
                </a:lnTo>
                <a:lnTo>
                  <a:pt x="8419910" y="992229"/>
                </a:lnTo>
                <a:lnTo>
                  <a:pt x="8331241" y="994924"/>
                </a:lnTo>
                <a:lnTo>
                  <a:pt x="8242573" y="997496"/>
                </a:lnTo>
                <a:lnTo>
                  <a:pt x="8153895" y="999944"/>
                </a:lnTo>
                <a:lnTo>
                  <a:pt x="8065227" y="1002278"/>
                </a:lnTo>
                <a:lnTo>
                  <a:pt x="7976549" y="1004506"/>
                </a:lnTo>
                <a:lnTo>
                  <a:pt x="7887872" y="1006631"/>
                </a:lnTo>
                <a:lnTo>
                  <a:pt x="7799194" y="1008659"/>
                </a:lnTo>
                <a:lnTo>
                  <a:pt x="7710507" y="1010593"/>
                </a:lnTo>
                <a:lnTo>
                  <a:pt x="7621829" y="1012450"/>
                </a:lnTo>
                <a:lnTo>
                  <a:pt x="7533151" y="1014203"/>
                </a:lnTo>
                <a:lnTo>
                  <a:pt x="7444464" y="1015870"/>
                </a:lnTo>
                <a:lnTo>
                  <a:pt x="7355777" y="1017460"/>
                </a:lnTo>
                <a:lnTo>
                  <a:pt x="7267089" y="1018975"/>
                </a:lnTo>
                <a:lnTo>
                  <a:pt x="7178411" y="1020423"/>
                </a:lnTo>
                <a:lnTo>
                  <a:pt x="7089724" y="1021785"/>
                </a:lnTo>
                <a:lnTo>
                  <a:pt x="7001037" y="1023071"/>
                </a:lnTo>
                <a:lnTo>
                  <a:pt x="6912350" y="1024290"/>
                </a:lnTo>
                <a:lnTo>
                  <a:pt x="6823653" y="1025442"/>
                </a:lnTo>
                <a:lnTo>
                  <a:pt x="6734966" y="1026528"/>
                </a:lnTo>
                <a:lnTo>
                  <a:pt x="6646278" y="1027538"/>
                </a:lnTo>
                <a:lnTo>
                  <a:pt x="6557591" y="1028481"/>
                </a:lnTo>
                <a:lnTo>
                  <a:pt x="6468904" y="1029376"/>
                </a:lnTo>
                <a:lnTo>
                  <a:pt x="6380207" y="1030205"/>
                </a:lnTo>
                <a:lnTo>
                  <a:pt x="6291520" y="1030919"/>
                </a:lnTo>
                <a:lnTo>
                  <a:pt x="6202832" y="1031624"/>
                </a:lnTo>
                <a:lnTo>
                  <a:pt x="6114136" y="1032300"/>
                </a:lnTo>
                <a:lnTo>
                  <a:pt x="6025448" y="1032891"/>
                </a:lnTo>
                <a:lnTo>
                  <a:pt x="5936752" y="1033405"/>
                </a:lnTo>
                <a:lnTo>
                  <a:pt x="5848064" y="1033844"/>
                </a:lnTo>
                <a:lnTo>
                  <a:pt x="5759367" y="1034234"/>
                </a:lnTo>
                <a:lnTo>
                  <a:pt x="5670680" y="1034625"/>
                </a:lnTo>
                <a:lnTo>
                  <a:pt x="5581983" y="1034910"/>
                </a:lnTo>
                <a:lnTo>
                  <a:pt x="5493296" y="1035148"/>
                </a:lnTo>
                <a:lnTo>
                  <a:pt x="5404599" y="1035339"/>
                </a:lnTo>
                <a:lnTo>
                  <a:pt x="5315912" y="1035415"/>
                </a:lnTo>
                <a:lnTo>
                  <a:pt x="5227215" y="1035491"/>
                </a:lnTo>
                <a:lnTo>
                  <a:pt x="5138528" y="1035520"/>
                </a:lnTo>
                <a:lnTo>
                  <a:pt x="5049831" y="1035444"/>
                </a:lnTo>
                <a:lnTo>
                  <a:pt x="4961144" y="1035368"/>
                </a:lnTo>
                <a:lnTo>
                  <a:pt x="4872447" y="1035215"/>
                </a:lnTo>
                <a:lnTo>
                  <a:pt x="4783760" y="1035015"/>
                </a:lnTo>
                <a:lnTo>
                  <a:pt x="4695063" y="1034739"/>
                </a:lnTo>
                <a:lnTo>
                  <a:pt x="4606376" y="1034377"/>
                </a:lnTo>
                <a:lnTo>
                  <a:pt x="4517679" y="1033986"/>
                </a:lnTo>
                <a:lnTo>
                  <a:pt x="4428992" y="1033586"/>
                </a:lnTo>
                <a:lnTo>
                  <a:pt x="4340295" y="1033081"/>
                </a:lnTo>
                <a:lnTo>
                  <a:pt x="4251608" y="1032520"/>
                </a:lnTo>
                <a:lnTo>
                  <a:pt x="4162911" y="1031881"/>
                </a:lnTo>
                <a:lnTo>
                  <a:pt x="4074224" y="1031177"/>
                </a:lnTo>
                <a:lnTo>
                  <a:pt x="3985536" y="1030472"/>
                </a:lnTo>
                <a:lnTo>
                  <a:pt x="3896839" y="1029672"/>
                </a:lnTo>
                <a:lnTo>
                  <a:pt x="3808152" y="1028814"/>
                </a:lnTo>
                <a:lnTo>
                  <a:pt x="3719465" y="1027900"/>
                </a:lnTo>
                <a:lnTo>
                  <a:pt x="3630778" y="1026900"/>
                </a:lnTo>
                <a:lnTo>
                  <a:pt x="3542081" y="1025833"/>
                </a:lnTo>
                <a:lnTo>
                  <a:pt x="3453394" y="1024709"/>
                </a:lnTo>
                <a:lnTo>
                  <a:pt x="3364706" y="1023528"/>
                </a:lnTo>
                <a:lnTo>
                  <a:pt x="3276019" y="1022261"/>
                </a:lnTo>
                <a:lnTo>
                  <a:pt x="3187332" y="1020918"/>
                </a:lnTo>
                <a:lnTo>
                  <a:pt x="3098644" y="1019499"/>
                </a:lnTo>
                <a:lnTo>
                  <a:pt x="3009967" y="1018022"/>
                </a:lnTo>
                <a:lnTo>
                  <a:pt x="2921279" y="1016470"/>
                </a:lnTo>
                <a:lnTo>
                  <a:pt x="2832592" y="1014813"/>
                </a:lnTo>
                <a:lnTo>
                  <a:pt x="2743914" y="1013079"/>
                </a:lnTo>
                <a:lnTo>
                  <a:pt x="2655227" y="1011269"/>
                </a:lnTo>
                <a:lnTo>
                  <a:pt x="2566549" y="1009364"/>
                </a:lnTo>
                <a:lnTo>
                  <a:pt x="2477872" y="1007383"/>
                </a:lnTo>
                <a:lnTo>
                  <a:pt x="2389194" y="1005288"/>
                </a:lnTo>
                <a:lnTo>
                  <a:pt x="2300516" y="1003087"/>
                </a:lnTo>
                <a:lnTo>
                  <a:pt x="2211838" y="1000792"/>
                </a:lnTo>
                <a:lnTo>
                  <a:pt x="2123161" y="998382"/>
                </a:lnTo>
                <a:lnTo>
                  <a:pt x="2034492" y="995858"/>
                </a:lnTo>
                <a:lnTo>
                  <a:pt x="1945824" y="993210"/>
                </a:lnTo>
                <a:lnTo>
                  <a:pt x="1857156" y="990448"/>
                </a:lnTo>
                <a:lnTo>
                  <a:pt x="1768488" y="987533"/>
                </a:lnTo>
                <a:lnTo>
                  <a:pt x="1679829" y="984485"/>
                </a:lnTo>
                <a:lnTo>
                  <a:pt x="1591170" y="981275"/>
                </a:lnTo>
                <a:lnTo>
                  <a:pt x="1502512" y="977903"/>
                </a:lnTo>
                <a:lnTo>
                  <a:pt x="1413862" y="974341"/>
                </a:lnTo>
                <a:lnTo>
                  <a:pt x="1325213" y="970588"/>
                </a:lnTo>
                <a:lnTo>
                  <a:pt x="1236574" y="966616"/>
                </a:lnTo>
                <a:lnTo>
                  <a:pt x="1147934" y="962406"/>
                </a:lnTo>
                <a:lnTo>
                  <a:pt x="1059313" y="957948"/>
                </a:lnTo>
                <a:lnTo>
                  <a:pt x="970693" y="953224"/>
                </a:lnTo>
                <a:lnTo>
                  <a:pt x="882082" y="948119"/>
                </a:lnTo>
                <a:lnTo>
                  <a:pt x="793480" y="942699"/>
                </a:lnTo>
                <a:lnTo>
                  <a:pt x="704907" y="936812"/>
                </a:lnTo>
                <a:lnTo>
                  <a:pt x="616344" y="930431"/>
                </a:lnTo>
                <a:lnTo>
                  <a:pt x="527809" y="923430"/>
                </a:lnTo>
                <a:lnTo>
                  <a:pt x="439312" y="915657"/>
                </a:lnTo>
                <a:lnTo>
                  <a:pt x="350863" y="906904"/>
                </a:lnTo>
                <a:lnTo>
                  <a:pt x="262509" y="896779"/>
                </a:lnTo>
                <a:lnTo>
                  <a:pt x="174288" y="884644"/>
                </a:lnTo>
                <a:lnTo>
                  <a:pt x="86411" y="868899"/>
                </a:lnTo>
                <a:lnTo>
                  <a:pt x="0" y="843172"/>
                </a:lnTo>
                <a:lnTo>
                  <a:pt x="12478" y="761743"/>
                </a:lnTo>
                <a:lnTo>
                  <a:pt x="69523" y="672027"/>
                </a:lnTo>
                <a:lnTo>
                  <a:pt x="126568" y="582311"/>
                </a:lnTo>
                <a:lnTo>
                  <a:pt x="183613" y="492585"/>
                </a:lnTo>
                <a:lnTo>
                  <a:pt x="240668" y="402869"/>
                </a:lnTo>
                <a:lnTo>
                  <a:pt x="297713" y="313153"/>
                </a:lnTo>
                <a:lnTo>
                  <a:pt x="354759" y="223437"/>
                </a:lnTo>
                <a:lnTo>
                  <a:pt x="411804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layer-2-front">
            <a:extLst xmlns:a="http://schemas.openxmlformats.org/drawingml/2006/main">
              <a:ext uri="{FF2B5EF4-FFF2-40B4-BE49-F238E27FC236}">
                <a16:creationId xmlns:a16="http://schemas.microsoft.com/office/drawing/2014/main" id="{DA0B9F1B-C1E9-4607-A497-BD50A985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5769102"/>
            <a:ext cx="10379116" cy="318897"/>
          </a:xfrm>
          <a:custGeom xmlns:a="http://schemas.openxmlformats.org/drawingml/2006/main">
            <a:pathLst>
              <a:path w="10379116" h="318897">
                <a:moveTo>
                  <a:pt x="0" y="0"/>
                </a:moveTo>
                <a:lnTo>
                  <a:pt x="76991" y="43472"/>
                </a:lnTo>
                <a:lnTo>
                  <a:pt x="162611" y="62113"/>
                </a:lnTo>
                <a:lnTo>
                  <a:pt x="248783" y="75809"/>
                </a:lnTo>
                <a:lnTo>
                  <a:pt x="335156" y="86963"/>
                </a:lnTo>
                <a:lnTo>
                  <a:pt x="421643" y="96526"/>
                </a:lnTo>
                <a:lnTo>
                  <a:pt x="508206" y="104937"/>
                </a:lnTo>
                <a:lnTo>
                  <a:pt x="594808" y="112490"/>
                </a:lnTo>
                <a:lnTo>
                  <a:pt x="681447" y="119367"/>
                </a:lnTo>
                <a:lnTo>
                  <a:pt x="768106" y="125654"/>
                </a:lnTo>
                <a:lnTo>
                  <a:pt x="854783" y="131483"/>
                </a:lnTo>
                <a:lnTo>
                  <a:pt x="941480" y="136903"/>
                </a:lnTo>
                <a:lnTo>
                  <a:pt x="1028186" y="141970"/>
                </a:lnTo>
                <a:lnTo>
                  <a:pt x="1114901" y="146723"/>
                </a:lnTo>
                <a:lnTo>
                  <a:pt x="1201626" y="151200"/>
                </a:lnTo>
                <a:lnTo>
                  <a:pt x="1288361" y="155419"/>
                </a:lnTo>
                <a:lnTo>
                  <a:pt x="1375105" y="159420"/>
                </a:lnTo>
                <a:lnTo>
                  <a:pt x="1461849" y="163211"/>
                </a:lnTo>
                <a:lnTo>
                  <a:pt x="1548594" y="166811"/>
                </a:lnTo>
                <a:lnTo>
                  <a:pt x="1635347" y="170231"/>
                </a:lnTo>
                <a:lnTo>
                  <a:pt x="1722101" y="173488"/>
                </a:lnTo>
                <a:lnTo>
                  <a:pt x="1808864" y="176603"/>
                </a:lnTo>
                <a:lnTo>
                  <a:pt x="1895627" y="179556"/>
                </a:lnTo>
                <a:lnTo>
                  <a:pt x="1982391" y="182366"/>
                </a:lnTo>
                <a:lnTo>
                  <a:pt x="2069163" y="185061"/>
                </a:lnTo>
                <a:lnTo>
                  <a:pt x="2155927" y="187633"/>
                </a:lnTo>
                <a:lnTo>
                  <a:pt x="2242699" y="190090"/>
                </a:lnTo>
                <a:lnTo>
                  <a:pt x="2329472" y="192443"/>
                </a:lnTo>
                <a:lnTo>
                  <a:pt x="2416254" y="194691"/>
                </a:lnTo>
                <a:lnTo>
                  <a:pt x="2503027" y="196834"/>
                </a:lnTo>
                <a:lnTo>
                  <a:pt x="2589809" y="198872"/>
                </a:lnTo>
                <a:lnTo>
                  <a:pt x="2676582" y="200816"/>
                </a:lnTo>
                <a:lnTo>
                  <a:pt x="2763364" y="202682"/>
                </a:lnTo>
                <a:lnTo>
                  <a:pt x="2850147" y="204473"/>
                </a:lnTo>
                <a:lnTo>
                  <a:pt x="2936929" y="206169"/>
                </a:lnTo>
                <a:lnTo>
                  <a:pt x="3023711" y="207769"/>
                </a:lnTo>
                <a:lnTo>
                  <a:pt x="3110494" y="209302"/>
                </a:lnTo>
                <a:lnTo>
                  <a:pt x="3197285" y="210760"/>
                </a:lnTo>
                <a:lnTo>
                  <a:pt x="3284068" y="212150"/>
                </a:lnTo>
                <a:lnTo>
                  <a:pt x="3370850" y="213455"/>
                </a:lnTo>
                <a:lnTo>
                  <a:pt x="3457642" y="214694"/>
                </a:lnTo>
                <a:lnTo>
                  <a:pt x="3544424" y="215865"/>
                </a:lnTo>
                <a:lnTo>
                  <a:pt x="3631216" y="216980"/>
                </a:lnTo>
                <a:lnTo>
                  <a:pt x="3718008" y="217999"/>
                </a:lnTo>
                <a:lnTo>
                  <a:pt x="3804790" y="218970"/>
                </a:lnTo>
                <a:lnTo>
                  <a:pt x="3891582" y="219875"/>
                </a:lnTo>
                <a:lnTo>
                  <a:pt x="3978373" y="220732"/>
                </a:lnTo>
                <a:lnTo>
                  <a:pt x="4065165" y="221504"/>
                </a:lnTo>
                <a:lnTo>
                  <a:pt x="4151948" y="222218"/>
                </a:lnTo>
                <a:lnTo>
                  <a:pt x="4238739" y="222885"/>
                </a:lnTo>
                <a:lnTo>
                  <a:pt x="4325531" y="223485"/>
                </a:lnTo>
                <a:lnTo>
                  <a:pt x="4412323" y="224018"/>
                </a:lnTo>
                <a:lnTo>
                  <a:pt x="4499115" y="224504"/>
                </a:lnTo>
                <a:lnTo>
                  <a:pt x="4585907" y="224942"/>
                </a:lnTo>
                <a:lnTo>
                  <a:pt x="4672698" y="225295"/>
                </a:lnTo>
                <a:lnTo>
                  <a:pt x="4759490" y="225600"/>
                </a:lnTo>
                <a:lnTo>
                  <a:pt x="4846282" y="225866"/>
                </a:lnTo>
                <a:lnTo>
                  <a:pt x="4933074" y="226057"/>
                </a:lnTo>
                <a:lnTo>
                  <a:pt x="5019866" y="226190"/>
                </a:lnTo>
                <a:lnTo>
                  <a:pt x="5106657" y="226276"/>
                </a:lnTo>
                <a:lnTo>
                  <a:pt x="5193449" y="226314"/>
                </a:lnTo>
                <a:lnTo>
                  <a:pt x="5280241" y="226276"/>
                </a:lnTo>
                <a:lnTo>
                  <a:pt x="5367033" y="226181"/>
                </a:lnTo>
                <a:lnTo>
                  <a:pt x="5453825" y="226047"/>
                </a:lnTo>
                <a:lnTo>
                  <a:pt x="5540616" y="225847"/>
                </a:lnTo>
                <a:lnTo>
                  <a:pt x="5627408" y="225590"/>
                </a:lnTo>
                <a:lnTo>
                  <a:pt x="5714200" y="225276"/>
                </a:lnTo>
                <a:lnTo>
                  <a:pt x="5800992" y="224923"/>
                </a:lnTo>
                <a:lnTo>
                  <a:pt x="5887784" y="224485"/>
                </a:lnTo>
                <a:lnTo>
                  <a:pt x="5974566" y="223990"/>
                </a:lnTo>
                <a:lnTo>
                  <a:pt x="6061358" y="223457"/>
                </a:lnTo>
                <a:lnTo>
                  <a:pt x="6148149" y="222856"/>
                </a:lnTo>
                <a:lnTo>
                  <a:pt x="6234941" y="222180"/>
                </a:lnTo>
                <a:lnTo>
                  <a:pt x="6321733" y="221456"/>
                </a:lnTo>
                <a:lnTo>
                  <a:pt x="6408525" y="220685"/>
                </a:lnTo>
                <a:lnTo>
                  <a:pt x="6495307" y="219837"/>
                </a:lnTo>
                <a:lnTo>
                  <a:pt x="6582099" y="218923"/>
                </a:lnTo>
                <a:lnTo>
                  <a:pt x="6668891" y="217942"/>
                </a:lnTo>
                <a:lnTo>
                  <a:pt x="6755673" y="216913"/>
                </a:lnTo>
                <a:lnTo>
                  <a:pt x="6842465" y="215808"/>
                </a:lnTo>
                <a:lnTo>
                  <a:pt x="6929257" y="214627"/>
                </a:lnTo>
                <a:lnTo>
                  <a:pt x="7016039" y="213379"/>
                </a:lnTo>
                <a:lnTo>
                  <a:pt x="7102831" y="212084"/>
                </a:lnTo>
                <a:lnTo>
                  <a:pt x="7189613" y="210683"/>
                </a:lnTo>
                <a:lnTo>
                  <a:pt x="7276395" y="209217"/>
                </a:lnTo>
                <a:lnTo>
                  <a:pt x="7363177" y="207683"/>
                </a:lnTo>
                <a:lnTo>
                  <a:pt x="7449960" y="206073"/>
                </a:lnTo>
                <a:lnTo>
                  <a:pt x="7536742" y="204378"/>
                </a:lnTo>
                <a:lnTo>
                  <a:pt x="7623524" y="202587"/>
                </a:lnTo>
                <a:lnTo>
                  <a:pt x="7710307" y="200720"/>
                </a:lnTo>
                <a:lnTo>
                  <a:pt x="7797089" y="198758"/>
                </a:lnTo>
                <a:lnTo>
                  <a:pt x="7883862" y="196720"/>
                </a:lnTo>
                <a:lnTo>
                  <a:pt x="7970644" y="194577"/>
                </a:lnTo>
                <a:lnTo>
                  <a:pt x="8057417" y="192319"/>
                </a:lnTo>
                <a:lnTo>
                  <a:pt x="8144189" y="189957"/>
                </a:lnTo>
                <a:lnTo>
                  <a:pt x="8230962" y="187500"/>
                </a:lnTo>
                <a:lnTo>
                  <a:pt x="8317735" y="184918"/>
                </a:lnTo>
                <a:lnTo>
                  <a:pt x="8404498" y="182223"/>
                </a:lnTo>
                <a:lnTo>
                  <a:pt x="8491261" y="179394"/>
                </a:lnTo>
                <a:lnTo>
                  <a:pt x="8578025" y="176432"/>
                </a:lnTo>
                <a:lnTo>
                  <a:pt x="8664788" y="173326"/>
                </a:lnTo>
                <a:lnTo>
                  <a:pt x="8751541" y="170059"/>
                </a:lnTo>
                <a:lnTo>
                  <a:pt x="8838295" y="166621"/>
                </a:lnTo>
                <a:lnTo>
                  <a:pt x="8925049" y="163011"/>
                </a:lnTo>
                <a:lnTo>
                  <a:pt x="9011793" y="159210"/>
                </a:lnTo>
                <a:lnTo>
                  <a:pt x="9098528" y="155200"/>
                </a:lnTo>
                <a:lnTo>
                  <a:pt x="9185262" y="150971"/>
                </a:lnTo>
                <a:lnTo>
                  <a:pt x="9271987" y="146485"/>
                </a:lnTo>
                <a:lnTo>
                  <a:pt x="9358703" y="141703"/>
                </a:lnTo>
                <a:lnTo>
                  <a:pt x="9445409" y="136627"/>
                </a:lnTo>
                <a:lnTo>
                  <a:pt x="9532106" y="131188"/>
                </a:lnTo>
                <a:lnTo>
                  <a:pt x="9618783" y="125330"/>
                </a:lnTo>
                <a:lnTo>
                  <a:pt x="9705442" y="119005"/>
                </a:lnTo>
                <a:lnTo>
                  <a:pt x="9792081" y="112109"/>
                </a:lnTo>
                <a:lnTo>
                  <a:pt x="9878682" y="104518"/>
                </a:lnTo>
                <a:lnTo>
                  <a:pt x="9965236" y="96050"/>
                </a:lnTo>
                <a:lnTo>
                  <a:pt x="10051713" y="86411"/>
                </a:lnTo>
                <a:lnTo>
                  <a:pt x="10138086" y="75152"/>
                </a:lnTo>
                <a:lnTo>
                  <a:pt x="10224240" y="61274"/>
                </a:lnTo>
                <a:lnTo>
                  <a:pt x="10309803" y="42215"/>
                </a:lnTo>
                <a:lnTo>
                  <a:pt x="10379116" y="4524"/>
                </a:lnTo>
                <a:lnTo>
                  <a:pt x="10300583" y="51159"/>
                </a:lnTo>
                <a:lnTo>
                  <a:pt x="10216096" y="77286"/>
                </a:lnTo>
                <a:lnTo>
                  <a:pt x="10130609" y="96984"/>
                </a:lnTo>
                <a:lnTo>
                  <a:pt x="10044684" y="113214"/>
                </a:lnTo>
                <a:lnTo>
                  <a:pt x="9958540" y="127178"/>
                </a:lnTo>
                <a:lnTo>
                  <a:pt x="9872253" y="139522"/>
                </a:lnTo>
                <a:lnTo>
                  <a:pt x="9785871" y="150609"/>
                </a:lnTo>
                <a:lnTo>
                  <a:pt x="9699422" y="160706"/>
                </a:lnTo>
                <a:lnTo>
                  <a:pt x="9612916" y="169983"/>
                </a:lnTo>
                <a:lnTo>
                  <a:pt x="9526362" y="178575"/>
                </a:lnTo>
                <a:lnTo>
                  <a:pt x="9439780" y="186566"/>
                </a:lnTo>
                <a:lnTo>
                  <a:pt x="9353179" y="194062"/>
                </a:lnTo>
                <a:lnTo>
                  <a:pt x="9266549" y="201082"/>
                </a:lnTo>
                <a:lnTo>
                  <a:pt x="9179900" y="207693"/>
                </a:lnTo>
                <a:lnTo>
                  <a:pt x="9093241" y="213932"/>
                </a:lnTo>
                <a:lnTo>
                  <a:pt x="9006564" y="219847"/>
                </a:lnTo>
                <a:lnTo>
                  <a:pt x="8919877" y="225457"/>
                </a:lnTo>
                <a:lnTo>
                  <a:pt x="8833171" y="230772"/>
                </a:lnTo>
                <a:lnTo>
                  <a:pt x="8746465" y="235839"/>
                </a:lnTo>
                <a:lnTo>
                  <a:pt x="8659749" y="240640"/>
                </a:lnTo>
                <a:lnTo>
                  <a:pt x="8573033" y="245231"/>
                </a:lnTo>
                <a:lnTo>
                  <a:pt x="8486299" y="249622"/>
                </a:lnTo>
                <a:lnTo>
                  <a:pt x="8399564" y="253803"/>
                </a:lnTo>
                <a:lnTo>
                  <a:pt x="8312829" y="257804"/>
                </a:lnTo>
                <a:lnTo>
                  <a:pt x="8226085" y="261604"/>
                </a:lnTo>
                <a:lnTo>
                  <a:pt x="8139332" y="265233"/>
                </a:lnTo>
                <a:lnTo>
                  <a:pt x="8052587" y="268700"/>
                </a:lnTo>
                <a:lnTo>
                  <a:pt x="7965824" y="272024"/>
                </a:lnTo>
                <a:lnTo>
                  <a:pt x="7879070" y="275196"/>
                </a:lnTo>
                <a:lnTo>
                  <a:pt x="7792307" y="278235"/>
                </a:lnTo>
                <a:lnTo>
                  <a:pt x="7705544" y="281140"/>
                </a:lnTo>
                <a:lnTo>
                  <a:pt x="7618781" y="283893"/>
                </a:lnTo>
                <a:lnTo>
                  <a:pt x="7532008" y="286512"/>
                </a:lnTo>
                <a:lnTo>
                  <a:pt x="7445235" y="289017"/>
                </a:lnTo>
                <a:lnTo>
                  <a:pt x="7358463" y="291417"/>
                </a:lnTo>
                <a:lnTo>
                  <a:pt x="7271690" y="293703"/>
                </a:lnTo>
                <a:lnTo>
                  <a:pt x="7184917" y="295847"/>
                </a:lnTo>
                <a:lnTo>
                  <a:pt x="7098135" y="297894"/>
                </a:lnTo>
                <a:lnTo>
                  <a:pt x="7011353" y="299837"/>
                </a:lnTo>
                <a:lnTo>
                  <a:pt x="6924580" y="301676"/>
                </a:lnTo>
                <a:lnTo>
                  <a:pt x="6837797" y="303419"/>
                </a:lnTo>
                <a:lnTo>
                  <a:pt x="6751015" y="305038"/>
                </a:lnTo>
                <a:lnTo>
                  <a:pt x="6664223" y="306572"/>
                </a:lnTo>
                <a:lnTo>
                  <a:pt x="6577441" y="308019"/>
                </a:lnTo>
                <a:lnTo>
                  <a:pt x="6490659" y="309372"/>
                </a:lnTo>
                <a:lnTo>
                  <a:pt x="6403867" y="310610"/>
                </a:lnTo>
                <a:lnTo>
                  <a:pt x="6317085" y="311763"/>
                </a:lnTo>
                <a:lnTo>
                  <a:pt x="6230293" y="312839"/>
                </a:lnTo>
                <a:lnTo>
                  <a:pt x="6143501" y="313820"/>
                </a:lnTo>
                <a:lnTo>
                  <a:pt x="6056719" y="314696"/>
                </a:lnTo>
                <a:lnTo>
                  <a:pt x="5969927" y="315497"/>
                </a:lnTo>
                <a:lnTo>
                  <a:pt x="5883135" y="316220"/>
                </a:lnTo>
                <a:lnTo>
                  <a:pt x="5796344" y="316859"/>
                </a:lnTo>
                <a:lnTo>
                  <a:pt x="5709552" y="317383"/>
                </a:lnTo>
                <a:lnTo>
                  <a:pt x="5622760" y="317849"/>
                </a:lnTo>
                <a:lnTo>
                  <a:pt x="5535968" y="318230"/>
                </a:lnTo>
                <a:lnTo>
                  <a:pt x="5449176" y="318516"/>
                </a:lnTo>
                <a:lnTo>
                  <a:pt x="5362385" y="318716"/>
                </a:lnTo>
                <a:lnTo>
                  <a:pt x="5275593" y="318840"/>
                </a:lnTo>
                <a:lnTo>
                  <a:pt x="5188801" y="318897"/>
                </a:lnTo>
                <a:lnTo>
                  <a:pt x="5102009" y="318840"/>
                </a:lnTo>
                <a:lnTo>
                  <a:pt x="5015227" y="318707"/>
                </a:lnTo>
                <a:lnTo>
                  <a:pt x="4928426" y="318506"/>
                </a:lnTo>
                <a:lnTo>
                  <a:pt x="4841634" y="318221"/>
                </a:lnTo>
                <a:lnTo>
                  <a:pt x="4754851" y="317821"/>
                </a:lnTo>
                <a:lnTo>
                  <a:pt x="4668060" y="317363"/>
                </a:lnTo>
                <a:lnTo>
                  <a:pt x="4581268" y="316821"/>
                </a:lnTo>
                <a:lnTo>
                  <a:pt x="4494476" y="316192"/>
                </a:lnTo>
                <a:lnTo>
                  <a:pt x="4407684" y="315458"/>
                </a:lnTo>
                <a:lnTo>
                  <a:pt x="4320892" y="314649"/>
                </a:lnTo>
                <a:lnTo>
                  <a:pt x="4234101" y="313773"/>
                </a:lnTo>
                <a:lnTo>
                  <a:pt x="4147318" y="312782"/>
                </a:lnTo>
                <a:lnTo>
                  <a:pt x="4060527" y="311706"/>
                </a:lnTo>
                <a:lnTo>
                  <a:pt x="3973744" y="310544"/>
                </a:lnTo>
                <a:lnTo>
                  <a:pt x="3886952" y="309296"/>
                </a:lnTo>
                <a:lnTo>
                  <a:pt x="3800170" y="307943"/>
                </a:lnTo>
                <a:lnTo>
                  <a:pt x="3713378" y="306495"/>
                </a:lnTo>
                <a:lnTo>
                  <a:pt x="3626596" y="304952"/>
                </a:lnTo>
                <a:lnTo>
                  <a:pt x="3539814" y="303324"/>
                </a:lnTo>
                <a:lnTo>
                  <a:pt x="3453032" y="301590"/>
                </a:lnTo>
                <a:lnTo>
                  <a:pt x="3366259" y="299733"/>
                </a:lnTo>
                <a:lnTo>
                  <a:pt x="3279477" y="297780"/>
                </a:lnTo>
                <a:lnTo>
                  <a:pt x="3192694" y="295732"/>
                </a:lnTo>
                <a:lnTo>
                  <a:pt x="3105922" y="293580"/>
                </a:lnTo>
                <a:lnTo>
                  <a:pt x="3019149" y="291294"/>
                </a:lnTo>
                <a:lnTo>
                  <a:pt x="2932376" y="288893"/>
                </a:lnTo>
                <a:lnTo>
                  <a:pt x="2845603" y="286379"/>
                </a:lnTo>
                <a:lnTo>
                  <a:pt x="2758831" y="283740"/>
                </a:lnTo>
                <a:lnTo>
                  <a:pt x="2672067" y="280988"/>
                </a:lnTo>
                <a:lnTo>
                  <a:pt x="2585304" y="278082"/>
                </a:lnTo>
                <a:lnTo>
                  <a:pt x="2498541" y="275034"/>
                </a:lnTo>
                <a:lnTo>
                  <a:pt x="2411787" y="271853"/>
                </a:lnTo>
                <a:lnTo>
                  <a:pt x="2325033" y="268519"/>
                </a:lnTo>
                <a:lnTo>
                  <a:pt x="2238280" y="265043"/>
                </a:lnTo>
                <a:lnTo>
                  <a:pt x="2151526" y="261395"/>
                </a:lnTo>
                <a:lnTo>
                  <a:pt x="2064782" y="257585"/>
                </a:lnTo>
                <a:lnTo>
                  <a:pt x="1978047" y="253594"/>
                </a:lnTo>
                <a:lnTo>
                  <a:pt x="1891313" y="249393"/>
                </a:lnTo>
                <a:lnTo>
                  <a:pt x="1804587" y="244993"/>
                </a:lnTo>
                <a:lnTo>
                  <a:pt x="1717862" y="240392"/>
                </a:lnTo>
                <a:lnTo>
                  <a:pt x="1631147" y="235572"/>
                </a:lnTo>
                <a:lnTo>
                  <a:pt x="1544441" y="230495"/>
                </a:lnTo>
                <a:lnTo>
                  <a:pt x="1457744" y="225161"/>
                </a:lnTo>
                <a:lnTo>
                  <a:pt x="1371057" y="219542"/>
                </a:lnTo>
                <a:lnTo>
                  <a:pt x="1284380" y="213608"/>
                </a:lnTo>
                <a:lnTo>
                  <a:pt x="1197721" y="207350"/>
                </a:lnTo>
                <a:lnTo>
                  <a:pt x="1111072" y="200720"/>
                </a:lnTo>
                <a:lnTo>
                  <a:pt x="1024442" y="193662"/>
                </a:lnTo>
                <a:lnTo>
                  <a:pt x="937841" y="186157"/>
                </a:lnTo>
                <a:lnTo>
                  <a:pt x="851259" y="178137"/>
                </a:lnTo>
                <a:lnTo>
                  <a:pt x="764715" y="169497"/>
                </a:lnTo>
                <a:lnTo>
                  <a:pt x="678209" y="160182"/>
                </a:lnTo>
                <a:lnTo>
                  <a:pt x="591760" y="150038"/>
                </a:lnTo>
                <a:lnTo>
                  <a:pt x="505377" y="138884"/>
                </a:lnTo>
                <a:lnTo>
                  <a:pt x="419100" y="126473"/>
                </a:lnTo>
                <a:lnTo>
                  <a:pt x="332965" y="112414"/>
                </a:lnTo>
                <a:lnTo>
                  <a:pt x="247059" y="96041"/>
                </a:lnTo>
                <a:lnTo>
                  <a:pt x="161601" y="76086"/>
                </a:lnTo>
                <a:lnTo>
                  <a:pt x="77210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layer-2-cap">
            <a:extLst xmlns:a="http://schemas.openxmlformats.org/drawingml/2006/main">
              <a:ext uri="{FF2B5EF4-FFF2-40B4-BE49-F238E27FC236}">
                <a16:creationId xmlns:a16="http://schemas.microsoft.com/office/drawing/2014/main" id="{02830C56-0AD0-45A4-8A9A-CF81AB0E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930" y="4836414"/>
            <a:ext cx="9510141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5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layer-2-cap-highlight">
            <a:extLst xmlns:a="http://schemas.openxmlformats.org/drawingml/2006/main">
              <a:ext uri="{FF2B5EF4-FFF2-40B4-BE49-F238E27FC236}">
                <a16:creationId xmlns:a16="http://schemas.microsoft.com/office/drawing/2014/main" id="{AB4A518D-BD27-4EEA-8E35-36AF397E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3162" y="4884420"/>
            <a:ext cx="8843972" cy="144018"/>
          </a:xfrm>
          <a:custGeom xmlns:a="http://schemas.openxmlformats.org/drawingml/2006/main">
            <a:pathLst>
              <a:path w="8843972" h="144018">
                <a:moveTo>
                  <a:pt x="0" y="144018"/>
                </a:moveTo>
                <a:lnTo>
                  <a:pt x="73485" y="135960"/>
                </a:lnTo>
                <a:lnTo>
                  <a:pt x="147009" y="128559"/>
                </a:lnTo>
                <a:lnTo>
                  <a:pt x="220561" y="121720"/>
                </a:lnTo>
                <a:lnTo>
                  <a:pt x="294142" y="115357"/>
                </a:lnTo>
                <a:lnTo>
                  <a:pt x="367741" y="109385"/>
                </a:lnTo>
                <a:lnTo>
                  <a:pt x="441360" y="103784"/>
                </a:lnTo>
                <a:lnTo>
                  <a:pt x="514988" y="98489"/>
                </a:lnTo>
                <a:lnTo>
                  <a:pt x="588626" y="93507"/>
                </a:lnTo>
                <a:lnTo>
                  <a:pt x="662273" y="88763"/>
                </a:lnTo>
                <a:lnTo>
                  <a:pt x="735930" y="84258"/>
                </a:lnTo>
                <a:lnTo>
                  <a:pt x="809606" y="79991"/>
                </a:lnTo>
                <a:lnTo>
                  <a:pt x="883272" y="75905"/>
                </a:lnTo>
                <a:lnTo>
                  <a:pt x="956948" y="72009"/>
                </a:lnTo>
                <a:lnTo>
                  <a:pt x="1030634" y="68285"/>
                </a:lnTo>
                <a:lnTo>
                  <a:pt x="1104329" y="64732"/>
                </a:lnTo>
                <a:lnTo>
                  <a:pt x="1178014" y="61331"/>
                </a:lnTo>
                <a:lnTo>
                  <a:pt x="1251709" y="58074"/>
                </a:lnTo>
                <a:lnTo>
                  <a:pt x="1325413" y="54940"/>
                </a:lnTo>
                <a:lnTo>
                  <a:pt x="1399118" y="51949"/>
                </a:lnTo>
                <a:lnTo>
                  <a:pt x="1472822" y="49073"/>
                </a:lnTo>
                <a:lnTo>
                  <a:pt x="1546527" y="46311"/>
                </a:lnTo>
                <a:lnTo>
                  <a:pt x="1620241" y="43663"/>
                </a:lnTo>
                <a:lnTo>
                  <a:pt x="1693945" y="41129"/>
                </a:lnTo>
                <a:lnTo>
                  <a:pt x="1767669" y="38691"/>
                </a:lnTo>
                <a:lnTo>
                  <a:pt x="1841383" y="36347"/>
                </a:lnTo>
                <a:lnTo>
                  <a:pt x="1915097" y="34138"/>
                </a:lnTo>
                <a:lnTo>
                  <a:pt x="1988820" y="31956"/>
                </a:lnTo>
                <a:lnTo>
                  <a:pt x="2062534" y="29918"/>
                </a:lnTo>
                <a:lnTo>
                  <a:pt x="2136257" y="27918"/>
                </a:lnTo>
                <a:lnTo>
                  <a:pt x="2209981" y="26041"/>
                </a:lnTo>
                <a:lnTo>
                  <a:pt x="2283704" y="24203"/>
                </a:lnTo>
                <a:lnTo>
                  <a:pt x="2357438" y="22460"/>
                </a:lnTo>
                <a:lnTo>
                  <a:pt x="2431161" y="20793"/>
                </a:lnTo>
                <a:lnTo>
                  <a:pt x="2504885" y="19231"/>
                </a:lnTo>
                <a:lnTo>
                  <a:pt x="2578618" y="17707"/>
                </a:lnTo>
                <a:lnTo>
                  <a:pt x="2652351" y="16269"/>
                </a:lnTo>
                <a:lnTo>
                  <a:pt x="2726074" y="14897"/>
                </a:lnTo>
                <a:lnTo>
                  <a:pt x="2799807" y="13573"/>
                </a:lnTo>
                <a:lnTo>
                  <a:pt x="2873540" y="12344"/>
                </a:lnTo>
                <a:lnTo>
                  <a:pt x="2947273" y="11144"/>
                </a:lnTo>
                <a:lnTo>
                  <a:pt x="3021006" y="10058"/>
                </a:lnTo>
                <a:lnTo>
                  <a:pt x="3094739" y="8973"/>
                </a:lnTo>
                <a:lnTo>
                  <a:pt x="3168472" y="8020"/>
                </a:lnTo>
                <a:lnTo>
                  <a:pt x="3242205" y="7068"/>
                </a:lnTo>
                <a:lnTo>
                  <a:pt x="3315938" y="6220"/>
                </a:lnTo>
                <a:lnTo>
                  <a:pt x="3389671" y="5401"/>
                </a:lnTo>
                <a:lnTo>
                  <a:pt x="3463404" y="4658"/>
                </a:lnTo>
                <a:lnTo>
                  <a:pt x="3537147" y="3972"/>
                </a:lnTo>
                <a:lnTo>
                  <a:pt x="3610880" y="3324"/>
                </a:lnTo>
                <a:lnTo>
                  <a:pt x="3684613" y="2762"/>
                </a:lnTo>
                <a:lnTo>
                  <a:pt x="3758355" y="2210"/>
                </a:lnTo>
                <a:lnTo>
                  <a:pt x="3832088" y="1781"/>
                </a:lnTo>
                <a:lnTo>
                  <a:pt x="3905822" y="1343"/>
                </a:lnTo>
                <a:lnTo>
                  <a:pt x="3979564" y="1010"/>
                </a:lnTo>
                <a:lnTo>
                  <a:pt x="4053297" y="705"/>
                </a:lnTo>
                <a:lnTo>
                  <a:pt x="4127040" y="457"/>
                </a:lnTo>
                <a:lnTo>
                  <a:pt x="4200773" y="276"/>
                </a:lnTo>
                <a:lnTo>
                  <a:pt x="4274506" y="124"/>
                </a:lnTo>
                <a:lnTo>
                  <a:pt x="4348248" y="57"/>
                </a:lnTo>
                <a:lnTo>
                  <a:pt x="4421981" y="0"/>
                </a:lnTo>
                <a:lnTo>
                  <a:pt x="4495724" y="57"/>
                </a:lnTo>
                <a:lnTo>
                  <a:pt x="4569457" y="124"/>
                </a:lnTo>
                <a:lnTo>
                  <a:pt x="4643199" y="267"/>
                </a:lnTo>
                <a:lnTo>
                  <a:pt x="4716932" y="457"/>
                </a:lnTo>
                <a:lnTo>
                  <a:pt x="4790675" y="695"/>
                </a:lnTo>
                <a:lnTo>
                  <a:pt x="4864408" y="1000"/>
                </a:lnTo>
                <a:lnTo>
                  <a:pt x="4938141" y="1334"/>
                </a:lnTo>
                <a:lnTo>
                  <a:pt x="5011884" y="1772"/>
                </a:lnTo>
                <a:lnTo>
                  <a:pt x="5085617" y="2200"/>
                </a:lnTo>
                <a:lnTo>
                  <a:pt x="5159350" y="2753"/>
                </a:lnTo>
                <a:lnTo>
                  <a:pt x="5233092" y="3315"/>
                </a:lnTo>
                <a:lnTo>
                  <a:pt x="5306825" y="3953"/>
                </a:lnTo>
                <a:lnTo>
                  <a:pt x="5380558" y="4639"/>
                </a:lnTo>
                <a:lnTo>
                  <a:pt x="5454301" y="5382"/>
                </a:lnTo>
                <a:lnTo>
                  <a:pt x="5528034" y="6201"/>
                </a:lnTo>
                <a:lnTo>
                  <a:pt x="5601767" y="7049"/>
                </a:lnTo>
                <a:lnTo>
                  <a:pt x="5675500" y="8001"/>
                </a:lnTo>
                <a:lnTo>
                  <a:pt x="5749233" y="8954"/>
                </a:lnTo>
                <a:lnTo>
                  <a:pt x="5822966" y="10030"/>
                </a:lnTo>
                <a:lnTo>
                  <a:pt x="5896699" y="11125"/>
                </a:lnTo>
                <a:lnTo>
                  <a:pt x="5970432" y="12287"/>
                </a:lnTo>
                <a:lnTo>
                  <a:pt x="6044165" y="13535"/>
                </a:lnTo>
                <a:lnTo>
                  <a:pt x="6117888" y="14859"/>
                </a:lnTo>
                <a:lnTo>
                  <a:pt x="6191621" y="16240"/>
                </a:lnTo>
                <a:lnTo>
                  <a:pt x="6265355" y="17678"/>
                </a:lnTo>
                <a:lnTo>
                  <a:pt x="6339078" y="19202"/>
                </a:lnTo>
                <a:lnTo>
                  <a:pt x="6412811" y="20774"/>
                </a:lnTo>
                <a:lnTo>
                  <a:pt x="6486535" y="22450"/>
                </a:lnTo>
                <a:lnTo>
                  <a:pt x="6560258" y="24155"/>
                </a:lnTo>
                <a:lnTo>
                  <a:pt x="6633982" y="25965"/>
                </a:lnTo>
                <a:lnTo>
                  <a:pt x="6707705" y="27870"/>
                </a:lnTo>
                <a:lnTo>
                  <a:pt x="6781429" y="29870"/>
                </a:lnTo>
                <a:lnTo>
                  <a:pt x="6855152" y="31909"/>
                </a:lnTo>
                <a:lnTo>
                  <a:pt x="6928876" y="34090"/>
                </a:lnTo>
                <a:lnTo>
                  <a:pt x="7002589" y="36290"/>
                </a:lnTo>
                <a:lnTo>
                  <a:pt x="7076303" y="38633"/>
                </a:lnTo>
                <a:lnTo>
                  <a:pt x="7150017" y="41062"/>
                </a:lnTo>
                <a:lnTo>
                  <a:pt x="7223731" y="43605"/>
                </a:lnTo>
                <a:lnTo>
                  <a:pt x="7297445" y="46253"/>
                </a:lnTo>
                <a:lnTo>
                  <a:pt x="7371150" y="49006"/>
                </a:lnTo>
                <a:lnTo>
                  <a:pt x="7444854" y="51883"/>
                </a:lnTo>
                <a:lnTo>
                  <a:pt x="7518559" y="54874"/>
                </a:lnTo>
                <a:lnTo>
                  <a:pt x="7592263" y="57998"/>
                </a:lnTo>
                <a:lnTo>
                  <a:pt x="7665958" y="61255"/>
                </a:lnTo>
                <a:lnTo>
                  <a:pt x="7739644" y="64646"/>
                </a:lnTo>
                <a:lnTo>
                  <a:pt x="7813338" y="68199"/>
                </a:lnTo>
                <a:lnTo>
                  <a:pt x="7887014" y="71923"/>
                </a:lnTo>
                <a:lnTo>
                  <a:pt x="7960700" y="75819"/>
                </a:lnTo>
                <a:lnTo>
                  <a:pt x="8034366" y="79896"/>
                </a:lnTo>
                <a:lnTo>
                  <a:pt x="8108032" y="84153"/>
                </a:lnTo>
                <a:lnTo>
                  <a:pt x="8181699" y="88659"/>
                </a:lnTo>
                <a:lnTo>
                  <a:pt x="8255346" y="93393"/>
                </a:lnTo>
                <a:lnTo>
                  <a:pt x="8328984" y="98374"/>
                </a:lnTo>
                <a:lnTo>
                  <a:pt x="8402612" y="103661"/>
                </a:lnTo>
                <a:lnTo>
                  <a:pt x="8476231" y="109252"/>
                </a:lnTo>
                <a:lnTo>
                  <a:pt x="8549831" y="115205"/>
                </a:lnTo>
                <a:lnTo>
                  <a:pt x="8623411" y="121558"/>
                </a:lnTo>
                <a:lnTo>
                  <a:pt x="8696963" y="128397"/>
                </a:lnTo>
                <a:lnTo>
                  <a:pt x="8770487" y="135779"/>
                </a:lnTo>
                <a:lnTo>
                  <a:pt x="8843972" y="143828"/>
                </a:lnTo>
                <a:lnTo>
                  <a:pt x="8773706" y="140303"/>
                </a:lnTo>
                <a:lnTo>
                  <a:pt x="8700011" y="136760"/>
                </a:lnTo>
                <a:lnTo>
                  <a:pt x="8626316" y="133445"/>
                </a:lnTo>
                <a:lnTo>
                  <a:pt x="8552621" y="130350"/>
                </a:lnTo>
                <a:lnTo>
                  <a:pt x="8478917" y="127425"/>
                </a:lnTo>
                <a:lnTo>
                  <a:pt x="8405203" y="124663"/>
                </a:lnTo>
                <a:lnTo>
                  <a:pt x="8331498" y="122072"/>
                </a:lnTo>
                <a:lnTo>
                  <a:pt x="8257784" y="119567"/>
                </a:lnTo>
                <a:lnTo>
                  <a:pt x="8184071" y="117234"/>
                </a:lnTo>
                <a:lnTo>
                  <a:pt x="8110347" y="114986"/>
                </a:lnTo>
                <a:lnTo>
                  <a:pt x="8036633" y="112824"/>
                </a:lnTo>
                <a:lnTo>
                  <a:pt x="7962910" y="110795"/>
                </a:lnTo>
                <a:lnTo>
                  <a:pt x="7889186" y="108814"/>
                </a:lnTo>
                <a:lnTo>
                  <a:pt x="7815463" y="106947"/>
                </a:lnTo>
                <a:lnTo>
                  <a:pt x="7741739" y="105146"/>
                </a:lnTo>
                <a:lnTo>
                  <a:pt x="7668016" y="103413"/>
                </a:lnTo>
                <a:lnTo>
                  <a:pt x="7594283" y="101775"/>
                </a:lnTo>
                <a:lnTo>
                  <a:pt x="7520559" y="100165"/>
                </a:lnTo>
                <a:lnTo>
                  <a:pt x="7446826" y="98669"/>
                </a:lnTo>
                <a:lnTo>
                  <a:pt x="7373102" y="97184"/>
                </a:lnTo>
                <a:lnTo>
                  <a:pt x="7299369" y="95793"/>
                </a:lnTo>
                <a:lnTo>
                  <a:pt x="7225636" y="94440"/>
                </a:lnTo>
                <a:lnTo>
                  <a:pt x="7151913" y="93145"/>
                </a:lnTo>
                <a:lnTo>
                  <a:pt x="7078180" y="91897"/>
                </a:lnTo>
                <a:lnTo>
                  <a:pt x="7004447" y="90707"/>
                </a:lnTo>
                <a:lnTo>
                  <a:pt x="6930714" y="89554"/>
                </a:lnTo>
                <a:lnTo>
                  <a:pt x="6856981" y="88459"/>
                </a:lnTo>
                <a:lnTo>
                  <a:pt x="6783248" y="87392"/>
                </a:lnTo>
                <a:lnTo>
                  <a:pt x="6709515" y="86382"/>
                </a:lnTo>
                <a:lnTo>
                  <a:pt x="6635782" y="85411"/>
                </a:lnTo>
                <a:lnTo>
                  <a:pt x="6562049" y="84477"/>
                </a:lnTo>
                <a:lnTo>
                  <a:pt x="6488316" y="83582"/>
                </a:lnTo>
                <a:lnTo>
                  <a:pt x="6414583" y="82734"/>
                </a:lnTo>
                <a:lnTo>
                  <a:pt x="6340840" y="81905"/>
                </a:lnTo>
                <a:lnTo>
                  <a:pt x="6267107" y="81143"/>
                </a:lnTo>
                <a:lnTo>
                  <a:pt x="6193374" y="80381"/>
                </a:lnTo>
                <a:lnTo>
                  <a:pt x="6119641" y="79686"/>
                </a:lnTo>
                <a:lnTo>
                  <a:pt x="6045908" y="79000"/>
                </a:lnTo>
                <a:lnTo>
                  <a:pt x="5972165" y="78372"/>
                </a:lnTo>
                <a:lnTo>
                  <a:pt x="5898432" y="77753"/>
                </a:lnTo>
                <a:lnTo>
                  <a:pt x="5824699" y="77200"/>
                </a:lnTo>
                <a:lnTo>
                  <a:pt x="5750957" y="76648"/>
                </a:lnTo>
                <a:lnTo>
                  <a:pt x="5677224" y="76143"/>
                </a:lnTo>
                <a:lnTo>
                  <a:pt x="5603481" y="75657"/>
                </a:lnTo>
                <a:lnTo>
                  <a:pt x="5529748" y="75219"/>
                </a:lnTo>
                <a:lnTo>
                  <a:pt x="5456015" y="74800"/>
                </a:lnTo>
                <a:lnTo>
                  <a:pt x="5382273" y="74409"/>
                </a:lnTo>
                <a:lnTo>
                  <a:pt x="5308540" y="74057"/>
                </a:lnTo>
                <a:lnTo>
                  <a:pt x="5234807" y="73724"/>
                </a:lnTo>
                <a:lnTo>
                  <a:pt x="5161064" y="73438"/>
                </a:lnTo>
                <a:lnTo>
                  <a:pt x="5087331" y="73152"/>
                </a:lnTo>
                <a:lnTo>
                  <a:pt x="5013589" y="72923"/>
                </a:lnTo>
                <a:lnTo>
                  <a:pt x="4939856" y="72704"/>
                </a:lnTo>
                <a:lnTo>
                  <a:pt x="4866113" y="72533"/>
                </a:lnTo>
                <a:lnTo>
                  <a:pt x="4792380" y="72371"/>
                </a:lnTo>
                <a:lnTo>
                  <a:pt x="4718637" y="72247"/>
                </a:lnTo>
                <a:lnTo>
                  <a:pt x="4644904" y="72152"/>
                </a:lnTo>
                <a:lnTo>
                  <a:pt x="4571171" y="72076"/>
                </a:lnTo>
                <a:lnTo>
                  <a:pt x="4497429" y="72038"/>
                </a:lnTo>
                <a:lnTo>
                  <a:pt x="4423696" y="72009"/>
                </a:lnTo>
                <a:lnTo>
                  <a:pt x="4349953" y="72038"/>
                </a:lnTo>
                <a:lnTo>
                  <a:pt x="4276220" y="72066"/>
                </a:lnTo>
                <a:lnTo>
                  <a:pt x="4202478" y="72152"/>
                </a:lnTo>
                <a:lnTo>
                  <a:pt x="4128745" y="72247"/>
                </a:lnTo>
                <a:lnTo>
                  <a:pt x="4055002" y="72371"/>
                </a:lnTo>
                <a:lnTo>
                  <a:pt x="3981269" y="72523"/>
                </a:lnTo>
                <a:lnTo>
                  <a:pt x="3907536" y="72704"/>
                </a:lnTo>
                <a:lnTo>
                  <a:pt x="3833793" y="72923"/>
                </a:lnTo>
                <a:lnTo>
                  <a:pt x="3760060" y="73142"/>
                </a:lnTo>
                <a:lnTo>
                  <a:pt x="3686318" y="73428"/>
                </a:lnTo>
                <a:lnTo>
                  <a:pt x="3612585" y="73714"/>
                </a:lnTo>
                <a:lnTo>
                  <a:pt x="3538842" y="74047"/>
                </a:lnTo>
                <a:lnTo>
                  <a:pt x="3465109" y="74400"/>
                </a:lnTo>
                <a:lnTo>
                  <a:pt x="3391367" y="74790"/>
                </a:lnTo>
                <a:lnTo>
                  <a:pt x="3317634" y="75209"/>
                </a:lnTo>
                <a:lnTo>
                  <a:pt x="3243901" y="75648"/>
                </a:lnTo>
                <a:lnTo>
                  <a:pt x="3170158" y="76133"/>
                </a:lnTo>
                <a:lnTo>
                  <a:pt x="3096425" y="76629"/>
                </a:lnTo>
                <a:lnTo>
                  <a:pt x="3022692" y="77181"/>
                </a:lnTo>
                <a:lnTo>
                  <a:pt x="2948950" y="77743"/>
                </a:lnTo>
                <a:lnTo>
                  <a:pt x="2875217" y="78362"/>
                </a:lnTo>
                <a:lnTo>
                  <a:pt x="2801483" y="78981"/>
                </a:lnTo>
                <a:lnTo>
                  <a:pt x="2727741" y="79677"/>
                </a:lnTo>
                <a:lnTo>
                  <a:pt x="2654008" y="80372"/>
                </a:lnTo>
                <a:lnTo>
                  <a:pt x="2580275" y="81124"/>
                </a:lnTo>
                <a:lnTo>
                  <a:pt x="2506542" y="81886"/>
                </a:lnTo>
                <a:lnTo>
                  <a:pt x="2432809" y="82715"/>
                </a:lnTo>
                <a:lnTo>
                  <a:pt x="2359076" y="83563"/>
                </a:lnTo>
                <a:lnTo>
                  <a:pt x="2285333" y="84458"/>
                </a:lnTo>
                <a:lnTo>
                  <a:pt x="2211600" y="85382"/>
                </a:lnTo>
                <a:lnTo>
                  <a:pt x="2137867" y="86363"/>
                </a:lnTo>
                <a:lnTo>
                  <a:pt x="2064134" y="87373"/>
                </a:lnTo>
                <a:lnTo>
                  <a:pt x="1990401" y="88430"/>
                </a:lnTo>
                <a:lnTo>
                  <a:pt x="1916668" y="89525"/>
                </a:lnTo>
                <a:lnTo>
                  <a:pt x="1842935" y="90678"/>
                </a:lnTo>
                <a:lnTo>
                  <a:pt x="1769212" y="91869"/>
                </a:lnTo>
                <a:lnTo>
                  <a:pt x="1695479" y="93116"/>
                </a:lnTo>
                <a:lnTo>
                  <a:pt x="1621746" y="94402"/>
                </a:lnTo>
                <a:lnTo>
                  <a:pt x="1548013" y="95764"/>
                </a:lnTo>
                <a:lnTo>
                  <a:pt x="1474280" y="97155"/>
                </a:lnTo>
                <a:lnTo>
                  <a:pt x="1400556" y="98631"/>
                </a:lnTo>
                <a:lnTo>
                  <a:pt x="1326823" y="100127"/>
                </a:lnTo>
                <a:lnTo>
                  <a:pt x="1253099" y="101737"/>
                </a:lnTo>
                <a:lnTo>
                  <a:pt x="1179376" y="103375"/>
                </a:lnTo>
                <a:lnTo>
                  <a:pt x="1105643" y="105108"/>
                </a:lnTo>
                <a:lnTo>
                  <a:pt x="1031919" y="106909"/>
                </a:lnTo>
                <a:lnTo>
                  <a:pt x="958196" y="108776"/>
                </a:lnTo>
                <a:lnTo>
                  <a:pt x="884472" y="110747"/>
                </a:lnTo>
                <a:lnTo>
                  <a:pt x="810749" y="112766"/>
                </a:lnTo>
                <a:lnTo>
                  <a:pt x="737035" y="114929"/>
                </a:lnTo>
                <a:lnTo>
                  <a:pt x="663321" y="117186"/>
                </a:lnTo>
                <a:lnTo>
                  <a:pt x="589598" y="119510"/>
                </a:lnTo>
                <a:lnTo>
                  <a:pt x="515884" y="122015"/>
                </a:lnTo>
                <a:lnTo>
                  <a:pt x="442179" y="124606"/>
                </a:lnTo>
                <a:lnTo>
                  <a:pt x="368465" y="127359"/>
                </a:lnTo>
                <a:lnTo>
                  <a:pt x="294761" y="130283"/>
                </a:lnTo>
                <a:lnTo>
                  <a:pt x="221066" y="133369"/>
                </a:lnTo>
                <a:lnTo>
                  <a:pt x="147371" y="136684"/>
                </a:lnTo>
                <a:lnTo>
                  <a:pt x="73685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1C251C54-B08D-4EAB-BCB9-2E72768F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453" y="4822631"/>
            <a:ext cx="7683103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正式生成</a:t>
            </a:r>
          </a:p>
        </p:txBody>
      </p:sp>
      <p:sp>
        <p:nvSpPr>
          <p:cNvPr id="44" name="layer-2-item-0-title">
            <a:extLst xmlns:a="http://schemas.openxmlformats.org/drawingml/2006/main">
              <a:ext uri="{FF2B5EF4-FFF2-40B4-BE49-F238E27FC236}">
                <a16:creationId xmlns:a16="http://schemas.microsoft.com/office/drawing/2014/main" id="{730CDEA7-F968-4F87-BA49-BF37A7BC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7632" y="5536559"/>
            <a:ext cx="1098052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AI理解编排</a:t>
            </a:r>
          </a:p>
        </p:txBody>
      </p:sp>
      <p:sp>
        <p:nvSpPr>
          <p:cNvPr id="45" name="layer-2-item-1-separator">
            <a:extLst xmlns:a="http://schemas.openxmlformats.org/drawingml/2006/main">
              <a:ext uri="{FF2B5EF4-FFF2-40B4-BE49-F238E27FC236}">
                <a16:creationId xmlns:a16="http://schemas.microsoft.com/office/drawing/2014/main" id="{6FD7E77F-BF17-4F6A-9FE4-30B2CF17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9772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layer-2-item-1-title">
            <a:extLst xmlns:a="http://schemas.openxmlformats.org/drawingml/2006/main">
              <a:ext uri="{FF2B5EF4-FFF2-40B4-BE49-F238E27FC236}">
                <a16:creationId xmlns:a16="http://schemas.microsoft.com/office/drawing/2014/main" id="{DA46EBF7-0705-4F5D-9403-F2714E27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334" y="5536559"/>
            <a:ext cx="1295105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选择合法能力</a:t>
            </a:r>
          </a:p>
        </p:txBody>
      </p:sp>
      <p:sp>
        <p:nvSpPr>
          <p:cNvPr id="47" name="layer-2-item-2-separator">
            <a:extLst xmlns:a="http://schemas.openxmlformats.org/drawingml/2006/main">
              <a:ext uri="{FF2B5EF4-FFF2-40B4-BE49-F238E27FC236}">
                <a16:creationId xmlns:a16="http://schemas.microsoft.com/office/drawing/2014/main" id="{0802A527-4925-455C-BEF9-49A08912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ayer-2-item-2-title">
            <a:extLst xmlns:a="http://schemas.openxmlformats.org/drawingml/2006/main">
              <a:ext uri="{FF2B5EF4-FFF2-40B4-BE49-F238E27FC236}">
                <a16:creationId xmlns:a16="http://schemas.microsoft.com/office/drawing/2014/main" id="{49163E4C-ED09-45AE-B2C6-CA35F054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9461" y="5536559"/>
            <a:ext cx="1079306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确定性编译</a:t>
            </a:r>
          </a:p>
        </p:txBody>
      </p:sp>
      <p:sp>
        <p:nvSpPr>
          <p:cNvPr id="49" name="layer-2-item-3-separator">
            <a:extLst xmlns:a="http://schemas.openxmlformats.org/drawingml/2006/main">
              <a:ext uri="{FF2B5EF4-FFF2-40B4-BE49-F238E27FC236}">
                <a16:creationId xmlns:a16="http://schemas.microsoft.com/office/drawing/2014/main" id="{BCD8C92E-3272-4182-8813-439092CD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228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layer-2-item-3-title">
            <a:extLst xmlns:a="http://schemas.openxmlformats.org/drawingml/2006/main">
              <a:ext uri="{FF2B5EF4-FFF2-40B4-BE49-F238E27FC236}">
                <a16:creationId xmlns:a16="http://schemas.microsoft.com/office/drawing/2014/main" id="{72F5E51E-120E-48ED-86FB-AEE2467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56291" y="5536559"/>
            <a:ext cx="1497959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原生可编辑PPT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95D8132-D5CA-42C8-9E61-975C1245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81DBC396-C27A-4927-B3B1-1F0AD02D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16075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1B1ECB0D-DEFF-42D4-B391-6AECDA3A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67075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5FC5C412-6669-4C75-BAEB-41EFA118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筛选优秀页面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DBC78AC6-B869-4022-A1F8-7B7D11CB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41B299CB-06B7-4757-8CC0-D8ECEAD1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3309AF49-AA36-4105-A5DB-1EF8C02E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D6639C55-52FB-4DC3-8A61-0E330221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67FFA141-B6BA-4931-8532-B748722E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640A5C16-53E0-4737-9E3A-4FE2350B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8A40C634-AF18-493D-B586-B56C3E2B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528B43C4-3A45-4A71-807A-8245C8E5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挑选优质参考页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87C27360-7131-4852-AA0E-3B9B57BE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理解好看原因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122A7FEB-E362-4D21-8D11-12A81E4D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85F9BCB8-6D37-4389-A066-1A370381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266EF98A-D3A2-47ED-B37C-C018DB70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18C73EF7-FE03-4C79-9BCE-6B67B329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D82A6E26-322D-4297-A52A-F427E9B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EAAE007A-FD38-40C0-8628-9C01124C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C3626647-C16E-47CE-9F47-B7E4F2A6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E8ADFFDC-7A88-4085-8E51-F8D4AFA9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分析页面为何美观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61A3E5E8-7B22-4FC3-9802-C961932F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参数化内容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B6096082-4BE6-4FFE-BCC1-73872B22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6FAEA6F4-5DA0-4D29-A0D2-9F2AA83A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F337F19A-22A2-4174-94E1-4C6A33C1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A399DFBE-C5F2-4B71-896C-575B5F8A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E2C4E44E-E4CF-42FD-AAEE-51782935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C9F824A3-48B4-406A-B5F7-F3662C8E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14506634-700E-4AEA-8FAC-3C7CC1BA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238741CB-8998-4EA9-BA68-9FA54DC3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把内容、图片、数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量参数化</a:t>
            </a:r>
          </a:p>
        </p:txBody>
      </p:sp>
      <p:sp>
        <p:nvSpPr>
          <p:cNvPr id="4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375A876A-9269-49D3-B93F-C18C2F9C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验证不同状态</a:t>
            </a:r>
          </a:p>
        </p:txBody>
      </p:sp>
      <p:sp>
        <p:nvSpPr>
          <p:cNvPr id="4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C88A0182-D4A7-4AD9-9C69-3AC59F3A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D571870A-FB1B-4466-B52B-48C26C4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D0C7FD67-6752-4384-BB2B-E688FA9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17402A4F-D377-4F5F-97B7-C829B7FA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CE4467D9-873F-4E7A-8DD0-6AC069DE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B5B7C1F0-BF6F-474E-9F4A-3EEBF789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0F9894BE-066C-4369-A11C-B3F837AC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DA208CF4-D116-4CE4-975E-C002C48E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测试不同数量与内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容变化</a:t>
            </a:r>
          </a:p>
        </p:txBody>
      </p:sp>
      <p:sp>
        <p:nvSpPr>
          <p:cNvPr id="54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E826C044-AFFD-4C47-B8DE-6424BEA2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55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280AF0DD-9B99-4167-80A2-2C40A1CC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6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863B7018-3483-45BF-A189-45119D1D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7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C3AD3B46-5C33-480F-AD80-E574F59D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328AF9AC-DF0D-49F4-9F8A-42C3D0A8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EA5B8715-EC39-4A6F-AEF5-1CBD7D2D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0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0FA04885-D138-4AC1-A402-01B1D701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1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93726946-AAEE-4BDE-81F7-F2ABED4B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B6E9DCEA-39CB-45E6-9977-EB86E21C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由用户确认后进入</a:t>
            </a:r>
          </a:p>
          <a:p xmlns:a="http://schemas.openxmlformats.org/drawingml/2006/main">
            <a:pPr algn="ctr">
              <a:lnSpc>
                <a:spcPct val="155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资产库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最后，它仍然只想解决一件普通的事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C274989-CB39-4B18-A9A4-67F50FCA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392484DC-E77A-4D25-9147-6AC60DE4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244EB18A-252F-41C0-8288-FD73B427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1D643035-C3B1-474D-AE68-0C3E1DAF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8C468D16-426A-4865-85B0-92DB182C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5E75B069-54AC-49AE-A0B6-0CE021A9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E909C699-E37D-4078-8DA8-7A3AEBB7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7C70D9A5-EDB4-4297-933A-C02C7C2E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C617CCF7-B1B4-48CC-8A68-C6B05CA6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B77FD21C-C4B4-465D-A2CC-80A7D846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6E107415-A8FD-460F-B5D9-E489C8DE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645CC17A-CB70-4366-A759-C9D3123E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1B04BB89-019D-4844-8539-EDA2F6FE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F67E7061-0C13-4493-A682-71CBCCAF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B5D5D261-37E3-4143-8B28-B6EA910F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39A1E5A6-0433-4A90-9839-CA8F08A5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5B5BE4B7-5F7B-4AB6-9B7C-550FCED7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AD5CED94-2F19-4F05-ABA2-EBB5C337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661198A3-7142-43FA-931B-5FA5BC06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596E8164-FC61-4469-B8DB-0B24B62A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600033B9-BF01-4C24-B2E6-3A869791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E46214D7-B9CA-4FA4-9EC8-18C911FC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92D14F2D-E294-44B6-9A93-C8D9AF02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77B2B6B2-47B9-4B1B-B70E-A20686AB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CE15CD3E-641A-4804-9D81-BB093C07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3B852E22-A2D0-436E-9F66-BE6D3F07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B9A71733-EA89-454C-BC65-7EF00BC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9BA6495E-B9B5-437C-B30F-A82D5CEB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EE563DF9-AC35-4C67-AFAE-A7FC8F62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8F0148CC-7E40-49CB-AA36-C5BCCBF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31E78701-B5C4-4333-A237-608AE30D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CB94D846-8AAF-410A-A843-E51AA878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612FDAEE-BA67-4190-B36D-81C8C4BA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6BF66B44-DD3E-4B4E-8E0D-A504C9BC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A7156CEB-1124-4212-8E83-0E518801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16ED7D3B-AF8B-42C3-BA35-3F7D5CF5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0CC79FBB-512E-4B67-97AE-D4072557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6276CCC0-3B2F-4641-907F-BB8F3FC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63DFDDF6-5E53-45A8-91AE-22A8FA77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804FA350-2B53-4854-826A-6C475600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1A34D795-A6D6-4066-93F6-9020CBAE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664647E8-A779-480F-B46C-3F09CDD4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0A45B3B4-55B2-471D-A8D9-34EF5BE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FEA4F953-FA1C-491F-9B85-8D63647E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5E18368D-3E8B-4DE9-BD79-F8AA8057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A71A19E0-EA21-4D7C-B44A-AEA5520B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A223726E-F12C-440B-96DB-FCEDEC7B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853999DB-A5DC-4119-9848-32AB33F2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073BF587-426C-453A-BFDF-1C281AD5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4CAB3665-5513-4D82-AD11-36E82CB1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8297E01B-56A6-4F22-BB4E-1E6F211A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9431E7CF-940F-4581-A7C3-76CE1D25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E6A03AB5-9376-46BE-B1FD-F4AA6D83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B9ECCE01-0490-4931-B0DA-177ECC13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3C1CEC20-B8C3-4F00-BAC9-DD5333F6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6BA36E7E-977A-4917-88F7-7A1DD07A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93860E89-5684-4546-BF87-3853C7F4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A360086F-81C2-433B-A307-4AE4CF3B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DA1E9911-7939-4F57-ACA3-F16AEFF6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7486CB0B-8786-4046-AB24-A26140AC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A9F1918C-0E2E-425B-9B29-DE1DB2A7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E5859667-92C4-45EB-93DB-7FBEB8AB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B80DA10A-22FD-45F0-8FC8-DF28A49D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E296E48A-D79C-4B97-9980-7CF742B2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71D9BA03-A882-4672-BFAE-FAF9C2BA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740B5C18-832C-4750-A2E0-B82236FC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59D2FC8E-15CF-4199-8E87-980C5A60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A008EBB0-B602-4589-8E7F-4CD18F13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024CF219-FA86-4F88-A5BF-B962FC38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D71FCA6D-F670-4DE1-977A-322E247D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7E9B7707-76CB-4477-AC8E-F42F98AB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8B34F8F6-5E9D-4BBC-87F0-B489FC21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D3813900-A440-46A5-B958-49DCB6C1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DC1D4A13-C0E4-4B68-8FB8-67541333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23E59E3E-3AFE-4FA5-B444-C9B9B8FD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3B304C85-6249-4493-AE07-B56CE780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98B93D35-CA64-4D2F-8090-09C96C2F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6EE519DB-0558-4FF8-9C9B-81FFB4C1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F2E2A189-906E-4152-A060-1FDEF6AF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196FD940-F0A2-48AA-9B31-8FC23C55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2E0E0B29-9EE0-4B6D-9D32-89B71BF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720271A0-AEC8-4C19-9181-72B8859E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5884BB59-3C86-4147-80AC-69E6CD4F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19E36A87-2AC1-48CC-9A84-1DBDEC61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5B112D7B-174E-4A26-B796-77D26C42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E0E95DEF-A20B-42AE-AB26-FA66907E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D0852790-4B6C-4E3C-A76F-7CAF8D47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31680EF4-822E-4339-ABB8-C0858C7A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CE424BCA-4EEE-4256-9454-4B7221D7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C34C3D22-67D0-45F7-A23F-2F057663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2AEAA3F6-6A9E-4641-A573-B71F5791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607E3762-AECE-4A35-AD13-4C5F97AB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5E5AEFE5-1AE8-4AEA-BA62-9CCB566E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A5794A43-1763-4E12-AE48-20ED14A4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3B2CFEC8-50FA-4143-B761-383A5AAF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CB5797B1-45E8-45F5-902B-49C6E186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F2E23C01-2FEC-4B84-A633-B524BB6B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08ED3115-5A03-43DC-A929-D70EA2C2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737BACEA-4A2B-4958-B129-3ED184F9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5D3EBC8C-1FAF-4E5B-BA82-3A76F50F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9FF089F3-5B23-4AB3-B8B5-F8406862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B762503F-4E65-41A2-A310-93BDCF0A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39832E4C-C217-42B6-A93C-F5773CED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2AA401C4-8844-47AF-82B6-3E32A470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CD2AA79F-7706-439D-B126-FCABB22B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5D3701E5-E538-46E6-B0B2-1E34358B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3F2AA7AF-05AD-4B6D-BFAA-DD49D60C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0801E972-D73E-4996-B16F-733E5E79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BB7F48CF-02F5-4B21-999A-87F9A468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CCE9D72A-0539-472E-B860-63FD26DA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D6421F56-13BB-429D-9C30-8B21387A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91D780FD-694C-42FC-8C51-626E4CC2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00473C9F-2DC2-448B-8CBE-1ADE2924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3025" y="4179246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资产核心</a:t>
            </a:r>
          </a:p>
        </p:txBody>
      </p:sp>
      <p:sp>
        <p:nvSpPr>
          <p:cNvPr id="128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06260F8A-55DE-4700-AE43-16AEC30B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2FF745B6-3431-435B-8D1C-79890AFF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0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0D911667-D8CA-437B-8610-B286508C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FF77D2D5-A06F-4C86-9826-0C19C681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2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2D8FDF4F-15E0-43C9-8F80-DB18E0D6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D88DEB94-B212-4AC6-AB13-E385931B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4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EA822A6B-185B-4A6D-B8BC-C7CD7196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85F1303B-7923-4324-80D8-9476B3C9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6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CBD99FE6-73A6-4C55-ACB5-995E3058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2017B8A6-FE39-432E-893C-4CA9D1A1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235B7A07-E163-4685-81B1-10A2724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9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09CDF0BD-C192-4D9A-A2D3-CF91A5EE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0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BC1BDA1E-F65E-4281-AD4C-A4A7E678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1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4766A470-7902-466E-AEF0-0DD605FD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2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2470F3BB-9B6F-49FB-9E69-FA38CAD1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3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13C19CA5-B379-45FE-A274-7FE524AF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E16332AE-A2DC-4384-8E93-B20AA508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44C4466A-5DB3-42FB-B22C-EADE3C92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97DA3214-C12F-4C28-B871-14C4B849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6DB01C98-0C17-4E5E-9CCC-3AA5AA05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ca82d620b41a9">
            <a:extLst>
              <a:ext uri="{96DAC541-7B7A-43D3-8B79-37D633B846F1}">
                <asvg:svgBlip xmlns:asvg="http://schemas.microsoft.com/office/drawing/2016/SVG/main" r:embed="R20e9a83702104b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7ec0210ee4260">
            <a:extLst>
              <a:ext uri="{96DAC541-7B7A-43D3-8B79-37D633B846F1}">
                <asvg:svgBlip xmlns:asvg="http://schemas.microsoft.com/office/drawing/2016/SVG/main" r:embed="Ra8315209935943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ff415a3714b11">
            <a:extLst>
              <a:ext uri="{96DAC541-7B7A-43D3-8B79-37D633B846F1}">
                <asvg:svgBlip xmlns:asvg="http://schemas.microsoft.com/office/drawing/2016/SVG/main" r:embed="Rd1ffb16c96c84b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4197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f8f9919ed47bd">
            <a:extLst>
              <a:ext uri="{96DAC541-7B7A-43D3-8B79-37D633B846F1}">
                <asvg:svgBlip xmlns:asvg="http://schemas.microsoft.com/office/drawing/2016/SVG/main" r:embed="Rea4269fb0add40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09562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ff7bcd1cd4c46">
            <a:extLst>
              <a:ext uri="{96DAC541-7B7A-43D3-8B79-37D633B846F1}">
                <asvg:svgBlip xmlns:asvg="http://schemas.microsoft.com/office/drawing/2016/SVG/main" r:embed="R4dd4d761b39446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419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3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D3E851CB-EA06-4CB5-845B-3D0CA444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732512"/>
            <a:ext cx="24574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内容表达</a:t>
            </a:r>
          </a:p>
        </p:txBody>
      </p:sp>
      <p:sp>
        <p:nvSpPr>
          <p:cNvPr id="154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CFF85D01-66E5-4B55-A512-367FA96A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104282"/>
            <a:ext cx="24574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判断什么内容适合怎样表达</a:t>
            </a:r>
          </a:p>
        </p:txBody>
      </p:sp>
      <p:sp>
        <p:nvSpPr>
          <p:cNvPr id="155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6693F944-C153-4837-A54B-EC80C09D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946349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版式容量</a:t>
            </a:r>
          </a:p>
        </p:txBody>
      </p:sp>
      <p:sp>
        <p:nvSpPr>
          <p:cNvPr id="156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57FE427F-6E41-487C-AA56-5C5DCCAD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318119"/>
            <a:ext cx="2571750" cy="25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一个版式能处理多少内容</a:t>
            </a:r>
          </a:p>
        </p:txBody>
      </p:sp>
      <p:sp>
        <p:nvSpPr>
          <p:cNvPr id="157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984DB06F-E43A-4858-83FC-87064771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70449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数量重排</a:t>
            </a:r>
          </a:p>
        </p:txBody>
      </p:sp>
      <p:sp>
        <p:nvSpPr>
          <p:cNvPr id="158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155E630F-7D60-4166-876F-C620D1A3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642219"/>
            <a:ext cx="2571750" cy="250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数量变化时如何重新排布</a:t>
            </a:r>
          </a:p>
        </p:txBody>
      </p:sp>
      <p:sp>
        <p:nvSpPr>
          <p:cNvPr id="159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161BC212-4AA6-43B3-B3BB-69D080EE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961237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边界处理</a:t>
            </a:r>
          </a:p>
        </p:txBody>
      </p:sp>
      <p:sp>
        <p:nvSpPr>
          <p:cNvPr id="160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E9C1F206-9A4A-40C6-A216-A5DCE5BF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333007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超边界时换样式、拆页或退化</a:t>
            </a:r>
          </a:p>
        </p:txBody>
      </p:sp>
      <p:sp>
        <p:nvSpPr>
          <p:cNvPr id="161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C891FFF7-1787-408C-9412-F2CFE4FD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85337"/>
            <a:ext cx="2571750" cy="314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禁忌结构</a:t>
            </a:r>
          </a:p>
        </p:txBody>
      </p:sp>
      <p:sp>
        <p:nvSpPr>
          <p:cNvPr id="162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C4138C74-C85E-43FB-9484-43A3151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657107"/>
            <a:ext cx="2571750" cy="2208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哪些结构即使能画也不该用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2026-08-25T02:48:45.9480000Z</dcterms:created>
  <dcterms:modified xsi:type="dcterms:W3CDTF">2026-08-25T02:48:45.9480000Z</dcterms:modified>
</coreProperties>
</file>