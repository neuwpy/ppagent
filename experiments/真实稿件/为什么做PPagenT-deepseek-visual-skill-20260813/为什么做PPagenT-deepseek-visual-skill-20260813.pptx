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bffe86313c42c2" /><Relationship Type="http://schemas.openxmlformats.org/officeDocument/2006/relationships/extended-properties" Target="/docProps/app.xml" Id="R89201ca640e14879" /><Relationship Type="http://schemas.openxmlformats.org/officeDocument/2006/relationships/officeDocument" Target="/ppt/presentation.xml" Id="R7c86da1321694c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6c9099abe64275"/>
    <p:sldMasterId xmlns:r="http://schemas.openxmlformats.org/officeDocument/2006/relationships" id="2147483660" r:id="Rdfc9c99046d0495e"/>
    <p:sldMasterId xmlns:r="http://schemas.openxmlformats.org/officeDocument/2006/relationships" id="2147483663" r:id="Ra2b65d88b7084b08"/>
  </p:sldMasterIdLst>
  <p:notesMasterIdLst>
    <p:notesMasterId xmlns:r="http://schemas.openxmlformats.org/officeDocument/2006/relationships" r:id="R827b00008d86457d"/>
  </p:notesMasterIdLst>
  <p:sldIdLst>
    <p:sldId xmlns:r="http://schemas.openxmlformats.org/officeDocument/2006/relationships" id="256" r:id="R5ab206c3a52841a7"/>
    <p:sldId xmlns:r="http://schemas.openxmlformats.org/officeDocument/2006/relationships" id="257" r:id="Re7b86521436b4e24"/>
    <p:sldId xmlns:r="http://schemas.openxmlformats.org/officeDocument/2006/relationships" id="258" r:id="Reb5418fca2764115"/>
    <p:sldId xmlns:r="http://schemas.openxmlformats.org/officeDocument/2006/relationships" id="259" r:id="R2ff47edfccb44138"/>
    <p:sldId xmlns:r="http://schemas.openxmlformats.org/officeDocument/2006/relationships" id="260" r:id="R9f1a1feee0604f07"/>
    <p:sldId xmlns:r="http://schemas.openxmlformats.org/officeDocument/2006/relationships" id="261" r:id="R65d747aa96e34a5f"/>
    <p:sldId xmlns:r="http://schemas.openxmlformats.org/officeDocument/2006/relationships" id="262" r:id="Rf9bbb3e35d8045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110e0de4e24cae" /><Relationship Type="http://schemas.openxmlformats.org/officeDocument/2006/relationships/slideMaster" Target="/ppt/slideMasters/slideMaster1.xml" Id="R916c9099abe64275" /><Relationship Type="http://schemas.openxmlformats.org/officeDocument/2006/relationships/slideMaster" Target="/ppt/slideMasters/slideMaster2.xml" Id="Rdfc9c99046d0495e" /><Relationship Type="http://schemas.openxmlformats.org/officeDocument/2006/relationships/slideMaster" Target="/ppt/slideMasters/slideMaster3.xml" Id="Ra2b65d88b7084b08" /><Relationship Type="http://schemas.openxmlformats.org/officeDocument/2006/relationships/notesMaster" Target="/ppt/notesMasters/notesMaster1.xml" Id="R827b00008d86457d" /><Relationship Type="http://schemas.openxmlformats.org/officeDocument/2006/relationships/presProps" Target="/ppt/presProps.xml" Id="Rd12a942bdfd042f5" /><Relationship Type="http://schemas.openxmlformats.org/officeDocument/2006/relationships/viewProps" Target="/ppt/viewProps.xml" Id="Rb1a0d8e72ec6406f" /><Relationship Type="http://schemas.openxmlformats.org/officeDocument/2006/relationships/tableStyles" Target="/ppt/tableStyles.xml" Id="R3d3d375f083a4183" /><Relationship Type="http://schemas.openxmlformats.org/officeDocument/2006/relationships/slide" Target="/ppt/slides/slide1.xml" Id="R5ab206c3a52841a7" /><Relationship Type="http://schemas.openxmlformats.org/officeDocument/2006/relationships/slide" Target="/ppt/slides/slide2.xml" Id="Re7b86521436b4e24" /><Relationship Type="http://schemas.openxmlformats.org/officeDocument/2006/relationships/slide" Target="/ppt/slides/slide3.xml" Id="Reb5418fca2764115" /><Relationship Type="http://schemas.openxmlformats.org/officeDocument/2006/relationships/slide" Target="/ppt/slides/slide4.xml" Id="R2ff47edfccb44138" /><Relationship Type="http://schemas.openxmlformats.org/officeDocument/2006/relationships/slide" Target="/ppt/slides/slide5.xml" Id="R9f1a1feee0604f07" /><Relationship Type="http://schemas.openxmlformats.org/officeDocument/2006/relationships/slide" Target="/ppt/slides/slide6.xml" Id="R65d747aa96e34a5f" /><Relationship Type="http://schemas.openxmlformats.org/officeDocument/2006/relationships/slide" Target="/ppt/slides/slide7.xml" Id="Rf9bbb3e35d8045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e01126a68b2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4ee93d7b6b4ecd" /><Relationship Type="http://schemas.openxmlformats.org/officeDocument/2006/relationships/notesMaster" Target="/ppt/notesMasters/notesMaster1.xml" Id="Rbd3729167416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14f381d42c4538" /><Relationship Type="http://schemas.openxmlformats.org/officeDocument/2006/relationships/notesMaster" Target="/ppt/notesMasters/notesMaster1.xml" Id="Rceedc54528a047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0a7d33a97b462b" /><Relationship Type="http://schemas.openxmlformats.org/officeDocument/2006/relationships/notesMaster" Target="/ppt/notesMasters/notesMaster1.xml" Id="R7749e066993d46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0cb7dbbd7a4aca" /><Relationship Type="http://schemas.openxmlformats.org/officeDocument/2006/relationships/notesMaster" Target="/ppt/notesMasters/notesMaster1.xml" Id="R2c988a4dbb544a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f996ba6b13415f" /><Relationship Type="http://schemas.openxmlformats.org/officeDocument/2006/relationships/notesMaster" Target="/ppt/notesMasters/notesMaster1.xml" Id="R962c1842507e4c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eb7889c2f34c5a" /><Relationship Type="http://schemas.openxmlformats.org/officeDocument/2006/relationships/notesMaster" Target="/ppt/notesMasters/notesMaster1.xml" Id="Ra2ce866ca3cd43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5cec6f9e6241ea" /><Relationship Type="http://schemas.openxmlformats.org/officeDocument/2006/relationships/notesMaster" Target="/ppt/notesMasters/notesMaster1.xml" Id="R18e6f0e5231945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1436c25234f3d" /><Relationship Type="http://schemas.openxmlformats.org/officeDocument/2006/relationships/image" Target="/ppt/media/image.jpeg" Id="Rf4070788055e44fc" /><Relationship Type="http://schemas.openxmlformats.org/officeDocument/2006/relationships/image" Target="/ppt/media/image.png" Id="R348534bf79354f2b" /><Relationship Type="http://schemas.openxmlformats.org/officeDocument/2006/relationships/image" Target="/ppt/media/image2.png" Id="R87b6327654b246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4c899f5384c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27b459062467b" /><Relationship Type="http://schemas.openxmlformats.org/officeDocument/2006/relationships/image" Target="/ppt/media/image3.png" Id="Rd86383e4339b48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f6419388642de" /><Relationship Type="http://schemas.openxmlformats.org/officeDocument/2006/relationships/image" Target="/ppt/media/image4.png" Id="R3fcb60abdedb4b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bb390a6f241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1244fbd7f43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347c6179244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82cc297e248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1f447d3144e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21137ddf44f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42f2b853a4d6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af74e3c8204e78" /><Relationship Type="http://schemas.openxmlformats.org/officeDocument/2006/relationships/image" Target="/ppt/media/image5.png" Id="Raef5c571c44b48d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e52a0f1c68403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155c80cae15420c" /><Relationship Type="http://schemas.openxmlformats.org/officeDocument/2006/relationships/image" Target="/ppt/media/image5.png" Id="R7a864209d78947e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84474a995ce4a3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70788055e44fc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534bf79354f2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6327654b246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9274232F-768E-42E7-A9EA-BBFF10D2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383e4339b48d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18773F78-E0A5-4F02-AFFF-DC1A15D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79A34DD-2E4E-4A56-B490-713FDEB4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E019DBB5-D84A-45B4-AB97-0F1E2F52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569D5E55-A8E5-4B59-BCD5-4CE2D2F0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b60abdedb4b6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B7ADD958-B879-4A5D-8E07-33AE2EC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554CE9-2ABD-457C-8FF3-6C01C480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054C71-0AA6-4E4A-A748-164ABC35D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829F318-3AE4-4AB5-9EF5-AA1EE3133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388CFCB-D652-4802-AA0E-3680B5F55B1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76ED25E-5872-4AE7-941B-903CAEE811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4BC1E73-D3D7-44FE-9A1A-3322F2F589E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190B032-7AA5-4CFF-8C32-211A05724B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25BAFED-854C-4CFB-A2F5-B92ADE9209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DD05707-1307-45B2-9B41-C432FE64AF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5216D8-AD4C-4006-AC45-3DFB8EA4E4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EDBCE99-C28A-438A-8CF2-86873C8B7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2D21095-1CA3-490A-B2AB-B3F6026B9F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734551D-9F3B-4A59-A14A-FC6B30C50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10AE6A8-7596-4E98-9623-209377817A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2CF7267-9B8F-4AC2-A503-B1B54C33A5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999F1A2-8A59-40A0-BA79-717EC673EF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50E803-ECD2-4C53-B89A-273C872B3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0C4695C-382B-4971-A003-5E3CDBA212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F78AB5F-8E8E-45E1-80E8-9E05A98BFD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071C699-260A-4415-BD44-8CBBE5CEC7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A6E3403-28F1-49A9-B8E2-BBCD3072E4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BBAF10F-86D0-4452-A5A3-C5D89A802C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59B667-A021-4ABF-B6E9-732342DBD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2166163-D4E8-4CDA-A563-48C5159A351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585D0FA-CDD7-4EBB-A149-74DCF76A1C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626DDA9-9858-431E-B725-73FEC0AADC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03A1886-A4C9-402B-B0AB-05D57D8B6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BF0B8E6-1EAD-4F88-8477-3135FEF95A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F940C2-18E5-4DBF-9D3C-E9D50D81A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4A65EEE-45B2-4BF9-A428-BE4B36655F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FA5933-E955-4A14-A75C-01A3A1CCEF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CE29C5-8846-479C-9127-48F6B92D2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0C5844-6293-44A8-89FE-415902F9E8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24DBB90-22BE-4DF3-B635-29367055B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7189F9F-1D6C-4949-A021-D690A6D5B4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EB991E-53AC-4B38-B904-228397AF00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506B921-A921-4975-9CAF-EB45939CD3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92DA5FE-E207-4166-A88D-9DB6143A8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5c571c44b48d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D16C3BB-CAA0-479C-A6E1-7893DE0A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F3B2390-7B0A-41F3-A2B8-EA1B469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1DB0698-0C92-4D9C-9E1F-3154860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B154F96-06BF-40B0-BBA2-6275A955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64209d78947e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EB8A363-A11A-471E-A403-3264AE22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E6C227D-E528-4CE2-AA57-F53FC318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984DAAA-94EE-41DE-B826-913CC93B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882377E-7003-49FE-B76E-1A24829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6595b0eaf4891" /><Relationship Type="http://schemas.openxmlformats.org/officeDocument/2006/relationships/slideLayout" Target="/ppt/slideLayouts/slideLayout1.xml" Id="R3920c879e433415a" /><Relationship Type="http://schemas.openxmlformats.org/officeDocument/2006/relationships/slideLayout" Target="/ppt/slideLayouts/slideLayout2.xml" Id="R16e2704947bb4a25" /><Relationship Type="http://schemas.openxmlformats.org/officeDocument/2006/relationships/slideLayout" Target="/ppt/slideLayouts/slideLayout3.xml" Id="Ra062349a73034857" /><Relationship Type="http://schemas.openxmlformats.org/officeDocument/2006/relationships/slideLayout" Target="/ppt/slideLayouts/slideLayout4.xml" Id="R065163c2ef9840aa" /><Relationship Type="http://schemas.openxmlformats.org/officeDocument/2006/relationships/slideLayout" Target="/ppt/slideLayouts/slideLayout5.xml" Id="R5dc1ec9debe74186" /><Relationship Type="http://schemas.openxmlformats.org/officeDocument/2006/relationships/slideLayout" Target="/ppt/slideLayouts/slideLayout6.xml" Id="R6975a0f979204bb9" /><Relationship Type="http://schemas.openxmlformats.org/officeDocument/2006/relationships/slideLayout" Target="/ppt/slideLayouts/slideLayout7.xml" Id="R4bf4430733fa4b16" /><Relationship Type="http://schemas.openxmlformats.org/officeDocument/2006/relationships/slideLayout" Target="/ppt/slideLayouts/slideLayout8.xml" Id="R56f0d86b41fd41dd" /><Relationship Type="http://schemas.openxmlformats.org/officeDocument/2006/relationships/slideLayout" Target="/ppt/slideLayouts/slideLayout9.xml" Id="R6c21a186e1c14879" /><Relationship Type="http://schemas.openxmlformats.org/officeDocument/2006/relationships/slideLayout" Target="/ppt/slideLayouts/slideLayout10.xml" Id="R5fdf9fc06dfb4d0b" /><Relationship Type="http://schemas.openxmlformats.org/officeDocument/2006/relationships/slideLayout" Target="/ppt/slideLayouts/slideLayout11.xml" Id="R9b67c4924f73426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793c045d1a844b0" /><Relationship Type="http://schemas.openxmlformats.org/officeDocument/2006/relationships/slideLayout" Target="/ppt/slideLayouts/slideLayout12.xml" Id="R5a0d4209ea4f4a86" /><Relationship Type="http://schemas.openxmlformats.org/officeDocument/2006/relationships/slideLayout" Target="/ppt/slideLayouts/slideLayout13.xml" Id="Rb0574e76564f4a8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9b752bae1c74edf" /><Relationship Type="http://schemas.openxmlformats.org/officeDocument/2006/relationships/slideLayout" Target="/ppt/slideLayouts/slideLayout14.xml" Id="R27300184f1ee4af9" /><Relationship Type="http://schemas.openxmlformats.org/officeDocument/2006/relationships/slideLayout" Target="/ppt/slideLayouts/slideLayout15.xml" Id="R16a785633b7a43b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3B7D934-60AE-475F-B716-8909C734E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E95991F-5FA0-4E45-81C9-3D10F65925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BCAC68-C967-4A0C-8835-A531DD11EB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09BC11A-680D-4446-B67D-D37BBCACE7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21D1CFC-DA9F-48C8-A9F6-6FD89B6FA0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20c879e433415a"/>
    <p:sldLayoutId xmlns:r="http://schemas.openxmlformats.org/officeDocument/2006/relationships" id="2147483650" r:id="R16e2704947bb4a25"/>
    <p:sldLayoutId xmlns:r="http://schemas.openxmlformats.org/officeDocument/2006/relationships" id="2147483651" r:id="Ra062349a73034857"/>
    <p:sldLayoutId xmlns:r="http://schemas.openxmlformats.org/officeDocument/2006/relationships" id="2147483652" r:id="R065163c2ef9840aa"/>
    <p:sldLayoutId xmlns:r="http://schemas.openxmlformats.org/officeDocument/2006/relationships" id="2147483653" r:id="R5dc1ec9debe74186"/>
    <p:sldLayoutId xmlns:r="http://schemas.openxmlformats.org/officeDocument/2006/relationships" id="2147483654" r:id="R6975a0f979204bb9"/>
    <p:sldLayoutId xmlns:r="http://schemas.openxmlformats.org/officeDocument/2006/relationships" id="2147483655" r:id="R4bf4430733fa4b16"/>
    <p:sldLayoutId xmlns:r="http://schemas.openxmlformats.org/officeDocument/2006/relationships" id="2147483656" r:id="R56f0d86b41fd41dd"/>
    <p:sldLayoutId xmlns:r="http://schemas.openxmlformats.org/officeDocument/2006/relationships" id="2147483657" r:id="R6c21a186e1c14879"/>
    <p:sldLayoutId xmlns:r="http://schemas.openxmlformats.org/officeDocument/2006/relationships" id="2147483658" r:id="R5fdf9fc06dfb4d0b"/>
    <p:sldLayoutId xmlns:r="http://schemas.openxmlformats.org/officeDocument/2006/relationships" id="2147483659" r:id="R9b67c4924f73426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9FA9A0E-776C-4140-A44C-030570624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DB14DAD-7D98-40C6-A433-F3FBF9647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E0E8CA-9482-4D59-A35C-3BE6D6CE6B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42306A-2115-43BE-A6EF-5753A8BA39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059D109-EF7E-4A73-926F-A8BE989306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a0d4209ea4f4a86"/>
    <p:sldLayoutId xmlns:r="http://schemas.openxmlformats.org/officeDocument/2006/relationships" id="2147483662" r:id="Rb0574e76564f4a8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0BB66BD-013A-463E-8B7E-9FFBF8C96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C81EE4D-C2C4-4062-95B9-034285BCC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426DA6-77E3-4737-89D3-1BD0F97316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20B28E-5895-4A2D-B7B9-A2D95BD50F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71D250-6EF0-45BB-8109-B695B67DF15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7300184f1ee4af9"/>
    <p:sldLayoutId xmlns:r="http://schemas.openxmlformats.org/officeDocument/2006/relationships" id="2147483665" r:id="R16a785633b7a43b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a296686a3d4747" /><Relationship Type="http://schemas.openxmlformats.org/officeDocument/2006/relationships/notesSlide" Target="/ppt/notesSlides/notesSlide1.xml" Id="R266a631e643646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e6dd89771a4ce7" /><Relationship Type="http://schemas.openxmlformats.org/officeDocument/2006/relationships/notesSlide" Target="/ppt/notesSlides/notesSlide2.xml" Id="Rf883a059e3ce41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72138c88be4172" /><Relationship Type="http://schemas.openxmlformats.org/officeDocument/2006/relationships/notesSlide" Target="/ppt/notesSlides/notesSlide3.xml" Id="R345e1478094e49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9251bcd7bf4f88" /><Relationship Type="http://schemas.openxmlformats.org/officeDocument/2006/relationships/notesSlide" Target="/ppt/notesSlides/notesSlide4.xml" Id="R5fd44a62ac5343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720ec58f464397" /><Relationship Type="http://schemas.openxmlformats.org/officeDocument/2006/relationships/notesSlide" Target="/ppt/notesSlides/notesSlide5.xml" Id="R48533680b5994f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76a84a0ca34e29" /><Relationship Type="http://schemas.openxmlformats.org/officeDocument/2006/relationships/notesSlide" Target="/ppt/notesSlides/notesSlide6.xml" Id="Rcc3a69800dc747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47a920b5fc4e55" /><Relationship Type="http://schemas.openxmlformats.org/officeDocument/2006/relationships/notesSlide" Target="/ppt/notesSlides/notesSlide7.xml" Id="R121cba3aed664c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0F2FEF5-9373-4269-B6A9-81243495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635187D-0C65-4BD9-9321-FCCD0287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A56E74C7-E504-4168-A20B-BAA4D9BB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67065AD9-73B8-4436-A626-4A307997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38F6269C-1BA6-4494-9DEB-A02581C9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一连串判断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68F64599-D299-4620-866B-30E338D7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怎么讲、拆多少页、每页讲什么、观点间的关系、哪里突出、何时用图，这些判断最花时间。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2DE901E0-1A28-4FA6-B872-3066DF0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E4C9B2FE-93C8-49F7-87D4-726A46BB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ACB6FD48-BFAD-4B0D-B102-5A888EE0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FD19C156-F97C-4B14-957F-53A04CC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重复劳动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FF28BF97-BC42-4C5E-9909-5000675D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翻以前的 PPT、找相似页面、替换内容、调整结构，再统一字体、字号、颜色和间距。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32D648BA-4C62-43B5-9136-60E2A6EC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3384244D-07E9-431C-B78B-01BE2507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EAA899CC-B964-41E1-8F30-2E6EE6D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868B8933-52F5-4D50-800D-61AFC8DD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真正昂贵的是什么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65C82511-D2B2-46EE-A1F5-3EF69057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是反复发生的判断；一个 PPT 做得好的人，脑子里已经积累了大量答案。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3AF5754E-3652-48C8-A45C-B797D6D8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A0C60D99-FB36-4BC7-8BD8-2B3C251B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439FDC36-92EF-4855-9F37-5D16E46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204C90DE-EE8E-44BC-AA9B-42BF1E83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核心追问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F0A82579-BD36-44FA-8876-B2E5AF70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既然一个高手已经知道怎样做是好的，为什么每次还要重新做一遍？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A714E9E-19E5-47CA-A403-70E901A6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6B9052C-EDC3-41A2-9E75-495750F5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02C4D4D0-5424-4181-8DB4-AB4E3A47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E98F2292-F059-4AE5-95CB-CBDEB983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D1F613AC-5C90-43BB-A721-DF1DEECA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洞察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EF514BD7-27A2-4986-B75A-1A20C124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工作里的 PPT 很多时候并不需要每次重新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设计；每次都不一样，有时候才是缺点。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AD1A6895-86DC-40F8-9B95-6909980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FC028E8F-F8B0-4957-AE55-AB7C85DA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现状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BACC86EE-775D-41C8-A797-95435998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今天的 AI 已经能根据材料生成 PPT，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也能画出非常自由、非常炫的页面。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31EDE-3EB5-4C7C-AB35-42CD2990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18033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56C251D5-5691-43E3-9E1D-5115B690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26605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E1F606EA-3AB4-459F-BB73-3EBE241F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25653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组织风格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C4DD7AB8-9578-4131-AC99-5D383EC1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67563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学校、企业、个人都有长期形成的表达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方式；颜色、字体、页眉页脚和已经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验证好的结构，不必让 AI 重新猜。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46C79-3A23-4A93-804E-3ACA538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48081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support|role=index-2">
            <a:extLst xmlns:a="http://schemas.openxmlformats.org/drawingml/2006/main">
              <a:ext uri="{FF2B5EF4-FFF2-40B4-BE49-F238E27FC236}">
                <a16:creationId xmlns:a16="http://schemas.microsoft.com/office/drawing/2014/main" id="{0B25F3D2-963D-41EA-81F7-D83744BD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56653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support|role=title-2">
            <a:extLst xmlns:a="http://schemas.openxmlformats.org/drawingml/2006/main">
              <a:ext uri="{FF2B5EF4-FFF2-40B4-BE49-F238E27FC236}">
                <a16:creationId xmlns:a16="http://schemas.microsoft.com/office/drawing/2014/main" id="{0939B743-0688-4DA9-A407-0B023BB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55701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 的选择</a:t>
            </a:r>
          </a:p>
        </p:txBody>
      </p:sp>
      <p:sp>
        <p:nvSpPr>
          <p:cNvPr id="31" name="PPAGENT_QA|within=composition-support|role=body-2">
            <a:extLst xmlns:a="http://schemas.openxmlformats.org/drawingml/2006/main">
              <a:ext uri="{FF2B5EF4-FFF2-40B4-BE49-F238E27FC236}">
                <a16:creationId xmlns:a16="http://schemas.microsoft.com/office/drawing/2014/main" id="{D54AFB42-CE2D-4D45-B545-34D2BA1E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97611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主动牺牲一部分自由，换取可靠、稳定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和效率；固定往往意味着已经验证过。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B93ED5F-1DBD-4F6D-8DF5-2B29520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E88FCD5-9852-41BF-8D98-92D4990F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D89AD156-8436-495C-BDC5-04215D2F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928C1744-DB5C-445F-B9F3-587C9505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C74F8ACF-07C6-4B79-A7FF-19C1489A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直接说法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9D23E14A-5E56-415D-8719-9ABBFEE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读懂稿子，然后调用人已经提前做好的好东西。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7830FFE5-32A5-4CA2-8AA6-8E90975F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4044DFFF-CD38-4607-A0D9-644E945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负责理解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98742466-9DFC-43B3-926A-13FABE20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读取稿件，判断重点、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关系、拆页和表达目的。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5EBC7-F52F-4911-85C9-DEFB8183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18033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8BB13F7A-7325-4A0D-BB52-B909DBE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26605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3D4C59AF-0A29-4F69-915F-1859ED60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25653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规则负责决定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2213E28F-E812-4CF1-B2BE-6417C710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67563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判断哪些版式可以使用、内容是否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装得下、什么时候应该换版式或拆页。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F301D-E297-4F52-8A38-14CF9D9B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48081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support|role=index-2">
            <a:extLst xmlns:a="http://schemas.openxmlformats.org/drawingml/2006/main">
              <a:ext uri="{FF2B5EF4-FFF2-40B4-BE49-F238E27FC236}">
                <a16:creationId xmlns:a16="http://schemas.microsoft.com/office/drawing/2014/main" id="{1E95C52F-CA16-4898-B753-F02A01F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456653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support|role=title-2">
            <a:extLst xmlns:a="http://schemas.openxmlformats.org/drawingml/2006/main">
              <a:ext uri="{FF2B5EF4-FFF2-40B4-BE49-F238E27FC236}">
                <a16:creationId xmlns:a16="http://schemas.microsoft.com/office/drawing/2014/main" id="{3576C218-4672-4616-A8F3-F3DE108F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55701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代码负责执行</a:t>
            </a:r>
          </a:p>
        </p:txBody>
      </p:sp>
      <p:sp>
        <p:nvSpPr>
          <p:cNvPr id="31" name="PPAGENT_QA|within=composition-support|role=body-2">
            <a:extLst xmlns:a="http://schemas.openxmlformats.org/drawingml/2006/main">
              <a:ext uri="{FF2B5EF4-FFF2-40B4-BE49-F238E27FC236}">
                <a16:creationId xmlns:a16="http://schemas.microsoft.com/office/drawing/2014/main" id="{B58A9409-C263-4831-AEA8-38C91906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97611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按照已确认的坐标、字号、颜色和间距，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稳定生成原生可编辑的 PowerPoint。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0943675-1488-4BD2-B7BC-02AD7FB3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43F53B9-6534-4F43-B3EC-D23881D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4C944148-5299-423B-8248-C3BACBCA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47DB5214-9453-4C74-AD6B-599B847D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58F363AF-0440-47CB-817A-9F8E8829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核心观点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D57E4F85-388F-4E49-BC86-4947E845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对工作来说，稳定的 80 分，很多时候比随机的 95 分更值钱。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B59B89E8-A769-46E9-AFB2-3BA09A9A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768DB604-72DF-42A8-8140-FD7344CC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不追求随机惊艳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A2EA2F23-270E-4B08-AA59-C30EAE6E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不追求每次都生成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让人惊叹的 95 分作品。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CAC0A-B3C2-4DDB-A0B6-E93E7436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18033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52BBBCFC-3D4E-45EF-83E8-44E3A705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26605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1B4EF4B8-4AA1-41F0-9C55-EB4BEFAE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25653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真实场景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AD3C247A-2EF1-4BC1-BF6C-D6EAE52C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67563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明天上午要汇报，晚上把稿件交给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系统，希望得到结构清楚、视觉规范、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符合组织风格、可继续修改的 PPT。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8A88B-ABC5-4074-AB9F-D7C9D75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48081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support|role=index-2">
            <a:extLst xmlns:a="http://schemas.openxmlformats.org/drawingml/2006/main">
              <a:ext uri="{FF2B5EF4-FFF2-40B4-BE49-F238E27FC236}">
                <a16:creationId xmlns:a16="http://schemas.microsoft.com/office/drawing/2014/main" id="{F80BC7CB-4F57-4925-97C8-BC2ECFCA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56653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support|role=title-2">
            <a:extLst xmlns:a="http://schemas.openxmlformats.org/drawingml/2006/main">
              <a:ext uri="{FF2B5EF4-FFF2-40B4-BE49-F238E27FC236}">
                <a16:creationId xmlns:a16="http://schemas.microsoft.com/office/drawing/2014/main" id="{19AE8A5A-2173-476E-8293-1174FA37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55701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价值判断</a:t>
            </a:r>
          </a:p>
        </p:txBody>
      </p:sp>
      <p:sp>
        <p:nvSpPr>
          <p:cNvPr id="31" name="PPAGENT_QA|within=composition-support|role=body-2">
            <a:extLst xmlns:a="http://schemas.openxmlformats.org/drawingml/2006/main">
              <a:ext uri="{FF2B5EF4-FFF2-40B4-BE49-F238E27FC236}">
                <a16:creationId xmlns:a16="http://schemas.microsoft.com/office/drawing/2014/main" id="{9BC8929D-2E41-4A21-90A6-3B610111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97611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如果稳定交付一个真正能用于工作的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80 分初稿，就已经节省了大量时间。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8702E0F-EBC3-4576-B909-72AAF0BB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60CE58D-E01C-4C2A-8EAC-EFF801B3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0AE99D9A-DDD3-4A4F-BD33-A2A4CD24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36B3BC95-20A4-4EEC-BEEE-F9FB4D30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051C63F2-8934-4512-A5A4-EF4351E6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最终目标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5DAAA39D-A14F-48DC-B53B-7C2B95CD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不需要让所有人成为设计师，而是把个人大脑和个人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电脑里的能力，变成更多人可以使用的生产能力。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A697ACDA-4863-4580-9D29-77384713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DCAC7D63-3F29-447F-AFC3-271BFD42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专家不需要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0B6BFBAC-FF44-436C-BB5B-D54F15B2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最会做 PPT 的少数人也许并不需要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PPagenT，他们自己可以做得更好。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5A59B-2BDE-492E-8D7C-A92BE331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18033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235BC441-95EA-4EED-BE8A-7AE5D790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26605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8B51A82B-CEEE-494B-859E-853B8BED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25653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多数人需要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263A89FD-E520-4541-8F68-1AE94C7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67563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更多人有内容、有专业知识、有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真实的汇报任务，只是不擅长拆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页、选择表达方式和完成视觉排版。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2D6DE-9E92-4EED-A31B-419E5093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48081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support|role=index-2">
            <a:extLst xmlns:a="http://schemas.openxmlformats.org/drawingml/2006/main">
              <a:ext uri="{FF2B5EF4-FFF2-40B4-BE49-F238E27FC236}">
                <a16:creationId xmlns:a16="http://schemas.microsoft.com/office/drawing/2014/main" id="{DD0E67F5-7084-4009-972D-A08D7CC9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456653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support|role=title-2">
            <a:extLst xmlns:a="http://schemas.openxmlformats.org/drawingml/2006/main">
              <a:ext uri="{FF2B5EF4-FFF2-40B4-BE49-F238E27FC236}">
                <a16:creationId xmlns:a16="http://schemas.microsoft.com/office/drawing/2014/main" id="{EF43D002-B83B-4E93-A563-35D30C05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55701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产品价值</a:t>
            </a:r>
          </a:p>
        </p:txBody>
      </p:sp>
      <p:sp>
        <p:nvSpPr>
          <p:cNvPr id="31" name="PPAGENT_QA|within=composition-support|role=body-2">
            <a:extLst xmlns:a="http://schemas.openxmlformats.org/drawingml/2006/main">
              <a:ext uri="{FF2B5EF4-FFF2-40B4-BE49-F238E27FC236}">
                <a16:creationId xmlns:a16="http://schemas.microsoft.com/office/drawing/2014/main" id="{EAC40334-EEA3-42E8-91C3-C53D897E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97611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把少数熟练制作者已经掌握的方法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做成系统，让更多人用较低成本和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较少时间获得接近专业标准的结果。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9C04957-7FBF-4E1A-8BBE-17C075DF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6008D46-1F7E-41AE-8130-355147D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A8737672-4CE1-4B38-9C1E-27A5FB2C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A2992C4F-2A36-4B7A-8A83-2DD99FB8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654C20BA-7765-4351-AAAD-28AB5F1C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从作品到能力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6B0F0DBF-D968-459A-BA9E-7FA0A1A2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一个漂亮页面只有在规律被提炼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以后，才能从一件作品变成一种能力。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76692C98-3DAB-418C-AEF7-27ADA7AD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A38F2856-64CC-4107-B201-7FD401CD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模板穷尽不了内容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6751143A-88BB-41B3-A7EB-6028E3C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现实中的内容永远不可能被模板穷尽：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原页面三个观点，新稿件可能有四个；原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每项十个字，新内容可能每项六十个字。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4FB75-2662-4B12-8689-E66E42A9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18033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DC1AC36B-022D-417D-9D53-1004E252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26605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0BA12A39-B4EF-488F-A0E3-0A2600F9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25653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真正积累的是经验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09F3D18E-6636-4FBD-BD17-95D84FBE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67563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什么内容适合怎样表达、一个版式能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处理多少内容、超过边界怎么变化、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哪些情况即使能画也不该使用。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7AABF-7F96-4870-9731-7C9B4CF9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48081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support|role=index-2">
            <a:extLst xmlns:a="http://schemas.openxmlformats.org/drawingml/2006/main">
              <a:ext uri="{FF2B5EF4-FFF2-40B4-BE49-F238E27FC236}">
                <a16:creationId xmlns:a16="http://schemas.microsoft.com/office/drawing/2014/main" id="{83E6C524-536F-49AD-87B3-9D1FB039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56653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support|role=title-2">
            <a:extLst xmlns:a="http://schemas.openxmlformats.org/drawingml/2006/main">
              <a:ext uri="{FF2B5EF4-FFF2-40B4-BE49-F238E27FC236}">
                <a16:creationId xmlns:a16="http://schemas.microsoft.com/office/drawing/2014/main" id="{75545EC2-824B-4784-9B6B-C0A81A70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55701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可扩展性</a:t>
            </a:r>
          </a:p>
        </p:txBody>
      </p:sp>
      <p:sp>
        <p:nvSpPr>
          <p:cNvPr id="31" name="PPAGENT_QA|within=composition-support|role=body-2">
            <a:extLst xmlns:a="http://schemas.openxmlformats.org/drawingml/2006/main">
              <a:ext uri="{FF2B5EF4-FFF2-40B4-BE49-F238E27FC236}">
                <a16:creationId xmlns:a16="http://schemas.microsoft.com/office/drawing/2014/main" id="{E1237E74-A28C-4887-A954-19F511DC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97611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东北大学是第一个落地场景，不是最终边界；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学校视觉规范只是可替换的系统，内容理解和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表达规则可服务其他学校、企业、实验室和个人。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7167AF1-9754-43DB-88A4-D5F4863E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7B3EC257-9065-4F6B-B62F-EB68E86A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B9E9FD4-CE20-4673-B7A5-9BAECC6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8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AFA5A24B-5530-4E0C-9CE4-D2D100B4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7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2AA28AC4-B49B-4CF1-AAD5-ECB96F7B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59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38100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74341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69830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565320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894B5-5FD6-4406-89C0-D82B5115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14527B84-3EF9-4CE7-8971-6BCE4E79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问题回顾</a:t>
            </a:r>
          </a:p>
        </p:txBody>
      </p:sp>
      <p:sp>
        <p:nvSpPr>
          <p:cNvPr id="25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B6C8F90A-1042-49F6-950A-24738CE9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22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做一套好 PPT 太费时间了，而其中很多时间花在以前已经有人解决过的问题上。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DDCDB-44C8-4D8F-977B-8DEF4760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89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E3C2D8CB-0C75-4F7E-9204-2F5099E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方案总结</a:t>
            </a:r>
          </a:p>
        </p:txBody>
      </p:sp>
      <p:sp>
        <p:nvSpPr>
          <p:cNvPr id="28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E5AEE537-753A-4045-80F1-D50CE450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22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让 AI 帮我们读稿子，让规则帮我们做判断，让代码完成重复劳动。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E8031-FBCF-4E2E-9F57-1387DD04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8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A36B839F-4BEE-49DE-97AE-667B43BE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意义</a:t>
            </a:r>
          </a:p>
        </p:txBody>
      </p:sp>
      <p:sp>
        <p:nvSpPr>
          <p:cNvPr id="31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AA6A98FD-6175-4FBC-9786-DFFE9C74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如果能做到这一点，这个项目就值得做。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E73912-7D56-44B2-9AF9-54E0B16E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877" y="2617543"/>
            <a:ext cx="100935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 / 结果</a:t>
            </a:r>
          </a:p>
        </p:txBody>
      </p:sp>
      <p:sp>
        <p:nvSpPr>
          <p:cNvPr id="33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DA3AA62A-E84E-40B9-928E-8CDB80B8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承诺</a:t>
            </a:r>
          </a:p>
        </p:txBody>
      </p:sp>
      <p:sp>
        <p:nvSpPr>
          <p:cNvPr id="34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3480B6B7-DC91-49FB-A2BB-F9A89A53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792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让一个原本不太会做 PPT 的人，也能很快得到一套不一定惊艳但靠谱、不一定独一无二但真的好用、第二天还可以继续修改的 PPT。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2026-08-13T07:15:12.0650000Z</dcterms:created>
  <dcterms:modified xsi:type="dcterms:W3CDTF">2026-08-13T07:15:12.0650000Z</dcterms:modified>
</coreProperties>
</file>