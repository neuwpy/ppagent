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4ffd8016b34a62" /><Relationship Type="http://schemas.openxmlformats.org/officeDocument/2006/relationships/extended-properties" Target="/docProps/app.xml" Id="R028050ac77524453" /><Relationship Type="http://schemas.openxmlformats.org/officeDocument/2006/relationships/officeDocument" Target="/ppt/presentation.xml" Id="Rc3a738810a0448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625e755100469c"/>
    <p:sldMasterId xmlns:r="http://schemas.openxmlformats.org/officeDocument/2006/relationships" id="2147483660" r:id="Rdb39bda2ff2747e3"/>
    <p:sldMasterId xmlns:r="http://schemas.openxmlformats.org/officeDocument/2006/relationships" id="2147483663" r:id="R5b27ec1576004fd1"/>
  </p:sldMasterIdLst>
  <p:notesMasterIdLst>
    <p:notesMasterId xmlns:r="http://schemas.openxmlformats.org/officeDocument/2006/relationships" r:id="R8f5fb83a608d43da"/>
  </p:notesMasterIdLst>
  <p:sldIdLst>
    <p:sldId xmlns:r="http://schemas.openxmlformats.org/officeDocument/2006/relationships" id="256" r:id="Rf868db4e695c4d8e"/>
    <p:sldId xmlns:r="http://schemas.openxmlformats.org/officeDocument/2006/relationships" id="257" r:id="R9fb13ade940f45b7"/>
    <p:sldId xmlns:r="http://schemas.openxmlformats.org/officeDocument/2006/relationships" id="258" r:id="R260eb1ba3c5b41bd"/>
    <p:sldId xmlns:r="http://schemas.openxmlformats.org/officeDocument/2006/relationships" id="259" r:id="R4447e6a5e31a4844"/>
    <p:sldId xmlns:r="http://schemas.openxmlformats.org/officeDocument/2006/relationships" id="260" r:id="Raf3f373e3de048ae"/>
    <p:sldId xmlns:r="http://schemas.openxmlformats.org/officeDocument/2006/relationships" id="261" r:id="R70d27137662e4c11"/>
    <p:sldId xmlns:r="http://schemas.openxmlformats.org/officeDocument/2006/relationships" id="262" r:id="R3cbf9649c7b74b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20cbdf53fb4531" /><Relationship Type="http://schemas.openxmlformats.org/officeDocument/2006/relationships/slideMaster" Target="/ppt/slideMasters/slideMaster1.xml" Id="Rfa625e755100469c" /><Relationship Type="http://schemas.openxmlformats.org/officeDocument/2006/relationships/slideMaster" Target="/ppt/slideMasters/slideMaster2.xml" Id="Rdb39bda2ff2747e3" /><Relationship Type="http://schemas.openxmlformats.org/officeDocument/2006/relationships/slideMaster" Target="/ppt/slideMasters/slideMaster3.xml" Id="R5b27ec1576004fd1" /><Relationship Type="http://schemas.openxmlformats.org/officeDocument/2006/relationships/notesMaster" Target="/ppt/notesMasters/notesMaster1.xml" Id="R8f5fb83a608d43da" /><Relationship Type="http://schemas.openxmlformats.org/officeDocument/2006/relationships/presProps" Target="/ppt/presProps.xml" Id="Rb4e702c50a5c41d7" /><Relationship Type="http://schemas.openxmlformats.org/officeDocument/2006/relationships/viewProps" Target="/ppt/viewProps.xml" Id="Rf947b2645a1f475d" /><Relationship Type="http://schemas.openxmlformats.org/officeDocument/2006/relationships/tableStyles" Target="/ppt/tableStyles.xml" Id="Rf63ba8752ccb4da0" /><Relationship Type="http://schemas.openxmlformats.org/officeDocument/2006/relationships/slide" Target="/ppt/slides/slide1.xml" Id="Rf868db4e695c4d8e" /><Relationship Type="http://schemas.openxmlformats.org/officeDocument/2006/relationships/slide" Target="/ppt/slides/slide2.xml" Id="R9fb13ade940f45b7" /><Relationship Type="http://schemas.openxmlformats.org/officeDocument/2006/relationships/slide" Target="/ppt/slides/slide3.xml" Id="R260eb1ba3c5b41bd" /><Relationship Type="http://schemas.openxmlformats.org/officeDocument/2006/relationships/slide" Target="/ppt/slides/slide4.xml" Id="R4447e6a5e31a4844" /><Relationship Type="http://schemas.openxmlformats.org/officeDocument/2006/relationships/slide" Target="/ppt/slides/slide5.xml" Id="Raf3f373e3de048ae" /><Relationship Type="http://schemas.openxmlformats.org/officeDocument/2006/relationships/slide" Target="/ppt/slides/slide6.xml" Id="R70d27137662e4c11" /><Relationship Type="http://schemas.openxmlformats.org/officeDocument/2006/relationships/slide" Target="/ppt/slides/slide7.xml" Id="R3cbf9649c7b74b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001cdeeb61e48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d8724da8d24d38" /><Relationship Type="http://schemas.openxmlformats.org/officeDocument/2006/relationships/notesMaster" Target="/ppt/notesMasters/notesMaster1.xml" Id="R25a512f6306f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51f044a8545fe" /><Relationship Type="http://schemas.openxmlformats.org/officeDocument/2006/relationships/notesMaster" Target="/ppt/notesMasters/notesMaster1.xml" Id="R3c8a2f242a51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f27c6f8fde4b3c" /><Relationship Type="http://schemas.openxmlformats.org/officeDocument/2006/relationships/notesMaster" Target="/ppt/notesMasters/notesMaster1.xml" Id="R58020f766d5e43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2891a88dd1432b" /><Relationship Type="http://schemas.openxmlformats.org/officeDocument/2006/relationships/notesMaster" Target="/ppt/notesMasters/notesMaster1.xml" Id="R97c5ea770d0344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ab28fed5e4c3e" /><Relationship Type="http://schemas.openxmlformats.org/officeDocument/2006/relationships/notesMaster" Target="/ppt/notesMasters/notesMaster1.xml" Id="R8f9a59e1caa946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66471093c948c4" /><Relationship Type="http://schemas.openxmlformats.org/officeDocument/2006/relationships/notesMaster" Target="/ppt/notesMasters/notesMaster1.xml" Id="R8a5781a7846a46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442ad8aa9e4434" /><Relationship Type="http://schemas.openxmlformats.org/officeDocument/2006/relationships/notesMaster" Target="/ppt/notesMasters/notesMaster1.xml" Id="R0680281957a142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915ab864040aa" /><Relationship Type="http://schemas.openxmlformats.org/officeDocument/2006/relationships/image" Target="/ppt/media/image.jpeg" Id="R39c038884ed942d2" /><Relationship Type="http://schemas.openxmlformats.org/officeDocument/2006/relationships/image" Target="/ppt/media/image.png" Id="R735f2c4a20484368" /><Relationship Type="http://schemas.openxmlformats.org/officeDocument/2006/relationships/image" Target="/ppt/media/image2.png" Id="R0a3fa38d98914f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ea8b1435d43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7d87909494e21" /><Relationship Type="http://schemas.openxmlformats.org/officeDocument/2006/relationships/image" Target="/ppt/media/image3.png" Id="R0d7f474fddc346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1fc9065c04b60" /><Relationship Type="http://schemas.openxmlformats.org/officeDocument/2006/relationships/image" Target="/ppt/media/image4.png" Id="R067c1b60a9a04a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24e038cce49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8bb7922204a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c76cc53ee46e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b2d4d679542f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7eb89efc8403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19d033b4c43d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b649ea314491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020d9e56c345ad" /><Relationship Type="http://schemas.openxmlformats.org/officeDocument/2006/relationships/image" Target="/ppt/media/image5.png" Id="Rc9da65d2421d41a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cf65e0a77245d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6abb0086b9b4a7e" /><Relationship Type="http://schemas.openxmlformats.org/officeDocument/2006/relationships/image" Target="/ppt/media/image5.png" Id="R8bb03ed02447446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9807ab07d89444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038884ed942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f2c4a2048436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fa38d98914f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9274232F-768E-42E7-A9EA-BBFF10D2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f474fddc34698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18773F78-E0A5-4F02-AFFF-DC1A15D1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79A34DD-2E4E-4A56-B490-713FDEB4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E019DBB5-D84A-45B4-AB97-0F1E2F52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569D5E55-A8E5-4B59-BCD5-4CE2D2F0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c1b60a9a04a2e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B7ADD958-B879-4A5D-8E07-33AE2EC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554CE9-2ABD-457C-8FF3-6C01C480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054C71-0AA6-4E4A-A748-164ABC35D1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829F318-3AE4-4AB5-9EF5-AA1EE3133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388CFCB-D652-4802-AA0E-3680B5F55B1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76ED25E-5872-4AE7-941B-903CAEE811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4BC1E73-D3D7-44FE-9A1A-3322F2F589E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4190B032-7AA5-4CFF-8C32-211A05724B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25BAFED-854C-4CFB-A2F5-B92ADE920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1DD05707-1307-45B2-9B41-C432FE64AF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5216D8-AD4C-4006-AC45-3DFB8EA4E4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EDBCE99-C28A-438A-8CF2-86873C8B7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2D21095-1CA3-490A-B2AB-B3F6026B9F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734551D-9F3B-4A59-A14A-FC6B30C50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10AE6A8-7596-4E98-9623-209377817A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2CF7267-9B8F-4AC2-A503-B1B54C33A5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999F1A2-8A59-40A0-BA79-717EC673EF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A50E803-ECD2-4C53-B89A-273C872B3D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0C4695C-382B-4971-A003-5E3CDBA212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F78AB5F-8E8E-45E1-80E8-9E05A98BFD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071C699-260A-4415-BD44-8CBBE5CEC7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A6E3403-28F1-49A9-B8E2-BBCD3072E4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BBAF10F-86D0-4452-A5A3-C5D89A802C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459B667-A021-4ABF-B6E9-732342DBD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2166163-D4E8-4CDA-A563-48C5159A351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585D0FA-CDD7-4EBB-A149-74DCF76A1C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626DDA9-9858-431E-B725-73FEC0AADC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03A1886-A4C9-402B-B0AB-05D57D8B64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BF0B8E6-1EAD-4F88-8477-3135FEF95A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EF940C2-18E5-4DBF-9D3C-E9D50D81A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4A65EEE-45B2-4BF9-A428-BE4B36655F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FA5933-E955-4A14-A75C-01A3A1CCEF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2CE29C5-8846-479C-9127-48F6B92D2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0C5844-6293-44A8-89FE-415902F9E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124DBB90-22BE-4DF3-B635-29367055B1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7189F9F-1D6C-4949-A021-D690A6D5B4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EB991E-53AC-4B38-B904-228397AF00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506B921-A921-4975-9CAF-EB45939CD3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92DA5FE-E207-4166-A88D-9DB6143A83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a65d2421d41a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D16C3BB-CAA0-479C-A6E1-7893DE0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F3B2390-7B0A-41F3-A2B8-EA1B469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1DB0698-0C92-4D9C-9E1F-3154860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B154F96-06BF-40B0-BBA2-6275A955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03ed02447446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EB8A363-A11A-471E-A403-3264AE22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E6C227D-E528-4CE2-AA57-F53FC318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984DAAA-94EE-41DE-B826-913CC93B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6882377E-7003-49FE-B76E-1A24829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11a22a50854130" /><Relationship Type="http://schemas.openxmlformats.org/officeDocument/2006/relationships/slideLayout" Target="/ppt/slideLayouts/slideLayout1.xml" Id="Rc911fc98c2574f10" /><Relationship Type="http://schemas.openxmlformats.org/officeDocument/2006/relationships/slideLayout" Target="/ppt/slideLayouts/slideLayout2.xml" Id="R038f5c02d00e451b" /><Relationship Type="http://schemas.openxmlformats.org/officeDocument/2006/relationships/slideLayout" Target="/ppt/slideLayouts/slideLayout3.xml" Id="R6e0e648b8b8c47a7" /><Relationship Type="http://schemas.openxmlformats.org/officeDocument/2006/relationships/slideLayout" Target="/ppt/slideLayouts/slideLayout4.xml" Id="Ra7cc31bfda084cc1" /><Relationship Type="http://schemas.openxmlformats.org/officeDocument/2006/relationships/slideLayout" Target="/ppt/slideLayouts/slideLayout5.xml" Id="R9a8175848d74431b" /><Relationship Type="http://schemas.openxmlformats.org/officeDocument/2006/relationships/slideLayout" Target="/ppt/slideLayouts/slideLayout6.xml" Id="R2f74fa4626cd4ba5" /><Relationship Type="http://schemas.openxmlformats.org/officeDocument/2006/relationships/slideLayout" Target="/ppt/slideLayouts/slideLayout7.xml" Id="R7ded34de37ab4653" /><Relationship Type="http://schemas.openxmlformats.org/officeDocument/2006/relationships/slideLayout" Target="/ppt/slideLayouts/slideLayout8.xml" Id="R8ac3b281430e4071" /><Relationship Type="http://schemas.openxmlformats.org/officeDocument/2006/relationships/slideLayout" Target="/ppt/slideLayouts/slideLayout9.xml" Id="R70e010b7deb74545" /><Relationship Type="http://schemas.openxmlformats.org/officeDocument/2006/relationships/slideLayout" Target="/ppt/slideLayouts/slideLayout10.xml" Id="R2f23228648be45e2" /><Relationship Type="http://schemas.openxmlformats.org/officeDocument/2006/relationships/slideLayout" Target="/ppt/slideLayouts/slideLayout11.xml" Id="R5e3f300283e643a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f9ecb7cc629458c" /><Relationship Type="http://schemas.openxmlformats.org/officeDocument/2006/relationships/slideLayout" Target="/ppt/slideLayouts/slideLayout12.xml" Id="R9a4b011cb14445b3" /><Relationship Type="http://schemas.openxmlformats.org/officeDocument/2006/relationships/slideLayout" Target="/ppt/slideLayouts/slideLayout13.xml" Id="R90125215b52242f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690921b1364438a" /><Relationship Type="http://schemas.openxmlformats.org/officeDocument/2006/relationships/slideLayout" Target="/ppt/slideLayouts/slideLayout14.xml" Id="Rd5a1000a913b4073" /><Relationship Type="http://schemas.openxmlformats.org/officeDocument/2006/relationships/slideLayout" Target="/ppt/slideLayouts/slideLayout15.xml" Id="R836c13669b3d47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3B7D934-60AE-475F-B716-8909C734E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E95991F-5FA0-4E45-81C9-3D10F65925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1BCAC68-C967-4A0C-8835-A531DD11EB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09BC11A-680D-4446-B67D-D37BBCACE79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21D1CFC-DA9F-48C8-A9F6-6FD89B6FA0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11fc98c2574f10"/>
    <p:sldLayoutId xmlns:r="http://schemas.openxmlformats.org/officeDocument/2006/relationships" id="2147483650" r:id="R038f5c02d00e451b"/>
    <p:sldLayoutId xmlns:r="http://schemas.openxmlformats.org/officeDocument/2006/relationships" id="2147483651" r:id="R6e0e648b8b8c47a7"/>
    <p:sldLayoutId xmlns:r="http://schemas.openxmlformats.org/officeDocument/2006/relationships" id="2147483652" r:id="Ra7cc31bfda084cc1"/>
    <p:sldLayoutId xmlns:r="http://schemas.openxmlformats.org/officeDocument/2006/relationships" id="2147483653" r:id="R9a8175848d74431b"/>
    <p:sldLayoutId xmlns:r="http://schemas.openxmlformats.org/officeDocument/2006/relationships" id="2147483654" r:id="R2f74fa4626cd4ba5"/>
    <p:sldLayoutId xmlns:r="http://schemas.openxmlformats.org/officeDocument/2006/relationships" id="2147483655" r:id="R7ded34de37ab4653"/>
    <p:sldLayoutId xmlns:r="http://schemas.openxmlformats.org/officeDocument/2006/relationships" id="2147483656" r:id="R8ac3b281430e4071"/>
    <p:sldLayoutId xmlns:r="http://schemas.openxmlformats.org/officeDocument/2006/relationships" id="2147483657" r:id="R70e010b7deb74545"/>
    <p:sldLayoutId xmlns:r="http://schemas.openxmlformats.org/officeDocument/2006/relationships" id="2147483658" r:id="R2f23228648be45e2"/>
    <p:sldLayoutId xmlns:r="http://schemas.openxmlformats.org/officeDocument/2006/relationships" id="2147483659" r:id="R5e3f300283e643a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9FA9A0E-776C-4140-A44C-030570624F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DB14DAD-7D98-40C6-A433-F3FBF9647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CE0E8CA-9482-4D59-A35C-3BE6D6CE6B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042306A-2115-43BE-A6EF-5753A8BA39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059D109-EF7E-4A73-926F-A8BE9893068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a4b011cb14445b3"/>
    <p:sldLayoutId xmlns:r="http://schemas.openxmlformats.org/officeDocument/2006/relationships" id="2147483662" r:id="R90125215b52242f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C0BB66BD-013A-463E-8B7E-9FFBF8C961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C81EE4D-C2C4-4062-95B9-034285BCCA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7426DA6-77E3-4737-89D3-1BD0F97316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720B28E-5895-4A2D-B7B9-A2D95BD50F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671D250-6EF0-45BB-8109-B695B67DF15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5a1000a913b4073"/>
    <p:sldLayoutId xmlns:r="http://schemas.openxmlformats.org/officeDocument/2006/relationships" id="2147483665" r:id="R836c13669b3d474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b0be4edcb94936" /><Relationship Type="http://schemas.openxmlformats.org/officeDocument/2006/relationships/image" Target="/ppt/media/image6.png" Id="Rf08ce5210a8b414a" /><Relationship Type="http://schemas.openxmlformats.org/officeDocument/2006/relationships/notesSlide" Target="/ppt/notesSlides/notesSlide1.xml" Id="R072d4aa97dae4a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a1413d1ee3e4dd1" /><Relationship Type="http://schemas.openxmlformats.org/officeDocument/2006/relationships/image" Target="/ppt/media/image6.png" Id="Rcd573229fd2c41a1" /><Relationship Type="http://schemas.openxmlformats.org/officeDocument/2006/relationships/notesSlide" Target="/ppt/notesSlides/notesSlide2.xml" Id="Radb210e46b8c43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ba6152d48945c7" /><Relationship Type="http://schemas.openxmlformats.org/officeDocument/2006/relationships/image" Target="/ppt/media/image6.png" Id="R145729a844a9488c" /><Relationship Type="http://schemas.openxmlformats.org/officeDocument/2006/relationships/notesSlide" Target="/ppt/notesSlides/notesSlide3.xml" Id="Rcc4ae076e95a48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2f6dcb56294f31" /><Relationship Type="http://schemas.openxmlformats.org/officeDocument/2006/relationships/image" Target="/ppt/media/image6.png" Id="R287fd4c4128b40b2" /><Relationship Type="http://schemas.openxmlformats.org/officeDocument/2006/relationships/notesSlide" Target="/ppt/notesSlides/notesSlide4.xml" Id="R4878294f5c0548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1c88abcd09439b" /><Relationship Type="http://schemas.openxmlformats.org/officeDocument/2006/relationships/image" Target="/ppt/media/image6.png" Id="R98e2e99d6ea74370" /><Relationship Type="http://schemas.openxmlformats.org/officeDocument/2006/relationships/notesSlide" Target="/ppt/notesSlides/notesSlide5.xml" Id="Rea522942455a45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73114178ed4288" /><Relationship Type="http://schemas.openxmlformats.org/officeDocument/2006/relationships/image" Target="/ppt/media/image6.png" Id="R35b08e5782c749f9" /><Relationship Type="http://schemas.openxmlformats.org/officeDocument/2006/relationships/notesSlide" Target="/ppt/notesSlides/notesSlide6.xml" Id="R7fe7bf7e6e7d4d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83c951fcf54a5e" /><Relationship Type="http://schemas.openxmlformats.org/officeDocument/2006/relationships/image" Target="/ppt/media/image6.png" Id="R29af8ff99baf4d68" /><Relationship Type="http://schemas.openxmlformats.org/officeDocument/2006/relationships/notesSlide" Target="/ppt/notesSlides/notesSlide7.xml" Id="Rf5b9c9b12b7f43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ce5210a8b41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73229fd2c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729a844a948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fd4c4128b40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2e99d6ea74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b08e5782c749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4CEBD4F3-36B1-4A6E-ACA4-302DA94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af8ff99baf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2026-08-13T07:15:10.2150000Z</dcterms:created>
  <dcterms:modified xsi:type="dcterms:W3CDTF">2026-08-13T07:15:10.2150000Z</dcterms:modified>
</coreProperties>
</file>