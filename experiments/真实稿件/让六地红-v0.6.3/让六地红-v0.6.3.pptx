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0afd89fcf543fc" /><Relationship Type="http://schemas.openxmlformats.org/officeDocument/2006/relationships/extended-properties" Target="/docProps/app.xml" Id="R40fe2a46095a4368" /><Relationship Type="http://schemas.openxmlformats.org/officeDocument/2006/relationships/officeDocument" Target="/ppt/presentation.xml" Id="R5c1a1bcd8a1848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6efd31fc664ca2"/>
    <p:sldMasterId xmlns:r="http://schemas.openxmlformats.org/officeDocument/2006/relationships" id="2147483660" r:id="Rfe17e972c35144b3"/>
    <p:sldMasterId xmlns:r="http://schemas.openxmlformats.org/officeDocument/2006/relationships" id="2147483663" r:id="Re780eabd9c7846ec"/>
  </p:sldMasterIdLst>
  <p:notesMasterIdLst>
    <p:notesMasterId xmlns:r="http://schemas.openxmlformats.org/officeDocument/2006/relationships" r:id="R557692fc349d4a81"/>
  </p:notesMasterIdLst>
  <p:sldIdLst>
    <p:sldId xmlns:r="http://schemas.openxmlformats.org/officeDocument/2006/relationships" id="256" r:id="R4ca0e61a899c42ea"/>
    <p:sldId xmlns:r="http://schemas.openxmlformats.org/officeDocument/2006/relationships" id="257" r:id="R6f8166fb6e1948f3"/>
    <p:sldId xmlns:r="http://schemas.openxmlformats.org/officeDocument/2006/relationships" id="258" r:id="R828bdfef80324c08"/>
    <p:sldId xmlns:r="http://schemas.openxmlformats.org/officeDocument/2006/relationships" id="259" r:id="R6fca220d58014dfb"/>
    <p:sldId xmlns:r="http://schemas.openxmlformats.org/officeDocument/2006/relationships" id="260" r:id="R4248ef82c6ea4bc5"/>
    <p:sldId xmlns:r="http://schemas.openxmlformats.org/officeDocument/2006/relationships" id="261" r:id="R98d967faa788464a"/>
    <p:sldId xmlns:r="http://schemas.openxmlformats.org/officeDocument/2006/relationships" id="262" r:id="R54423e038a7d4e22"/>
    <p:sldId xmlns:r="http://schemas.openxmlformats.org/officeDocument/2006/relationships" id="263" r:id="R5b16705379c04c8d"/>
    <p:sldId xmlns:r="http://schemas.openxmlformats.org/officeDocument/2006/relationships" id="264" r:id="Rfa8a2e68e4f74572"/>
    <p:sldId xmlns:r="http://schemas.openxmlformats.org/officeDocument/2006/relationships" id="265" r:id="R7492ba6ba65c4af4"/>
    <p:sldId xmlns:r="http://schemas.openxmlformats.org/officeDocument/2006/relationships" id="266" r:id="R6e9b8ce9a3534178"/>
    <p:sldId xmlns:r="http://schemas.openxmlformats.org/officeDocument/2006/relationships" id="267" r:id="R69f54d43ebf94d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92fd6290b94809" /><Relationship Type="http://schemas.openxmlformats.org/officeDocument/2006/relationships/slideMaster" Target="/ppt/slideMasters/slideMaster1.xml" Id="Rdd6efd31fc664ca2" /><Relationship Type="http://schemas.openxmlformats.org/officeDocument/2006/relationships/slideMaster" Target="/ppt/slideMasters/slideMaster2.xml" Id="Rfe17e972c35144b3" /><Relationship Type="http://schemas.openxmlformats.org/officeDocument/2006/relationships/slideMaster" Target="/ppt/slideMasters/slideMaster3.xml" Id="Re780eabd9c7846ec" /><Relationship Type="http://schemas.openxmlformats.org/officeDocument/2006/relationships/notesMaster" Target="/ppt/notesMasters/notesMaster1.xml" Id="R557692fc349d4a81" /><Relationship Type="http://schemas.openxmlformats.org/officeDocument/2006/relationships/presProps" Target="/ppt/presProps.xml" Id="R0c04194f059c4a6c" /><Relationship Type="http://schemas.openxmlformats.org/officeDocument/2006/relationships/viewProps" Target="/ppt/viewProps.xml" Id="R7ec14c2cd6214c83" /><Relationship Type="http://schemas.openxmlformats.org/officeDocument/2006/relationships/tableStyles" Target="/ppt/tableStyles.xml" Id="R0408832b84d2431e" /><Relationship Type="http://schemas.openxmlformats.org/officeDocument/2006/relationships/slide" Target="/ppt/slides/slide1.xml" Id="R4ca0e61a899c42ea" /><Relationship Type="http://schemas.openxmlformats.org/officeDocument/2006/relationships/slide" Target="/ppt/slides/slide2.xml" Id="R6f8166fb6e1948f3" /><Relationship Type="http://schemas.openxmlformats.org/officeDocument/2006/relationships/slide" Target="/ppt/slides/slide3.xml" Id="R828bdfef80324c08" /><Relationship Type="http://schemas.openxmlformats.org/officeDocument/2006/relationships/slide" Target="/ppt/slides/slide4.xml" Id="R6fca220d58014dfb" /><Relationship Type="http://schemas.openxmlformats.org/officeDocument/2006/relationships/slide" Target="/ppt/slides/slide5.xml" Id="R4248ef82c6ea4bc5" /><Relationship Type="http://schemas.openxmlformats.org/officeDocument/2006/relationships/slide" Target="/ppt/slides/slide6.xml" Id="R98d967faa788464a" /><Relationship Type="http://schemas.openxmlformats.org/officeDocument/2006/relationships/slide" Target="/ppt/slides/slide7.xml" Id="R54423e038a7d4e22" /><Relationship Type="http://schemas.openxmlformats.org/officeDocument/2006/relationships/slide" Target="/ppt/slides/slide8.xml" Id="R5b16705379c04c8d" /><Relationship Type="http://schemas.openxmlformats.org/officeDocument/2006/relationships/slide" Target="/ppt/slides/slide9.xml" Id="Rfa8a2e68e4f74572" /><Relationship Type="http://schemas.openxmlformats.org/officeDocument/2006/relationships/slide" Target="/ppt/slides/slide10.xml" Id="R7492ba6ba65c4af4" /><Relationship Type="http://schemas.openxmlformats.org/officeDocument/2006/relationships/slide" Target="/ppt/slides/slide11.xml" Id="R6e9b8ce9a3534178" /><Relationship Type="http://schemas.openxmlformats.org/officeDocument/2006/relationships/slide" Target="/ppt/slides/slide12.xml" Id="R69f54d43ebf94d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659ca265b0f4a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ebdc18eb1d44da" /><Relationship Type="http://schemas.openxmlformats.org/officeDocument/2006/relationships/notesMaster" Target="/ppt/notesMasters/notesMaster1.xml" Id="R7ec2ad45171543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f526164a494b95" /><Relationship Type="http://schemas.openxmlformats.org/officeDocument/2006/relationships/notesMaster" Target="/ppt/notesMasters/notesMaster1.xml" Id="R832601da22eb46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94a23172d1483b" /><Relationship Type="http://schemas.openxmlformats.org/officeDocument/2006/relationships/notesMaster" Target="/ppt/notesMasters/notesMaster1.xml" Id="R479b0d58ae3a45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0d05a905c449c7" /><Relationship Type="http://schemas.openxmlformats.org/officeDocument/2006/relationships/notesMaster" Target="/ppt/notesMasters/notesMaster1.xml" Id="R2938ea4a83264d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7dc5c89d664260" /><Relationship Type="http://schemas.openxmlformats.org/officeDocument/2006/relationships/notesMaster" Target="/ppt/notesMasters/notesMaster1.xml" Id="Rb86629d8c85f4f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00dae217e14262" /><Relationship Type="http://schemas.openxmlformats.org/officeDocument/2006/relationships/notesMaster" Target="/ppt/notesMasters/notesMaster1.xml" Id="Reb15d5d79e8a4e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2657c7781c4489" /><Relationship Type="http://schemas.openxmlformats.org/officeDocument/2006/relationships/notesMaster" Target="/ppt/notesMasters/notesMaster1.xml" Id="Red1c3a508a0940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e7e56068b44e37" /><Relationship Type="http://schemas.openxmlformats.org/officeDocument/2006/relationships/notesMaster" Target="/ppt/notesMasters/notesMaster1.xml" Id="Rac513c63834a4b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5b2fed5ce440c3" /><Relationship Type="http://schemas.openxmlformats.org/officeDocument/2006/relationships/notesMaster" Target="/ppt/notesMasters/notesMaster1.xml" Id="R099f2aeb3c464f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d968e85d9846d7" /><Relationship Type="http://schemas.openxmlformats.org/officeDocument/2006/relationships/notesMaster" Target="/ppt/notesMasters/notesMaster1.xml" Id="Rcd9f06a54b0a41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5b12e585734166" /><Relationship Type="http://schemas.openxmlformats.org/officeDocument/2006/relationships/notesMaster" Target="/ppt/notesMasters/notesMaster1.xml" Id="Raa9a945b6e414b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56e0e56f9749a3" /><Relationship Type="http://schemas.openxmlformats.org/officeDocument/2006/relationships/notesMaster" Target="/ppt/notesMasters/notesMaster1.xml" Id="R9f3432cbcbb64e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内容：workbench/manuscripts/让六地红-v1.md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PPagenT：i01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PPagenT：i02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PPagenT：i03 → radial-hub-001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PPagenT：i04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PPagenT：i05 → sequential-process-001</a:t>
            </a:r>
            <a:endParaRPr/>
          </a:p>
          <a:p xmlns:a="http://schemas.openxmlformats.org/drawingml/2006/main">
            <a:r>
              <a:t>- 整页编排：component-aside-right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PPagenT：i06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PPagenT：i07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PPagenT：i08 → radial-hub-001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PPagenT：i09 → northeastern-university-body-001</a:t>
            </a:r>
            <a:endParaRPr/>
          </a:p>
          <a:p xmlns:a="http://schemas.openxmlformats.org/drawingml/2006/main">
            <a:r>
              <a:t>- 整页编排：editorial-focus-reverse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PPagenT：i10 → framework-matrix-001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PPagenT：i11 → radial-hub-001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内容：workbench/manuscripts/让六地红-v1.md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PPagenT：i12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823435b3b40e4" /><Relationship Type="http://schemas.openxmlformats.org/officeDocument/2006/relationships/image" Target="/ppt/media/image.jpeg" Id="Rb0de91a4282f4191" /><Relationship Type="http://schemas.openxmlformats.org/officeDocument/2006/relationships/image" Target="/ppt/media/image.png" Id="R34da2c87a92f4145" /><Relationship Type="http://schemas.openxmlformats.org/officeDocument/2006/relationships/image" Target="/ppt/media/image2.png" Id="R8ef909e0182f47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4df311b7240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a4f92e9104f8e" /><Relationship Type="http://schemas.openxmlformats.org/officeDocument/2006/relationships/image" Target="/ppt/media/image3.png" Id="R1cd3a1cba40848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5a7e9069b45ba" /><Relationship Type="http://schemas.openxmlformats.org/officeDocument/2006/relationships/image" Target="/ppt/media/image4.png" Id="Rca970c7cfe1a44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fb6820b284b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9732229eb459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fa7cdc9e941a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a04b72183406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8af439bc04a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086767f5a42c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847c4a82f4b3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d6abf945f74afd" /><Relationship Type="http://schemas.openxmlformats.org/officeDocument/2006/relationships/image" Target="/ppt/media/image5.png" Id="R201e387389b54cc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9b73e8a66a435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e3e83411e4a4dd9" /><Relationship Type="http://schemas.openxmlformats.org/officeDocument/2006/relationships/image" Target="/ppt/media/image5.png" Id="R07f30c91855a473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3a94dc489e24987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e91a4282f419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a2c87a92f414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909e0182f47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0E7AAA0D-4A49-478F-80FE-DCFD0D37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3a1cba408480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756E8F9A-FFB7-489B-9F1A-A22F71C6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5A28A11-9730-4A3B-93E3-ED03D04E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E97F59E9-5F60-46ED-AB7B-044C5254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32AED85-83E3-451C-BE43-271025E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70c7cfe1a443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479E71F-2105-479C-86F1-467FC7D6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EB080777-6B9D-480A-A6E6-EE23D205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924B9B-2D8F-466E-9C32-145D90181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E336111-C13C-45AC-92AE-52251632F5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A9FC68D-B04D-430D-A2E3-2C27BB17AA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C1B2B08-11EF-4424-8CB3-DF31E4CE525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832DC25-0A88-4160-9E65-B65C32D4BD1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FE40922-B6B2-47EE-8FA2-D4D8BA2A8B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FFF3C47-0E73-41F9-B1FE-BB1CACF8CF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31DC38E-422B-4F3F-8A07-BEDB02E6B4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78D5C1-2BA8-4ED3-9B9C-455E21FC3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40B457C-72DA-4847-8B08-0D157790F2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14EBB21-69BE-4FA3-AC49-AB9068D689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A771FD1-295F-44F6-9631-7C891D2AC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6E177C4-4462-4B49-8580-B952AC847B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11080BB-6826-4525-8B18-B618B14E76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D3EF078-D267-4C3C-90D7-B7703F3A19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7D7DDAE-717A-43E3-BA57-289A12DCBC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3A8AE8F-35F0-49A5-A7E5-69C1F6B446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185A903-F173-4688-9F79-82182F1A8A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F146BD9-C1DE-411E-A4A5-D9423FD4F3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7D74E3D-2EAC-4BD0-92A2-63D564ECCA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0628DA9-D58D-4848-B1A9-57D52C7778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2BE9E42-C1C9-4DB5-9C85-4200073C1D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D6D0621-DCA8-4C30-9D77-5AF25E28C90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BBE7419-4958-435B-AC82-DDC148F1F5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B44BF3C-F93C-4BBB-9972-3A3CB4B86C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FBF1E88-632C-4639-97CF-6FEDF38535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ACA28B8-42C0-4A73-912D-FE32FB40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A3FBC7-F692-44D6-90BB-8A406420AC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B178B9E-F828-46BB-80DD-08616BC033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3CC4DA-5670-4D7E-B364-B1A8B10F46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C8CA2E7-6325-4CB9-91C8-EE32123909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53F3AA4-7268-4D29-8244-18BF811F94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C93BC7A-D479-49A7-98E3-4CA57260D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F42A7A9-27E6-4693-B476-7A8B35FC86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DFDEBB7-1A19-4E07-8268-492DF33DDB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1B106ED-7BC6-4D18-82C2-7C3E565CE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9707F-0AFF-4F47-A58F-9D3D648677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e387389b54cc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19C36D0-9D5A-4278-B7D6-C3C39228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0CB3E3-C27B-47E6-87BD-584D122D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0A8F8F6-9CD7-4D17-B47C-B6F51F96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EC5398C-2370-4B50-8B6B-2F7083FB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30c91855a473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72E3BE0-6EF6-4E7A-9826-916ACAED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10AE189-956F-434D-B1AF-142CF5D6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B3609706-6537-43C3-A5A6-17BA23B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5D2EFE8-1104-4816-A686-27E1D809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f120a4f71b41d4" /><Relationship Type="http://schemas.openxmlformats.org/officeDocument/2006/relationships/slideLayout" Target="/ppt/slideLayouts/slideLayout1.xml" Id="Rff22424377984b29" /><Relationship Type="http://schemas.openxmlformats.org/officeDocument/2006/relationships/slideLayout" Target="/ppt/slideLayouts/slideLayout2.xml" Id="Rd925f3cc2c38483c" /><Relationship Type="http://schemas.openxmlformats.org/officeDocument/2006/relationships/slideLayout" Target="/ppt/slideLayouts/slideLayout3.xml" Id="R333519562e11433c" /><Relationship Type="http://schemas.openxmlformats.org/officeDocument/2006/relationships/slideLayout" Target="/ppt/slideLayouts/slideLayout4.xml" Id="R917663f508de4717" /><Relationship Type="http://schemas.openxmlformats.org/officeDocument/2006/relationships/slideLayout" Target="/ppt/slideLayouts/slideLayout5.xml" Id="R27441524fb544a63" /><Relationship Type="http://schemas.openxmlformats.org/officeDocument/2006/relationships/slideLayout" Target="/ppt/slideLayouts/slideLayout6.xml" Id="Rceb17e272adc4482" /><Relationship Type="http://schemas.openxmlformats.org/officeDocument/2006/relationships/slideLayout" Target="/ppt/slideLayouts/slideLayout7.xml" Id="R61aba86ffe8940c9" /><Relationship Type="http://schemas.openxmlformats.org/officeDocument/2006/relationships/slideLayout" Target="/ppt/slideLayouts/slideLayout8.xml" Id="Rb5befae7c1844d50" /><Relationship Type="http://schemas.openxmlformats.org/officeDocument/2006/relationships/slideLayout" Target="/ppt/slideLayouts/slideLayout9.xml" Id="Rdeb4bfc4d5d24923" /><Relationship Type="http://schemas.openxmlformats.org/officeDocument/2006/relationships/slideLayout" Target="/ppt/slideLayouts/slideLayout10.xml" Id="Rde52c0189d6a4be4" /><Relationship Type="http://schemas.openxmlformats.org/officeDocument/2006/relationships/slideLayout" Target="/ppt/slideLayouts/slideLayout11.xml" Id="R6495959231ea46a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6ad1c7b38b84ab7" /><Relationship Type="http://schemas.openxmlformats.org/officeDocument/2006/relationships/slideLayout" Target="/ppt/slideLayouts/slideLayout12.xml" Id="Rbd5e0e7bce9e4328" /><Relationship Type="http://schemas.openxmlformats.org/officeDocument/2006/relationships/slideLayout" Target="/ppt/slideLayouts/slideLayout13.xml" Id="Rda4224b12d84439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ce8bdbc4c0b40b8" /><Relationship Type="http://schemas.openxmlformats.org/officeDocument/2006/relationships/slideLayout" Target="/ppt/slideLayouts/slideLayout14.xml" Id="R9ffad4543fe540c3" /><Relationship Type="http://schemas.openxmlformats.org/officeDocument/2006/relationships/slideLayout" Target="/ppt/slideLayouts/slideLayout15.xml" Id="R60d42de35fc14aa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0ED45D8-D0F0-478E-BBC0-B78479949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3897C89-1AB8-4E59-946F-31B658C3C2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C85F57B-6C32-4407-B475-4DDA5ABFB7B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1B8228A-EA6D-4BF4-9AB1-D9E26D1AA9F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F209E2-0F08-458F-A5AC-1B84EA8B28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22424377984b29"/>
    <p:sldLayoutId xmlns:r="http://schemas.openxmlformats.org/officeDocument/2006/relationships" id="2147483650" r:id="Rd925f3cc2c38483c"/>
    <p:sldLayoutId xmlns:r="http://schemas.openxmlformats.org/officeDocument/2006/relationships" id="2147483651" r:id="R333519562e11433c"/>
    <p:sldLayoutId xmlns:r="http://schemas.openxmlformats.org/officeDocument/2006/relationships" id="2147483652" r:id="R917663f508de4717"/>
    <p:sldLayoutId xmlns:r="http://schemas.openxmlformats.org/officeDocument/2006/relationships" id="2147483653" r:id="R27441524fb544a63"/>
    <p:sldLayoutId xmlns:r="http://schemas.openxmlformats.org/officeDocument/2006/relationships" id="2147483654" r:id="Rceb17e272adc4482"/>
    <p:sldLayoutId xmlns:r="http://schemas.openxmlformats.org/officeDocument/2006/relationships" id="2147483655" r:id="R61aba86ffe8940c9"/>
    <p:sldLayoutId xmlns:r="http://schemas.openxmlformats.org/officeDocument/2006/relationships" id="2147483656" r:id="Rb5befae7c1844d50"/>
    <p:sldLayoutId xmlns:r="http://schemas.openxmlformats.org/officeDocument/2006/relationships" id="2147483657" r:id="Rdeb4bfc4d5d24923"/>
    <p:sldLayoutId xmlns:r="http://schemas.openxmlformats.org/officeDocument/2006/relationships" id="2147483658" r:id="Rde52c0189d6a4be4"/>
    <p:sldLayoutId xmlns:r="http://schemas.openxmlformats.org/officeDocument/2006/relationships" id="2147483659" r:id="R6495959231ea46a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69ED59A-761D-4258-9754-9AEFCC345F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C9F2D5B-17F2-48C7-96FC-4AB0BCB754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D63F51F-FD51-4694-95D5-B505DAFE73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26E2319-34C6-47AE-BC95-643631E679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55034C-FCF1-4363-BC32-8A78C8D3AC8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d5e0e7bce9e4328"/>
    <p:sldLayoutId xmlns:r="http://schemas.openxmlformats.org/officeDocument/2006/relationships" id="2147483662" r:id="Rda4224b12d84439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AE1980D-FDD5-4EC8-B76C-BF45D50B5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DC60527-A84E-49E0-93A0-860912E68E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8290017-E00D-4934-B102-E7BD26919DF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4269728-E46E-4131-A57E-7816A8A5D2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711C43-704D-40BB-84FE-DE64EDF82E5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9ffad4543fe540c3"/>
    <p:sldLayoutId xmlns:r="http://schemas.openxmlformats.org/officeDocument/2006/relationships" id="2147483665" r:id="R60d42de35fc14aa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bd9bbf3354b4f" /><Relationship Type="http://schemas.openxmlformats.org/officeDocument/2006/relationships/notesSlide" Target="/ppt/notesSlides/notesSlide1.xml" Id="Rab7bca324bbe4d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960e76b14947b5" /><Relationship Type="http://schemas.openxmlformats.org/officeDocument/2006/relationships/notesSlide" Target="/ppt/notesSlides/notesSlide2.xml" Id="R47ba837ea68b42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9438ebb3334008" /><Relationship Type="http://schemas.openxmlformats.org/officeDocument/2006/relationships/notesSlide" Target="/ppt/notesSlides/notesSlide3.xml" Id="R293725c8603c4e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ad221c50b64831" /><Relationship Type="http://schemas.openxmlformats.org/officeDocument/2006/relationships/notesSlide" Target="/ppt/notesSlides/notesSlide4.xml" Id="R20df7aa5f4984e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cfbc6ed73d4a3b" /><Relationship Type="http://schemas.openxmlformats.org/officeDocument/2006/relationships/notesSlide" Target="/ppt/notesSlides/notesSlide5.xml" Id="Rc6a073b4a48245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08df9979d7480a" /><Relationship Type="http://schemas.openxmlformats.org/officeDocument/2006/relationships/notesSlide" Target="/ppt/notesSlides/notesSlide6.xml" Id="Rc7e6928734a442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5daf422e1042a0" /><Relationship Type="http://schemas.openxmlformats.org/officeDocument/2006/relationships/notesSlide" Target="/ppt/notesSlides/notesSlide7.xml" Id="R1b0015a92c3b4d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092fa92e0042ce" /><Relationship Type="http://schemas.openxmlformats.org/officeDocument/2006/relationships/notesSlide" Target="/ppt/notesSlides/notesSlide8.xml" Id="Rc41c052c251542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ac1437417644c5" /><Relationship Type="http://schemas.openxmlformats.org/officeDocument/2006/relationships/notesSlide" Target="/ppt/notesSlides/notesSlide9.xml" Id="R1a90cf71363445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224d48c27b4bad" /><Relationship Type="http://schemas.openxmlformats.org/officeDocument/2006/relationships/notesSlide" Target="/ppt/notesSlides/notesSlide10.xml" Id="R4a2f756d52f542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603b8195974e70" /><Relationship Type="http://schemas.openxmlformats.org/officeDocument/2006/relationships/notesSlide" Target="/ppt/notesSlides/notesSlide11.xml" Id="R96c02e38b9b44c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730dc03384ceb" /><Relationship Type="http://schemas.openxmlformats.org/officeDocument/2006/relationships/notesSlide" Target="/ppt/notesSlides/notesSlide12.xml" Id="R4de48d3d41314d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5DE12AAC-0F97-4009-B4CE-C77EB4A0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4309E946-B8CF-4E7E-977F-32716C2B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汉仪文润宋韵 U"/>
                <a:ea typeface="汉仪文润宋韵 U"/>
                <a:cs typeface="汉仪文润宋韵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— 辽宁“六地”红色文化标识融入党员教育的创新实践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1FD56ED6-E2AD-4B6A-8B39-9D46B138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3A708A85-5B00-4B45-8DDA-305BD652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13117D90-FF52-45D6-B105-9D89F60E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汉仪文润宋韵 U"/>
                <a:ea typeface="汉仪文润宋韵 U"/>
                <a:cs typeface="汉仪文润宋韵 U"/>
              </a:defRPr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让“六地”红，
成为理工青年最鲜亮的青春底色</a:t>
            </a:r>
          </a:p>
        </p:txBody>
      </p:sp>
    </p:spTree>
    <p:extLst>
      <p:ext uri="{BB962C8B-B14F-4D97-AF65-F5344CB8AC3E}">
        <p14:creationId xmlns:p14="http://schemas.microsoft.com/office/powerpoint/2010/main" val="4237283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“三高三低”困境同时存在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B921CE3-B9A4-4E16-8B4D-D7F8523B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52852-1330-4CE4-A265-32D05EBE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BC77C59B-1C64-4A64-93EA-9AAE71F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B4226B74-D341-4406-A1F6-1E3A69EF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00AEA724-2ABC-42DC-AAAD-A9C80CB5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三高</a:t>
            </a:r>
          </a:p>
        </p:txBody>
      </p:sp>
      <p:sp>
        <p:nvSpPr>
          <p:cNvPr id="20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143AF825-3B92-42BD-9147-3A26A2AC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80490EBA-1788-4C1A-808E-512DE913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FC37FF4C-761E-49E4-9F91-4CCC019E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高学分</a:t>
            </a:r>
          </a:p>
        </p:txBody>
      </p:sp>
      <p:sp>
        <p:nvSpPr>
          <p:cNvPr id="23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A4161774-A5F5-4576-A756-74781DDA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87667995-60C8-4845-8EC4-4BF4890F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5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CAF173DC-FEED-46A0-BD7E-586E87C8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高竞赛</a:t>
            </a:r>
          </a:p>
        </p:txBody>
      </p:sp>
      <p:sp>
        <p:nvSpPr>
          <p:cNvPr id="26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8F6767D7-ACDF-412E-AC50-08FB069C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16BF3968-94B7-44F9-90D5-973A232F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43053D52-02DB-4F69-AD11-B052E99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高科研</a:t>
            </a:r>
          </a:p>
        </p:txBody>
      </p:sp>
      <p:sp>
        <p:nvSpPr>
          <p:cNvPr id="29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6B269BAB-30DD-4FEF-9EE5-78CA02C1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5251C502-8C9E-496E-959E-0BE47DD9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574D7FA1-CB61-4074-8659-AFD5D424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三低</a:t>
            </a:r>
          </a:p>
        </p:txBody>
      </p:sp>
      <p:sp>
        <p:nvSpPr>
          <p:cNvPr id="32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46D5D8DF-DEFF-4AED-A453-2CEF6315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A5504231-6D62-46B8-B9F5-08587B34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4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4471DC09-6570-445F-8A76-15F4A7CC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理论情感浓度低</a:t>
            </a:r>
          </a:p>
        </p:txBody>
      </p:sp>
      <p:sp>
        <p:nvSpPr>
          <p:cNvPr id="35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674EAD2C-FAA0-4A0B-BA1B-84FC08EF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7626C0DC-C4AF-4DA1-8175-B8D7C5F4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7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FDDF3F5F-916D-4A74-A03B-99DBFECC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身份认同声量低</a:t>
            </a:r>
          </a:p>
        </p:txBody>
      </p:sp>
      <p:sp>
        <p:nvSpPr>
          <p:cNvPr id="38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710EA5EF-7529-49C7-8854-45BB5CB5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F6ECEFDD-76A3-4607-92E2-837CC00A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0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5D3748D8-DE12-49F2-AF50-E2FCE924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知行合一燃值低</a:t>
            </a:r>
          </a:p>
        </p:txBody>
      </p:sp>
      <p:sp>
        <p:nvSpPr>
          <p:cNvPr id="41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0DCFA668-AB8A-4116-942C-69930E29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42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85376F77-1BC1-4A47-A5B4-BD19F44A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D48FAC-639E-4762-8082-FEA3D67E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A00CCE-F6DC-43D8-982A-A8A38994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从“走遍全国”转向“深耕辽宁”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8B9BC0F-BD2E-4038-A5CB-9C24F653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16A54-4C27-4E37-A707-A76E4FE6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230022"/>
            <a:ext cx="3208313" cy="32083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8B707-36FE-4D88-A98A-9B518EC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134" y="2446313"/>
            <a:ext cx="2775732" cy="2775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radial-center|domains=radial-shape,radial-content">
            <a:extLst xmlns:a="http://schemas.openxmlformats.org/drawingml/2006/main">
              <a:ext uri="{FF2B5EF4-FFF2-40B4-BE49-F238E27FC236}">
                <a16:creationId xmlns:a16="http://schemas.microsoft.com/office/drawing/2014/main" id="{9713528E-D6CC-49DB-9BA3-1E37E12C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62604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深耕辽宁</a:t>
            </a:r>
          </a:p>
        </p:txBody>
      </p:sp>
      <p:sp>
        <p:nvSpPr>
          <p:cNvPr id="19" name="PPAGENT_QA|parent=radial-node-0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F7C5727E-FDF5-46E7-8C57-BA814203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PPAGENT_QA|parent=radial-card-0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31309965-3CA0-4977-A28E-4E9645AE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PPAGENT_QA|within=radial-card-0|role=title">
            <a:extLst xmlns:a="http://schemas.openxmlformats.org/drawingml/2006/main">
              <a:ext uri="{FF2B5EF4-FFF2-40B4-BE49-F238E27FC236}">
                <a16:creationId xmlns:a16="http://schemas.microsoft.com/office/drawing/2014/main" id="{3BA777EE-F9C7-4A9F-A0FE-AC3BF91E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抗日战争起始地</a:t>
            </a:r>
          </a:p>
        </p:txBody>
      </p:sp>
      <p:sp>
        <p:nvSpPr>
          <p:cNvPr id="22" name="PPAGENT_CONNECTOR|from=radial-center|fromSide=left|to=radial-node-0|toSide=right">
            <a:extLst xmlns:a="http://schemas.openxmlformats.org/drawingml/2006/main">
              <a:ext uri="{FF2B5EF4-FFF2-40B4-BE49-F238E27FC236}">
                <a16:creationId xmlns:a16="http://schemas.microsoft.com/office/drawing/2014/main" id="{E25E32F8-0740-4518-A60D-44D8B117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85432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3" name="PPAGENT_QA|parent=radial-node-1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DC6CB395-CD64-46FD-915F-B4E4DD44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parent=radial-card-1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025DF2C5-7A37-47A0-AA36-3767294F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radial-card-1|role=title">
            <a:extLst xmlns:a="http://schemas.openxmlformats.org/drawingml/2006/main">
              <a:ext uri="{FF2B5EF4-FFF2-40B4-BE49-F238E27FC236}">
                <a16:creationId xmlns:a16="http://schemas.microsoft.com/office/drawing/2014/main" id="{1065B32B-E8F5-4C81-9A48-CE95563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解放战争转折地</a:t>
            </a:r>
          </a:p>
        </p:txBody>
      </p:sp>
      <p:sp>
        <p:nvSpPr>
          <p:cNvPr id="26" name="PPAGENT_CONNECTOR|from=radial-center|fromSide=right|to=radial-node-1|toSide=left">
            <a:extLst xmlns:a="http://schemas.openxmlformats.org/drawingml/2006/main">
              <a:ext uri="{FF2B5EF4-FFF2-40B4-BE49-F238E27FC236}">
                <a16:creationId xmlns:a16="http://schemas.microsoft.com/office/drawing/2014/main" id="{494C2A25-53B3-4E15-8899-92EF976A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67575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7" name="PPAGENT_QA|parent=radial-node-2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8437EB4D-ACCF-42F8-9723-1996E058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parent=radial-card-2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FD14DB45-B659-4F3F-8599-985430A3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radial-card-2|role=title">
            <a:extLst xmlns:a="http://schemas.openxmlformats.org/drawingml/2006/main">
              <a:ext uri="{FF2B5EF4-FFF2-40B4-BE49-F238E27FC236}">
                <a16:creationId xmlns:a16="http://schemas.microsoft.com/office/drawing/2014/main" id="{D8A05CBE-32A5-4626-93CF-CA06C54B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新中国国歌素材地</a:t>
            </a:r>
          </a:p>
        </p:txBody>
      </p:sp>
      <p:sp>
        <p:nvSpPr>
          <p:cNvPr id="30" name="PPAGENT_CONNECTOR|from=radial-center|fromSide=left|to=radial-node-2|toSide=right">
            <a:extLst xmlns:a="http://schemas.openxmlformats.org/drawingml/2006/main">
              <a:ext uri="{FF2B5EF4-FFF2-40B4-BE49-F238E27FC236}">
                <a16:creationId xmlns:a16="http://schemas.microsoft.com/office/drawing/2014/main" id="{19009363-00B8-4A9B-8095-435F969B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1" name="PPAGENT_QA|parent=radial-node-3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824D15B4-4E6B-42E1-9079-BE260A6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PPAGENT_QA|parent=radial-card-3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8ED4FCA5-E610-41EF-964D-05F584D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radial-card-3|role=title">
            <a:extLst xmlns:a="http://schemas.openxmlformats.org/drawingml/2006/main">
              <a:ext uri="{FF2B5EF4-FFF2-40B4-BE49-F238E27FC236}">
                <a16:creationId xmlns:a16="http://schemas.microsoft.com/office/drawing/2014/main" id="{205E4C3B-530D-449F-87A3-E23ABFD3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抗美援朝出征地</a:t>
            </a:r>
          </a:p>
        </p:txBody>
      </p:sp>
      <p:sp>
        <p:nvSpPr>
          <p:cNvPr id="34" name="PPAGENT_CONNECTOR|from=radial-center|fromSide=right|to=radial-node-3|toSide=left">
            <a:extLst xmlns:a="http://schemas.openxmlformats.org/drawingml/2006/main">
              <a:ext uri="{FF2B5EF4-FFF2-40B4-BE49-F238E27FC236}">
                <a16:creationId xmlns:a16="http://schemas.microsoft.com/office/drawing/2014/main" id="{09235FEE-364F-4221-9020-1ADD734B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5" name="PPAGENT_QA|parent=radial-node-4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4BDEC201-9C86-4334-B6EA-8E31ED76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PPAGENT_QA|parent=radial-card-4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5F5957C3-C313-4779-842A-48BBE342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PPAGENT_QA|within=radial-card-4|role=title">
            <a:extLst xmlns:a="http://schemas.openxmlformats.org/drawingml/2006/main">
              <a:ext uri="{FF2B5EF4-FFF2-40B4-BE49-F238E27FC236}">
                <a16:creationId xmlns:a16="http://schemas.microsoft.com/office/drawing/2014/main" id="{0B78C82E-C899-4FD6-AED6-270DFB08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共和国工业奠基地</a:t>
            </a:r>
          </a:p>
        </p:txBody>
      </p:sp>
      <p:sp>
        <p:nvSpPr>
          <p:cNvPr id="38" name="PPAGENT_CONNECTOR|from=radial-center|fromSide=left|to=radial-node-4|toSide=right">
            <a:extLst xmlns:a="http://schemas.openxmlformats.org/drawingml/2006/main">
              <a:ext uri="{FF2B5EF4-FFF2-40B4-BE49-F238E27FC236}">
                <a16:creationId xmlns:a16="http://schemas.microsoft.com/office/drawing/2014/main" id="{104477AC-4595-4AB8-A92C-CCE30053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9" name="PPAGENT_QA|parent=radial-node-5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8E05DFCB-114D-4A9F-BBB1-31332FD0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0" name="PPAGENT_QA|parent=radial-card-5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339F3091-AC09-4854-A976-6710574A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PPAGENT_QA|within=radial-card-5|role=title">
            <a:extLst xmlns:a="http://schemas.openxmlformats.org/drawingml/2006/main">
              <a:ext uri="{FF2B5EF4-FFF2-40B4-BE49-F238E27FC236}">
                <a16:creationId xmlns:a16="http://schemas.microsoft.com/office/drawing/2014/main" id="{23139844-B18C-4ACD-B39B-7A3C188F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雷锋精神发祥地</a:t>
            </a:r>
          </a:p>
        </p:txBody>
      </p:sp>
      <p:sp>
        <p:nvSpPr>
          <p:cNvPr id="42" name="PPAGENT_CONNECTOR|from=radial-center|fromSide=right|to=radial-node-5|toSide=left">
            <a:extLst xmlns:a="http://schemas.openxmlformats.org/drawingml/2006/main">
              <a:ext uri="{FF2B5EF4-FFF2-40B4-BE49-F238E27FC236}">
                <a16:creationId xmlns:a16="http://schemas.microsoft.com/office/drawing/2014/main" id="{25CFF978-0218-4BC7-8206-52866AD5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“1+3+N”新矩阵连接全时全域育人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A85749D-27FE-44DA-9112-84C12618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15092DB-BEA1-48DB-B569-72D9922D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5714594F-F3F8-450E-8D6C-C544436A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E5FE8AFE-22E2-4B01-925E-55D3AFDA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A9D51B57-24E3-4E14-9BA5-9C4D1BA2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1+6+N研学链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33B322E5-1AAE-4056-89B2-5A41B0E1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1个校本基地、6处核心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场馆、N个配套教学点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3060F2BA-CC05-4F18-BB2E-10B631E9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025DCD6C-95BC-40AF-8F0E-CDD47311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3类青春课堂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B2D177A1-F5AF-43AF-96D6-38156F43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行走课堂·沉浸课堂·互动课堂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2884E-3A6B-4F17-A314-BB560495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14909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90DD01E0-1844-416F-BB4A-F492056F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23481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6FCBAC61-B8BE-4886-BDBC-742BEE92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22529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N个教育场景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29F70B18-BA83-4A54-A5BE-4F1E9218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64439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校地、校企、校校党建联建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50D065-A9BD-4E3A-A98D-18E22928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0578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body|role=index-2">
            <a:extLst xmlns:a="http://schemas.openxmlformats.org/drawingml/2006/main">
              <a:ext uri="{FF2B5EF4-FFF2-40B4-BE49-F238E27FC236}">
                <a16:creationId xmlns:a16="http://schemas.microsoft.com/office/drawing/2014/main" id="{A60DF28B-B1CA-4546-A9DF-AFAAE217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69150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body|role=title-2">
            <a:extLst xmlns:a="http://schemas.openxmlformats.org/drawingml/2006/main">
              <a:ext uri="{FF2B5EF4-FFF2-40B4-BE49-F238E27FC236}">
                <a16:creationId xmlns:a16="http://schemas.microsoft.com/office/drawing/2014/main" id="{8F7AF85A-C0CE-489A-9A5F-ADF92FFC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8198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五位一体育人生态</a:t>
            </a:r>
          </a:p>
        </p:txBody>
      </p:sp>
      <p:sp>
        <p:nvSpPr>
          <p:cNvPr id="31" name="PPAGENT_QA|within=composition-body|role=body-2">
            <a:extLst xmlns:a="http://schemas.openxmlformats.org/drawingml/2006/main">
              <a:ext uri="{FF2B5EF4-FFF2-40B4-BE49-F238E27FC236}">
                <a16:creationId xmlns:a16="http://schemas.microsoft.com/office/drawing/2014/main" id="{EB0FA0C2-4CF5-4B65-9E5B-A1D51258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10108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从“一时一地”走向“全时全域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一张任务单，把参观变成解决真实问题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16644E7-3ACB-4967-9EB2-5AD66F3B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8602"/>
            <a:ext cx="7578090" cy="431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aside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7E66457-973E-415D-B41E-404822D3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178" y="1956054"/>
            <a:ext cx="3008948" cy="3936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aside|role=accent">
            <a:extLst xmlns:a="http://schemas.openxmlformats.org/drawingml/2006/main">
              <a:ext uri="{FF2B5EF4-FFF2-40B4-BE49-F238E27FC236}">
                <a16:creationId xmlns:a16="http://schemas.microsoft.com/office/drawing/2014/main" id="{611BB328-A684-4AA7-A4FC-4987F6AD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178" y="1956054"/>
            <a:ext cx="66675" cy="3936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aside|role=eyebrow">
            <a:extLst xmlns:a="http://schemas.openxmlformats.org/drawingml/2006/main">
              <a:ext uri="{FF2B5EF4-FFF2-40B4-BE49-F238E27FC236}">
                <a16:creationId xmlns:a16="http://schemas.microsoft.com/office/drawing/2014/main" id="{8E45EAE1-F532-4926-BBD4-3070415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778" y="2013204"/>
            <a:ext cx="274224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9" name="PPAGENT_QA|within=composition-aside|role=title">
            <a:extLst xmlns:a="http://schemas.openxmlformats.org/drawingml/2006/main">
              <a:ext uri="{FF2B5EF4-FFF2-40B4-BE49-F238E27FC236}">
                <a16:creationId xmlns:a16="http://schemas.microsoft.com/office/drawing/2014/main" id="{ADEE6D65-57FD-4F6D-A02F-301B957B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778" y="2413254"/>
            <a:ext cx="274224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时代订单</a:t>
            </a:r>
          </a:p>
        </p:txBody>
      </p:sp>
      <p:sp>
        <p:nvSpPr>
          <p:cNvPr id="20" name="PPAGENT_QA|within=composition-aside|role=body">
            <a:extLst xmlns:a="http://schemas.openxmlformats.org/drawingml/2006/main">
              <a:ext uri="{FF2B5EF4-FFF2-40B4-BE49-F238E27FC236}">
                <a16:creationId xmlns:a16="http://schemas.microsoft.com/office/drawing/2014/main" id="{CBDE460E-43F1-4675-972C-B2A0C06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778" y="3784854"/>
            <a:ext cx="2742248" cy="2050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振兴辽宁不是口号，而是算法、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图纸、代码，是必须扛起的时代订单。</a:t>
            </a:r>
          </a:p>
        </p:txBody>
      </p:sp>
      <p:sp>
        <p:nvSpPr>
          <p:cNvPr id="21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8DF93B0D-65CC-488B-94D6-58BAE172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48" y="2882313"/>
            <a:ext cx="2248167" cy="1705070"/>
          </a:xfrm>
          <a:prstGeom xmlns:a="http://schemas.openxmlformats.org/drawingml/2006/main" prst="roundRect">
            <a:avLst>
              <a:gd name="adj" fmla="val 6704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D08160DF-E006-470C-872E-4933CA40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837" y="2882313"/>
            <a:ext cx="2248167" cy="1705070"/>
          </a:xfrm>
          <a:prstGeom xmlns:a="http://schemas.openxmlformats.org/drawingml/2006/main" prst="roundRect">
            <a:avLst>
              <a:gd name="adj" fmla="val 6704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29B3869-6E30-43EC-B37F-F59BF203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825" y="2882313"/>
            <a:ext cx="2248167" cy="1705070"/>
          </a:xfrm>
          <a:prstGeom xmlns:a="http://schemas.openxmlformats.org/drawingml/2006/main" prst="roundRect">
            <a:avLst>
              <a:gd name="adj" fmla="val 6704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49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012015" y="3734848"/>
            <a:ext cx="1768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437004" y="3734848"/>
            <a:ext cx="176821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EAE006-42AA-4BF9-AE14-F7E5057C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19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ED17501F-66A1-40EB-B2DA-C50D655A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0" y="3488560"/>
            <a:ext cx="1970303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拍一段</a:t>
            </a:r>
          </a:p>
        </p:txBody>
      </p:sp>
      <p:sp>
        <p:nvSpPr>
          <p:cNvPr id="28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78814464-0F6C-4DEB-8495-82F70B7A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0" y="3917985"/>
            <a:ext cx="1970303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“青声说史”短视频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7BE88-F662-4BD4-979E-B88EA75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508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E83D688E-9A5A-4B53-89F7-FA279BC4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768" y="3488560"/>
            <a:ext cx="1970303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解决一个</a:t>
            </a:r>
          </a:p>
        </p:txBody>
      </p:sp>
      <p:sp>
        <p:nvSpPr>
          <p:cNvPr id="31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9771FBD3-C19B-4B53-92F6-31B3F0BE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768" y="3917985"/>
            <a:ext cx="1970303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场馆或教学点“微难题”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E0FDF-2773-4A3F-B1DB-3A6DDA4A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497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51104E26-8BEC-46BC-81FB-F799DA40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757" y="3488560"/>
            <a:ext cx="1970303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带回一个</a:t>
            </a:r>
          </a:p>
        </p:txBody>
      </p:sp>
      <p:sp>
        <p:nvSpPr>
          <p:cNvPr id="34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9BFDB914-6700-470F-BABB-6AC113C0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757" y="3917985"/>
            <a:ext cx="1970303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“振兴微课题”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22处旧址进入全景数据，7门党课实现“一键穿越”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1558644-0475-4023-BBFF-3F36C19E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2340984-22EB-4C5B-8460-D4DABF85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F67E29B8-58FF-4B75-B265-514DAF9A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700D998E-21B0-4BD0-9E7E-54124A11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80449EC1-FABD-4E3C-A4DD-9DC12493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8FB9B9AF-90D4-4B5F-88F0-1B0B7971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把22处“六地”旧址拍成全景数据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9E4BB595-77F6-4DD1-8502-1F31728A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5BB8BD11-0D83-4E71-8B7F-DB8D39D7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课程供给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606F0A49-D97D-4C4E-BE16-96C1EE5C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开发7门“红色VR党课”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A340B5-ED4F-4776-A269-1A78398E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18033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5991728F-63E8-47E1-AF7E-2DF9DAEA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26605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43869B21-3183-4F67-9095-0DA9441B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25653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服务覆盖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1A94A6CD-8664-4324-B195-BB77093D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67563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170个支部、2400余名党员预约体验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DCD18F-E34D-4F4A-98DF-124D5671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48081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support|role=index-2">
            <a:extLst xmlns:a="http://schemas.openxmlformats.org/drawingml/2006/main">
              <a:ext uri="{FF2B5EF4-FFF2-40B4-BE49-F238E27FC236}">
                <a16:creationId xmlns:a16="http://schemas.microsoft.com/office/drawing/2014/main" id="{42A6CB91-9F4C-4203-A7C5-B29B85D6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456653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support|role=title-2">
            <a:extLst xmlns:a="http://schemas.openxmlformats.org/drawingml/2006/main">
              <a:ext uri="{FF2B5EF4-FFF2-40B4-BE49-F238E27FC236}">
                <a16:creationId xmlns:a16="http://schemas.microsoft.com/office/drawing/2014/main" id="{CF35FC91-C7AB-4B54-85B6-551B8A22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55701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示范认可</a:t>
            </a:r>
          </a:p>
        </p:txBody>
      </p:sp>
      <p:sp>
        <p:nvSpPr>
          <p:cNvPr id="31" name="PPAGENT_QA|within=composition-support|role=body-2">
            <a:extLst xmlns:a="http://schemas.openxmlformats.org/drawingml/2006/main">
              <a:ext uri="{FF2B5EF4-FFF2-40B4-BE49-F238E27FC236}">
                <a16:creationId xmlns:a16="http://schemas.microsoft.com/office/drawing/2014/main" id="{89456856-3F02-466C-AE77-0E46F18B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97611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省级示范基地、高校基层党建创新一等奖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青年讲、青年听、青年信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AB198AE-AD15-446B-8213-7513145E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069EB3A-B8AC-4ACB-B887-D8DB4DFB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2F700DC4-E6B4-40D8-AF42-3F2AAC8E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8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C4B3FA86-9E43-40E9-86A9-F1E41554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17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parent=sequential-step-3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B37307FA-EA48-4C6B-8B09-5243EF54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59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38100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74341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69830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565320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6585B-0C49-442B-9DDD-500E23DE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62775D61-E0DA-4A35-B931-D7EC66BB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32人混编</a:t>
            </a:r>
          </a:p>
        </p:txBody>
      </p:sp>
      <p:sp>
        <p:nvSpPr>
          <p:cNvPr id="25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B504DFBD-8973-43F5-BBD9-C961A6DD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博士、硕士、本科梯队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3164AD-429E-4A3E-AD78-F6BADE54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89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2326709F-375B-47D8-B15E-F7BF3C0D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10类课件</a:t>
            </a:r>
          </a:p>
        </p:txBody>
      </p:sp>
      <p:sp>
        <p:nvSpPr>
          <p:cNvPr id="28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67267BB3-9791-432C-BEEC-3ADF5051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故事、短剧、红色闯关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0D800-C925-41A8-BD4A-ABC80355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38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1A8D9933-7ACD-4C80-BED7-FE015D1A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36场宣讲</a:t>
            </a:r>
          </a:p>
        </p:txBody>
      </p:sp>
      <p:sp>
        <p:nvSpPr>
          <p:cNvPr id="31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35657802-1DE6-40D0-834D-CB1DAD90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进校园、进社区、进企业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5E9187-9575-4625-A86B-77EDC6E5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877" y="2617543"/>
            <a:ext cx="100935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 / 结果</a:t>
            </a:r>
          </a:p>
        </p:txBody>
      </p:sp>
      <p:sp>
        <p:nvSpPr>
          <p:cNvPr id="33" name="PPAGENT_QA|within=sequential-step-3|role=title">
            <a:extLst xmlns:a="http://schemas.openxmlformats.org/drawingml/2006/main">
              <a:ext uri="{FF2B5EF4-FFF2-40B4-BE49-F238E27FC236}">
                <a16:creationId xmlns:a16="http://schemas.microsoft.com/office/drawing/2014/main" id="{ED74ACCC-850C-489A-B7DC-6F4821F5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3800多人</a:t>
            </a:r>
          </a:p>
        </p:txBody>
      </p:sp>
      <p:sp>
        <p:nvSpPr>
          <p:cNvPr id="34" name="PPAGENT_QA|within=sequential-step-3|role=body">
            <a:extLst xmlns:a="http://schemas.openxmlformats.org/drawingml/2006/main">
              <a:ext uri="{FF2B5EF4-FFF2-40B4-BE49-F238E27FC236}">
                <a16:creationId xmlns:a16="http://schemas.microsoft.com/office/drawing/2014/main" id="{DBE6D554-9032-4906-B9C4-C1E31F6D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覆盖师生群众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“红色朋友圈”把校园小盆景变成区域大风景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C4A1C1D-AB75-480F-85DC-EFFC2F44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2F50E-A770-4579-B640-90D12023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230022"/>
            <a:ext cx="3208313" cy="32083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07B27-1CDE-4C9F-BEEF-BC533DA3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134" y="2446313"/>
            <a:ext cx="2775732" cy="2775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radial-center|domains=radial-shape,radial-content">
            <a:extLst xmlns:a="http://schemas.openxmlformats.org/drawingml/2006/main">
              <a:ext uri="{FF2B5EF4-FFF2-40B4-BE49-F238E27FC236}">
                <a16:creationId xmlns:a16="http://schemas.microsoft.com/office/drawing/2014/main" id="{21D6A08C-65AC-4019-9EB6-84A3B9AC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62604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红色朋友圈</a:t>
            </a:r>
          </a:p>
        </p:txBody>
      </p:sp>
      <p:sp>
        <p:nvSpPr>
          <p:cNvPr id="19" name="PPAGENT_QA|parent=radial-node-0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FFC21FA6-A171-4FA3-9A86-0C73FF4E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PPAGENT_QA|parent=radial-card-0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57FC501E-9CF5-4BA5-B12F-3399F1C6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PPAGENT_QA|within=radial-card-0|role=title">
            <a:extLst xmlns:a="http://schemas.openxmlformats.org/drawingml/2006/main">
              <a:ext uri="{FF2B5EF4-FFF2-40B4-BE49-F238E27FC236}">
                <a16:creationId xmlns:a16="http://schemas.microsoft.com/office/drawing/2014/main" id="{7F881C87-DE55-4694-81EB-4F869644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VR党课共享</a:t>
            </a:r>
          </a:p>
        </p:txBody>
      </p:sp>
      <p:sp>
        <p:nvSpPr>
          <p:cNvPr id="22" name="PPAGENT_CONNECTOR|from=radial-center|fromSide=left|to=radial-node-0|toSide=right">
            <a:extLst xmlns:a="http://schemas.openxmlformats.org/drawingml/2006/main">
              <a:ext uri="{FF2B5EF4-FFF2-40B4-BE49-F238E27FC236}">
                <a16:creationId xmlns:a16="http://schemas.microsoft.com/office/drawing/2014/main" id="{4E98D65F-911D-4D7C-804B-08EAEF9D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85432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3" name="PPAGENT_QA|parent=radial-node-1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4516D0A1-68AE-4840-AF96-A950F19B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parent=radial-card-1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B68A5835-8B45-442E-9F05-6C1DB69E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radial-card-1|role=title">
            <a:extLst xmlns:a="http://schemas.openxmlformats.org/drawingml/2006/main">
              <a:ext uri="{FF2B5EF4-FFF2-40B4-BE49-F238E27FC236}">
                <a16:creationId xmlns:a16="http://schemas.microsoft.com/office/drawing/2014/main" id="{FCD618C6-60B7-4723-9395-78A38299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主题党日联办</a:t>
            </a:r>
          </a:p>
        </p:txBody>
      </p:sp>
      <p:sp>
        <p:nvSpPr>
          <p:cNvPr id="26" name="PPAGENT_CONNECTOR|from=radial-center|fromSide=right|to=radial-node-1|toSide=left">
            <a:extLst xmlns:a="http://schemas.openxmlformats.org/drawingml/2006/main">
              <a:ext uri="{FF2B5EF4-FFF2-40B4-BE49-F238E27FC236}">
                <a16:creationId xmlns:a16="http://schemas.microsoft.com/office/drawing/2014/main" id="{ABD0C38A-42EE-44D8-9981-887F468D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67575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7" name="PPAGENT_QA|parent=radial-node-2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6D134290-E8BB-42ED-8A2C-6F1232F9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parent=radial-card-2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90393B98-D858-469F-BF9C-1225D596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radial-card-2|role=title">
            <a:extLst xmlns:a="http://schemas.openxmlformats.org/drawingml/2006/main">
              <a:ext uri="{FF2B5EF4-FFF2-40B4-BE49-F238E27FC236}">
                <a16:creationId xmlns:a16="http://schemas.microsoft.com/office/drawing/2014/main" id="{B0BEF439-D5FD-4F99-82D0-A2A6A4D0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红色资源联用</a:t>
            </a:r>
          </a:p>
        </p:txBody>
      </p:sp>
      <p:sp>
        <p:nvSpPr>
          <p:cNvPr id="30" name="PPAGENT_CONNECTOR|from=radial-center|fromSide=left|to=radial-node-2|toSide=right">
            <a:extLst xmlns:a="http://schemas.openxmlformats.org/drawingml/2006/main">
              <a:ext uri="{FF2B5EF4-FFF2-40B4-BE49-F238E27FC236}">
                <a16:creationId xmlns:a16="http://schemas.microsoft.com/office/drawing/2014/main" id="{1A81009A-419C-4642-824A-AAE95AB5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1" name="PPAGENT_QA|parent=radial-node-3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6332B066-3E7F-499C-A5FD-F4302E59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PPAGENT_QA|parent=radial-card-3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1BC3E4DE-D017-4060-B1DB-9134003E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radial-card-3|role=title">
            <a:extLst xmlns:a="http://schemas.openxmlformats.org/drawingml/2006/main">
              <a:ext uri="{FF2B5EF4-FFF2-40B4-BE49-F238E27FC236}">
                <a16:creationId xmlns:a16="http://schemas.microsoft.com/office/drawing/2014/main" id="{F864CE2F-BD83-4FBB-B504-25181CC5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志愿服务联动</a:t>
            </a:r>
          </a:p>
        </p:txBody>
      </p:sp>
      <p:sp>
        <p:nvSpPr>
          <p:cNvPr id="34" name="PPAGENT_CONNECTOR|from=radial-center|fromSide=right|to=radial-node-3|toSide=left">
            <a:extLst xmlns:a="http://schemas.openxmlformats.org/drawingml/2006/main">
              <a:ext uri="{FF2B5EF4-FFF2-40B4-BE49-F238E27FC236}">
                <a16:creationId xmlns:a16="http://schemas.microsoft.com/office/drawing/2014/main" id="{847FF331-16AC-4023-B334-7050B28A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5" name="PPAGENT_QA|parent=radial-node-4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D75E4405-6CC6-49F5-AAAF-B3FA6A3C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PPAGENT_QA|parent=radial-card-4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C94297E6-D601-4DD2-9E5A-37839F0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PPAGENT_QA|within=radial-card-4|role=title">
            <a:extLst xmlns:a="http://schemas.openxmlformats.org/drawingml/2006/main">
              <a:ext uri="{FF2B5EF4-FFF2-40B4-BE49-F238E27FC236}">
                <a16:creationId xmlns:a16="http://schemas.microsoft.com/office/drawing/2014/main" id="{FBF8F5D4-27E2-42B3-A671-3BF11CC9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组织资源经验互鉴</a:t>
            </a:r>
          </a:p>
        </p:txBody>
      </p:sp>
      <p:sp>
        <p:nvSpPr>
          <p:cNvPr id="38" name="PPAGENT_CONNECTOR|from=radial-center|fromSide=left|to=radial-node-4|toSide=right">
            <a:extLst xmlns:a="http://schemas.openxmlformats.org/drawingml/2006/main">
              <a:ext uri="{FF2B5EF4-FFF2-40B4-BE49-F238E27FC236}">
                <a16:creationId xmlns:a16="http://schemas.microsoft.com/office/drawing/2014/main" id="{85D56901-582D-4891-89E1-B85379F8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9" name="PPAGENT_QA|parent=radial-node-5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B2D84D29-64BB-4055-A6AC-8ED00F8C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0" name="PPAGENT_QA|parent=radial-card-5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FA4EB47E-1EE9-4449-A917-62703CC0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PPAGENT_QA|within=radial-card-5|role=title">
            <a:extLst xmlns:a="http://schemas.openxmlformats.org/drawingml/2006/main">
              <a:ext uri="{FF2B5EF4-FFF2-40B4-BE49-F238E27FC236}">
                <a16:creationId xmlns:a16="http://schemas.microsoft.com/office/drawing/2014/main" id="{C4629B5C-6A77-4F39-BBDE-1CE82338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“六地精神西部行”</a:t>
            </a:r>
          </a:p>
        </p:txBody>
      </p:sp>
      <p:sp>
        <p:nvSpPr>
          <p:cNvPr id="42" name="PPAGENT_CONNECTOR|from=radial-center|fromSide=right|to=radial-node-5|toSide=left">
            <a:extLst xmlns:a="http://schemas.openxmlformats.org/drawingml/2006/main">
              <a:ext uri="{FF2B5EF4-FFF2-40B4-BE49-F238E27FC236}">
                <a16:creationId xmlns:a16="http://schemas.microsoft.com/office/drawing/2014/main" id="{3189DA07-97F0-4187-B742-27F2323A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把“六地”教育嵌入党员成长全周期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0B90F1A-7A75-47F9-90A1-EBAFF62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2CBC2FB-7C2C-493A-9E94-F29DD48D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6A1F0E8C-855F-4E28-809E-65C1EA28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2F0103E7-25B1-4E09-A81A-BEED8FBB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3274B97A-9CCC-436D-B9EA-084CFB07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四阶培养链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B02C7AA7-0942-4389-B7DD-749AA2CF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入学—入党—转正—毕业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F742274A-B837-4E15-ABE8-3F3E0166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A9A43096-69C7-49EE-89D6-5F6000BE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制度嵌入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386732B4-22C8-4BBC-ABEA-62BEFF13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37515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红色实践计入学分；VR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党课写进“三会一课”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621C7-051A-42EE-8DCB-CF43B1C7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6792E60E-3F5A-4F66-917B-A9E16C08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20F6261D-D375-4CB6-B1BD-4A5B67B2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导师接力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674C7CA1-B188-4973-AB35-651DE2D4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32587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36位纪念馆专家、抗美援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朝老战士担任“红色导师”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五年深耕，让“学霸”有了新标签：红色先锋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C4B50D8-0817-4171-8757-2AD18D65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matrix-petal-0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184B7248-52AB-4B6F-A5C7-709329ED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3819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within=matrix-petal-0|role=initial">
            <a:extLst xmlns:a="http://schemas.openxmlformats.org/drawingml/2006/main">
              <a:ext uri="{FF2B5EF4-FFF2-40B4-BE49-F238E27FC236}">
                <a16:creationId xmlns:a16="http://schemas.microsoft.com/office/drawing/2014/main" id="{CEC47EC3-7CAB-4B17-82EA-88C9A6C0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</a:t>
            </a:r>
          </a:p>
        </p:txBody>
      </p:sp>
      <p:sp>
        <p:nvSpPr>
          <p:cNvPr id="18" name="PPAGENT_QA|within=matrix-petal-0|role=title">
            <a:extLst xmlns:a="http://schemas.openxmlformats.org/drawingml/2006/main">
              <a:ext uri="{FF2B5EF4-FFF2-40B4-BE49-F238E27FC236}">
                <a16:creationId xmlns:a16="http://schemas.microsoft.com/office/drawing/2014/main" id="{2EE69452-17AE-4A0E-8C10-1F6286DA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19" name="PPAGENT_QA|parent=matrix-quadrant-0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FB3FE2C9-C910-4F26-A6DB-90B5C311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PPAGENT_QA|within=matrix-quadrant-0|role=title">
            <a:extLst xmlns:a="http://schemas.openxmlformats.org/drawingml/2006/main">
              <a:ext uri="{FF2B5EF4-FFF2-40B4-BE49-F238E27FC236}">
                <a16:creationId xmlns:a16="http://schemas.microsoft.com/office/drawing/2014/main" id="{BFCD1800-B67F-4AAD-8F2E-62F5F102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1CCBA-E152-459C-AE35-6BC7EA30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matrix-quadrant-0|role=body">
            <a:extLst xmlns:a="http://schemas.openxmlformats.org/drawingml/2006/main">
              <a:ext uri="{FF2B5EF4-FFF2-40B4-BE49-F238E27FC236}">
                <a16:creationId xmlns:a16="http://schemas.microsoft.com/office/drawing/2014/main" id="{5739DA8A-F9F7-469B-82D2-DFD4BEC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毕业后留辽意愿：58%→87%</a:t>
            </a:r>
          </a:p>
        </p:txBody>
      </p:sp>
      <p:sp>
        <p:nvSpPr>
          <p:cNvPr id="23" name="PPAGENT_CONNECTOR|from=matrix-quadrant-0|fromSide=right|to=matrix-petal-0|toSide=left">
            <a:extLst xmlns:a="http://schemas.openxmlformats.org/drawingml/2006/main">
              <a:ext uri="{FF2B5EF4-FFF2-40B4-BE49-F238E27FC236}">
                <a16:creationId xmlns:a16="http://schemas.microsoft.com/office/drawing/2014/main" id="{681DAA93-E8A1-44F5-9D0D-70C49B4C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4947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  <p:sp>
        <p:nvSpPr>
          <p:cNvPr id="24" name="PPAGENT_QA|parent=matrix-petal-1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F4603144-7CE7-4CAB-940F-AE1687CF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96000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PPAGENT_QA|within=matrix-petal-1|role=initial">
            <a:extLst xmlns:a="http://schemas.openxmlformats.org/drawingml/2006/main">
              <a:ext uri="{FF2B5EF4-FFF2-40B4-BE49-F238E27FC236}">
                <a16:creationId xmlns:a16="http://schemas.microsoft.com/office/drawing/2014/main" id="{2F7228FF-7899-4D29-B3AE-4DCB2021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</a:t>
            </a:r>
          </a:p>
        </p:txBody>
      </p:sp>
      <p:sp>
        <p:nvSpPr>
          <p:cNvPr id="26" name="PPAGENT_QA|within=matrix-petal-1|role=title">
            <a:extLst xmlns:a="http://schemas.openxmlformats.org/drawingml/2006/main">
              <a:ext uri="{FF2B5EF4-FFF2-40B4-BE49-F238E27FC236}">
                <a16:creationId xmlns:a16="http://schemas.microsoft.com/office/drawing/2014/main" id="{D94746DC-F5B1-47A9-9110-AC5D7D0E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27" name="PPAGENT_QA|parent=matrix-quadrant-1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BFDCA5F1-4E01-42A4-BE51-4B800F67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PPAGENT_QA|within=matrix-quadrant-1|role=title">
            <a:extLst xmlns:a="http://schemas.openxmlformats.org/drawingml/2006/main">
              <a:ext uri="{FF2B5EF4-FFF2-40B4-BE49-F238E27FC236}">
                <a16:creationId xmlns:a16="http://schemas.microsoft.com/office/drawing/2014/main" id="{3F68784F-4857-4759-A07F-24FE61B4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58E845-11C9-447C-86FB-6409BC1D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matrix-quadrant-1|role=body">
            <a:extLst xmlns:a="http://schemas.openxmlformats.org/drawingml/2006/main">
              <a:ext uri="{FF2B5EF4-FFF2-40B4-BE49-F238E27FC236}">
                <a16:creationId xmlns:a16="http://schemas.microsoft.com/office/drawing/2014/main" id="{7B044078-DEA6-4418-B069-FB8A8CFA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26份微课题，8家企业当场“收货”</a:t>
            </a:r>
          </a:p>
        </p:txBody>
      </p:sp>
      <p:sp>
        <p:nvSpPr>
          <p:cNvPr id="31" name="PPAGENT_CONNECTOR|from=matrix-quadrant-1|fromSide=left|to=matrix-petal-1|toSide=right">
            <a:extLst xmlns:a="http://schemas.openxmlformats.org/drawingml/2006/main">
              <a:ext uri="{FF2B5EF4-FFF2-40B4-BE49-F238E27FC236}">
                <a16:creationId xmlns:a16="http://schemas.microsoft.com/office/drawing/2014/main" id="{E8B54A44-9DAB-43AE-B2CD-0654AD03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718181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AEEF"/>
            </a:solidFill>
            <a:prstDash val="solid"/>
          </a:ln>
        </p:spPr>
      </p:sp>
      <p:sp>
        <p:nvSpPr>
          <p:cNvPr id="32" name="PPAGENT_QA|parent=matrix-petal-2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48F650BC-8012-4CAD-A924-B8491003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3819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matrix-petal-2|role=initial">
            <a:extLst xmlns:a="http://schemas.openxmlformats.org/drawingml/2006/main">
              <a:ext uri="{FF2B5EF4-FFF2-40B4-BE49-F238E27FC236}">
                <a16:creationId xmlns:a16="http://schemas.microsoft.com/office/drawing/2014/main" id="{809430E6-A660-4FF4-B432-BD9BF29A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声</a:t>
            </a:r>
          </a:p>
        </p:txBody>
      </p:sp>
      <p:sp>
        <p:nvSpPr>
          <p:cNvPr id="34" name="PPAGENT_QA|within=matrix-petal-2|role=title">
            <a:extLst xmlns:a="http://schemas.openxmlformats.org/drawingml/2006/main">
              <a:ext uri="{FF2B5EF4-FFF2-40B4-BE49-F238E27FC236}">
                <a16:creationId xmlns:a16="http://schemas.microsoft.com/office/drawing/2014/main" id="{E130EBA3-4E7E-4898-9BB3-E4F81EA8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35" name="PPAGENT_QA|parent=matrix-quadrant-2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7B2DB2C8-2951-4A7D-8FC1-7F7E896C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PAGENT_QA|within=matrix-quadrant-2|role=title">
            <a:extLst xmlns:a="http://schemas.openxmlformats.org/drawingml/2006/main">
              <a:ext uri="{FF2B5EF4-FFF2-40B4-BE49-F238E27FC236}">
                <a16:creationId xmlns:a16="http://schemas.microsoft.com/office/drawing/2014/main" id="{0544451C-9759-4214-93D3-A645337D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11B030-6323-4644-A819-44AD5521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within=matrix-quadrant-2|role=body">
            <a:extLst xmlns:a="http://schemas.openxmlformats.org/drawingml/2006/main">
              <a:ext uri="{FF2B5EF4-FFF2-40B4-BE49-F238E27FC236}">
                <a16:creationId xmlns:a16="http://schemas.microsoft.com/office/drawing/2014/main" id="{A53F4624-2A02-41F1-832B-1DA361A1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理论飞入社区、课堂和生产一线</a:t>
            </a:r>
          </a:p>
        </p:txBody>
      </p:sp>
      <p:sp>
        <p:nvSpPr>
          <p:cNvPr id="39" name="PPAGENT_CONNECTOR|from=matrix-quadrant-2|fromSide=right|to=matrix-petal-2|toSide=left">
            <a:extLst xmlns:a="http://schemas.openxmlformats.org/drawingml/2006/main">
              <a:ext uri="{FF2B5EF4-FFF2-40B4-BE49-F238E27FC236}">
                <a16:creationId xmlns:a16="http://schemas.microsoft.com/office/drawing/2014/main" id="{8D243A5D-E4A4-4E62-9EF7-6FDAABD1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4947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AEEF"/>
            </a:solidFill>
            <a:prstDash val="solid"/>
          </a:ln>
        </p:spPr>
      </p:sp>
      <p:sp>
        <p:nvSpPr>
          <p:cNvPr id="40" name="PPAGENT_QA|parent=matrix-petal-3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173EAE5F-D2A7-4DA8-AC24-47047701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96000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PPAGENT_QA|within=matrix-petal-3|role=initial">
            <a:extLst xmlns:a="http://schemas.openxmlformats.org/drawingml/2006/main">
              <a:ext uri="{FF2B5EF4-FFF2-40B4-BE49-F238E27FC236}">
                <a16:creationId xmlns:a16="http://schemas.microsoft.com/office/drawing/2014/main" id="{BE70841E-3D9F-4AA3-81C8-BE7D1E21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</a:t>
            </a:r>
          </a:p>
        </p:txBody>
      </p:sp>
      <p:sp>
        <p:nvSpPr>
          <p:cNvPr id="42" name="PPAGENT_QA|within=matrix-petal-3|role=title">
            <a:extLst xmlns:a="http://schemas.openxmlformats.org/drawingml/2006/main">
              <a:ext uri="{FF2B5EF4-FFF2-40B4-BE49-F238E27FC236}">
                <a16:creationId xmlns:a16="http://schemas.microsoft.com/office/drawing/2014/main" id="{B59383ED-D561-4AF9-A0A8-4AB0FBA2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43" name="PPAGENT_QA|parent=matrix-quadrant-3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600AE139-B937-4EF3-96BC-AFE5C8E1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PPAGENT_QA|within=matrix-quadrant-3|role=title">
            <a:extLst xmlns:a="http://schemas.openxmlformats.org/drawingml/2006/main">
              <a:ext uri="{FF2B5EF4-FFF2-40B4-BE49-F238E27FC236}">
                <a16:creationId xmlns:a16="http://schemas.microsoft.com/office/drawing/2014/main" id="{54AE59B5-4433-4F8D-B736-1CB69584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2016D7-7B70-4910-AC39-E2E2A1B5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PAGENT_QA|within=matrix-quadrant-3|role=body">
            <a:extLst xmlns:a="http://schemas.openxmlformats.org/drawingml/2006/main">
              <a:ext uri="{FF2B5EF4-FFF2-40B4-BE49-F238E27FC236}">
                <a16:creationId xmlns:a16="http://schemas.microsoft.com/office/drawing/2014/main" id="{9E36601E-517B-4153-B67A-665DA3AF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选调生/重大装备研发：+40%</a:t>
            </a:r>
          </a:p>
        </p:txBody>
      </p:sp>
      <p:sp>
        <p:nvSpPr>
          <p:cNvPr id="47" name="PPAGENT_CONNECTOR|from=matrix-quadrant-3|fromSide=left|to=matrix-petal-3|toSide=right">
            <a:extLst xmlns:a="http://schemas.openxmlformats.org/drawingml/2006/main">
              <a:ext uri="{FF2B5EF4-FFF2-40B4-BE49-F238E27FC236}">
                <a16:creationId xmlns:a16="http://schemas.microsoft.com/office/drawing/2014/main" id="{8CAAD3B9-2FC4-4585-BD6A-6A295E1E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718181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十年探路、五年深耕，把红色基因熔铸进青春年轮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258FC08-37A4-47DE-90F2-B336E0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A71DB46-7CC2-4448-A446-4D169927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E5B5D-E730-4434-8239-7D025934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230022"/>
            <a:ext cx="3208313" cy="32083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2D2DF-667E-4501-8348-473BC226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134" y="2446313"/>
            <a:ext cx="2775732" cy="2775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radial-center|domains=radial-shape,radial-content">
            <a:extLst xmlns:a="http://schemas.openxmlformats.org/drawingml/2006/main">
              <a:ext uri="{FF2B5EF4-FFF2-40B4-BE49-F238E27FC236}">
                <a16:creationId xmlns:a16="http://schemas.microsoft.com/office/drawing/2014/main" id="{A5FE83FF-E5BE-4CB2-A3AE-C59B208B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62604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红色基因</a:t>
            </a:r>
          </a:p>
        </p:txBody>
      </p:sp>
      <p:sp>
        <p:nvSpPr>
          <p:cNvPr id="19" name="PPAGENT_QA|parent=radial-node-0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4DDC459B-5076-479E-9583-88293206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21" y="1869538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PPAGENT_QA|parent=radial-card-0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4E14F9BB-B2BC-471E-B57F-9EA729C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304" y="1581150"/>
            <a:ext cx="2523392" cy="432582"/>
          </a:xfrm>
          <a:prstGeom xmlns:a="http://schemas.openxmlformats.org/drawingml/2006/main" prst="roundRect">
            <a:avLst>
              <a:gd name="adj" fmla="val 264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PPAGENT_QA|within=radial-card-0|role=title">
            <a:extLst xmlns:a="http://schemas.openxmlformats.org/drawingml/2006/main">
              <a:ext uri="{FF2B5EF4-FFF2-40B4-BE49-F238E27FC236}">
                <a16:creationId xmlns:a16="http://schemas.microsoft.com/office/drawing/2014/main" id="{10129373-4E00-4E4D-ADE5-141AD0BB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304" y="1581150"/>
            <a:ext cx="2523392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研学链贯通血脉</a:t>
            </a:r>
          </a:p>
        </p:txBody>
      </p:sp>
      <p:sp>
        <p:nvSpPr>
          <p:cNvPr id="22" name="PPAGENT_CONNECTOR|from=radial-center|fromSide=top|to=radial-node-0|toSide=bottom">
            <a:extLst xmlns:a="http://schemas.openxmlformats.org/drawingml/2006/main">
              <a:ext uri="{FF2B5EF4-FFF2-40B4-BE49-F238E27FC236}">
                <a16:creationId xmlns:a16="http://schemas.microsoft.com/office/drawing/2014/main" id="{A6F3C1E7-AC95-42F3-9222-241BC8FC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284095"/>
            <a:ext cx="0" cy="3785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3" name="PPAGENT_QA|parent=radial-node-1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8F2DE6DC-66B3-4A1E-9BD1-CFBCB493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2635568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parent=radial-card-1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AC7E3FD5-972B-4470-B75E-C2657C19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482362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radial-card-1|role=title">
            <a:extLst xmlns:a="http://schemas.openxmlformats.org/drawingml/2006/main">
              <a:ext uri="{FF2B5EF4-FFF2-40B4-BE49-F238E27FC236}">
                <a16:creationId xmlns:a16="http://schemas.microsoft.com/office/drawing/2014/main" id="{11451908-3840-4BFF-98B0-DAA688C6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482362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任务单激发担当</a:t>
            </a:r>
          </a:p>
        </p:txBody>
      </p:sp>
      <p:sp>
        <p:nvSpPr>
          <p:cNvPr id="26" name="PPAGENT_CONNECTOR|from=radial-center|fromSide=left|to=radial-node-1|toSide=right">
            <a:extLst xmlns:a="http://schemas.openxmlformats.org/drawingml/2006/main">
              <a:ext uri="{FF2B5EF4-FFF2-40B4-BE49-F238E27FC236}">
                <a16:creationId xmlns:a16="http://schemas.microsoft.com/office/drawing/2014/main" id="{DFEE3B75-F013-4591-95D5-477CA7A1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85432" y="2842846"/>
            <a:ext cx="738993" cy="9913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7" name="PPAGENT_QA|parent=radial-node-2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3DCEC341-707B-4C04-A08E-05D80A56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2635568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parent=radial-card-2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A641CE0D-8153-4CF4-9965-CC5D7279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482362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radial-card-2|role=title">
            <a:extLst xmlns:a="http://schemas.openxmlformats.org/drawingml/2006/main">
              <a:ext uri="{FF2B5EF4-FFF2-40B4-BE49-F238E27FC236}">
                <a16:creationId xmlns:a16="http://schemas.microsoft.com/office/drawing/2014/main" id="{B38D5F77-2173-4ED5-B642-0EF8B715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482362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VR跨越时空</a:t>
            </a:r>
          </a:p>
        </p:txBody>
      </p:sp>
      <p:sp>
        <p:nvSpPr>
          <p:cNvPr id="30" name="PPAGENT_CONNECTOR|from=radial-center|fromSide=right|to=radial-node-2|toSide=left">
            <a:extLst xmlns:a="http://schemas.openxmlformats.org/drawingml/2006/main">
              <a:ext uri="{FF2B5EF4-FFF2-40B4-BE49-F238E27FC236}">
                <a16:creationId xmlns:a16="http://schemas.microsoft.com/office/drawing/2014/main" id="{512FB3C6-BA93-4549-AD12-4FAE8899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67575" y="2842846"/>
            <a:ext cx="738993" cy="9913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1" name="PPAGENT_QA|parent=radial-node-3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42FB3D6C-BFD8-43AA-964C-5EBDB01F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461823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PPAGENT_QA|parent=radial-card-3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4E241FF8-ACC3-49C3-9CA0-B70C26FF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46502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radial-card-3|role=title">
            <a:extLst xmlns:a="http://schemas.openxmlformats.org/drawingml/2006/main">
              <a:ext uri="{FF2B5EF4-FFF2-40B4-BE49-F238E27FC236}">
                <a16:creationId xmlns:a16="http://schemas.microsoft.com/office/drawing/2014/main" id="{2C0019BE-EB34-4B10-9299-97B40F23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46502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宣讲团传递信仰</a:t>
            </a:r>
          </a:p>
        </p:txBody>
      </p:sp>
      <p:sp>
        <p:nvSpPr>
          <p:cNvPr id="34" name="PPAGENT_CONNECTOR|from=radial-center|fromSide=left|to=radial-node-3|toSide=right">
            <a:extLst xmlns:a="http://schemas.openxmlformats.org/drawingml/2006/main">
              <a:ext uri="{FF2B5EF4-FFF2-40B4-BE49-F238E27FC236}">
                <a16:creationId xmlns:a16="http://schemas.microsoft.com/office/drawing/2014/main" id="{319F7101-BEAF-4EE7-80D4-7D412466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9913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5" name="PPAGENT_QA|parent=radial-node-4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512913F0-A916-46BC-8BC4-D7C2F6B2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461823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PPAGENT_QA|parent=radial-card-4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0ADF1E27-7704-42D5-B905-CEF564AA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46502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PPAGENT_QA|within=radial-card-4|role=title">
            <a:extLst xmlns:a="http://schemas.openxmlformats.org/drawingml/2006/main">
              <a:ext uri="{FF2B5EF4-FFF2-40B4-BE49-F238E27FC236}">
                <a16:creationId xmlns:a16="http://schemas.microsoft.com/office/drawing/2014/main" id="{A68C63B9-F352-410B-A5D5-1853639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46502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育人机制夯实成长</a:t>
            </a:r>
          </a:p>
        </p:txBody>
      </p:sp>
      <p:sp>
        <p:nvSpPr>
          <p:cNvPr id="38" name="PPAGENT_CONNECTOR|from=radial-center|fromSide=right|to=radial-node-4|toSide=left">
            <a:extLst xmlns:a="http://schemas.openxmlformats.org/drawingml/2006/main">
              <a:ext uri="{FF2B5EF4-FFF2-40B4-BE49-F238E27FC236}">
                <a16:creationId xmlns:a16="http://schemas.microsoft.com/office/drawing/2014/main" id="{C4FB3C05-58C1-414B-9A95-8349DA9D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9913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B338398-54E8-4481-880A-5668E669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900">
                <a:latin typeface="汉仪文润宋韵 U"/>
                <a:ea typeface="汉仪文润宋韵 U"/>
                <a:cs typeface="汉仪文润宋韵 U"/>
              </a:defRPr>
            </a:pPr>
            <a:r>
              <a:rPr sz="39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“六地”红：成为理工青年最鲜亮的青春底色
我的汇报完毕，谢谢大家！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2026-08-12T01:59:40.7160000Z</dcterms:created>
  <dcterms:modified xsi:type="dcterms:W3CDTF">2026-08-12T01:59:40.7160000Z</dcterms:modified>
</coreProperties>
</file>