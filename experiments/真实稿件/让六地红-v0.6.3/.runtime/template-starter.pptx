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dc9bfc5b24dd5" /><Relationship Type="http://schemas.openxmlformats.org/officeDocument/2006/relationships/extended-properties" Target="/docProps/app.xml" Id="Rf560fdc136494cd7" /><Relationship Type="http://schemas.openxmlformats.org/officeDocument/2006/relationships/officeDocument" Target="/ppt/presentation.xml" Id="Rf0629efae81749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381cf179cc492f"/>
    <p:sldMasterId xmlns:r="http://schemas.openxmlformats.org/officeDocument/2006/relationships" id="2147483660" r:id="R78951a87dffd4be0"/>
    <p:sldMasterId xmlns:r="http://schemas.openxmlformats.org/officeDocument/2006/relationships" id="2147483663" r:id="Re7cd7e6481924395"/>
  </p:sldMasterIdLst>
  <p:notesMasterIdLst>
    <p:notesMasterId xmlns:r="http://schemas.openxmlformats.org/officeDocument/2006/relationships" r:id="R8b9051a1c66949ac"/>
  </p:notesMasterIdLst>
  <p:sldIdLst>
    <p:sldId xmlns:r="http://schemas.openxmlformats.org/officeDocument/2006/relationships" id="256" r:id="R2549ba6a489a4600"/>
    <p:sldId xmlns:r="http://schemas.openxmlformats.org/officeDocument/2006/relationships" id="257" r:id="Rc9c74cecf9c2409b"/>
    <p:sldId xmlns:r="http://schemas.openxmlformats.org/officeDocument/2006/relationships" id="258" r:id="R06f6d9f9f35747b1"/>
    <p:sldId xmlns:r="http://schemas.openxmlformats.org/officeDocument/2006/relationships" id="259" r:id="R42ffb7f36e29443f"/>
    <p:sldId xmlns:r="http://schemas.openxmlformats.org/officeDocument/2006/relationships" id="260" r:id="R0e4fcb3b7ec44b7c"/>
    <p:sldId xmlns:r="http://schemas.openxmlformats.org/officeDocument/2006/relationships" id="261" r:id="Re2d74b86d8394e22"/>
    <p:sldId xmlns:r="http://schemas.openxmlformats.org/officeDocument/2006/relationships" id="262" r:id="R8d909193970a4217"/>
    <p:sldId xmlns:r="http://schemas.openxmlformats.org/officeDocument/2006/relationships" id="263" r:id="R2c3708f769ee469a"/>
    <p:sldId xmlns:r="http://schemas.openxmlformats.org/officeDocument/2006/relationships" id="264" r:id="Rab284c5e207c4bd6"/>
    <p:sldId xmlns:r="http://schemas.openxmlformats.org/officeDocument/2006/relationships" id="265" r:id="R14a1ec42235b4d7c"/>
    <p:sldId xmlns:r="http://schemas.openxmlformats.org/officeDocument/2006/relationships" id="266" r:id="Ra86d7e77dec74072"/>
    <p:sldId xmlns:r="http://schemas.openxmlformats.org/officeDocument/2006/relationships" id="267" r:id="R02cf4267ede54b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06331de9b942e9" /><Relationship Type="http://schemas.openxmlformats.org/officeDocument/2006/relationships/slideMaster" Target="/ppt/slideMasters/slideMaster1.xml" Id="Rb5381cf179cc492f" /><Relationship Type="http://schemas.openxmlformats.org/officeDocument/2006/relationships/slideMaster" Target="/ppt/slideMasters/slideMaster2.xml" Id="R78951a87dffd4be0" /><Relationship Type="http://schemas.openxmlformats.org/officeDocument/2006/relationships/slideMaster" Target="/ppt/slideMasters/slideMaster3.xml" Id="Re7cd7e6481924395" /><Relationship Type="http://schemas.openxmlformats.org/officeDocument/2006/relationships/notesMaster" Target="/ppt/notesMasters/notesMaster1.xml" Id="R8b9051a1c66949ac" /><Relationship Type="http://schemas.openxmlformats.org/officeDocument/2006/relationships/presProps" Target="/ppt/presProps.xml" Id="R15e8ab75c14a4d39" /><Relationship Type="http://schemas.openxmlformats.org/officeDocument/2006/relationships/viewProps" Target="/ppt/viewProps.xml" Id="Rc0a2274e442b4551" /><Relationship Type="http://schemas.openxmlformats.org/officeDocument/2006/relationships/tableStyles" Target="/ppt/tableStyles.xml" Id="Rc3022fdb895b4a0a" /><Relationship Type="http://schemas.openxmlformats.org/officeDocument/2006/relationships/slide" Target="/ppt/slides/slide1.xml" Id="R2549ba6a489a4600" /><Relationship Type="http://schemas.openxmlformats.org/officeDocument/2006/relationships/slide" Target="/ppt/slides/slide2.xml" Id="Rc9c74cecf9c2409b" /><Relationship Type="http://schemas.openxmlformats.org/officeDocument/2006/relationships/slide" Target="/ppt/slides/slide3.xml" Id="R06f6d9f9f35747b1" /><Relationship Type="http://schemas.openxmlformats.org/officeDocument/2006/relationships/slide" Target="/ppt/slides/slide4.xml" Id="R42ffb7f36e29443f" /><Relationship Type="http://schemas.openxmlformats.org/officeDocument/2006/relationships/slide" Target="/ppt/slides/slide5.xml" Id="R0e4fcb3b7ec44b7c" /><Relationship Type="http://schemas.openxmlformats.org/officeDocument/2006/relationships/slide" Target="/ppt/slides/slide6.xml" Id="Re2d74b86d8394e22" /><Relationship Type="http://schemas.openxmlformats.org/officeDocument/2006/relationships/slide" Target="/ppt/slides/slide7.xml" Id="R8d909193970a4217" /><Relationship Type="http://schemas.openxmlformats.org/officeDocument/2006/relationships/slide" Target="/ppt/slides/slide8.xml" Id="R2c3708f769ee469a" /><Relationship Type="http://schemas.openxmlformats.org/officeDocument/2006/relationships/slide" Target="/ppt/slides/slide9.xml" Id="Rab284c5e207c4bd6" /><Relationship Type="http://schemas.openxmlformats.org/officeDocument/2006/relationships/slide" Target="/ppt/slides/slide10.xml" Id="R14a1ec42235b4d7c" /><Relationship Type="http://schemas.openxmlformats.org/officeDocument/2006/relationships/slide" Target="/ppt/slides/slide11.xml" Id="Ra86d7e77dec74072" /><Relationship Type="http://schemas.openxmlformats.org/officeDocument/2006/relationships/slide" Target="/ppt/slides/slide12.xml" Id="R02cf4267ede54b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2badfedd22948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26522b86ea4f6e" /><Relationship Type="http://schemas.openxmlformats.org/officeDocument/2006/relationships/notesMaster" Target="/ppt/notesMasters/notesMaster1.xml" Id="Ra990f8add1a04b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5e9c83cb424070" /><Relationship Type="http://schemas.openxmlformats.org/officeDocument/2006/relationships/notesMaster" Target="/ppt/notesMasters/notesMaster1.xml" Id="R3522e63f5be941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15489a286343f0" /><Relationship Type="http://schemas.openxmlformats.org/officeDocument/2006/relationships/notesMaster" Target="/ppt/notesMasters/notesMaster1.xml" Id="Rbd982fa8196f47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d1fd108b22440c" /><Relationship Type="http://schemas.openxmlformats.org/officeDocument/2006/relationships/notesMaster" Target="/ppt/notesMasters/notesMaster1.xml" Id="R16e315ac096347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454c802f64a84" /><Relationship Type="http://schemas.openxmlformats.org/officeDocument/2006/relationships/notesMaster" Target="/ppt/notesMasters/notesMaster1.xml" Id="Rc6530e4bfac64c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05e0464cc049d0" /><Relationship Type="http://schemas.openxmlformats.org/officeDocument/2006/relationships/notesMaster" Target="/ppt/notesMasters/notesMaster1.xml" Id="Rf0a575c9812644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1822b7f56e4520" /><Relationship Type="http://schemas.openxmlformats.org/officeDocument/2006/relationships/notesMaster" Target="/ppt/notesMasters/notesMaster1.xml" Id="R5d620ce7f3334e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354faaa2c24a80" /><Relationship Type="http://schemas.openxmlformats.org/officeDocument/2006/relationships/notesMaster" Target="/ppt/notesMasters/notesMaster1.xml" Id="Rf4bfaa704e4548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e4dc42f68e473e" /><Relationship Type="http://schemas.openxmlformats.org/officeDocument/2006/relationships/notesMaster" Target="/ppt/notesMasters/notesMaster1.xml" Id="R1f8fc0d525c548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ef7bc28f654a5f" /><Relationship Type="http://schemas.openxmlformats.org/officeDocument/2006/relationships/notesMaster" Target="/ppt/notesMasters/notesMaster1.xml" Id="R84b0892bee8742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890134d0c24b52" /><Relationship Type="http://schemas.openxmlformats.org/officeDocument/2006/relationships/notesMaster" Target="/ppt/notesMasters/notesMaster1.xml" Id="Rbd388b48df674f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1a56c2b7a7444b" /><Relationship Type="http://schemas.openxmlformats.org/officeDocument/2006/relationships/notesMaster" Target="/ppt/notesMasters/notesMaster1.xml" Id="R5d0f12d7a3024b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d37e1dd434c16" /><Relationship Type="http://schemas.openxmlformats.org/officeDocument/2006/relationships/image" Target="/ppt/media/image.jpeg" Id="Rd5e0cb17d0d642dd" /><Relationship Type="http://schemas.openxmlformats.org/officeDocument/2006/relationships/image" Target="/ppt/media/image.png" Id="R5fe4a51bddbf4cfa" /><Relationship Type="http://schemas.openxmlformats.org/officeDocument/2006/relationships/image" Target="/ppt/media/image2.png" Id="Ra9e3ecab174d47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849afe8e647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02f70080e41a2" /><Relationship Type="http://schemas.openxmlformats.org/officeDocument/2006/relationships/image" Target="/ppt/media/image3.png" Id="Rc4a4612e6bed4d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6091c1fca4435" /><Relationship Type="http://schemas.openxmlformats.org/officeDocument/2006/relationships/image" Target="/ppt/media/image4.png" Id="R430b9e2274f94a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00ed0d7864e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588db1b404f0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9fae8be164a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bd8d91b984c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041240504487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c2aff7def471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cc55edd864b0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43ec5e7b4b4237" /><Relationship Type="http://schemas.openxmlformats.org/officeDocument/2006/relationships/image" Target="/ppt/media/image5.png" Id="R2a8c231732eb450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939276195247c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bfa19d3f95349ed" /><Relationship Type="http://schemas.openxmlformats.org/officeDocument/2006/relationships/image" Target="/ppt/media/image5.png" Id="R806c85d093154be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38ba359089a488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0cb17d0d642d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4a51bddbf4cfa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3ecab174d47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E7AAA0D-4A49-478F-80FE-DCFD0D37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4612e6bed4d0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756E8F9A-FFB7-489B-9F1A-A22F71C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5A28A11-9730-4A3B-93E3-ED03D04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E97F59E9-5F60-46ED-AB7B-044C5254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32AED85-83E3-451C-BE43-271025E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b9e2274f94a3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479E71F-2105-479C-86F1-467FC7D6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EB080777-6B9D-480A-A6E6-EE23D205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924B9B-2D8F-466E-9C32-145D90181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E336111-C13C-45AC-92AE-52251632F5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A9FC68D-B04D-430D-A2E3-2C27BB17AA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C1B2B08-11EF-4424-8CB3-DF31E4CE525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832DC25-0A88-4160-9E65-B65C32D4BD1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FE40922-B6B2-47EE-8FA2-D4D8BA2A8B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FFF3C47-0E73-41F9-B1FE-BB1CACF8CF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31DC38E-422B-4F3F-8A07-BEDB02E6B4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78D5C1-2BA8-4ED3-9B9C-455E21FC3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40B457C-72DA-4847-8B08-0D157790F2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14EBB21-69BE-4FA3-AC49-AB9068D689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A771FD1-295F-44F6-9631-7C891D2AC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6E177C4-4462-4B49-8580-B952AC847B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11080BB-6826-4525-8B18-B618B14E76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D3EF078-D267-4C3C-90D7-B7703F3A19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D7DDAE-717A-43E3-BA57-289A12DCBC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3A8AE8F-35F0-49A5-A7E5-69C1F6B446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185A903-F173-4688-9F79-82182F1A8A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F146BD9-C1DE-411E-A4A5-D9423FD4F3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7D74E3D-2EAC-4BD0-92A2-63D564ECCA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0628DA9-D58D-4848-B1A9-57D52C7778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2BE9E42-C1C9-4DB5-9C85-4200073C1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D6D0621-DCA8-4C30-9D77-5AF25E28C90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BBE7419-4958-435B-AC82-DDC148F1F5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B44BF3C-F93C-4BBB-9972-3A3CB4B86C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FBF1E88-632C-4639-97CF-6FEDF38535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CA28B8-42C0-4A73-912D-FE32FB40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A3FBC7-F692-44D6-90BB-8A406420A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B178B9E-F828-46BB-80DD-08616BC033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3CC4DA-5670-4D7E-B364-B1A8B10F46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C8CA2E7-6325-4CB9-91C8-EE32123909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3F3AA4-7268-4D29-8244-18BF811F94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C93BC7A-D479-49A7-98E3-4CA57260D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F42A7A9-27E6-4693-B476-7A8B35FC86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DFDEBB7-1A19-4E07-8268-492DF33DDB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1B106ED-7BC6-4D18-82C2-7C3E565CE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9707F-0AFF-4F47-A58F-9D3D648677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c231732eb450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19C36D0-9D5A-4278-B7D6-C3C3922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0CB3E3-C27B-47E6-87BD-584D122D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0A8F8F6-9CD7-4D17-B47C-B6F51F96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EC5398C-2370-4B50-8B6B-2F7083FB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c85d093154be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72E3BE0-6EF6-4E7A-9826-916ACAED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10AE189-956F-434D-B1AF-142CF5D6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B3609706-6537-43C3-A5A6-17BA23B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5D2EFE8-1104-4816-A686-27E1D809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8f197f4be4ec1" /><Relationship Type="http://schemas.openxmlformats.org/officeDocument/2006/relationships/slideLayout" Target="/ppt/slideLayouts/slideLayout1.xml" Id="Rfd3f3204064f4b64" /><Relationship Type="http://schemas.openxmlformats.org/officeDocument/2006/relationships/slideLayout" Target="/ppt/slideLayouts/slideLayout2.xml" Id="Rfe8c57162a3e429c" /><Relationship Type="http://schemas.openxmlformats.org/officeDocument/2006/relationships/slideLayout" Target="/ppt/slideLayouts/slideLayout3.xml" Id="Rf13c79c4d3bd446a" /><Relationship Type="http://schemas.openxmlformats.org/officeDocument/2006/relationships/slideLayout" Target="/ppt/slideLayouts/slideLayout4.xml" Id="R6e8a3b06b2714888" /><Relationship Type="http://schemas.openxmlformats.org/officeDocument/2006/relationships/slideLayout" Target="/ppt/slideLayouts/slideLayout5.xml" Id="Rd86b6d30c2c84c59" /><Relationship Type="http://schemas.openxmlformats.org/officeDocument/2006/relationships/slideLayout" Target="/ppt/slideLayouts/slideLayout6.xml" Id="R5445dea32de24e90" /><Relationship Type="http://schemas.openxmlformats.org/officeDocument/2006/relationships/slideLayout" Target="/ppt/slideLayouts/slideLayout7.xml" Id="R59c7e4c846b64d20" /><Relationship Type="http://schemas.openxmlformats.org/officeDocument/2006/relationships/slideLayout" Target="/ppt/slideLayouts/slideLayout8.xml" Id="Rc05cdcd9e4684a11" /><Relationship Type="http://schemas.openxmlformats.org/officeDocument/2006/relationships/slideLayout" Target="/ppt/slideLayouts/slideLayout9.xml" Id="Rf16756af24c14e82" /><Relationship Type="http://schemas.openxmlformats.org/officeDocument/2006/relationships/slideLayout" Target="/ppt/slideLayouts/slideLayout10.xml" Id="R8f75e13ffe43451c" /><Relationship Type="http://schemas.openxmlformats.org/officeDocument/2006/relationships/slideLayout" Target="/ppt/slideLayouts/slideLayout11.xml" Id="R939688b8ad074e3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a01bac8701648c7" /><Relationship Type="http://schemas.openxmlformats.org/officeDocument/2006/relationships/slideLayout" Target="/ppt/slideLayouts/slideLayout12.xml" Id="R44740dd21a8444a8" /><Relationship Type="http://schemas.openxmlformats.org/officeDocument/2006/relationships/slideLayout" Target="/ppt/slideLayouts/slideLayout13.xml" Id="R8707dc7d3974424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988ace2d0064ba0" /><Relationship Type="http://schemas.openxmlformats.org/officeDocument/2006/relationships/slideLayout" Target="/ppt/slideLayouts/slideLayout14.xml" Id="Rba2a04febe87472e" /><Relationship Type="http://schemas.openxmlformats.org/officeDocument/2006/relationships/slideLayout" Target="/ppt/slideLayouts/slideLayout15.xml" Id="R005f63e2bcc2459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0ED45D8-D0F0-478E-BBC0-B78479949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3897C89-1AB8-4E59-946F-31B658C3C2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C85F57B-6C32-4407-B475-4DDA5ABFB7B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1B8228A-EA6D-4BF4-9AB1-D9E26D1AA9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F209E2-0F08-458F-A5AC-1B84EA8B28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3f3204064f4b64"/>
    <p:sldLayoutId xmlns:r="http://schemas.openxmlformats.org/officeDocument/2006/relationships" id="2147483650" r:id="Rfe8c57162a3e429c"/>
    <p:sldLayoutId xmlns:r="http://schemas.openxmlformats.org/officeDocument/2006/relationships" id="2147483651" r:id="Rf13c79c4d3bd446a"/>
    <p:sldLayoutId xmlns:r="http://schemas.openxmlformats.org/officeDocument/2006/relationships" id="2147483652" r:id="R6e8a3b06b2714888"/>
    <p:sldLayoutId xmlns:r="http://schemas.openxmlformats.org/officeDocument/2006/relationships" id="2147483653" r:id="Rd86b6d30c2c84c59"/>
    <p:sldLayoutId xmlns:r="http://schemas.openxmlformats.org/officeDocument/2006/relationships" id="2147483654" r:id="R5445dea32de24e90"/>
    <p:sldLayoutId xmlns:r="http://schemas.openxmlformats.org/officeDocument/2006/relationships" id="2147483655" r:id="R59c7e4c846b64d20"/>
    <p:sldLayoutId xmlns:r="http://schemas.openxmlformats.org/officeDocument/2006/relationships" id="2147483656" r:id="Rc05cdcd9e4684a11"/>
    <p:sldLayoutId xmlns:r="http://schemas.openxmlformats.org/officeDocument/2006/relationships" id="2147483657" r:id="Rf16756af24c14e82"/>
    <p:sldLayoutId xmlns:r="http://schemas.openxmlformats.org/officeDocument/2006/relationships" id="2147483658" r:id="R8f75e13ffe43451c"/>
    <p:sldLayoutId xmlns:r="http://schemas.openxmlformats.org/officeDocument/2006/relationships" id="2147483659" r:id="R939688b8ad074e3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69ED59A-761D-4258-9754-9AEFCC345F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C9F2D5B-17F2-48C7-96FC-4AB0BCB754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D63F51F-FD51-4694-95D5-B505DAFE73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26E2319-34C6-47AE-BC95-643631E679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55034C-FCF1-4363-BC32-8A78C8D3AC8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4740dd21a8444a8"/>
    <p:sldLayoutId xmlns:r="http://schemas.openxmlformats.org/officeDocument/2006/relationships" id="2147483662" r:id="R8707dc7d3974424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AE1980D-FDD5-4EC8-B76C-BF45D50B5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DC60527-A84E-49E0-93A0-860912E68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8290017-E00D-4934-B102-E7BD26919D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269728-E46E-4131-A57E-7816A8A5D2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711C43-704D-40BB-84FE-DE64EDF82E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a2a04febe87472e"/>
    <p:sldLayoutId xmlns:r="http://schemas.openxmlformats.org/officeDocument/2006/relationships" id="2147483665" r:id="R005f63e2bcc2459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52ea48d094490" /><Relationship Type="http://schemas.openxmlformats.org/officeDocument/2006/relationships/notesSlide" Target="/ppt/notesSlides/notesSlide1.xml" Id="R3cdd6d3272da47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8537eb4e434dc7" /><Relationship Type="http://schemas.openxmlformats.org/officeDocument/2006/relationships/image" Target="/ppt/media/image6.png" Id="R06a6594de2974415" /><Relationship Type="http://schemas.openxmlformats.org/officeDocument/2006/relationships/notesSlide" Target="/ppt/notesSlides/notesSlide2.xml" Id="R6ed66765e6ed48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059c5e28ba46fb" /><Relationship Type="http://schemas.openxmlformats.org/officeDocument/2006/relationships/image" Target="/ppt/media/image6.png" Id="R4f7a097896ec4ce9" /><Relationship Type="http://schemas.openxmlformats.org/officeDocument/2006/relationships/notesSlide" Target="/ppt/notesSlides/notesSlide3.xml" Id="R8b678834de8a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667db0ee91476c" /><Relationship Type="http://schemas.openxmlformats.org/officeDocument/2006/relationships/image" Target="/ppt/media/image6.png" Id="Rf32c79a47286447a" /><Relationship Type="http://schemas.openxmlformats.org/officeDocument/2006/relationships/notesSlide" Target="/ppt/notesSlides/notesSlide4.xml" Id="R3c87c100e0c445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7e449bbecc43f3" /><Relationship Type="http://schemas.openxmlformats.org/officeDocument/2006/relationships/image" Target="/ppt/media/image6.png" Id="Rf35802bc23294e19" /><Relationship Type="http://schemas.openxmlformats.org/officeDocument/2006/relationships/notesSlide" Target="/ppt/notesSlides/notesSlide5.xml" Id="R3512f63f7f1e41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ba2adccc134099" /><Relationship Type="http://schemas.openxmlformats.org/officeDocument/2006/relationships/image" Target="/ppt/media/image6.png" Id="R4d5c8d1289b446df" /><Relationship Type="http://schemas.openxmlformats.org/officeDocument/2006/relationships/notesSlide" Target="/ppt/notesSlides/notesSlide6.xml" Id="R13e450de0f16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aa01cba6f24204" /><Relationship Type="http://schemas.openxmlformats.org/officeDocument/2006/relationships/image" Target="/ppt/media/image6.png" Id="R8a6909ec0cd54522" /><Relationship Type="http://schemas.openxmlformats.org/officeDocument/2006/relationships/notesSlide" Target="/ppt/notesSlides/notesSlide7.xml" Id="Rc8c41f87d09b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202d6ab6994b18" /><Relationship Type="http://schemas.openxmlformats.org/officeDocument/2006/relationships/image" Target="/ppt/media/image6.png" Id="R558b646145914dfc" /><Relationship Type="http://schemas.openxmlformats.org/officeDocument/2006/relationships/notesSlide" Target="/ppt/notesSlides/notesSlide8.xml" Id="R507b774acf644f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4c741810684a42" /><Relationship Type="http://schemas.openxmlformats.org/officeDocument/2006/relationships/image" Target="/ppt/media/image6.png" Id="Red6b896c9b6044f4" /><Relationship Type="http://schemas.openxmlformats.org/officeDocument/2006/relationships/notesSlide" Target="/ppt/notesSlides/notesSlide9.xml" Id="R500e6c43cd6c40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4af56abed6432a" /><Relationship Type="http://schemas.openxmlformats.org/officeDocument/2006/relationships/image" Target="/ppt/media/image6.png" Id="R77c0fe1616f74e24" /><Relationship Type="http://schemas.openxmlformats.org/officeDocument/2006/relationships/notesSlide" Target="/ppt/notesSlides/notesSlide10.xml" Id="Re1ab096d5e364d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fe1b13d5ee4ffe" /><Relationship Type="http://schemas.openxmlformats.org/officeDocument/2006/relationships/image" Target="/ppt/media/image6.png" Id="Rc4a54cae39704381" /><Relationship Type="http://schemas.openxmlformats.org/officeDocument/2006/relationships/notesSlide" Target="/ppt/notesSlides/notesSlide11.xml" Id="R64f10c1db67c42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14adfbf3946c0" /><Relationship Type="http://schemas.openxmlformats.org/officeDocument/2006/relationships/notesSlide" Target="/ppt/notesSlides/notesSlide12.xml" Id="R4a0bafd88db14e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5DE12AAC-0F97-4009-B4CE-C77EB4A0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309E946-B8CF-4E7E-977F-32716C2B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1FD56ED6-E2AD-4B6A-8B39-9D46B138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3A708A85-5B00-4B45-8DDA-305BD652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3117D90-FF52-45D6-B105-9D89F60E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4237283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6594de29744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a097896ec4c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c79a4728644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802bc23294e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c8d1289b446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909ec0cd54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b64614591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b896c9b6044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0fe1616f74e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54cae39704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B338398-54E8-4481-880A-5668E669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2026-08-12T01:59:36.1700000Z</dcterms:created>
  <dcterms:modified xsi:type="dcterms:W3CDTF">2026-08-12T01:59:36.1700000Z</dcterms:modified>
</coreProperties>
</file>