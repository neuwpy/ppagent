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fa88333cf34dd9" /><Relationship Type="http://schemas.openxmlformats.org/officeDocument/2006/relationships/extended-properties" Target="/docProps/app.xml" Id="R5016334a89ba45ae" /><Relationship Type="http://schemas.openxmlformats.org/officeDocument/2006/relationships/officeDocument" Target="/ppt/presentation.xml" Id="R984b1b742a5a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af968620c48e5"/>
    <p:sldMasterId xmlns:r="http://schemas.openxmlformats.org/officeDocument/2006/relationships" id="2147483660" r:id="R53dbe8b57602436c"/>
    <p:sldMasterId xmlns:r="http://schemas.openxmlformats.org/officeDocument/2006/relationships" id="2147483663" r:id="R0f6b5402c91d4afb"/>
  </p:sldMasterIdLst>
  <p:notesMasterIdLst>
    <p:notesMasterId xmlns:r="http://schemas.openxmlformats.org/officeDocument/2006/relationships" r:id="R347d5ab9dc88495f"/>
  </p:notesMasterIdLst>
  <p:sldIdLst>
    <p:sldId xmlns:r="http://schemas.openxmlformats.org/officeDocument/2006/relationships" id="256" r:id="R07a16e902695481e"/>
    <p:sldId xmlns:r="http://schemas.openxmlformats.org/officeDocument/2006/relationships" id="257" r:id="Rbc0a33b0b3134c48"/>
    <p:sldId xmlns:r="http://schemas.openxmlformats.org/officeDocument/2006/relationships" id="258" r:id="R7e881f38f65747b8"/>
    <p:sldId xmlns:r="http://schemas.openxmlformats.org/officeDocument/2006/relationships" id="259" r:id="R57a7a027cb174d25"/>
    <p:sldId xmlns:r="http://schemas.openxmlformats.org/officeDocument/2006/relationships" id="260" r:id="Ra5544b7de0fb4535"/>
    <p:sldId xmlns:r="http://schemas.openxmlformats.org/officeDocument/2006/relationships" id="261" r:id="Rdb01c91bc1a74116"/>
    <p:sldId xmlns:r="http://schemas.openxmlformats.org/officeDocument/2006/relationships" id="262" r:id="R3b4d89d64366498e"/>
    <p:sldId xmlns:r="http://schemas.openxmlformats.org/officeDocument/2006/relationships" id="263" r:id="Re6ca63fcfdaa4ccf"/>
    <p:sldId xmlns:r="http://schemas.openxmlformats.org/officeDocument/2006/relationships" id="264" r:id="Rabcecb996ac4420f"/>
    <p:sldId xmlns:r="http://schemas.openxmlformats.org/officeDocument/2006/relationships" id="265" r:id="Rf46f4db9350540d6"/>
    <p:sldId xmlns:r="http://schemas.openxmlformats.org/officeDocument/2006/relationships" id="266" r:id="Rd1515063de0f4edb"/>
    <p:sldId xmlns:r="http://schemas.openxmlformats.org/officeDocument/2006/relationships" id="267" r:id="R16956e5013404cb1"/>
    <p:sldId xmlns:r="http://schemas.openxmlformats.org/officeDocument/2006/relationships" id="268" r:id="R8fc4b2e964ff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a033f8db349d7" /><Relationship Type="http://schemas.openxmlformats.org/officeDocument/2006/relationships/slideMaster" Target="/ppt/slideMasters/slideMaster1.xml" Id="R1daaf968620c48e5" /><Relationship Type="http://schemas.openxmlformats.org/officeDocument/2006/relationships/slideMaster" Target="/ppt/slideMasters/slideMaster2.xml" Id="R53dbe8b57602436c" /><Relationship Type="http://schemas.openxmlformats.org/officeDocument/2006/relationships/slideMaster" Target="/ppt/slideMasters/slideMaster3.xml" Id="R0f6b5402c91d4afb" /><Relationship Type="http://schemas.openxmlformats.org/officeDocument/2006/relationships/notesMaster" Target="/ppt/notesMasters/notesMaster1.xml" Id="R347d5ab9dc88495f" /><Relationship Type="http://schemas.openxmlformats.org/officeDocument/2006/relationships/presProps" Target="/ppt/presProps.xml" Id="R7ec8bafaa3264222" /><Relationship Type="http://schemas.openxmlformats.org/officeDocument/2006/relationships/viewProps" Target="/ppt/viewProps.xml" Id="Rdfb53fb9981d40fe" /><Relationship Type="http://schemas.openxmlformats.org/officeDocument/2006/relationships/tableStyles" Target="/ppt/tableStyles.xml" Id="Rcc41f00e8923440f" /><Relationship Type="http://schemas.openxmlformats.org/officeDocument/2006/relationships/slide" Target="/ppt/slides/slide1.xml" Id="R07a16e902695481e" /><Relationship Type="http://schemas.openxmlformats.org/officeDocument/2006/relationships/slide" Target="/ppt/slides/slide2.xml" Id="Rbc0a33b0b3134c48" /><Relationship Type="http://schemas.openxmlformats.org/officeDocument/2006/relationships/slide" Target="/ppt/slides/slide3.xml" Id="R7e881f38f65747b8" /><Relationship Type="http://schemas.openxmlformats.org/officeDocument/2006/relationships/slide" Target="/ppt/slides/slide4.xml" Id="R57a7a027cb174d25" /><Relationship Type="http://schemas.openxmlformats.org/officeDocument/2006/relationships/slide" Target="/ppt/slides/slide5.xml" Id="Ra5544b7de0fb4535" /><Relationship Type="http://schemas.openxmlformats.org/officeDocument/2006/relationships/slide" Target="/ppt/slides/slide6.xml" Id="Rdb01c91bc1a74116" /><Relationship Type="http://schemas.openxmlformats.org/officeDocument/2006/relationships/slide" Target="/ppt/slides/slide7.xml" Id="R3b4d89d64366498e" /><Relationship Type="http://schemas.openxmlformats.org/officeDocument/2006/relationships/slide" Target="/ppt/slides/slide8.xml" Id="Re6ca63fcfdaa4ccf" /><Relationship Type="http://schemas.openxmlformats.org/officeDocument/2006/relationships/slide" Target="/ppt/slides/slide9.xml" Id="Rabcecb996ac4420f" /><Relationship Type="http://schemas.openxmlformats.org/officeDocument/2006/relationships/slide" Target="/ppt/slides/slide10.xml" Id="Rf46f4db9350540d6" /><Relationship Type="http://schemas.openxmlformats.org/officeDocument/2006/relationships/slide" Target="/ppt/slides/slide11.xml" Id="Rd1515063de0f4edb" /><Relationship Type="http://schemas.openxmlformats.org/officeDocument/2006/relationships/slide" Target="/ppt/slides/slide12.xml" Id="R16956e5013404cb1" /><Relationship Type="http://schemas.openxmlformats.org/officeDocument/2006/relationships/slide" Target="/ppt/slides/slide13.xml" Id="R8fc4b2e964ff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784ff5ae1fc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a052ea726425c" /><Relationship Type="http://schemas.openxmlformats.org/officeDocument/2006/relationships/notesMaster" Target="/ppt/notesMasters/notesMaster1.xml" Id="Rdca1028d1cad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98c3f3995b4d96" /><Relationship Type="http://schemas.openxmlformats.org/officeDocument/2006/relationships/notesMaster" Target="/ppt/notesMasters/notesMaster1.xml" Id="R86f076d822a34d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22f641f7747a6" /><Relationship Type="http://schemas.openxmlformats.org/officeDocument/2006/relationships/notesMaster" Target="/ppt/notesMasters/notesMaster1.xml" Id="Rd6100ee5515a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0743a3893e4c56" /><Relationship Type="http://schemas.openxmlformats.org/officeDocument/2006/relationships/notesMaster" Target="/ppt/notesMasters/notesMaster1.xml" Id="Rd8e241297d7c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999e3bbf9540aa" /><Relationship Type="http://schemas.openxmlformats.org/officeDocument/2006/relationships/notesMaster" Target="/ppt/notesMasters/notesMaster1.xml" Id="Ra8ed01e20e5046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778338dfff4d80" /><Relationship Type="http://schemas.openxmlformats.org/officeDocument/2006/relationships/notesMaster" Target="/ppt/notesMasters/notesMaster1.xml" Id="R804bb4ef13c347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eda1afeec4d31" /><Relationship Type="http://schemas.openxmlformats.org/officeDocument/2006/relationships/notesMaster" Target="/ppt/notesMasters/notesMaster1.xml" Id="R778e7cf6df4c40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cce022e6a243ba" /><Relationship Type="http://schemas.openxmlformats.org/officeDocument/2006/relationships/notesMaster" Target="/ppt/notesMasters/notesMaster1.xml" Id="Rac042071122a45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3ca610c2546c8" /><Relationship Type="http://schemas.openxmlformats.org/officeDocument/2006/relationships/notesMaster" Target="/ppt/notesMasters/notesMaster1.xml" Id="Rf22a3b80f78b42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8d0d0a77904cb0" /><Relationship Type="http://schemas.openxmlformats.org/officeDocument/2006/relationships/notesMaster" Target="/ppt/notesMasters/notesMaster1.xml" Id="R66c521f9eb7047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081c8e43247c3" /><Relationship Type="http://schemas.openxmlformats.org/officeDocument/2006/relationships/notesMaster" Target="/ppt/notesMasters/notesMaster1.xml" Id="R5d44842dd0ad42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75df75d4704a15" /><Relationship Type="http://schemas.openxmlformats.org/officeDocument/2006/relationships/notesMaster" Target="/ppt/notesMasters/notesMaster1.xml" Id="R0c43d248074346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9f0f2dc3bb4521" /><Relationship Type="http://schemas.openxmlformats.org/officeDocument/2006/relationships/notesMaster" Target="/ppt/notesMasters/notesMaster1.xml" Id="Raf4a87fb5ee446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内容：docs/产品叙事.md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PPagenT：page-1-intent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PPagenT：page-2-intent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PPagenT：page-3-intent → comparison-dual-verdict-001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PPagenT：page-5-intent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PPagenT：page-6-intent → layered-architecture-001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PPagenT：page-7-intent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PPagenT：page-8-intent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PPagenT：page-9-intent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PPagenT：page-10-intent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内容：docs/产品叙事.md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f1be5e69e4a21" /><Relationship Type="http://schemas.openxmlformats.org/officeDocument/2006/relationships/image" Target="/ppt/media/image.jpeg" Id="R6e0fe8c52ddf4dd3" /><Relationship Type="http://schemas.openxmlformats.org/officeDocument/2006/relationships/image" Target="/ppt/media/image.png" Id="R4153e53fb1ad4c3b" /><Relationship Type="http://schemas.openxmlformats.org/officeDocument/2006/relationships/image" Target="/ppt/media/image2.png" Id="Reaf2e213ec4844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cb5351a384f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6f0ccf9ea4d48" /><Relationship Type="http://schemas.openxmlformats.org/officeDocument/2006/relationships/image" Target="/ppt/media/image3.png" Id="R3f9af3b0c6f24b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24e6a2d724120" /><Relationship Type="http://schemas.openxmlformats.org/officeDocument/2006/relationships/image" Target="/ppt/media/image4.png" Id="R8457296c700f47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5988f5db942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1829887f142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a4f88ce4947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1b60c5eca48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942edf8ad473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937aba2f540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98b54c61d4ef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ada5cb2ba846a0" /><Relationship Type="http://schemas.openxmlformats.org/officeDocument/2006/relationships/image" Target="/ppt/media/image5.png" Id="Rcebb48951a3e4c5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f774f74c3d405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57f40b4faaf4b6e" /><Relationship Type="http://schemas.openxmlformats.org/officeDocument/2006/relationships/image" Target="/ppt/media/image5.png" Id="Rc1899db464bd44b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22bfa138290433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fe8c52ddf4dd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3e53fb1ad4c3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2e213ec484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77AB59D4-CD27-436F-841F-7BD4520B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af3b0c6f24b4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A1B740D-1C0B-4DD5-94BA-D8258858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ECC7811-ABB9-4A5A-AB34-B8862B7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B9309075-E13F-49B2-B53D-E3141B40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8BB8B901-F8F9-4A1A-8A77-018ADD3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7296c700f479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1215102-CEF7-4039-8307-8F1E55B4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8713303-ACCF-40B8-AADA-9244C4F6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29AD81-93BE-4AC5-81F3-B05C14CE3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25704C8-517B-474A-B222-2B32744E74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D2CD959-9A74-48F4-B477-A032A32D5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0F8F822-412B-452F-B86C-8CB2797FEF7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82FD61B-8716-44D1-A579-6B927C85636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1820706-054A-4F74-A193-049BD911AB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6E8FD21-E11A-4E98-A419-6872F8CADC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3012FB6-C82A-4CEA-9829-82E4EB26B0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FDB5BC-AA00-4B33-A76D-8F2015508F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25B5192-A462-4647-ACEF-1887E2F99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C03014D-D8D8-4422-A36F-811DAE964E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8307A3F-04DA-4F75-8D90-CCC7814711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3EF6426-6DD4-4DAF-B9FF-E52BAE64A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E09380D-AC15-40E3-92E8-C14B2E2CE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57AA609-94BF-4681-B087-D45823B10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E32D83-188D-4E4D-A30B-13A568D0F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16531E-4A50-4575-AFD6-0D9B477F9B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77D14F1-8D5D-46C4-A634-DBA8FF09E1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CC90C26-0DF7-41BC-AFEA-82E9AE70B2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D534E11-CD7D-46F0-AEDD-C78747A4E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8DDB99A-24ED-41D3-9B8D-C35A592C2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5FB45-C250-4A87-B7AA-487DD3874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3628453-0C69-4146-AB3A-71CE2939B7D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697BE17-5B44-4EB3-A504-5E9EBAB852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600DC08-6C29-457D-9D91-80C06D532C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65892B9-E72D-463F-967F-4956BE2A8C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41AC543-37A4-49B7-BEA5-FAB94F6470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231F7A-AA7D-4B29-8DD2-EA57E907A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3EAE51C-2991-48A9-B3D7-2498E53229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97DCA3-7B53-4C5E-87DE-39CA990781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7B78123-5F9F-4E5A-87EC-11DE77F687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25B9F3-787C-4D55-8869-2505462D1D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130AD41-5A83-4C07-93A0-573AC5F6E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AB9C7F4-BB9D-4AAB-A901-BB5501D38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B3CABD-C9B7-4B9C-A722-E14A802B21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4A6BBB-7F52-489B-A1AE-BA5227ACE7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315F67F-DB6C-489E-B909-A57B8BBC57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b48951a3e4c5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F0E678D-31F2-4006-9823-F075B8A2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22ADB26-BED9-4408-8FE9-E8A8E0BB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5129742-D67F-4B4F-8C89-EE84F36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7764045-5111-4800-A9DA-F659904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99db464bd44b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BDD474A-4AFE-443A-91E7-D66FB21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5F96B2D-A8DB-48E4-8D7F-62C5CE2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0C2D928-9E14-477C-8431-D5F92565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BDC657A-C8E0-481F-AA15-9E6EF4DF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46c4981ad14c0c" /><Relationship Type="http://schemas.openxmlformats.org/officeDocument/2006/relationships/slideLayout" Target="/ppt/slideLayouts/slideLayout1.xml" Id="R9618d29caf7145db" /><Relationship Type="http://schemas.openxmlformats.org/officeDocument/2006/relationships/slideLayout" Target="/ppt/slideLayouts/slideLayout2.xml" Id="R2a787af30a3b4534" /><Relationship Type="http://schemas.openxmlformats.org/officeDocument/2006/relationships/slideLayout" Target="/ppt/slideLayouts/slideLayout3.xml" Id="R6f7856dcbe0a4f71" /><Relationship Type="http://schemas.openxmlformats.org/officeDocument/2006/relationships/slideLayout" Target="/ppt/slideLayouts/slideLayout4.xml" Id="Rb95f9b8e05cf4fcf" /><Relationship Type="http://schemas.openxmlformats.org/officeDocument/2006/relationships/slideLayout" Target="/ppt/slideLayouts/slideLayout5.xml" Id="R01793156d92643b2" /><Relationship Type="http://schemas.openxmlformats.org/officeDocument/2006/relationships/slideLayout" Target="/ppt/slideLayouts/slideLayout6.xml" Id="R4550a22b2553493f" /><Relationship Type="http://schemas.openxmlformats.org/officeDocument/2006/relationships/slideLayout" Target="/ppt/slideLayouts/slideLayout7.xml" Id="Rb0a664bd9bc24929" /><Relationship Type="http://schemas.openxmlformats.org/officeDocument/2006/relationships/slideLayout" Target="/ppt/slideLayouts/slideLayout8.xml" Id="R293ef2296afa490c" /><Relationship Type="http://schemas.openxmlformats.org/officeDocument/2006/relationships/slideLayout" Target="/ppt/slideLayouts/slideLayout9.xml" Id="R67971d51a2304312" /><Relationship Type="http://schemas.openxmlformats.org/officeDocument/2006/relationships/slideLayout" Target="/ppt/slideLayouts/slideLayout10.xml" Id="R097d962af16542b7" /><Relationship Type="http://schemas.openxmlformats.org/officeDocument/2006/relationships/slideLayout" Target="/ppt/slideLayouts/slideLayout11.xml" Id="R12878c126c4e4c3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17b057bce1f4856" /><Relationship Type="http://schemas.openxmlformats.org/officeDocument/2006/relationships/slideLayout" Target="/ppt/slideLayouts/slideLayout12.xml" Id="Rf40737ea658841c5" /><Relationship Type="http://schemas.openxmlformats.org/officeDocument/2006/relationships/slideLayout" Target="/ppt/slideLayouts/slideLayout13.xml" Id="R08a4749fd459470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249c41cf6e548c4" /><Relationship Type="http://schemas.openxmlformats.org/officeDocument/2006/relationships/slideLayout" Target="/ppt/slideLayouts/slideLayout14.xml" Id="R82b93135e35440e3" /><Relationship Type="http://schemas.openxmlformats.org/officeDocument/2006/relationships/slideLayout" Target="/ppt/slideLayouts/slideLayout15.xml" Id="R05aeb1e0a20249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1DE4B5A-5AED-4F03-9689-4E4AFEBA0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03EB905-0695-46A6-ACA8-5BD8C3291E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CF53186-2607-43FF-A6DF-CB8B07798D2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7E9B43-92D9-4A2F-A6ED-BB757EEB047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088DB9-3BE8-4DF9-90D8-C5F48932C0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8d29caf7145db"/>
    <p:sldLayoutId xmlns:r="http://schemas.openxmlformats.org/officeDocument/2006/relationships" id="2147483650" r:id="R2a787af30a3b4534"/>
    <p:sldLayoutId xmlns:r="http://schemas.openxmlformats.org/officeDocument/2006/relationships" id="2147483651" r:id="R6f7856dcbe0a4f71"/>
    <p:sldLayoutId xmlns:r="http://schemas.openxmlformats.org/officeDocument/2006/relationships" id="2147483652" r:id="Rb95f9b8e05cf4fcf"/>
    <p:sldLayoutId xmlns:r="http://schemas.openxmlformats.org/officeDocument/2006/relationships" id="2147483653" r:id="R01793156d92643b2"/>
    <p:sldLayoutId xmlns:r="http://schemas.openxmlformats.org/officeDocument/2006/relationships" id="2147483654" r:id="R4550a22b2553493f"/>
    <p:sldLayoutId xmlns:r="http://schemas.openxmlformats.org/officeDocument/2006/relationships" id="2147483655" r:id="Rb0a664bd9bc24929"/>
    <p:sldLayoutId xmlns:r="http://schemas.openxmlformats.org/officeDocument/2006/relationships" id="2147483656" r:id="R293ef2296afa490c"/>
    <p:sldLayoutId xmlns:r="http://schemas.openxmlformats.org/officeDocument/2006/relationships" id="2147483657" r:id="R67971d51a2304312"/>
    <p:sldLayoutId xmlns:r="http://schemas.openxmlformats.org/officeDocument/2006/relationships" id="2147483658" r:id="R097d962af16542b7"/>
    <p:sldLayoutId xmlns:r="http://schemas.openxmlformats.org/officeDocument/2006/relationships" id="2147483659" r:id="R12878c126c4e4c3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6854270-7390-4D48-92EC-A613BCC1B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FCCB4BF-E72C-4582-AA8E-D1C05668F5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60E7DC-2EDC-4ECC-9518-A019FFE2621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0BE2ACE-7382-4A49-9863-7C677EB3AC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BCC6A4-0484-4C5D-B1FE-868BFD1DE3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40737ea658841c5"/>
    <p:sldLayoutId xmlns:r="http://schemas.openxmlformats.org/officeDocument/2006/relationships" id="2147483662" r:id="R08a4749fd459470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B1563EE-5B78-4B9D-9EB8-DBABD27FA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C05364E-D31C-4E96-BD86-1A4DF390F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8FF3099-7D2D-4756-9059-35C1C7CD02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0CF81A-C10C-4166-893A-E8A1EA31FA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1492027-883A-4473-AA67-6DBE791773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2b93135e35440e3"/>
    <p:sldLayoutId xmlns:r="http://schemas.openxmlformats.org/officeDocument/2006/relationships" id="2147483665" r:id="R05aeb1e0a202490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e2d14cd94fc2" /><Relationship Type="http://schemas.openxmlformats.org/officeDocument/2006/relationships/notesSlide" Target="/ppt/notesSlides/notesSlide1.xml" Id="Rae1d7e6b13f4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4aea81209745c0" /><Relationship Type="http://schemas.openxmlformats.org/officeDocument/2006/relationships/notesSlide" Target="/ppt/notesSlides/notesSlide2.xml" Id="Rf8c9a55cb5f0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26cab5e55c4ddf" /><Relationship Type="http://schemas.openxmlformats.org/officeDocument/2006/relationships/image" Target="/ppt/media/image6.png" Id="R80dfb3fc8a094a05" /><Relationship Type="http://schemas.openxmlformats.org/officeDocument/2006/relationships/image" Target="/ppt/media/image.svg" Id="R6660b7b971654adc" /><Relationship Type="http://schemas.openxmlformats.org/officeDocument/2006/relationships/image" Target="/ppt/media/image7.png" Id="Rb37694ff14974e1b" /><Relationship Type="http://schemas.openxmlformats.org/officeDocument/2006/relationships/image" Target="/ppt/media/image2.svg" Id="R828243266cfe4cfc" /><Relationship Type="http://schemas.openxmlformats.org/officeDocument/2006/relationships/image" Target="/ppt/media/image8.png" Id="R3e3bf286b0744a37" /><Relationship Type="http://schemas.openxmlformats.org/officeDocument/2006/relationships/image" Target="/ppt/media/image3.svg" Id="Rcdfe0a1e9c954cb1" /><Relationship Type="http://schemas.openxmlformats.org/officeDocument/2006/relationships/image" Target="/ppt/media/image9.png" Id="R02463c8183384cb6" /><Relationship Type="http://schemas.openxmlformats.org/officeDocument/2006/relationships/image" Target="/ppt/media/image4.svg" Id="Rabf841618ec24fd8" /><Relationship Type="http://schemas.openxmlformats.org/officeDocument/2006/relationships/image" Target="/ppt/media/image10.png" Id="R08eee15eff67477e" /><Relationship Type="http://schemas.openxmlformats.org/officeDocument/2006/relationships/image" Target="/ppt/media/image5.svg" Id="R82b7e2659aad49cb" /><Relationship Type="http://schemas.openxmlformats.org/officeDocument/2006/relationships/image" Target="/ppt/media/image11.png" Id="R46d874b413794f92" /><Relationship Type="http://schemas.openxmlformats.org/officeDocument/2006/relationships/image" Target="/ppt/media/image6.svg" Id="R7cc395a2b8c74673" /><Relationship Type="http://schemas.openxmlformats.org/officeDocument/2006/relationships/notesSlide" Target="/ppt/notesSlides/notesSlide3.xml" Id="Re2a47c7b1e7a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0b559c21274d77" /><Relationship Type="http://schemas.openxmlformats.org/officeDocument/2006/relationships/image" Target="/ppt/media/image12.png" Id="R9ccc1a83197249ba" /><Relationship Type="http://schemas.openxmlformats.org/officeDocument/2006/relationships/image" Target="/ppt/media/image7.svg" Id="R017c287c4d614669" /><Relationship Type="http://schemas.openxmlformats.org/officeDocument/2006/relationships/image" Target="/ppt/media/image13.png" Id="R558d3dad595e480f" /><Relationship Type="http://schemas.openxmlformats.org/officeDocument/2006/relationships/image" Target="/ppt/media/image8.svg" Id="Re458e1ad4a6743e3" /><Relationship Type="http://schemas.openxmlformats.org/officeDocument/2006/relationships/image" Target="/ppt/media/image14.png" Id="R760d321bbf7947f6" /><Relationship Type="http://schemas.openxmlformats.org/officeDocument/2006/relationships/image" Target="/ppt/media/image9.svg" Id="R064c72d6f8f2429e" /><Relationship Type="http://schemas.openxmlformats.org/officeDocument/2006/relationships/notesSlide" Target="/ppt/notesSlides/notesSlide4.xml" Id="R3d042bada87d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ab3e4d2ea54b67" /><Relationship Type="http://schemas.openxmlformats.org/officeDocument/2006/relationships/notesSlide" Target="/ppt/notesSlides/notesSlide5.xml" Id="Rc0c42a466ac040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9ac38681624939" /><Relationship Type="http://schemas.openxmlformats.org/officeDocument/2006/relationships/image" Target="/ppt/media/image15.png" Id="Rc5e43274b4a14853" /><Relationship Type="http://schemas.openxmlformats.org/officeDocument/2006/relationships/image" Target="/ppt/media/image10.svg" Id="R8dd5b195e4e546df" /><Relationship Type="http://schemas.openxmlformats.org/officeDocument/2006/relationships/image" Target="/ppt/media/image16.png" Id="Re9ba33252c3549d2" /><Relationship Type="http://schemas.openxmlformats.org/officeDocument/2006/relationships/image" Target="/ppt/media/image11.svg" Id="R592c13ca9e7b4943" /><Relationship Type="http://schemas.openxmlformats.org/officeDocument/2006/relationships/image" Target="/ppt/media/image17.png" Id="Ra3def6c4bedf4e3d" /><Relationship Type="http://schemas.openxmlformats.org/officeDocument/2006/relationships/image" Target="/ppt/media/image12.svg" Id="Rbc3ee69ad1cf464f" /><Relationship Type="http://schemas.openxmlformats.org/officeDocument/2006/relationships/image" Target="/ppt/media/image18.png" Id="R7fc52defcc0f4141" /><Relationship Type="http://schemas.openxmlformats.org/officeDocument/2006/relationships/image" Target="/ppt/media/image13.svg" Id="Rf82b0c55caca4aee" /><Relationship Type="http://schemas.openxmlformats.org/officeDocument/2006/relationships/notesSlide" Target="/ppt/notesSlides/notesSlide6.xml" Id="R60a4f97d924442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7c04885c2f4054" /><Relationship Type="http://schemas.openxmlformats.org/officeDocument/2006/relationships/notesSlide" Target="/ppt/notesSlides/notesSlide7.xml" Id="Rceca3cc5888b45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b0b96481234eef" /><Relationship Type="http://schemas.openxmlformats.org/officeDocument/2006/relationships/notesSlide" Target="/ppt/notesSlides/notesSlide8.xml" Id="Rc3e507852d3b45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80568c67524331" /><Relationship Type="http://schemas.openxmlformats.org/officeDocument/2006/relationships/notesSlide" Target="/ppt/notesSlides/notesSlide9.xml" Id="Raab51c45116342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0c5897372041cf" /><Relationship Type="http://schemas.openxmlformats.org/officeDocument/2006/relationships/image" Target="/ppt/media/image19.png" Id="R8f3905d1b04641d2" /><Relationship Type="http://schemas.openxmlformats.org/officeDocument/2006/relationships/image" Target="/ppt/media/image14.svg" Id="R678ceb1894cf430f" /><Relationship Type="http://schemas.openxmlformats.org/officeDocument/2006/relationships/image" Target="/ppt/media/image20.png" Id="R301a88a56e374442" /><Relationship Type="http://schemas.openxmlformats.org/officeDocument/2006/relationships/image" Target="/ppt/media/image15.svg" Id="R40ed01b9b70e4f1d" /><Relationship Type="http://schemas.openxmlformats.org/officeDocument/2006/relationships/image" Target="/ppt/media/image21.png" Id="R2c9ba5f00f434b42" /><Relationship Type="http://schemas.openxmlformats.org/officeDocument/2006/relationships/image" Target="/ppt/media/image16.svg" Id="Rfac9d6396e454e3c" /><Relationship Type="http://schemas.openxmlformats.org/officeDocument/2006/relationships/image" Target="/ppt/media/image22.png" Id="R07d99f40e38141be" /><Relationship Type="http://schemas.openxmlformats.org/officeDocument/2006/relationships/image" Target="/ppt/media/image17.svg" Id="R2fe5aca972ed4df7" /><Relationship Type="http://schemas.openxmlformats.org/officeDocument/2006/relationships/image" Target="/ppt/media/image23.png" Id="R2ead6485732e4dab" /><Relationship Type="http://schemas.openxmlformats.org/officeDocument/2006/relationships/image" Target="/ppt/media/image18.svg" Id="R80b24e066cb84881" /><Relationship Type="http://schemas.openxmlformats.org/officeDocument/2006/relationships/notesSlide" Target="/ppt/notesSlides/notesSlide10.xml" Id="R477d235819c04a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5a31f97ad2463f" /><Relationship Type="http://schemas.openxmlformats.org/officeDocument/2006/relationships/notesSlide" Target="/ppt/notesSlides/notesSlide11.xml" Id="Rce0085ed54f04e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0c2ea835c94ddc" /><Relationship Type="http://schemas.openxmlformats.org/officeDocument/2006/relationships/image" Target="/ppt/media/image24.png" Id="R9c718b9ab3164755" /><Relationship Type="http://schemas.openxmlformats.org/officeDocument/2006/relationships/image" Target="/ppt/media/image19.svg" Id="Rc3afceefd63b429d" /><Relationship Type="http://schemas.openxmlformats.org/officeDocument/2006/relationships/image" Target="/ppt/media/image25.png" Id="R32d9e9fda98e44f7" /><Relationship Type="http://schemas.openxmlformats.org/officeDocument/2006/relationships/image" Target="/ppt/media/image20.svg" Id="R51b68582eecc44e9" /><Relationship Type="http://schemas.openxmlformats.org/officeDocument/2006/relationships/image" Target="/ppt/media/image26.png" Id="Rb5366cbbad094954" /><Relationship Type="http://schemas.openxmlformats.org/officeDocument/2006/relationships/image" Target="/ppt/media/image21.svg" Id="R5476b890af574510" /><Relationship Type="http://schemas.openxmlformats.org/officeDocument/2006/relationships/notesSlide" Target="/ppt/notesSlides/notesSlide12.xml" Id="Refbd702a190d45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cbfac1c424ee0" /><Relationship Type="http://schemas.openxmlformats.org/officeDocument/2006/relationships/notesSlide" Target="/ppt/notesSlides/notesSlide13.xml" Id="R93a20b3f36a14d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CDF59B6-9367-4769-B225-CFADA529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DCF57C8D-D574-49EF-BBEE-86957972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C38383E1-DCA0-41AB-9FB5-5A82D3D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06ACFA2-BE11-40F7-9DBA-2335443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9A043FF1-9D30-4394-BEB9-B60C795C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4029795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做 PPT 贵在判断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定位工作型需求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限制自由与前移计算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能力建设与稳定调用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可靠交付与扩展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3B75ECA-8D69-46EB-BAA1-5599347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8708A323-0B57-4233-8E0E-D01CFE8E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BA6EEB60-6259-4D12-9F8B-3F6FA025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3AD11C2D-7B26-4A97-B00C-8F0AD51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4F38900D-1686-40F5-9C36-E128DF3F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E0FF175D-91F4-4431-AED7-D69171DE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C7416789-D5FA-4119-8BF7-D198A062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027F543E-5949-4F9A-B001-4D79E91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B25CB170-D098-4759-BA3A-A9115B8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706F9389-9CEA-4253-8A59-46B1EA9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9F29D928-1AC0-44E9-AE66-DC2B4E2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341ED125-2722-4B71-89BE-8EC0BB38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17401AF7-E13D-465D-AC7B-4A4E0584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B6A50685-2DCB-4F60-9722-182C0F98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BBF2C706-388E-4F22-AE6C-40FB3E43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E9CD593A-8662-48F4-817C-E1D7DF8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EF808E93-E725-4A5C-85A2-FFB3A0BF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120DD6EF-4712-49C0-910C-2129F08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44651FE0-1041-4E3E-98E1-5F4B178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66207F9A-2140-4919-8829-EC64798E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55F7A87A-8D80-4BBF-9EE5-1A8181A6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18E23690-AC65-4C8C-B7DE-8A3EBE72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A61224B6-AD8D-4585-BDBC-755B936E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962F06BD-B11F-47A4-A53C-95E4CCC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BB4E5469-85F6-474C-BC68-BEBBD119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9DF32416-130F-4467-9E4A-6B74C81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A61C8B7C-8728-4D8D-A2EC-9A16BA82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3F13BAA2-829B-43FC-9D72-648DE434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01E0D6E5-9E1E-4A96-8D93-26A5A222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B2DA8F34-F489-413E-B807-3D005FB8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1F18E180-BD05-4F30-9D48-7FED4D4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A437D376-6E91-42CD-A16B-1488BD14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27404914-6487-4871-BCF3-CCB22297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F933A55D-4E09-4EDC-B421-612BD034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E1ADD01E-B627-43F7-B222-2FE4AFF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1E74652E-D80E-4520-ADDF-4EB874E7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FBF1A319-38E3-44BB-98C3-4D9A9D12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C6BC05F4-D4F9-4956-9DDB-22571CCE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2C005D56-2892-4342-AF75-B2F2741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8B21583E-1545-4FDD-B432-140CC916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4CB8F44A-C56C-4C3A-A8C2-B2CA4619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A62DB609-3E4D-4F3B-96FC-409B06B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3DF62AAE-84BC-40E1-A3E2-E649D31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C4C6DE59-385D-4A2F-BD22-78E09F7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0459150B-62BE-418D-BEF1-432E1F8A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1E4842FC-1BB8-4819-B8E8-D42CD2C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995B6F1B-28B3-4DED-8EBB-977E315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BF2F8DEC-5894-4799-AD64-7E7EC406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A4BE2B88-0A59-4555-A53A-030689AA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F4BEB76B-E359-4C00-B504-0FEB8D4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12F7DF6E-E943-4A48-994B-CD33A5C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D4CB8B15-20C8-4439-8DB3-34D24A3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6FEBED97-2C86-4F1F-85E2-F4B152C3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2937CB09-5D69-46A6-9DF2-24FFFA2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CF54B408-70E4-46C4-8AA3-05DC00AB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E487C195-8EC2-4463-B6B2-97C48B78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F66C585C-A36D-4AA6-A038-7592CA27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87589E8B-3883-452C-AF2C-B3FF53B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B7EE2D4E-A345-40A5-A380-F16ABB72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F9D68D23-CE37-40CB-96E9-E9FC59C1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E1D76418-9F74-4AE5-995D-AF321EF8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924A3EA2-DDD5-43D7-AF04-1179C0B5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3331199D-D0EC-46EB-A8DC-DF0CE96A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A32AA9DA-4C89-4414-B987-F5A272C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2350D62A-5EAE-4A9A-A909-F93686B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A52675F9-CB58-4656-B859-8E859F25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026E1A61-5977-4021-A22D-56FA25F1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BED74BFA-2420-4188-B831-79A23EA1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C16B2735-284B-4A72-AB20-47792C3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DF2F6A86-2316-41B3-820F-E3A787C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81E646F6-E856-423C-A580-BB90B75E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DE82C900-17A4-4438-82F4-1C1815EB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35552A95-7A72-4021-A55F-BEC99E3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B0349715-0A90-44B4-8751-9BC7C7B1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402F9861-0E38-42E3-BABF-9D700199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26BD7C67-B07D-4CD6-8B20-13FF1E2A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CAE4F2BF-A5BF-4A32-8E37-D401780D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64C6C4AC-D227-4758-9B20-10E1C0DB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E0BD4A0C-AFED-4679-9DC5-3EC76DC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593EA6B7-DB0F-4AF2-94C2-9132FCC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B1AE0E8C-C4EB-4801-AAD8-AD988C0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4F4896B6-4010-4FB3-BE3D-A183B32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73FA76E2-B3A8-45A9-80F5-8C6FC99D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5BC3F30B-4FB6-4D93-B3D5-B230A18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74DA9397-8612-4D13-8BA0-3B58995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E13AC507-06C3-4887-A868-18A6645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A3A51D31-A97D-4469-B082-3D9D147A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9A6E795E-D004-4249-B312-4CC5888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418ABC14-1B99-4448-B2AF-73C724F6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BD5B19A9-95FD-4691-8638-673CF0E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7EE1C684-FE00-4F36-A3B4-8F88F867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2EBCE305-CF08-4E4C-B42D-0273B2E6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8030C922-D00F-4A35-8DE5-271CB74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6CDD0270-9F2B-4FD5-AE6A-15E72EF0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1881236C-9249-407B-A37C-9F87C33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28E92617-3A00-4C03-9892-76A5F10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9C3B6941-07D7-4E2A-865A-732A2E5F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65C8B96F-E76C-4D99-9767-C1E30CA7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6C50E470-734A-425F-8D4F-2EF387C7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D7AD0349-DBC6-498E-AA35-28E3F3C3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F3409C5B-E062-400F-8784-4C4112D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6FE3E0DE-E4F6-41AA-8D0F-D2309AF0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35251A13-EA15-418C-8B63-0CC2AFDF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AD8F4CF3-EF00-4001-81BA-9CD43EF7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9D54E852-A7D1-4DFD-A6E7-1F2C452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383B460C-97E6-4B31-9CCD-8060E5E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D304A787-227D-4497-847D-C8F64FA0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B6D21E97-E6DC-4A0E-8C03-150C09D1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D97B4A5E-E2F1-46CC-9A3E-57278C8A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DB12938B-5D67-4AFB-8530-6E980BB4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82AA01A1-3A42-4235-A3CA-CD198DA6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186B51A2-4495-4C85-BF7C-29A84966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7B5EEE8A-156A-4ACC-885B-6660236C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562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核心成本</a:t>
            </a:r>
          </a:p>
        </p:txBody>
      </p:sp>
      <p:sp>
        <p:nvSpPr>
          <p:cNvPr id="128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65C1D26D-8419-4330-A54A-2EE1CACD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9624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CDB55340-E9FA-4658-B2C1-73A42767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B5D94163-F68C-4025-BFBC-F8691A8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1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3F04ADA5-30B9-4280-9527-FD6CAF8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2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9F867644-F499-4642-AA3C-0E68F45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fb3fc8a094a05">
            <a:extLst>
              <a:ext uri="{96DAC541-7B7A-43D3-8B79-37D633B846F1}">
                <asvg:svgBlip xmlns:asvg="http://schemas.microsoft.com/office/drawing/2016/SVG/main" r:embed="R6660b7b971654a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4479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4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516C13FD-AD3E-4EE6-95D6-963CA156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2955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135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911FF4A1-C630-47BC-AAC6-7A14366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5812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决定整体讲述方式与结构</a:t>
            </a:r>
          </a:p>
        </p:txBody>
      </p:sp>
      <p:sp>
        <p:nvSpPr>
          <p:cNvPr id="13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1339CC7C-844C-44C0-9B83-F1AFDC0F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DF1571E3-1694-4D27-B842-CE5E62FE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96CC9EAC-E495-4E22-9816-008C891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C68B1BB1-8516-4043-8BEE-84AA58E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694ff14974e1b">
            <a:extLst>
              <a:ext uri="{96DAC541-7B7A-43D3-8B79-37D633B846F1}">
                <asvg:svgBlip xmlns:asvg="http://schemas.microsoft.com/office/drawing/2016/SVG/main" r:embed="R828243266cfe4c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762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0522E480-377D-434D-B7FE-319A3D6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6099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14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6F2D6CF4-BB13-4151-A7F9-41B2530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8957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按内容量确定页数边界</a:t>
            </a:r>
          </a:p>
        </p:txBody>
      </p:sp>
      <p:sp>
        <p:nvSpPr>
          <p:cNvPr id="143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FCC0ED68-E455-4A38-987D-89F03138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FD36AEF1-EA07-4F8F-B7AE-4B7050DE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5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46F9E6E2-10F0-4578-B4E6-CC1DC36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456F1A5B-9CA5-4643-A2EB-4FBCA95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bf286b0744a37">
            <a:extLst>
              <a:ext uri="{96DAC541-7B7A-43D3-8B79-37D633B846F1}">
                <asvg:svgBlip xmlns:asvg="http://schemas.microsoft.com/office/drawing/2016/SVG/main" r:embed="Rcdfe0a1e9c954c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8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3BCCB65E-F60E-4F7B-AFD3-9A0B5A7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924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每页职责</a:t>
            </a:r>
          </a:p>
        </p:txBody>
      </p:sp>
      <p:sp>
        <p:nvSpPr>
          <p:cNvPr id="149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CEFC4085-B715-4671-8719-4C8FD99B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10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明确每页的唯一叙事任务</a:t>
            </a:r>
          </a:p>
        </p:txBody>
      </p:sp>
      <p:sp>
        <p:nvSpPr>
          <p:cNvPr id="150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6F040744-2518-4EC2-8FB6-35C4286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2897D676-5765-4285-87E4-8CF2B5F9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2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4180B38A-6A56-40CF-A6F6-B59C5773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3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3EB32407-0DD3-4DF0-8037-4FB54187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63c8183384cb6">
            <a:extLst>
              <a:ext uri="{96DAC541-7B7A-43D3-8B79-37D633B846F1}">
                <asvg:svgBlip xmlns:asvg="http://schemas.microsoft.com/office/drawing/2016/SVG/main" r:embed="Rabf841618ec24f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4479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5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AF2F2B87-5D8F-467C-9843-008C2DD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2955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156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155D58F0-B52D-455F-AABA-8CE4E49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5812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判断并列、递进、因果或流程</a:t>
            </a:r>
          </a:p>
        </p:txBody>
      </p:sp>
      <p:sp>
        <p:nvSpPr>
          <p:cNvPr id="157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DF808C2B-6DF5-46E4-B0E9-99428A2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6C225EB1-B1CE-483A-A38F-69EBEB42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9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19969CAD-FC04-44AC-A20F-4A62C8D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24F544FD-01C2-45C0-BE1C-B5946E8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ee15eff67477e">
            <a:extLst>
              <a:ext uri="{96DAC541-7B7A-43D3-8B79-37D633B846F1}">
                <asvg:svgBlip xmlns:asvg="http://schemas.microsoft.com/office/drawing/2016/SVG/main" r:embed="R82b7e2659aad49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762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2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E993F0A2-08FD-4390-B23D-CCF66251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099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163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C4EEF4EF-9130-498E-B9BC-F6837427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8957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识别重点与强调位置</a:t>
            </a:r>
          </a:p>
        </p:txBody>
      </p:sp>
      <p:sp>
        <p:nvSpPr>
          <p:cNvPr id="164" name="hub-item-underlay-5">
            <a:extLst xmlns:a="http://schemas.openxmlformats.org/drawingml/2006/main">
              <a:ext uri="{FF2B5EF4-FFF2-40B4-BE49-F238E27FC236}">
                <a16:creationId xmlns:a16="http://schemas.microsoft.com/office/drawing/2014/main" id="{FB211D5D-06FA-4818-96A6-9A08BF80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hub-item-surface-5">
            <a:extLst xmlns:a="http://schemas.openxmlformats.org/drawingml/2006/main">
              <a:ext uri="{FF2B5EF4-FFF2-40B4-BE49-F238E27FC236}">
                <a16:creationId xmlns:a16="http://schemas.microsoft.com/office/drawing/2014/main" id="{C4EC5044-D151-48F4-862B-00AC7B6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66" name="hub-icon-halo-5">
            <a:extLst xmlns:a="http://schemas.openxmlformats.org/drawingml/2006/main">
              <a:ext uri="{FF2B5EF4-FFF2-40B4-BE49-F238E27FC236}">
                <a16:creationId xmlns:a16="http://schemas.microsoft.com/office/drawing/2014/main" id="{94A6CAE4-7579-49AC-A00C-04FF32F6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7" name="hub-icon-core-5">
            <a:extLst xmlns:a="http://schemas.openxmlformats.org/drawingml/2006/main">
              <a:ext uri="{FF2B5EF4-FFF2-40B4-BE49-F238E27FC236}">
                <a16:creationId xmlns:a16="http://schemas.microsoft.com/office/drawing/2014/main" id="{27CD8E15-CDF5-46C8-9217-B59B4072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874b413794f92">
            <a:extLst>
              <a:ext uri="{96DAC541-7B7A-43D3-8B79-37D633B846F1}">
                <asvg:svgBlip xmlns:asvg="http://schemas.microsoft.com/office/drawing/2016/SVG/main" r:embed="R7cc395a2b8c746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9" name="hub-item-title-5">
            <a:extLst xmlns:a="http://schemas.openxmlformats.org/drawingml/2006/main">
              <a:ext uri="{FF2B5EF4-FFF2-40B4-BE49-F238E27FC236}">
                <a16:creationId xmlns:a16="http://schemas.microsoft.com/office/drawing/2014/main" id="{38F05BDE-3A72-4993-BA41-4ED1E49E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924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用图或一句话</a:t>
            </a:r>
          </a:p>
        </p:txBody>
      </p:sp>
      <p:sp>
        <p:nvSpPr>
          <p:cNvPr id="170" name="hub-item-body-5">
            <a:extLst xmlns:a="http://schemas.openxmlformats.org/drawingml/2006/main">
              <a:ext uri="{FF2B5EF4-FFF2-40B4-BE49-F238E27FC236}">
                <a16:creationId xmlns:a16="http://schemas.microsoft.com/office/drawing/2014/main" id="{AB8E3EE3-AB30-4BAF-8688-3AA9BCA3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10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判断表达强度与媒体选择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9BDA66-C864-4BB6-930E-8C71C9C8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E4B1AA7C-BF09-41DB-9E5F-103148CF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C5C04A23-00B6-4673-89AD-0A1692C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A46FC75B-498D-459F-A276-F93D3052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9519DF9A-5BA8-4E63-8C56-9C252FFD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88FA7519-23C2-4270-980D-9D37B267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1BFF1A40-D995-414E-AE0C-9D8084BF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EE2B4FC2-9AA5-4AC1-85FC-E39EE78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C9A06ABF-EDB3-47A2-A2AB-ECFA4FE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F411CFDC-B62B-4230-9408-EBFFC4BE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B7FC3D76-A4EC-4066-AC1C-96C2C470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86841131-DF08-4FEF-A1BC-ACAE908B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35BD5FB9-45A1-4730-B6B0-3CA97FB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23AF754C-FF76-44CA-B9D1-EEF50E1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243BD567-2D53-4F90-8890-DD964C84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D34A6284-A561-4C5A-A08C-7A085960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16895BA3-DAF4-43A4-B308-26967DAA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84BFB92E-DAE2-4A74-A7CD-7CF4D6E4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29F56E38-FD90-4B77-989C-C9507F4F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D0536F97-37B2-4DAC-8B2E-DE2B5DDC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6473EB8E-CFAC-4535-94A8-372D1179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C04C5D75-BFE4-40DA-BC2D-03A2B8F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E6DD9FB2-EF5C-4EAB-82D8-BFB9837E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AD3C7499-7272-4F46-93AB-9C871406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E3E54976-D029-48BD-8ED6-1749EB3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1F77E890-5E6C-4859-A541-D44DD614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F46EE616-40E7-4A69-8BEA-A9C99A31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6EE1FD9C-7199-41DF-A099-A9CE0D7F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D14FEEA0-B7A6-443E-894C-AA53460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E2067C83-0196-4353-8F06-9FDC0E6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76149BDE-6064-423F-BAD6-7DAF4BF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1ADAE979-BBE9-4DCF-A240-917FC31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2EFA94FE-C254-4AA9-B67D-6CB65B3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E7002706-F4B3-4D47-A97C-69BB7CF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849DBF17-2C01-4264-B4A6-7420538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70F1DDA5-5FE0-4C20-9529-617E49A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C3084995-7CB0-41CB-83C4-E2337A8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E9846403-B439-4378-B16D-7C1DBEF5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60097E47-6629-411C-AC4F-42124DD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058BAE76-9362-4F3F-96D5-C08EDE4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3EF41CA0-7079-4696-A302-0B085AEB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750B288A-17F1-48DE-AACB-F21C2043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A14ADE9B-ED9C-431F-86E3-EFE34FAC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571D5BF5-B258-4432-816E-49020D7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3990C6DA-90B6-46C2-91C9-C58B8202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EE96F718-F95C-4E17-BAA6-3B400565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A1D617AD-7254-4D07-BBC8-501D11B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61BC0B46-2B16-4195-A033-DB81D45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716C066B-2686-40CD-9BFA-2E46DF8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336C09BF-5B2D-4B4B-A70B-13A408BF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D29A51BB-F80B-42B3-B976-C68DBC2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AAA9264C-DBCD-4B0D-9FF1-2895D271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48ED9FCB-E9F7-4E42-B0B6-8FEDF935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709119DF-C78E-4FBD-9037-9AD8D7D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DCAA869A-1CD7-4728-8257-F9DA3B40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0C9DA666-980F-4FFC-96D1-506DAD8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BB74E5B4-D7C3-4644-B94B-F1A09C85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7B8EFF68-ADE2-47C4-B914-5B832141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37F2F6C1-F245-4F33-9095-1CD47D71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CE18C463-443A-49C0-B89E-B705D7C1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5EF119FB-D159-4413-8501-47758F9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CCDABD69-D3AF-4D1B-81CC-A6D7E960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AB24E3C1-8404-4857-ADA4-6E845D6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99D21C11-D3CD-4EDF-A053-388205C4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E9CC4E51-8459-4623-A872-B9D6B1D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78ABF59F-A251-4B5E-8DA9-7530FD21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6BE405A7-8EB8-4044-9008-2FD35A8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AD9EE511-AD35-46B9-8390-ECF520DD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4D88AB28-D239-4C93-A380-2CA1EC3E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4412B7BA-FD78-44F1-997D-8B05879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6FDD837D-A483-46A4-ACE4-7FC585C0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A09A8FFC-7D71-4AAA-B40C-0EE5922C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F7D40698-920C-4CA6-8080-F4E6384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33EFB5B9-EC59-45DB-8936-235A288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5F1EFB3A-DED0-43C0-AD6C-475BE4F6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4DBCC2BE-75DA-41BD-8255-37C112EB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FDBDFA61-487C-443E-841C-43869949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9A31A2ED-EA16-401E-8709-BAF6FC2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8F54A26B-9C01-4892-9E22-91EC74D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A7C2E2AC-C478-4CEA-9935-0E66DA4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B72482E9-83C9-4C5E-BB1F-4A864BE5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581F6DFB-5E45-4DBC-91A2-6AD009FD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9FB642DA-1AA4-43A0-8902-012E809C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4716B30E-5C0E-4022-AA26-4A1C48B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415A6EE5-B914-401D-917B-800AEE4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B95FCD3C-E902-4A75-B37C-CFBFB96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6F9F122C-46CE-4C58-9E32-75E2E50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3D4B47A7-5832-4747-A25E-1F8245F8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5F360CD1-D5A3-4E16-BECF-A420E90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4FEBC2E1-D855-4B9D-9330-02646284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E145909B-F120-4693-A655-7D8625B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C75D6D3D-ECEE-423B-833D-BD85EBA9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CC971CAD-128D-405B-91E2-32C85B9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1991CA3A-45E5-4BA4-B501-346CFFD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65AD2E0D-C3D1-4CDA-B38E-BB01E926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5D15B2A9-C6B1-42CA-9774-F9F8345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A272874D-6B52-4495-90B1-DFD0142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47A11985-C185-4CDA-A0BF-11EFAE6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5D3430C7-229D-4414-AAD9-513CC0F7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BECB26F2-C582-4359-A11E-A09870A1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F3B0570A-91F9-4A65-88C7-56BB3BBB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E6642079-5DE6-472B-A4BD-9FC9172F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DA082898-2B07-40D2-8AD9-274B2FD1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E585F42D-C890-4A0C-94A4-9C7069C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E0F5D264-31F2-432E-8C45-A9670E88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D028146E-04F2-4F24-BB94-2CF38B9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8588DECD-E29A-42A1-BA34-316C510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72BDAF32-5B69-41D1-9FFA-74C36200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F263F593-53BA-401D-B32A-65B95E21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04E82C6C-FB85-4408-8074-82C299D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7835E7A2-674E-4EC6-809A-1A94B78D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FE636DFB-B2CC-4EAC-B77A-19AD79DD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ECEE95F6-029B-472B-9370-0BDD4F10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983984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需求分层</a:t>
            </a:r>
          </a:p>
        </p:txBody>
      </p:sp>
      <p:sp>
        <p:nvSpPr>
          <p:cNvPr id="128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02D05406-9ABB-4DCB-98CB-CADB1080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384034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AAEE1318-4661-4DC6-AAEA-110B8C8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685ABCE2-8F35-48A8-B395-D4EEB5C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1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FB4255E5-C1D1-4AF8-94F7-3F5CC3C0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2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43E03A60-B93A-4484-86DE-F5A0DAF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c1a83197249ba">
            <a:extLst>
              <a:ext uri="{96DAC541-7B7A-43D3-8B79-37D633B846F1}">
                <asvg:svgBlip xmlns:asvg="http://schemas.microsoft.com/office/drawing/2016/SVG/main" r:embed="R017c287c4d6146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4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183CA3FA-02E1-4276-B39B-B31936D2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1450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135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4074153B-07E2-4561-B756-A4475D6F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00250"/>
            <a:ext cx="2457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几乎不在意版式，只要文字放上去</a:t>
            </a:r>
          </a:p>
        </p:txBody>
      </p:sp>
      <p:sp>
        <p:nvSpPr>
          <p:cNvPr id="13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7158B518-9FFE-42D0-BCDF-0D87439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0576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4EB11A65-77DE-48DF-92A8-34C08A68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0100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A59C0DD4-B692-4A67-8A49-6585173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067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1CB4145C-9F2B-403D-A127-F29CCD58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d3dad595e480f">
            <a:extLst>
              <a:ext uri="{96DAC541-7B7A-43D3-8B79-37D633B846F1}">
                <asvg:svgBlip xmlns:asvg="http://schemas.microsoft.com/office/drawing/2016/SVG/main" r:embed="Re458e1ad4a6743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42576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97E057F2-B5C2-49F4-B9CE-C9547907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1052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工作型需求</a:t>
            </a:r>
          </a:p>
        </p:txBody>
      </p:sp>
      <p:sp>
        <p:nvSpPr>
          <p:cNvPr id="14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04451372-0BEF-4B81-A50C-D9D79C5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3910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学校、院所、央国企等，需结构清楚、版面体面</a:t>
            </a:r>
          </a:p>
        </p:txBody>
      </p:sp>
      <p:sp>
        <p:nvSpPr>
          <p:cNvPr id="143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17685744-CD7F-4A26-9369-C705920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0576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C3497A7A-098A-44CE-823D-BC5CDDA7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0100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5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EC6402D5-3152-4C45-AF66-423329B1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067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22CAE974-C7B1-40DC-AAD7-B6088BA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d321bbf7947f6">
            <a:extLst>
              <a:ext uri="{96DAC541-7B7A-43D3-8B79-37D633B846F1}">
                <asvg:svgBlip xmlns:asvg="http://schemas.microsoft.com/office/drawing/2016/SVG/main" r:embed="R064c72d6f8f242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42576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8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EDA98F2F-3E6C-4A0B-9A07-08CB2C1C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1052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高定制端</a:t>
            </a:r>
          </a:p>
        </p:txBody>
      </p:sp>
      <p:sp>
        <p:nvSpPr>
          <p:cNvPr id="149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4A5C9F21-33E3-4B20-8DD9-D5C5590B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3910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发布会、路演、高水平比赛，需高度视觉创意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CBA439E-C6A0-4193-9763-32A699B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83FF318A-6E85-4262-B2D3-CFF6A3AB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834361CD-6B5D-497E-884E-11CBC1BA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F2C4033C-99E1-4FBC-9E19-86A4792B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5C6AEAEC-3B55-48C3-85AF-F09260D6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CE6EBB58-9D3F-431D-A6E4-72E81DD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5D9C92AF-8CCA-4DA6-BAA2-084D2A85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62C31DB1-92CD-4A4F-A075-ADCBBAA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稳定的80分</a:t>
            </a:r>
          </a:p>
        </p:txBody>
      </p:sp>
      <p:sp>
        <p:nvSpPr>
          <p:cNvPr id="23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01409768-99BC-4D36-AFB3-F17B0D8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4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AE0F079F-30D7-4ABE-87BC-2D753F1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BA019BD2-B0FA-4537-9179-ADBC16B7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4BE62F7E-39B4-452E-B362-F9F5A6BE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</p:txBody>
      </p:sp>
      <p:sp>
        <p:nvSpPr>
          <p:cNvPr id="27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E9295189-3411-4F87-8622-F768673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8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B9E19DAB-D2F3-4F58-8177-654E998F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12B57921-F02D-488E-9498-7108FB51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5C565F88-0964-4BC2-B96E-18012AF9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</p:txBody>
      </p:sp>
      <p:sp>
        <p:nvSpPr>
          <p:cNvPr id="31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FE813FCC-9F32-4FB4-A1B4-E1F6B1BA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2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27981E2E-4FA9-4F32-99FE-946F85D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FB4DA909-10E8-476E-A8F6-6BE4482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FA09252A-5AE4-433B-AD87-B0897524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35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0E3AA3B4-37AA-41C0-92AD-FBE8778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F92863AA-E5E8-4013-B539-1178F1EF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7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21C6F55A-C1E0-4971-AF1A-8D6D579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728F30CF-9B42-43D5-A4C3-8947423B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E5FF74FC-DCF7-4B64-9C45-44171A9C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随机的95分</a:t>
            </a:r>
          </a:p>
        </p:txBody>
      </p:sp>
      <p:sp>
        <p:nvSpPr>
          <p:cNvPr id="40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67A71612-C27B-4E3F-91E1-CC03113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1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1D2C6240-500E-455D-BDC7-6A6CE0F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A8B85704-BC3D-480B-BD18-D6F5BCC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3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185CDD04-2B48-4A27-8DB9-8A753684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偶尔让所有人惊叹</a:t>
            </a:r>
          </a:p>
        </p:txBody>
      </p:sp>
      <p:sp>
        <p:nvSpPr>
          <p:cNvPr id="44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5E47DCB5-9F2A-43D1-8616-810B1FCF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5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AD762A79-BEBF-4AFE-875B-8BEA6134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A34A3C45-725D-4D1E-BBFA-CC497A8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7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ABA24019-FAC0-4F5A-9790-58DFE5EE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成本迅速上升</a:t>
            </a:r>
          </a:p>
        </p:txBody>
      </p:sp>
      <p:sp>
        <p:nvSpPr>
          <p:cNvPr id="48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73AB20DB-3CA3-4F43-8C1E-E6505F11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9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C48396A7-6EF2-4E34-B071-9798ACB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A819FCA0-A99F-41D9-B89B-7CA228D0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1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1F8CB620-C3FE-4991-8C26-ABABD602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内部汇报增量价值有限</a:t>
            </a:r>
          </a:p>
        </p:txBody>
      </p:sp>
      <p:sp>
        <p:nvSpPr>
          <p:cNvPr id="52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F0C9B52F-DEB5-41F5-904D-F0409D0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53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EE46D69E-C338-4D45-9CA0-CEF115E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54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38C56418-ADB2-40EB-BDB6-C0D93657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55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87905C4B-427F-4367-9700-E7309DE8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E16494C-5ADF-45C4-B65C-FC5D943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CD342EA7-5A0B-4BE3-B269-E460394A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F243736D-6A88-4544-83AC-15B098C3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B0FE9422-004C-4A68-8FCA-60FDD0A4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AC91211C-3C46-4F04-A2F5-2CAE311B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59DCB581-DFD3-40A2-9DDA-FB1D3FD1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43274b4a14853">
            <a:extLst>
              <a:ext uri="{96DAC541-7B7A-43D3-8B79-37D633B846F1}">
                <asvg:svgBlip xmlns:asvg="http://schemas.microsoft.com/office/drawing/2016/SVG/main" r:embed="R8dd5b195e4e546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445CAC6A-951A-4734-A915-A13D1F5F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3CE3D8A4-0AC6-4730-94ED-6A92C19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C74B2FED-3A52-4007-941B-044D19A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确定字体、颜色、Logo、页眉页脚，保持稳定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496E4C39-BA38-4352-B5BC-9E59DC8F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EB6F4FDE-B288-440E-8F7D-43A26841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C2F47F56-36C4-448F-910F-22B6315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656A1B26-0130-45FE-A86D-62B94FE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91437D7F-B259-4957-B83F-F9483598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a33252c3549d2">
            <a:extLst>
              <a:ext uri="{96DAC541-7B7A-43D3-8B79-37D633B846F1}">
                <asvg:svgBlip xmlns:asvg="http://schemas.microsoft.com/office/drawing/2016/SVG/main" r:embed="R592c13ca9e7b49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FE4BD544-653C-4E04-B778-C05B1FF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513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B6C0AF84-758B-407B-BF4D-F4618141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62BC6DF8-7192-42E4-8743-318C4E5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使用已经过验证的并列、顺序等表达方式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D3BD4AFD-7180-4FA4-907F-B22901C9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E8556287-9F36-49A7-AC16-8A1915D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0E0DD389-9468-4300-AFE1-CA455CCC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74E0B0C1-1160-4935-9FB7-525D089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39F41D88-DE09-444F-83C0-A74E3940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ef6c4bedf4e3d">
            <a:extLst>
              <a:ext uri="{96DAC541-7B7A-43D3-8B79-37D633B846F1}">
                <asvg:svgBlip xmlns:asvg="http://schemas.microsoft.com/office/drawing/2016/SVG/main" r:embed="Rbc3ee69ad1cf46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ED636DC9-1E81-44A0-BF32-4C8E8E96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数量容量边界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FEA77BE5-F013-4DCF-ACD0-743BB84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47A7DFE2-2510-40A3-8F32-DC1D216F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明确每个版式可容纳的内容量，防止溢出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67E4ED4F-1A73-4B23-A78A-D073494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1BA5601E-8F02-4A75-9D17-0F7A17B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B12F8CC3-0C5A-43E5-B3D2-867B3F4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0338FE8A-9F6B-480C-A7FC-4B1F8A7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C7088B09-6327-4260-A3CE-DB93301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2defcc0f4141">
            <a:extLst>
              <a:ext uri="{96DAC541-7B7A-43D3-8B79-37D633B846F1}">
                <asvg:svgBlip xmlns:asvg="http://schemas.microsoft.com/office/drawing/2016/SVG/main" r:embed="Rf82b0c55caca4a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0830E3E4-D273-4AF9-BC55-CD0561AB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188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登记的退化方式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4716E89F-BE70-4F06-A46F-7150EC42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CDF41138-AAF1-4317-BFF4-D7BF0B4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越界时如何简化、拆页或退回简单排版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A8D181A-F9F9-4E80-9F9A-2DED6D44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FDF6477B-9A21-4B5B-8A25-2789502E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CA47B94-19AB-463F-9DBE-F878140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1590D6D0-7D22-484A-84A9-B631F097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F7FEA19D-19A6-466A-BA50-39D78AB3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8DC46F4B-94F5-409B-AC7D-EE1F9028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7F137799-E3A8-4420-B7C2-D6ED3E01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D0877D3A-355E-4A12-9B1A-0CF655C6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30D6D93F-AB42-4286-9C52-D19E55B1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FC813B11-2FAE-4CCD-8AF3-8096CDF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E2EF6E94-AC6C-47DB-96C7-C9685411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6EC30F45-C0C5-454E-8BD3-F8A344F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2032093A-0285-4395-A0F3-38332E2A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9263C013-47C6-4326-B8F1-F9775FF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B89B6F0D-9942-4AB1-8DB3-1DBE1C4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24034F9C-1E47-4B25-8E12-2FFBBF9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1A69A270-9CB8-46E6-85A3-01BDDB75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B361D702-D6E3-4422-BEB2-68C4EBD4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A3AE9518-C4FE-4CCC-9EA7-2A46E76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089C2B18-1793-4378-8A4A-A5E7BAF8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27F5DB06-4966-47CE-A3BF-EAA003E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0415ABBB-8C0C-460E-B383-DB1B507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F3674D80-D16E-452F-B619-2745BB5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4F8492E1-9B9B-4763-9C53-0E8F230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B88F5D16-6006-42B8-8BBB-803F32EF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EACB0034-33E8-4468-8141-0EB9D46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F0D1B669-ADAB-4A0B-B4AF-011BF60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617C8743-721F-43EE-A953-A04D7B35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93014154-459D-436B-8EE4-737C48FB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CA9D9E38-D847-45E7-9042-720AC285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5161544-0585-43C0-BBDB-116BF7C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9F8939F3-D268-4B00-9E46-1B590D4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6AEAB5E3-3CA9-434A-9A76-515F7069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890AD84A-EE48-45CA-9440-F92C1576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B4768BF4-B362-4C32-B09F-F70D84D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376E553B-A456-4864-804C-AFC122F3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CF0507F2-D468-4574-8C04-4E778F07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65E276AF-4FD1-41AE-BBA7-46ADD8ED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4453" y="247144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F51079F6-80EA-4EA5-AD9B-B3CECF5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1909C1BC-5223-4838-93C2-2C23467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3209" y="2471442"/>
            <a:ext cx="108585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D6B40A8E-B1A0-44A1-B10E-A442BC26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61A4809E-25A2-4F5C-9B4D-87882DA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941" y="2471442"/>
            <a:ext cx="108585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890C965D-8E27-4334-A356-D824EF0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0142D990-078A-4DA4-97C6-F8A8177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647" y="247144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2DB31A69-92FF-45D7-83DB-77A5CCA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EA29690A-03DD-460B-BB59-0E936726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147B2EB0-BE1F-47F7-82FA-5DBE56B4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8D075C74-7203-484F-ABE8-F0819BD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A0673C24-B603-474D-A98B-A395DB8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2DAC99D7-28FC-4504-95AC-9722CBAC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05B15C02-53F2-4EDD-AEE2-96CA9CA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1075" y="401449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E04093E3-D96A-4C73-8A25-4BD71C8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54BDACC5-A6D7-4762-9778-63EF2096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034" y="401449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C83C36C4-BF63-4908-8A75-CECD0561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86BD9E3F-57EC-4E77-977F-6AB031C4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D941BAD8-8587-4540-9DB7-41C5618C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FB2818F2-4F0C-4A32-8FBA-78CDF8BA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677EECEA-5634-4430-AEA8-626CDF71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EF0806E4-0B45-4BF1-B6F0-3F1A585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2F581D50-F0EC-45CF-B40A-3888C422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186" y="5557542"/>
            <a:ext cx="920801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E206D098-3CA4-4899-9E77-E704498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1EB6343E-6A07-459D-9F41-4243A632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9966" y="5557542"/>
            <a:ext cx="108585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0379ED00-86B3-4457-97F9-A77D9700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7F20B8F5-9B7D-492D-9DF5-E8AC3B26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6681" y="5557542"/>
            <a:ext cx="904875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52AD5C86-EA9A-46D3-842C-502D96BC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5DE96F83-813A-4A42-85B7-3E43C5F3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7288" y="5557542"/>
            <a:ext cx="1255957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BC2BBFE-4A31-4455-8C46-53DCCA3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32D8E3F5-2AFC-4A53-BEBF-DFA8E0C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F504C20E-9609-4F07-8C91-3DBFB38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7A57468D-DBD2-45DC-B0B4-D50A35E6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0C0194DA-6FCC-4453-AA0D-39D56DF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5FE513AC-F54B-4E5A-B2C7-EDF1396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773E7E54-61D7-4C65-B3C0-0CC1857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5A724FF9-4A14-4FC0-8332-E214A14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C3E1E095-4F53-4D8D-B300-40EE14FD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FD0F5F6A-C430-4295-8CF7-53B551F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73D80CA2-4310-4C3D-83AB-5EF7F3D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32804DDD-3998-4F42-9CB6-25A9046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从参考中找出最佳样例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4EC9DB3C-F6E7-49C1-9B20-6C1CFEF7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F275373C-9206-4B31-853F-AC761EE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2F909A59-B693-4262-9409-C7470C2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46E26D57-E66B-41F4-9A63-5D5D9FD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E25703E0-393F-4A13-AF5A-9B12FB8B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86AE3A4A-1E11-4718-9F9C-4BAF5E3B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FD4A16DC-996A-4BE7-B51A-F6545FF7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7EE987D6-F1AC-4B1A-A64B-24F8E81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A0AA1D5F-64B6-48B5-ADCA-DDD1509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分析视觉逻辑与表达规律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8AEA825C-26B8-42BD-BE25-7C6AB58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参数化内容图片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BC5CADA8-7384-4C9F-A2E7-72C64C72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544FA7BD-9F98-484A-96C2-D56AD786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3B887154-FBB4-4BC5-A67F-6669B561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AF56F559-5407-45AE-88ED-6AE70060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D4B5D3E7-EEAC-4F99-AC8A-1D73654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A2CCE9E4-C7D0-4779-8493-49A0A4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133BF7FB-89B3-42E9-B16D-0C3E8EB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C28F9383-13FF-4E5A-835C-DAD24ED4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将内容、图片、数量转为参数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A6C22B40-C3E1-4282-ACA1-0BF46FBF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93DF49C4-346C-4260-A896-D79698B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4FB44C36-8188-43AF-A253-343DEEF0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433B61D3-88CE-4D27-9746-2B319AC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065D456E-2AB9-40C9-898B-610E3B1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12543657-503C-4A75-975F-9C45C3D4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30D7685D-1B2D-4B2F-BF8C-809DCBF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11A58332-032D-4FE1-96B9-7AD04D1A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DF6B0183-0F4C-4F95-9D1C-0E41B81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测试各种数量与容量情况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8EA76788-BEAA-4F33-A1D4-D1187F0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用户确认入库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D03AD5BB-36EA-49EA-A024-C947902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162FD391-C829-4144-BAFA-85BC40B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C357FD2E-51BD-4F0B-87DD-81DACE7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402F0011-700D-420D-880E-57B1BAE6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E62A9BFB-1B77-4044-8992-53E5110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630578BD-1C55-45B2-9B90-F25933EF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203856EA-B890-4762-A5DA-4559F1B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E439CDD1-8FE2-4913-896B-B82BB14B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通过确认后进入正式资产库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32AD53A-E80F-45BD-9CE2-1E2DCB1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929A79FA-691E-4CB7-9392-D1F0286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18E56AB0-EA80-4101-AECA-3C93522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D0BCCCB9-6A6C-4279-8E2C-A468C0D3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E579908A-CAE7-4BAE-B573-98EDBBD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946277B0-B553-4498-A4F0-700EE7E7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CA530993-7D66-4885-A148-10A8C30E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22BEE7E1-8480-46AA-B99A-920DCD5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212853FA-C6D2-41AD-ACC8-B195F71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B231E904-5730-4DC4-9F66-AC702FF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AD863A87-4F86-417D-BA66-6D28505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08D0A30E-20A5-4DB6-AF53-5CE3E789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DEA356C6-0479-498E-A1C4-0D04F186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52A0EFDA-74D2-493F-BAF3-C939B1FC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D6F14F80-73B7-43C2-A4C5-2C03412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EE13F1EE-DDF9-430C-95EA-8AEF5994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BA6FE0C5-4E11-4099-9F09-63CE731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0E5E5A02-0D84-4595-AD24-D36C2D25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C4C7258A-F717-46EF-BED1-A72287F3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7AE291E7-5E8E-41AD-9FDC-EAF7FC6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2A66E0D1-0926-4A9A-B66A-FDFC8AF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79C09BCD-ED62-4D8F-B5AB-167D6589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CEE4BEEC-A9F2-4251-A5EB-44A6B644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9C586A23-875F-465B-B5D9-987D55B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6D49BE9F-29D3-4425-9E70-E3A1260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523D9ABB-0213-4CE8-82A9-FB71B59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95A2B24D-B33B-41FB-B322-4CA9F99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9091BDC9-9678-46E7-810A-374082D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9126B4BB-E75D-479E-A03A-DF812DC4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6B728E9D-73E7-43A9-A108-4975158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BAF02A14-A5D2-4EFF-B5EC-65315FB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CA046426-E28E-486F-BEB6-C84C17E8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64832E07-CE37-4B8D-B1CF-C8AC9DA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2F65DEFD-9BC5-4ED8-A20B-7FF1278E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41D0945E-0FB3-48DA-A1AA-C8405DCA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077A581D-F6E7-42C5-8FD5-534B278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0046A4A5-5BE0-4126-BB0F-BCF2B7C1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1E8F631E-F709-44D2-8ADC-E09068E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E14B3EB3-9B94-4604-B546-804D8BFB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264768CF-FB99-4C93-B4C9-B508AF5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BB2FD614-CF3E-4FA8-9C72-A990D0AC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DFBFBE89-DEED-4D54-A29C-CA831006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34A5C71B-41EF-482D-A990-7543A2E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874E7871-3B64-4228-A9A5-ACCDEDA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A64DC541-7DA7-43F4-9219-C08379E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4227A914-4077-49E8-99E3-B8031AB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1E567727-051A-454E-B1FA-9067242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D062D99A-2517-4761-8BC2-EF6BE4F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3E8F680A-EF01-43A5-9057-105AB8CF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47BFA902-BCEE-4A78-98C7-48F9CB86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25DC9554-0ADB-4D02-87A0-22C6E5F5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93598F0E-5EEC-4A65-AA0E-B1B416B0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0AF03421-CD3D-461B-B558-25D2266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598AD606-3496-4DD4-8715-9AB1332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F7EE7C9C-0FA4-4A40-BF49-4056DB90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87D15F2C-E44C-49D2-9F52-F7625E5E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56890936-593E-4CAF-B092-2C9783C2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0BDD7322-BBE6-4DC9-9E9E-9D12BBCF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DD0665C5-994D-47C9-90CC-7406620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552D3D3E-CAC8-41B7-AE2F-423E2FE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D433B679-C96D-472F-89DC-5A18F4AA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D3C06D93-ED1A-4E5B-AAEF-CCD4F2F2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CD04511E-F786-48A0-9801-F295E809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259AF7F3-0102-428B-B357-A7171002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257AF71B-1FBF-4F1A-AF19-02192A0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97B5EDC8-CDD2-48B0-BBF6-C42FE52C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F42A1497-D919-4EEA-B6E9-936751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2917C020-B5CB-4314-926F-85E07D13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028938E8-004B-4769-92E2-169A3820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C10C8C2C-E747-480F-AEAB-EFDC74D8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FF5CEA8C-8AB5-4BB0-A030-A585FA9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C0A3F539-B1AF-47D1-A6D4-5D27A387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C05B710E-B178-4582-90F9-9393A065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2712137B-1E06-4839-BB96-7861C7B7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F788B639-E7C5-4F07-9F92-41D8F2B5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2E232828-3B74-4817-84AE-A7FC297E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F2031FC6-EF7B-43F2-A27E-3C70BD7D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FD5B211D-3D2F-4049-BB0F-722D623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47FDC589-8C10-497E-900A-687F429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50F9A24B-0D80-407F-84C7-C65C590A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865D423F-9DDE-4684-992B-68B1E862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329C682B-7EB0-4096-A6B8-83F1461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E28D1268-BC5E-4BCA-BD5F-E4FB5C91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D42AE0BE-8589-4B0F-8DC3-AC188302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7464B436-5396-4F1A-AA29-B47C9CF1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E0ADA999-816B-4C04-81F5-5770CA7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DA3BBCC2-C0BF-4306-8918-CE0A4F4D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98E8EE37-FEFC-420D-A924-FFA23B86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CFC0ACB9-BCC1-41EF-A877-8B317BD5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38CBADDE-FC20-4B11-84B2-FFD4D654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89571F8F-7564-4659-9A75-76666E3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7A2BB073-9206-4E91-95EC-FB69A35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AD5F6009-AA96-4847-8973-0CA72020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AC554E22-B35F-4836-9C5C-F47E2A3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D4D224DB-B7F7-4321-9850-280D7884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EEB8876D-5195-4DA1-9A26-7ACD0253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1B96D4B1-CF43-4170-9A62-8AF81EEC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8E406067-451B-49B7-AE08-8B547F31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EF39579E-9E2B-468B-A693-D5406C7C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C7F20C2E-6431-42DE-B109-1FD1D1B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4A555ECB-C871-46E8-8601-0262C14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5820EDE3-7569-4F50-A6FC-5B8C502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1863DA9B-82A2-4E66-AEFE-4210593F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863DD042-B991-4B06-A748-56220EBE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1BCBA535-5A1F-45D6-84EC-C4D4999D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A784CD32-F8C3-48F0-AB72-11BA96B7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0B0DABA9-4685-4DEA-8BA0-E6CCDBC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2DD308B1-C63E-4E78-AA3B-601BF23F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3A0AD9AC-60EF-488C-AAAE-69710CF9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AB24C6B3-2CB8-43DB-96D9-A1B0606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3E6B548F-5F25-42AF-9E90-6B53E3F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F5BEFAF2-BF87-41E5-A80B-BC37BAB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C1A7216A-FB37-4F8C-A697-2A3CBCB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983984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真正的积累</a:t>
            </a:r>
          </a:p>
        </p:txBody>
      </p:sp>
      <p:sp>
        <p:nvSpPr>
          <p:cNvPr id="128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2D06DDA3-C033-4584-8AD6-E867DC3E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384034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002C110E-C135-4F47-864A-8916E81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254C5AA0-F9E7-42AF-868B-B6572ED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1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347143D8-1F94-4ED3-9736-FD29F75E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2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6E974597-7034-46F8-B6D9-73B8FF67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05d1b04641d2">
            <a:extLst>
              <a:ext uri="{96DAC541-7B7A-43D3-8B79-37D633B846F1}">
                <asvg:svgBlip xmlns:asvg="http://schemas.microsoft.com/office/drawing/2016/SVG/main" r:embed="R678ceb1894cf43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4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7FDB0EA1-0560-4652-8FBE-E0968003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1450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内容与表达匹配</a:t>
            </a:r>
          </a:p>
        </p:txBody>
      </p:sp>
      <p:sp>
        <p:nvSpPr>
          <p:cNvPr id="135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7D91D343-A138-4738-AFFA-473CA3F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00250"/>
            <a:ext cx="2457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什么内容适合怎样表达</a:t>
            </a:r>
          </a:p>
        </p:txBody>
      </p:sp>
      <p:sp>
        <p:nvSpPr>
          <p:cNvPr id="13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43369A9A-DEF0-4266-82A7-7D3AC8A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4782E3EA-7FEF-46CA-9344-10E832A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FDB0C1CB-ADFC-47D8-8E25-655B003A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1B289B9D-1860-405C-B7F7-580C2E0E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a88a56e374442">
            <a:extLst>
              <a:ext uri="{96DAC541-7B7A-43D3-8B79-37D633B846F1}">
                <asvg:svgBlip xmlns:asvg="http://schemas.microsoft.com/office/drawing/2016/SVG/main" r:embed="R40ed01b9b70e4f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4FC1BEC5-4617-4382-87C6-2BA6258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432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版式容量范围</a:t>
            </a:r>
          </a:p>
        </p:txBody>
      </p:sp>
      <p:sp>
        <p:nvSpPr>
          <p:cNvPr id="14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DB051966-C5D4-4CDE-A1F2-97B3382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2289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一个版式能处理多少内容</a:t>
            </a:r>
          </a:p>
        </p:txBody>
      </p:sp>
      <p:sp>
        <p:nvSpPr>
          <p:cNvPr id="143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E7FA3216-9D6B-4DAF-B7A0-6D24B46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12252748-6128-463E-B8BA-4379F76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5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70C01E1F-06C1-45B7-A21A-21B0C0D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651B5A54-E315-4A59-B7BF-ADA19CA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ba5f00f434b42">
            <a:extLst>
              <a:ext uri="{96DAC541-7B7A-43D3-8B79-37D633B846F1}">
                <asvg:svgBlip xmlns:asvg="http://schemas.microsoft.com/office/drawing/2016/SVG/main" r:embed="Rfac9d6396e454e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8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39DF4BAB-43B0-41A2-A7DB-BD2A6280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673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数量重排规则</a:t>
            </a:r>
          </a:p>
        </p:txBody>
      </p:sp>
      <p:sp>
        <p:nvSpPr>
          <p:cNvPr id="149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1D7985CA-0DD9-4935-ABEA-C24DC9C7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5530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数量变化时怎样重新排布</a:t>
            </a:r>
          </a:p>
        </p:txBody>
      </p:sp>
      <p:sp>
        <p:nvSpPr>
          <p:cNvPr id="150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0AF8530B-4D11-47B5-81D0-04DF92F3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38D9BD45-B918-42EF-9321-1CC29C2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2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87831AA4-A461-4A61-9BFC-D8A7D37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3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D6102DAF-9345-46FD-B194-10596B1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9f40e38141be">
            <a:extLst>
              <a:ext uri="{96DAC541-7B7A-43D3-8B79-37D633B846F1}">
                <asvg:svgBlip xmlns:asvg="http://schemas.microsoft.com/office/drawing/2016/SVG/main" r:embed="R2fe5aca972ed4d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5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08C3710B-FF1E-4D87-87D3-7709DEC6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432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越界处理方式</a:t>
            </a:r>
          </a:p>
        </p:txBody>
      </p:sp>
      <p:sp>
        <p:nvSpPr>
          <p:cNvPr id="156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64FA75C0-34C3-47F8-B457-B6D1970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2289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换样式、拆页或退化排版</a:t>
            </a:r>
          </a:p>
        </p:txBody>
      </p:sp>
      <p:sp>
        <p:nvSpPr>
          <p:cNvPr id="157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CD6EE122-F2F8-44E2-9243-F0FC58D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D62FAE2F-ABB5-4930-9879-878406A5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9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50C98F6F-6983-4402-9443-53942B37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9622EE6A-C9D6-41F0-AD32-2C7C318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d6485732e4dab">
            <a:extLst>
              <a:ext uri="{96DAC541-7B7A-43D3-8B79-37D633B846F1}">
                <asvg:svgBlip xmlns:asvg="http://schemas.microsoft.com/office/drawing/2016/SVG/main" r:embed="R80b24e066cb848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2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760BB936-2F5D-4A5E-98FC-4AFA370E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673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禁用结构清单</a:t>
            </a:r>
          </a:p>
        </p:txBody>
      </p:sp>
      <p:sp>
        <p:nvSpPr>
          <p:cNvPr id="163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E465D2DF-0626-433A-BCC8-8842FA1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5530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哪些结构能画也不该用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B28F222-E85A-4828-B453-84612145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AE508885-3D50-4AC0-9F9C-2E330CF1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3B56FF52-7EDF-490B-95BC-1C18440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A1EA88F7-F78A-4798-8F98-B9632D9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448C9C51-9156-424A-B501-40391EA1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E4EC736C-D86A-4052-B1B6-CEDABC38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A3CF4376-A3BC-4491-98E0-832B0A92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3A42B8B7-F301-4A19-92BE-959A19F1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8719AFD0-F211-4245-A43A-6E5B6997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4524812-75C3-4DD3-A896-F67F317E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7E31FBF5-606A-44A1-AF33-521BA9C4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F0AD769D-F3E1-4635-8CC5-5B83EC5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第一个正式落地场景，验证可行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7FA5B728-4FF3-4AB5-9D55-70DB490E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更多组织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C8E126F8-41AB-4263-B00B-DE255F6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6447FB57-23C9-461D-9920-9676AA1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C8B08979-1DEF-453F-8FD3-28F7476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363E08FA-2EE0-4B57-80C9-D14C30F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AD8F9040-1EAD-4441-BA4D-DDDD6C2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CB14CF29-4AC5-4CDF-A237-68D1F80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A8E77F06-FE26-4FDC-B973-F76A3D2A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7AABA088-B2B3-4270-B2A8-665A6C77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其他学校、院所、实验室、企业、团队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B46FDCB4-4AA2-4A5C-AE05-12FBE8CC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长期风格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C19C6AF6-5367-4570-BC7A-2152CD07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ACA0F62D-80B3-46A7-B38B-2438C4CB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37C6BED9-3DD7-49FA-B7AA-101F469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F8CE8B8A-6CDD-4F76-916F-851357F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8AB801BC-755D-4993-88AA-D9176BF4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BB840EF5-D9D4-4620-B568-4BC97166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48B6D8A4-BBF4-47B7-B391-2562F096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9A57DB76-F149-489D-A6E8-F7ED89E7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承载会做PPT的人的独特风格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362E204-E21D-4BE8-91F9-52395E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A7BE049-A199-422D-A14A-CD2002D7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011D6FD9-3C2D-45DE-92F8-A05BA9DC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237E9775-7E51-496D-8130-2976937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1A8D7E44-53A5-4E60-AB75-CB945245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CA56A466-4E05-47C2-91DC-A3B172BA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9441060E-B1C6-4AEA-8D9F-29E3194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18b9ab3164755">
            <a:extLst>
              <a:ext uri="{96DAC541-7B7A-43D3-8B79-37D633B846F1}">
                <asvg:svgBlip xmlns:asvg="http://schemas.microsoft.com/office/drawing/2016/SVG/main" r:embed="Rc3afceefd63b42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04C92DB5-EF6B-4984-AC77-EA6D35F9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3181350"/>
            <a:ext cx="255894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AI读稿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B0C4BBFF-2B8E-4F4D-AC6E-F25D1F0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337994CA-1D84-458D-879D-372D46AF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962400"/>
            <a:ext cx="244464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让AI帮助读取和理解稿件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DD22968F-016B-448B-A10A-518DB6F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A9C7DED1-40D8-4753-8FDB-D041E050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67C39661-AD38-44A5-B9BA-C2C8375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B67DB4CD-2593-4B78-810A-09739B96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4ADDFA0B-58F5-466C-9BC4-CBCDF98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9e9fda98e44f7">
            <a:extLst>
              <a:ext uri="{96DAC541-7B7A-43D3-8B79-37D633B846F1}">
                <asvg:svgBlip xmlns:asvg="http://schemas.microsoft.com/office/drawing/2016/SVG/main" r:embed="R51b68582eecc44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69CA0BA1-B5F1-40D8-8CA6-9E9013BA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6373" y="3181350"/>
            <a:ext cx="255910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规则判断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7F12AAE4-193A-4DF8-A2EA-E8E18FD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7419EFC0-9021-4312-B9C1-20508C3F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962400"/>
            <a:ext cx="2444801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让规则承担决策与约束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0567D053-39D6-49CF-905F-E282761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A82D11A7-5221-4313-AF89-90F13822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E8C29A6B-46B2-4E49-AD01-6C9DF4EE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D7759AC4-CF81-4215-906D-875D0FE8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31546D15-3FCC-4A94-A097-1B97979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66cbbad094954">
            <a:extLst>
              <a:ext uri="{96DAC541-7B7A-43D3-8B79-37D633B846F1}">
                <asvg:svgBlip xmlns:asvg="http://schemas.microsoft.com/office/drawing/2016/SVG/main" r:embed="R5476b890af5745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B4052905-C4B8-4BD8-9A5C-1223B03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8424" y="3181350"/>
            <a:ext cx="255894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A14FB031-1E99-4FAF-A85C-6C6A62A6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3C04F8B0-8252-479F-BCF6-DC4997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962400"/>
            <a:ext cx="244464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让代码完成重复劳动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8E82E57-DBD1-45E8-BD5C-B6DA8C6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把不可预测的 PPT 生成变成概率
上高度可预测的交付，通过限制自由、前移
计算和积累可复用能力来服务工作型需求。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2026-08-22T12:28:11.4940000Z</dcterms:created>
  <dcterms:modified xsi:type="dcterms:W3CDTF">2026-08-22T12:28:11.4940000Z</dcterms:modified>
</coreProperties>
</file>