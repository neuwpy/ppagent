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df8af4372d4534" /><Relationship Type="http://schemas.openxmlformats.org/officeDocument/2006/relationships/extended-properties" Target="/docProps/app.xml" Id="R55ea066e03c74c15" /><Relationship Type="http://schemas.openxmlformats.org/officeDocument/2006/relationships/officeDocument" Target="/ppt/presentation.xml" Id="R92e93063386545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285377b1134622"/>
    <p:sldMasterId xmlns:r="http://schemas.openxmlformats.org/officeDocument/2006/relationships" id="2147483660" r:id="Rb9337d03d9144187"/>
    <p:sldMasterId xmlns:r="http://schemas.openxmlformats.org/officeDocument/2006/relationships" id="2147483663" r:id="Rd335687c75b341cf"/>
  </p:sldMasterIdLst>
  <p:notesMasterIdLst>
    <p:notesMasterId xmlns:r="http://schemas.openxmlformats.org/officeDocument/2006/relationships" r:id="R9d75ab43596740a1"/>
  </p:notesMasterIdLst>
  <p:sldIdLst>
    <p:sldId xmlns:r="http://schemas.openxmlformats.org/officeDocument/2006/relationships" id="256" r:id="Rbd42ae4c33cb4443"/>
    <p:sldId xmlns:r="http://schemas.openxmlformats.org/officeDocument/2006/relationships" id="257" r:id="R14086845f5dc41ad"/>
    <p:sldId xmlns:r="http://schemas.openxmlformats.org/officeDocument/2006/relationships" id="258" r:id="R8c99aaf4704a43b4"/>
    <p:sldId xmlns:r="http://schemas.openxmlformats.org/officeDocument/2006/relationships" id="259" r:id="Ref2b2f6a24374c3a"/>
    <p:sldId xmlns:r="http://schemas.openxmlformats.org/officeDocument/2006/relationships" id="260" r:id="R4b27cf1f001943bb"/>
    <p:sldId xmlns:r="http://schemas.openxmlformats.org/officeDocument/2006/relationships" id="261" r:id="R5f82972faafc468d"/>
    <p:sldId xmlns:r="http://schemas.openxmlformats.org/officeDocument/2006/relationships" id="262" r:id="R168a6fbbdb7c434e"/>
    <p:sldId xmlns:r="http://schemas.openxmlformats.org/officeDocument/2006/relationships" id="263" r:id="R66e950a80d4a48a1"/>
    <p:sldId xmlns:r="http://schemas.openxmlformats.org/officeDocument/2006/relationships" id="264" r:id="Rf51b31698e19496c"/>
    <p:sldId xmlns:r="http://schemas.openxmlformats.org/officeDocument/2006/relationships" id="265" r:id="Re21f9f0c20f540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ad595d7bc1498d" /><Relationship Type="http://schemas.openxmlformats.org/officeDocument/2006/relationships/slideMaster" Target="/ppt/slideMasters/slideMaster1.xml" Id="R6a285377b1134622" /><Relationship Type="http://schemas.openxmlformats.org/officeDocument/2006/relationships/slideMaster" Target="/ppt/slideMasters/slideMaster2.xml" Id="Rb9337d03d9144187" /><Relationship Type="http://schemas.openxmlformats.org/officeDocument/2006/relationships/slideMaster" Target="/ppt/slideMasters/slideMaster3.xml" Id="Rd335687c75b341cf" /><Relationship Type="http://schemas.openxmlformats.org/officeDocument/2006/relationships/notesMaster" Target="/ppt/notesMasters/notesMaster1.xml" Id="R9d75ab43596740a1" /><Relationship Type="http://schemas.openxmlformats.org/officeDocument/2006/relationships/presProps" Target="/ppt/presProps.xml" Id="R476676733dbd4a8a" /><Relationship Type="http://schemas.openxmlformats.org/officeDocument/2006/relationships/viewProps" Target="/ppt/viewProps.xml" Id="R9567307c86a143ea" /><Relationship Type="http://schemas.openxmlformats.org/officeDocument/2006/relationships/tableStyles" Target="/ppt/tableStyles.xml" Id="R90cfe6c1d1d940ff" /><Relationship Type="http://schemas.openxmlformats.org/officeDocument/2006/relationships/slide" Target="/ppt/slides/slide1.xml" Id="Rbd42ae4c33cb4443" /><Relationship Type="http://schemas.openxmlformats.org/officeDocument/2006/relationships/slide" Target="/ppt/slides/slide2.xml" Id="R14086845f5dc41ad" /><Relationship Type="http://schemas.openxmlformats.org/officeDocument/2006/relationships/slide" Target="/ppt/slides/slide3.xml" Id="R8c99aaf4704a43b4" /><Relationship Type="http://schemas.openxmlformats.org/officeDocument/2006/relationships/slide" Target="/ppt/slides/slide4.xml" Id="Ref2b2f6a24374c3a" /><Relationship Type="http://schemas.openxmlformats.org/officeDocument/2006/relationships/slide" Target="/ppt/slides/slide5.xml" Id="R4b27cf1f001943bb" /><Relationship Type="http://schemas.openxmlformats.org/officeDocument/2006/relationships/slide" Target="/ppt/slides/slide6.xml" Id="R5f82972faafc468d" /><Relationship Type="http://schemas.openxmlformats.org/officeDocument/2006/relationships/slide" Target="/ppt/slides/slide7.xml" Id="R168a6fbbdb7c434e" /><Relationship Type="http://schemas.openxmlformats.org/officeDocument/2006/relationships/slide" Target="/ppt/slides/slide8.xml" Id="R66e950a80d4a48a1" /><Relationship Type="http://schemas.openxmlformats.org/officeDocument/2006/relationships/slide" Target="/ppt/slides/slide9.xml" Id="Rf51b31698e19496c" /><Relationship Type="http://schemas.openxmlformats.org/officeDocument/2006/relationships/slide" Target="/ppt/slides/slide10.xml" Id="Re21f9f0c20f540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75c54c7311bd45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01981f80b54d65" /><Relationship Type="http://schemas.openxmlformats.org/officeDocument/2006/relationships/notesMaster" Target="/ppt/notesMasters/notesMaster1.xml" Id="Rb8539439a42f47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8dd30362824a38" /><Relationship Type="http://schemas.openxmlformats.org/officeDocument/2006/relationships/notesMaster" Target="/ppt/notesMasters/notesMaster1.xml" Id="Ra876c4bcfa7043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315e1147484026" /><Relationship Type="http://schemas.openxmlformats.org/officeDocument/2006/relationships/notesMaster" Target="/ppt/notesMasters/notesMaster1.xml" Id="R0c3530d634434a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c7ee22e1864a48" /><Relationship Type="http://schemas.openxmlformats.org/officeDocument/2006/relationships/notesMaster" Target="/ppt/notesMasters/notesMaster1.xml" Id="R87f935f9adce4e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c1734fe7b245d7" /><Relationship Type="http://schemas.openxmlformats.org/officeDocument/2006/relationships/notesMaster" Target="/ppt/notesMasters/notesMaster1.xml" Id="R3a9bfaa4037041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0762fd8b384777" /><Relationship Type="http://schemas.openxmlformats.org/officeDocument/2006/relationships/notesMaster" Target="/ppt/notesMasters/notesMaster1.xml" Id="R65eb8c016d6140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d7a425ec6243d4" /><Relationship Type="http://schemas.openxmlformats.org/officeDocument/2006/relationships/notesMaster" Target="/ppt/notesMasters/notesMaster1.xml" Id="R1273e826198e4a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f11ac7d65f4ef8" /><Relationship Type="http://schemas.openxmlformats.org/officeDocument/2006/relationships/notesMaster" Target="/ppt/notesMasters/notesMaster1.xml" Id="R9cc52ce391ea4b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62c5f5e7fe413f" /><Relationship Type="http://schemas.openxmlformats.org/officeDocument/2006/relationships/notesMaster" Target="/ppt/notesMasters/notesMaster1.xml" Id="Rd2d9b1ce888249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f45efad4c841a9" /><Relationship Type="http://schemas.openxmlformats.org/officeDocument/2006/relationships/notesMaster" Target="/ppt/notesMasters/notesMaster1.xml" Id="Rcdfd0462cc6549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ef84305754100" /><Relationship Type="http://schemas.openxmlformats.org/officeDocument/2006/relationships/image" Target="/ppt/media/image.jpeg" Id="Ref38feb67ceb46d3" /><Relationship Type="http://schemas.openxmlformats.org/officeDocument/2006/relationships/image" Target="/ppt/media/image.png" Id="Rc3921b21931f447e" /><Relationship Type="http://schemas.openxmlformats.org/officeDocument/2006/relationships/image" Target="/ppt/media/image2.png" Id="R5aaa85a7df6d4d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fdff20374343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5ff716b0e434d" /><Relationship Type="http://schemas.openxmlformats.org/officeDocument/2006/relationships/image" Target="/ppt/media/image3.png" Id="R71fd05ac624e47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78cdceb614a1c" /><Relationship Type="http://schemas.openxmlformats.org/officeDocument/2006/relationships/image" Target="/ppt/media/image4.png" Id="R4b44e32c93c544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5607e11bb646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b13f366f248b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50111c077748a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c791694a024b9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89cbf4ba3439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fc56e6cdd44d4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cb4dcbdad4f4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eea4a43bfb49c6" /><Relationship Type="http://schemas.openxmlformats.org/officeDocument/2006/relationships/image" Target="/ppt/media/image5.png" Id="R2ac44ebbec6b4c9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68f3fa14ba4ce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3f7a833c3794c5c" /><Relationship Type="http://schemas.openxmlformats.org/officeDocument/2006/relationships/image" Target="/ppt/media/image5.png" Id="R69ca6fc3df454b6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b2be03c792b4516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8feb67ceb46d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21b21931f447e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a85a7df6d4d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67E8F73B-4575-456C-A95F-7BF61F03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d05ac624e47f3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CD581E29-9414-4A8F-8769-967E35E4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C4891B71-6E9E-4BD8-A0D3-68250AD8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50BB3839-3C61-46CB-84CF-E8C4E367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8BB74A13-9481-4E22-A539-4E5DEACA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4e32c93c54497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D89DC21C-B8D5-4BD8-904C-03EF3E17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F4E5C25B-110E-4D18-8618-76BEF78D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8F49B3B-C220-484C-9BC3-46CF42B9F6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38FD9D1-A81E-4E80-9A23-7F63ADD943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E30EB14-49B5-4639-AFA9-2454622C030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5164CED-FB50-4A22-85DB-98ACA7CEAB9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971CC27-635C-4054-B573-00EDD4E0EC9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19BCB15-C46B-4979-8F1B-61B5AD9CAD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18A5767F-031F-41AD-8D58-36C403ECCC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36567AE-5915-4787-8E58-7827468198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4B6A2CE-1CBB-4730-88E7-400E35BD52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C2E803A-B67E-4CE5-BCD8-C5BAAC9345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DD44F0E-9364-4217-8AD3-8B38280B6A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FC62E3F-75D9-4F13-8059-EED54403AC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9B519FA-8FC2-4BBA-A9DC-7AE316E81A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1457D34-9D6E-4E7D-B5EE-318BF03DD7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9B31B67-F553-464E-96D6-71E910FEB0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92C21AD-CF21-42C0-BFA1-B9618100A4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4F6FC98-0CF8-4506-BD13-4728656AAB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ED6EED0-D82B-4039-BED3-D922EA47FB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886526D-A49E-446A-B6E7-E378E61556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EC91B10-B0E0-47C4-9AA3-351B6E2D48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BA526B7-4437-436E-992A-CA22ECCEB4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EE22ACD-EB79-4B54-8F5B-E488A1EAC4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3E88FB8-1E7A-470E-923F-594271C326F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328DFBA-51DF-485D-A270-30B9283E40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3E5C238-DE9E-45F9-9B6B-021FD47752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41B87F6-6133-482E-B4F2-7FEC0460FD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1931514-F718-4351-8F5D-C467BBD92E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8020080-331D-404D-9E84-32F9714D30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2B12011-3B88-4627-AA7C-8522FAF3CD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12BBFB0-1E91-42FA-882E-D09C2A823B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D3150E7-4791-4FBD-9126-F5789B9664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6B3D73D-5B5D-4486-B9C5-7B9374F652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F1DDDA4-5622-4483-AE87-24E7B8DAA2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3FB0392-FC72-4087-A7C3-9E8846E326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1511FC7-2AE3-441C-BA8B-F3F5064E66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B1A06FE-95E2-4B6F-B986-9241A92E78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40B019A-7FE7-4D09-9092-42980DBD17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44ebbec6b4c9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CBDC1248-06BA-41B8-8AA6-75C1BA09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762B712-62BC-481B-9DE3-83179CBD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84B653F-D0AF-473A-8944-465FB88D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2588FC7D-4058-4023-B1BA-80D84D84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a6fc3df454b6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7EC6E97C-7932-4F26-A28D-7C76FAB1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BFA3228-FBC9-40C2-8260-6A784034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7F547031-ADCC-492B-BAD8-FD0EB289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04E273E-A43B-4A5A-8E33-41A0BB28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4091905baf41bf" /><Relationship Type="http://schemas.openxmlformats.org/officeDocument/2006/relationships/slideLayout" Target="/ppt/slideLayouts/slideLayout1.xml" Id="Rda770920c8c94b71" /><Relationship Type="http://schemas.openxmlformats.org/officeDocument/2006/relationships/slideLayout" Target="/ppt/slideLayouts/slideLayout2.xml" Id="Rb397471950904138" /><Relationship Type="http://schemas.openxmlformats.org/officeDocument/2006/relationships/slideLayout" Target="/ppt/slideLayouts/slideLayout3.xml" Id="R32e223db9dc541cb" /><Relationship Type="http://schemas.openxmlformats.org/officeDocument/2006/relationships/slideLayout" Target="/ppt/slideLayouts/slideLayout4.xml" Id="Rd12f8e4fe48642ea" /><Relationship Type="http://schemas.openxmlformats.org/officeDocument/2006/relationships/slideLayout" Target="/ppt/slideLayouts/slideLayout5.xml" Id="R8d603ed1d14542fd" /><Relationship Type="http://schemas.openxmlformats.org/officeDocument/2006/relationships/slideLayout" Target="/ppt/slideLayouts/slideLayout6.xml" Id="Rc7b474fae2a74e8a" /><Relationship Type="http://schemas.openxmlformats.org/officeDocument/2006/relationships/slideLayout" Target="/ppt/slideLayouts/slideLayout7.xml" Id="R854eb69a04b246bb" /><Relationship Type="http://schemas.openxmlformats.org/officeDocument/2006/relationships/slideLayout" Target="/ppt/slideLayouts/slideLayout8.xml" Id="R41d0fcaca66d480e" /><Relationship Type="http://schemas.openxmlformats.org/officeDocument/2006/relationships/slideLayout" Target="/ppt/slideLayouts/slideLayout9.xml" Id="Rd2de561961ff4c6a" /><Relationship Type="http://schemas.openxmlformats.org/officeDocument/2006/relationships/slideLayout" Target="/ppt/slideLayouts/slideLayout10.xml" Id="Rc78239232d044e78" /><Relationship Type="http://schemas.openxmlformats.org/officeDocument/2006/relationships/slideLayout" Target="/ppt/slideLayouts/slideLayout11.xml" Id="R047d3e078a67489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4615f068ce047da" /><Relationship Type="http://schemas.openxmlformats.org/officeDocument/2006/relationships/slideLayout" Target="/ppt/slideLayouts/slideLayout12.xml" Id="R7acf4e7d198648b4" /><Relationship Type="http://schemas.openxmlformats.org/officeDocument/2006/relationships/slideLayout" Target="/ppt/slideLayouts/slideLayout13.xml" Id="R1b4b5fe3fc48489f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2f4ae03ed004c32" /><Relationship Type="http://schemas.openxmlformats.org/officeDocument/2006/relationships/slideLayout" Target="/ppt/slideLayouts/slideLayout14.xml" Id="R0090b08cb8d94f42" /><Relationship Type="http://schemas.openxmlformats.org/officeDocument/2006/relationships/slideLayout" Target="/ppt/slideLayouts/slideLayout15.xml" Id="R893de54e91d640b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62F389C-DD4A-4807-9242-CA1BE88F53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324EC40-9BEE-4478-8154-09A6087C7B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6EBFB19-4A75-476D-BD97-4C9116EA799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6AC1886-8421-404D-8F9E-11E0A0CC5C6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78CB1F6-174A-485F-BCD0-3ADECB62A0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770920c8c94b71"/>
    <p:sldLayoutId xmlns:r="http://schemas.openxmlformats.org/officeDocument/2006/relationships" id="2147483650" r:id="Rb397471950904138"/>
    <p:sldLayoutId xmlns:r="http://schemas.openxmlformats.org/officeDocument/2006/relationships" id="2147483651" r:id="R32e223db9dc541cb"/>
    <p:sldLayoutId xmlns:r="http://schemas.openxmlformats.org/officeDocument/2006/relationships" id="2147483652" r:id="Rd12f8e4fe48642ea"/>
    <p:sldLayoutId xmlns:r="http://schemas.openxmlformats.org/officeDocument/2006/relationships" id="2147483653" r:id="R8d603ed1d14542fd"/>
    <p:sldLayoutId xmlns:r="http://schemas.openxmlformats.org/officeDocument/2006/relationships" id="2147483654" r:id="Rc7b474fae2a74e8a"/>
    <p:sldLayoutId xmlns:r="http://schemas.openxmlformats.org/officeDocument/2006/relationships" id="2147483655" r:id="R854eb69a04b246bb"/>
    <p:sldLayoutId xmlns:r="http://schemas.openxmlformats.org/officeDocument/2006/relationships" id="2147483656" r:id="R41d0fcaca66d480e"/>
    <p:sldLayoutId xmlns:r="http://schemas.openxmlformats.org/officeDocument/2006/relationships" id="2147483657" r:id="Rd2de561961ff4c6a"/>
    <p:sldLayoutId xmlns:r="http://schemas.openxmlformats.org/officeDocument/2006/relationships" id="2147483658" r:id="Rc78239232d044e78"/>
    <p:sldLayoutId xmlns:r="http://schemas.openxmlformats.org/officeDocument/2006/relationships" id="2147483659" r:id="R047d3e078a67489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E5DEC16-93F0-40F1-8101-AC930884BF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12DEA62-D989-448E-97E7-4898D0072A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6CDD24-45B7-415C-A1BB-F65EDD8E213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99D58A8-9085-42DD-9815-5EC325F566A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A8A3208-1957-4C79-93B5-C46693215C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acf4e7d198648b4"/>
    <p:sldLayoutId xmlns:r="http://schemas.openxmlformats.org/officeDocument/2006/relationships" id="2147483662" r:id="R1b4b5fe3fc48489f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2E33E18-B2A4-43E8-9A71-B38845E644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BF10D4C-BA28-47D0-844A-5F89E74981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1102C95-E41F-4465-BE61-3F370516CC8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BF10F06-1EDD-4473-A892-1DE279FBF9E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2CE3212-E543-4673-B499-800C950DEE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0090b08cb8d94f42"/>
    <p:sldLayoutId xmlns:r="http://schemas.openxmlformats.org/officeDocument/2006/relationships" id="2147483665" r:id="R893de54e91d640b9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dc39f3fc7455f" /><Relationship Type="http://schemas.openxmlformats.org/officeDocument/2006/relationships/notesSlide" Target="/ppt/notesSlides/notesSlide1.xml" Id="R34cea7a1714c41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5f3695e2684f92" /><Relationship Type="http://schemas.openxmlformats.org/officeDocument/2006/relationships/notesSlide" Target="/ppt/notesSlides/notesSlide2.xml" Id="R55d9720cf23143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a4dd9e5414d45b2" /><Relationship Type="http://schemas.openxmlformats.org/officeDocument/2006/relationships/image" Target="/ppt/media/image6.png" Id="Rafc52379a170423a" /><Relationship Type="http://schemas.openxmlformats.org/officeDocument/2006/relationships/notesSlide" Target="/ppt/notesSlides/notesSlide3.xml" Id="Rf267f14682e148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d905d576c74691" /><Relationship Type="http://schemas.openxmlformats.org/officeDocument/2006/relationships/image" Target="/ppt/media/image6.png" Id="R8abe867259574cda" /><Relationship Type="http://schemas.openxmlformats.org/officeDocument/2006/relationships/notesSlide" Target="/ppt/notesSlides/notesSlide4.xml" Id="Rb12e387cee1a41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b3fadc15a804d36" /><Relationship Type="http://schemas.openxmlformats.org/officeDocument/2006/relationships/image" Target="/ppt/media/image6.png" Id="Re7c83df554804078" /><Relationship Type="http://schemas.openxmlformats.org/officeDocument/2006/relationships/notesSlide" Target="/ppt/notesSlides/notesSlide5.xml" Id="R2ee4d6e29dec43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37a2295ee24db5" /><Relationship Type="http://schemas.openxmlformats.org/officeDocument/2006/relationships/image" Target="/ppt/media/image6.png" Id="R9dc94a3ac25d447a" /><Relationship Type="http://schemas.openxmlformats.org/officeDocument/2006/relationships/notesSlide" Target="/ppt/notesSlides/notesSlide6.xml" Id="Rd5be55cda3e840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5b49dfb58854803" /><Relationship Type="http://schemas.openxmlformats.org/officeDocument/2006/relationships/image" Target="/ppt/media/image6.png" Id="Rf1c8506a848f4799" /><Relationship Type="http://schemas.openxmlformats.org/officeDocument/2006/relationships/notesSlide" Target="/ppt/notesSlides/notesSlide7.xml" Id="R91a3960d8b0242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21b9e1d38d24831" /><Relationship Type="http://schemas.openxmlformats.org/officeDocument/2006/relationships/image" Target="/ppt/media/image6.png" Id="Rc7df5f80c42c4b40" /><Relationship Type="http://schemas.openxmlformats.org/officeDocument/2006/relationships/notesSlide" Target="/ppt/notesSlides/notesSlide8.xml" Id="R62c6dbb1f5f94a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d7f748fe0c947f4" /><Relationship Type="http://schemas.openxmlformats.org/officeDocument/2006/relationships/image" Target="/ppt/media/image6.png" Id="Rabe396ac1cf4407f" /><Relationship Type="http://schemas.openxmlformats.org/officeDocument/2006/relationships/notesSlide" Target="/ppt/notesSlides/notesSlide9.xml" Id="R4698ebdf4f6640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037bea02d4848" /><Relationship Type="http://schemas.openxmlformats.org/officeDocument/2006/relationships/notesSlide" Target="/ppt/notesSlides/notesSlide10.xml" Id="Rbe9396a8389d4c4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62B81091-7999-4A45-9214-1D29D227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9AFAD40C-4DA4-4FD5-A344-9EB043CB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A356A231-988E-42E3-8449-62FD286E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21A7A693-7746-4E3D-9220-BF459CEA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956E4CD1-8D21-4462-865B-92DD7A07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15952970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553B29C-2510-48AB-AD59-13E4C867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52379a17042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553B29C-2510-48AB-AD59-13E4C867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e867259574c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553B29C-2510-48AB-AD59-13E4C867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83df5548040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553B29C-2510-48AB-AD59-13E4C867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94a3ac25d44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553B29C-2510-48AB-AD59-13E4C867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8506a848f47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553B29C-2510-48AB-AD59-13E4C867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f5f80c42c4b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553B29C-2510-48AB-AD59-13E4C867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396ac1cf440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AB5B74C1-FA4B-445D-B353-46F409C3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2026-08-13T16:12:51.2070000Z</dcterms:created>
  <dcterms:modified xsi:type="dcterms:W3CDTF">2026-08-13T16:12:51.2070000Z</dcterms:modified>
</coreProperties>
</file>