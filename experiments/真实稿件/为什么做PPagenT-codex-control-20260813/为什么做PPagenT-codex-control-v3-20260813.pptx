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fb250549d480b" /><Relationship Type="http://schemas.openxmlformats.org/officeDocument/2006/relationships/extended-properties" Target="/docProps/app.xml" Id="Rf29a3af6321b4060" /><Relationship Type="http://schemas.openxmlformats.org/officeDocument/2006/relationships/officeDocument" Target="/ppt/presentation.xml" Id="R837e4a5fa0e14e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1fef26ee034364"/>
    <p:sldMasterId xmlns:r="http://schemas.openxmlformats.org/officeDocument/2006/relationships" id="2147483660" r:id="R95fb2ba2cbed46a2"/>
    <p:sldMasterId xmlns:r="http://schemas.openxmlformats.org/officeDocument/2006/relationships" id="2147483663" r:id="R2f3609f080d74416"/>
  </p:sldMasterIdLst>
  <p:notesMasterIdLst>
    <p:notesMasterId xmlns:r="http://schemas.openxmlformats.org/officeDocument/2006/relationships" r:id="R97b90c37f83d4267"/>
  </p:notesMasterIdLst>
  <p:sldIdLst>
    <p:sldId xmlns:r="http://schemas.openxmlformats.org/officeDocument/2006/relationships" id="256" r:id="Rd11cbd30e8ec41c8"/>
    <p:sldId xmlns:r="http://schemas.openxmlformats.org/officeDocument/2006/relationships" id="257" r:id="R84f9c08063ea4527"/>
    <p:sldId xmlns:r="http://schemas.openxmlformats.org/officeDocument/2006/relationships" id="258" r:id="R71388424a03f4272"/>
    <p:sldId xmlns:r="http://schemas.openxmlformats.org/officeDocument/2006/relationships" id="259" r:id="R73f4eb7cb1014d4a"/>
    <p:sldId xmlns:r="http://schemas.openxmlformats.org/officeDocument/2006/relationships" id="260" r:id="R8a12e2bcda354a98"/>
    <p:sldId xmlns:r="http://schemas.openxmlformats.org/officeDocument/2006/relationships" id="261" r:id="R82587c2a52ef4804"/>
    <p:sldId xmlns:r="http://schemas.openxmlformats.org/officeDocument/2006/relationships" id="262" r:id="Rbe5eeba934f54bfa"/>
    <p:sldId xmlns:r="http://schemas.openxmlformats.org/officeDocument/2006/relationships" id="263" r:id="Rbb8dc1f01be44d70"/>
    <p:sldId xmlns:r="http://schemas.openxmlformats.org/officeDocument/2006/relationships" id="264" r:id="R51d288afe4304352"/>
    <p:sldId xmlns:r="http://schemas.openxmlformats.org/officeDocument/2006/relationships" id="265" r:id="Rc9d1a5771fd6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a86a4c2524528" /><Relationship Type="http://schemas.openxmlformats.org/officeDocument/2006/relationships/slideMaster" Target="/ppt/slideMasters/slideMaster1.xml" Id="R4c1fef26ee034364" /><Relationship Type="http://schemas.openxmlformats.org/officeDocument/2006/relationships/slideMaster" Target="/ppt/slideMasters/slideMaster2.xml" Id="R95fb2ba2cbed46a2" /><Relationship Type="http://schemas.openxmlformats.org/officeDocument/2006/relationships/slideMaster" Target="/ppt/slideMasters/slideMaster3.xml" Id="R2f3609f080d74416" /><Relationship Type="http://schemas.openxmlformats.org/officeDocument/2006/relationships/notesMaster" Target="/ppt/notesMasters/notesMaster1.xml" Id="R97b90c37f83d4267" /><Relationship Type="http://schemas.openxmlformats.org/officeDocument/2006/relationships/presProps" Target="/ppt/presProps.xml" Id="R1a34c4db731b4bb8" /><Relationship Type="http://schemas.openxmlformats.org/officeDocument/2006/relationships/viewProps" Target="/ppt/viewProps.xml" Id="R1648b847f6534a7e" /><Relationship Type="http://schemas.openxmlformats.org/officeDocument/2006/relationships/tableStyles" Target="/ppt/tableStyles.xml" Id="Rd45b2dc48263417b" /><Relationship Type="http://schemas.openxmlformats.org/officeDocument/2006/relationships/slide" Target="/ppt/slides/slide1.xml" Id="Rd11cbd30e8ec41c8" /><Relationship Type="http://schemas.openxmlformats.org/officeDocument/2006/relationships/slide" Target="/ppt/slides/slide2.xml" Id="R84f9c08063ea4527" /><Relationship Type="http://schemas.openxmlformats.org/officeDocument/2006/relationships/slide" Target="/ppt/slides/slide3.xml" Id="R71388424a03f4272" /><Relationship Type="http://schemas.openxmlformats.org/officeDocument/2006/relationships/slide" Target="/ppt/slides/slide4.xml" Id="R73f4eb7cb1014d4a" /><Relationship Type="http://schemas.openxmlformats.org/officeDocument/2006/relationships/slide" Target="/ppt/slides/slide5.xml" Id="R8a12e2bcda354a98" /><Relationship Type="http://schemas.openxmlformats.org/officeDocument/2006/relationships/slide" Target="/ppt/slides/slide6.xml" Id="R82587c2a52ef4804" /><Relationship Type="http://schemas.openxmlformats.org/officeDocument/2006/relationships/slide" Target="/ppt/slides/slide7.xml" Id="Rbe5eeba934f54bfa" /><Relationship Type="http://schemas.openxmlformats.org/officeDocument/2006/relationships/slide" Target="/ppt/slides/slide8.xml" Id="Rbb8dc1f01be44d70" /><Relationship Type="http://schemas.openxmlformats.org/officeDocument/2006/relationships/slide" Target="/ppt/slides/slide9.xml" Id="R51d288afe4304352" /><Relationship Type="http://schemas.openxmlformats.org/officeDocument/2006/relationships/slide" Target="/ppt/slides/slide10.xml" Id="Rc9d1a5771fd6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66841b690db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cfcea5c7e4550" /><Relationship Type="http://schemas.openxmlformats.org/officeDocument/2006/relationships/notesMaster" Target="/ppt/notesMasters/notesMaster1.xml" Id="Rf4c7c174c9c5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17a2ac60b4f1a" /><Relationship Type="http://schemas.openxmlformats.org/officeDocument/2006/relationships/notesMaster" Target="/ppt/notesMasters/notesMaster1.xml" Id="R019b8231f2b044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ac736d3de84cbf" /><Relationship Type="http://schemas.openxmlformats.org/officeDocument/2006/relationships/notesMaster" Target="/ppt/notesMasters/notesMaster1.xml" Id="Ra7aaa534e4734f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33aa5741d4d9d" /><Relationship Type="http://schemas.openxmlformats.org/officeDocument/2006/relationships/notesMaster" Target="/ppt/notesMasters/notesMaster1.xml" Id="Rcd4504cfe62c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4d697312c4653" /><Relationship Type="http://schemas.openxmlformats.org/officeDocument/2006/relationships/notesMaster" Target="/ppt/notesMasters/notesMaster1.xml" Id="Rdd3cad66a2fd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3e0e63970042b8" /><Relationship Type="http://schemas.openxmlformats.org/officeDocument/2006/relationships/notesMaster" Target="/ppt/notesMasters/notesMaster1.xml" Id="R51e24399026340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ae234793884c6d" /><Relationship Type="http://schemas.openxmlformats.org/officeDocument/2006/relationships/notesMaster" Target="/ppt/notesMasters/notesMaster1.xml" Id="Rcb2b190bad4047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a810ee0f14200" /><Relationship Type="http://schemas.openxmlformats.org/officeDocument/2006/relationships/notesMaster" Target="/ppt/notesMasters/notesMaster1.xml" Id="Reb6119f2c20a47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074fbaa5e48a8" /><Relationship Type="http://schemas.openxmlformats.org/officeDocument/2006/relationships/notesMaster" Target="/ppt/notesMasters/notesMaster1.xml" Id="Rb8ddff0c4d5645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3f00d272d841a6" /><Relationship Type="http://schemas.openxmlformats.org/officeDocument/2006/relationships/notesMaster" Target="/ppt/notesMasters/notesMaster1.xml" Id="R9f173c915e12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b7dfce27545f9" /><Relationship Type="http://schemas.openxmlformats.org/officeDocument/2006/relationships/image" Target="/ppt/media/image.jpeg" Id="Rc4f4ba13180b442e" /><Relationship Type="http://schemas.openxmlformats.org/officeDocument/2006/relationships/image" Target="/ppt/media/image.png" Id="Re1deb3b0b12a457d" /><Relationship Type="http://schemas.openxmlformats.org/officeDocument/2006/relationships/image" Target="/ppt/media/image2.png" Id="Rdb5726ceee5844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2b7f981c141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48597aab14f20" /><Relationship Type="http://schemas.openxmlformats.org/officeDocument/2006/relationships/image" Target="/ppt/media/image3.png" Id="R93019004fbc04c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7b4970784446f" /><Relationship Type="http://schemas.openxmlformats.org/officeDocument/2006/relationships/image" Target="/ppt/media/image4.png" Id="Raea0f6db362342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e1645fbaa4d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c1f6870c14c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a7ab32e9a466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21d8800064e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345fc04fd41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e4bc5a3b24b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dca8ffa3242c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2d217242aa4e2a" /><Relationship Type="http://schemas.openxmlformats.org/officeDocument/2006/relationships/image" Target="/ppt/media/image5.png" Id="R2f18f49eeb44470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4e3810e217488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bc6e080c5304980" /><Relationship Type="http://schemas.openxmlformats.org/officeDocument/2006/relationships/image" Target="/ppt/media/image5.png" Id="Re3995c5931d14df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ad87f2d325e4f2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4ba13180b442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eb3b0b12a457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726ceee58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ED47988B-68F3-49CA-BBB0-8321767B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19004fbc04c0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C811340-0067-4186-8C6D-D75350A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81AAEC7-F852-4F8E-AA5A-B1F0A25F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118E440D-E902-4D3C-92DC-C7ED7D5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9C7E266-90E2-4338-BA1A-C5A4648D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0f6db3623421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90908D7-5786-4DD5-A1A5-53D40CB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A0857D2-B4D2-4C68-B536-12E25DA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4A487D-9FE7-4B4E-8E39-E83C050DF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01927A-85AD-4480-842F-C424367E8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33C9F34-B2B8-4B5A-AE91-F647ACEB13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4F782B0-6A13-44C1-B50C-6BB604C700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9D3A943-769B-4962-BC65-666FEE55CD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345B471-1F84-4562-978E-24676B69C6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EF74433-016C-4692-BEED-361BFC7B98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4D86BF8-7C48-45A8-95F3-A384BD3779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FFE759-8884-4252-81EC-A81EFE7A6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37DA387-DA83-4C0E-9EA3-67E65F2BD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FA09309-7187-46F1-87A4-FB58D6ACE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11CC6C-8180-469E-ACC1-4122590EF0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C8E3ACC-BCF4-4204-8C6A-00CF400DFC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4CED199-6AC0-4334-A0C5-AAA819475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DFFB922-DE11-48C9-A90E-253CE0FD9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B12D49-F657-4E53-9B7E-D53D240A5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9C219E-8EC0-4E83-A8E4-63A6A97DCE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91110D2-92A7-4D98-A557-8CF3CC0499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1031814-B9A3-4F70-B5AC-9AFD0F45D4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0BDE8E5-5D7F-4534-8C9B-7FF4658C9F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BBA767E-BD10-4B60-8EFB-6E15A3D291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B3ABDA-BA9B-4C05-B868-395268291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D907218-99C6-4A80-82C2-5279B6CF9A4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30741A6-E47B-41C8-A369-C9DCD06D0E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5366C98-D2B8-4EE1-A5C7-B3C1FF3AF9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0FB7FBA-28FE-4B9C-AF81-E6AC6E1AAC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D3C2418-65F6-4B99-9424-3086907B49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219893-A741-403A-A4D3-47DCEA4E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B79CFC-BBAC-4466-B246-FEA0F32A1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1804AE-400C-4617-829F-1039F7D40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67D93-C92E-4495-88EF-7C557EAE5A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DE9516-DD9E-4EA8-A163-65F475A2B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3246A7D-BFBC-4A66-ACFE-C1BF0EF67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8B8910B-B579-4D46-8284-01065A6C2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CC2C35-B30A-4EEF-9328-72CAEBAD0A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F8D5811-4FFD-4E31-A675-40EF896CBC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43AC35-1E8C-44FA-A054-850FFFFDAA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8f49eeb44470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DC2A824-FA76-41FF-A25C-A2503F2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32B6837-FF50-458F-8B24-7D7AB26D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940D9F0-3871-4423-A70E-D8920EE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FD53CAC-FBCB-4443-93EA-1081249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95c5931d14df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B53E0B2-CDE6-4135-BC26-350DE99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C8520F4-7162-4EE1-AB15-3DCBB574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EA6DA35-1A65-4B3E-86EC-EEB6AF1D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7D4685-2E3D-4EDC-94B3-749BCDC0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136495fe24b1f" /><Relationship Type="http://schemas.openxmlformats.org/officeDocument/2006/relationships/slideLayout" Target="/ppt/slideLayouts/slideLayout1.xml" Id="Rc6370f6a28ce4e39" /><Relationship Type="http://schemas.openxmlformats.org/officeDocument/2006/relationships/slideLayout" Target="/ppt/slideLayouts/slideLayout2.xml" Id="Rc3052ec5ab9442de" /><Relationship Type="http://schemas.openxmlformats.org/officeDocument/2006/relationships/slideLayout" Target="/ppt/slideLayouts/slideLayout3.xml" Id="Reccd8b7166b34e38" /><Relationship Type="http://schemas.openxmlformats.org/officeDocument/2006/relationships/slideLayout" Target="/ppt/slideLayouts/slideLayout4.xml" Id="Rcc7af1805aa6482c" /><Relationship Type="http://schemas.openxmlformats.org/officeDocument/2006/relationships/slideLayout" Target="/ppt/slideLayouts/slideLayout5.xml" Id="R51cf2bb5a3c9404f" /><Relationship Type="http://schemas.openxmlformats.org/officeDocument/2006/relationships/slideLayout" Target="/ppt/slideLayouts/slideLayout6.xml" Id="R3d95e57a3b25451b" /><Relationship Type="http://schemas.openxmlformats.org/officeDocument/2006/relationships/slideLayout" Target="/ppt/slideLayouts/slideLayout7.xml" Id="R536c9607f615410a" /><Relationship Type="http://schemas.openxmlformats.org/officeDocument/2006/relationships/slideLayout" Target="/ppt/slideLayouts/slideLayout8.xml" Id="R6abdf2f1e5494fa5" /><Relationship Type="http://schemas.openxmlformats.org/officeDocument/2006/relationships/slideLayout" Target="/ppt/slideLayouts/slideLayout9.xml" Id="R272a540aab9642f0" /><Relationship Type="http://schemas.openxmlformats.org/officeDocument/2006/relationships/slideLayout" Target="/ppt/slideLayouts/slideLayout10.xml" Id="Ra410fd260ff54d64" /><Relationship Type="http://schemas.openxmlformats.org/officeDocument/2006/relationships/slideLayout" Target="/ppt/slideLayouts/slideLayout11.xml" Id="Rec367a442092459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a45a0c4be2f4f6d" /><Relationship Type="http://schemas.openxmlformats.org/officeDocument/2006/relationships/slideLayout" Target="/ppt/slideLayouts/slideLayout12.xml" Id="R70b27dc224a54879" /><Relationship Type="http://schemas.openxmlformats.org/officeDocument/2006/relationships/slideLayout" Target="/ppt/slideLayouts/slideLayout13.xml" Id="R8f97ac8b2ea64c7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fe1c6d4b29e4e40" /><Relationship Type="http://schemas.openxmlformats.org/officeDocument/2006/relationships/slideLayout" Target="/ppt/slideLayouts/slideLayout14.xml" Id="Rcc2387f1371244ba" /><Relationship Type="http://schemas.openxmlformats.org/officeDocument/2006/relationships/slideLayout" Target="/ppt/slideLayouts/slideLayout15.xml" Id="Rdb0dd16b66de4d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CB9FE56-044B-4D0A-80F1-6FF15609E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A26F75-2F66-455A-AF62-83D7CD6C2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5E2F17E-2055-41D7-9C95-16ACC4132B7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AE1D94E-126D-4B90-A8A9-76E3554A3B7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7D77AF-3581-498B-955A-D5F51208FD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70f6a28ce4e39"/>
    <p:sldLayoutId xmlns:r="http://schemas.openxmlformats.org/officeDocument/2006/relationships" id="2147483650" r:id="Rc3052ec5ab9442de"/>
    <p:sldLayoutId xmlns:r="http://schemas.openxmlformats.org/officeDocument/2006/relationships" id="2147483651" r:id="Reccd8b7166b34e38"/>
    <p:sldLayoutId xmlns:r="http://schemas.openxmlformats.org/officeDocument/2006/relationships" id="2147483652" r:id="Rcc7af1805aa6482c"/>
    <p:sldLayoutId xmlns:r="http://schemas.openxmlformats.org/officeDocument/2006/relationships" id="2147483653" r:id="R51cf2bb5a3c9404f"/>
    <p:sldLayoutId xmlns:r="http://schemas.openxmlformats.org/officeDocument/2006/relationships" id="2147483654" r:id="R3d95e57a3b25451b"/>
    <p:sldLayoutId xmlns:r="http://schemas.openxmlformats.org/officeDocument/2006/relationships" id="2147483655" r:id="R536c9607f615410a"/>
    <p:sldLayoutId xmlns:r="http://schemas.openxmlformats.org/officeDocument/2006/relationships" id="2147483656" r:id="R6abdf2f1e5494fa5"/>
    <p:sldLayoutId xmlns:r="http://schemas.openxmlformats.org/officeDocument/2006/relationships" id="2147483657" r:id="R272a540aab9642f0"/>
    <p:sldLayoutId xmlns:r="http://schemas.openxmlformats.org/officeDocument/2006/relationships" id="2147483658" r:id="Ra410fd260ff54d64"/>
    <p:sldLayoutId xmlns:r="http://schemas.openxmlformats.org/officeDocument/2006/relationships" id="2147483659" r:id="Rec367a442092459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E43F52C-043F-49C4-911C-9795A8BCB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701FC7-87CA-497B-BFF1-D9DC865AE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8582EC-A4DD-40D6-B00F-9C57DFF432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D3D530-3349-48D9-AA7B-13144389C7C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A08CB42-F158-41DA-9C67-423B3251E5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0b27dc224a54879"/>
    <p:sldLayoutId xmlns:r="http://schemas.openxmlformats.org/officeDocument/2006/relationships" id="2147483662" r:id="R8f97ac8b2ea64c7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E21E7FF-5438-459D-A093-1F4A8529D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AC2071-DE88-47B7-BB3B-C2E45C8C8D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504B4F-2023-4CEE-9A00-3FCE4BC3CCB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3CA4ACD-4229-46BD-BB6B-A6A52A4459E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C1EED5-36D7-4CE3-83B1-5D226F431C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c2387f1371244ba"/>
    <p:sldLayoutId xmlns:r="http://schemas.openxmlformats.org/officeDocument/2006/relationships" id="2147483665" r:id="Rdb0dd16b66de4dc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70ff220f54aa3" /><Relationship Type="http://schemas.openxmlformats.org/officeDocument/2006/relationships/notesSlide" Target="/ppt/notesSlides/notesSlide1.xml" Id="R00c05eaa97fc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9bb7edf9b74f70" /><Relationship Type="http://schemas.openxmlformats.org/officeDocument/2006/relationships/notesSlide" Target="/ppt/notesSlides/notesSlide2.xml" Id="Ra202ee600253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da3c3855fd4d8e" /><Relationship Type="http://schemas.openxmlformats.org/officeDocument/2006/relationships/notesSlide" Target="/ppt/notesSlides/notesSlide3.xml" Id="R701025f1b4b54a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484208cc6541d3" /><Relationship Type="http://schemas.openxmlformats.org/officeDocument/2006/relationships/notesSlide" Target="/ppt/notesSlides/notesSlide4.xml" Id="R49a04859744a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5968f34c5e455b" /><Relationship Type="http://schemas.openxmlformats.org/officeDocument/2006/relationships/notesSlide" Target="/ppt/notesSlides/notesSlide5.xml" Id="Rd09b54a6e382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6043c8c0244d6b" /><Relationship Type="http://schemas.openxmlformats.org/officeDocument/2006/relationships/notesSlide" Target="/ppt/notesSlides/notesSlide6.xml" Id="Rcb110a92fdd8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75893f6e67438b" /><Relationship Type="http://schemas.openxmlformats.org/officeDocument/2006/relationships/notesSlide" Target="/ppt/notesSlides/notesSlide7.xml" Id="R38e8ddfd6c7f42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c0a8615a28403b" /><Relationship Type="http://schemas.openxmlformats.org/officeDocument/2006/relationships/notesSlide" Target="/ppt/notesSlides/notesSlide8.xml" Id="R066ae7772e2646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c5419058784af1" /><Relationship Type="http://schemas.openxmlformats.org/officeDocument/2006/relationships/notesSlide" Target="/ppt/notesSlides/notesSlide9.xml" Id="Rea43ae71eeb847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1f8e534640cd" /><Relationship Type="http://schemas.openxmlformats.org/officeDocument/2006/relationships/notesSlide" Target="/ppt/notesSlides/notesSlide10.xml" Id="R9b2442245bf84d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6EBF6CE-32DF-471C-B56E-F73E942E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1A5BBCE0-C803-4A85-AA2C-16FA0DE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2816FA2-36BF-4833-8398-44A3B9B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B8B87A7-A6AF-4EF3-95D5-9A34B0D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C9B93C0-0DA8-465E-A57A-2FCEA36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6035525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为什么做 PPT 费时间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为什么固定也是优势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PPagenT 如何分工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稳定交付服务谁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能力如何持续积累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真正昂贵的，是五次重复判断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F6C94B2-A821-4AE1-93FE-4483DA3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EAD577C-0952-4B27-BEE7-76652F0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6A34DD84-64AD-45BF-856E-4D3CB921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3EF1E0B8-C7F1-4F2D-9900-E0F53521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3381E203-39B2-4956-9835-A283FE4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0D326DC8-E22E-4FFC-A2DA-87AE6F7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确定整场汇报的叙事主线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C3FF932-166B-4A77-91DB-BDB222AB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2998521E-72FF-4E20-B6BF-0A1BDC4A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F009BFEA-91AE-40A3-8A73-A6995C1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49C53061-9424-4B62-B495-2A8D8E05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732C0256-B1ED-46A2-B877-A94D1F63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把长稿拆成单一页面任务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6E3DB9A-01B6-490F-84B0-AD197DF6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EB593B31-76D8-47B7-992E-CAA3A445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E0004FE3-4CFA-4201-8676-D9EB038B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02AEA0FE-20A1-44B2-BE38-80DDC73A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讲什么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2AAABA97-7A23-483E-889D-1B9D6176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决定每页只承担什么职责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2522B7A-964C-4F95-B988-96DDB043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6CC9AA71-BAEA-4708-A351-09F2A147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894939E4-E34B-4D9F-9A5A-C7818614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ED5DA2BD-C704-4805-8B64-F662984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64204522-26D7-4196-8B34-086A6F58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辨认并列、递进、因果或流程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D85FF36-4BF8-458C-8F2E-517F4C3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B57E6BD1-7636-4313-9963-F9ABB25E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7F12A6E0-970D-4076-8C44-6707A8E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C3A6E21C-FF68-4A4C-B7C9-70DE0BCC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如何突出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A7411D8A-FAFC-48F0-BA27-86F9907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判断何时用图、何时一句话更有力量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固定不是退步，而是把验证过的经验留下来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81694F7-AAF8-4735-B1A2-E76C6CF9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DC95AA97-02CE-46E7-B97E-08E35C3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A652EB8E-3159-41FD-B79A-71D22996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固定意味着已经验证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44360EDD-5ACC-4310-9D1F-3F6A26F5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颜色、字体、页眉页脚和好用的页面结构，不必每次都让 AI 重新猜。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理解，规则决定，代码执行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5433CDD-E671-48C9-A72F-50C2FAE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1E05F3C-6241-4F01-8682-64C1599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1CA8A66-1E66-4D62-BD32-4EDDA6E6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A430BB7-D49A-455B-AADA-61A7D44C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4A0E8-3F01-44F2-8400-B56BB43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0C741733-9682-4109-BF94-53EB466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理解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307EC7C6-EBF4-44EA-8258-F4A00E9C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读稿，判断重点、关系与拆页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BDCC7-9695-46ED-82C5-E1E9783B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7BC1FA20-A322-4C1D-8AF2-3A9A84C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8CAFB3AF-4939-4C96-9EDE-FD405B6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选版式、查容量，决定换版或拆页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5EA2B-5CDD-4F03-A5AB-E9ACFBF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263E22CD-6178-4915-BB3E-1F3C2EE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8B698915-2BA9-4F51-BB2C-67C4F652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按坐标、字号、颜色和间距稳定生成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225CD19-4B13-4F18-8FE5-DDA8AD9E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4D74E-AE7B-49A6-9DE5-A9591D8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334CE-EAEE-4690-9239-B704359B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7574B-973B-4518-ABB5-5A38024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53DA34AF-BA64-483D-8B55-2C40AD5E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B11345E7-422C-4303-9BB9-5B3478A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096A15CF-6DD8-4482-8DB8-D8270F5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5D2B1A95-3AD3-4CC1-8092-4C271F2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439323C-C6C1-4F80-9748-5B99FFA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73A48EC6-29DC-4335-A427-B5EFD4B0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偶尔惊艳</a:t>
            </a:r>
          </a:p>
        </p:txBody>
      </p:sp>
      <p:sp>
        <p:nvSpPr>
          <p:cNvPr id="25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72A838BD-1186-44A7-9BCC-7DB5041D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42786151-4566-4EFE-B8A7-8FE6F792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75E9AB8F-5AEB-400F-98FB-C31DA30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质量波动</a:t>
            </a:r>
          </a:p>
        </p:txBody>
      </p:sp>
      <p:sp>
        <p:nvSpPr>
          <p:cNvPr id="28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3E8CBF6-950B-4229-8ACF-FC9DB81F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9263137-8026-4558-A749-49CF9DB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027149BF-F21A-4B74-9703-3D79A24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难以复现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CEDCB3C1-9456-4B50-BA59-643B108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C2E262A4-199B-4F15-89B4-23720B2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5ACE568C-E540-42F5-A58B-F388203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BEF837D-2D43-4E0E-85AB-EDF4DE4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48AB4EBE-7A5F-497E-83DE-89BBD859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3EDFC008-E22E-4052-A606-FE7E03E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659A995B-8FD0-4E83-BA78-17C670E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3E5A316-7B5D-4F49-9623-307C4093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22A89A2B-553D-4C7B-8B19-9F26B9B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符合组织风格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F4D6870-38F6-4616-A8A5-7074953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E200BC7-A9CB-4DE2-813E-1D19238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7F195456-A8E6-4842-8177-75AF58A1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第二天仍可修改</a:t>
            </a:r>
          </a:p>
        </p:txBody>
      </p:sp>
      <p:sp>
        <p:nvSpPr>
          <p:cNvPr id="43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988BCAF9-5DCD-4787-8F3A-40D1DD1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4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DDF7D01B-3126-4BA9-B2DC-27C976B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9916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工作价值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不把所有人变成设计师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用户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dual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EC3880C-07F6-4E32-BAE2-1FBFBD8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dual|role=divider">
            <a:extLst xmlns:a="http://schemas.openxmlformats.org/drawingml/2006/main">
              <a:ext uri="{FF2B5EF4-FFF2-40B4-BE49-F238E27FC236}">
                <a16:creationId xmlns:a16="http://schemas.microsoft.com/office/drawing/2014/main" id="{E075F03C-F69C-4197-9E43-A7B1F50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C283798-98F4-4573-AD0C-07D1C6E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A1068C65-9A63-43CE-AD84-028B9A5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9185C56-4A55-4888-BC63-B40FEF1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少数熟练制作者</a:t>
            </a:r>
          </a:p>
        </p:txBody>
      </p:sp>
      <p:sp>
        <p:nvSpPr>
          <p:cNvPr id="20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D788E377-2D42-4F68-A33A-51198ED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5007D596-3146-43F9-AE05-A284278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他们已经掌握拆页、表达和视觉排版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的方法，往往可以自己做得更好。</a:t>
            </a:r>
          </a:p>
        </p:txBody>
      </p:sp>
      <p:sp>
        <p:nvSpPr>
          <p:cNvPr id="22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AE8F50A-7AF6-4633-BE3F-DD50097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F06A1D9E-7BD1-43E0-ADAB-C9944251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B91C9F8C-0E55-4BCA-BD49-354F3F9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更多有内容的人</a:t>
            </a:r>
          </a:p>
        </p:txBody>
      </p:sp>
      <p:sp>
        <p:nvSpPr>
          <p:cNvPr id="25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E4250F65-0F09-416E-B984-B8D6B92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DD634C94-8FCF-4CF4-B954-48DB5B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他们有专业知识和真实任务，需要以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更低成本获得接近专业标准的结果。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漂亮页面要从作品变成可扩展能力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6DD2232-6E51-447C-800B-F211C8B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5E08069-2489-42D5-897A-E9DB338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28C8D1D-524B-4009-9AA9-C0628BD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6D9B94E-CD6B-4591-AC8E-0B8333D4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414E7-10E4-4165-B506-5255DEB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B827334B-338D-4DB0-8D82-D922FA0A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0AE18F29-4A0F-4D99-80FA-CA8A0285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先得到一个真正漂亮的页面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2E2C0-5D29-4A7F-8CB9-71824A6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3FD91ED0-19C3-4C4A-ABCD-6D96ABD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8F196878-A91B-4505-B883-AED4F8C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提炼表达、容量、变化与禁忌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E2EEA-5268-4555-A78D-54DD3513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F712BAF8-75CD-4F43-87FB-B8D6B33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E2005D5C-D502-418F-BF67-17CE3DB9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让同一种方法适配更多真实内容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东北大学是第一个 Skin，不是最终边界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BAABDC7-3DAE-48EA-90DB-01C6620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2C53E32-CC15-4C8D-9ED1-BBA1C6E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A5137B7-1903-4C98-B415-E0B334E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C4B41F0-2D3C-4913-B82A-890D5B9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A3647443-1843-4EE8-AE28-737F9F15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24F3C61C-BECC-4633-90A6-EC3A4B2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视觉可替换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A04DD2C2-B24A-4192-8DA0-B4CE1D2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学校、企业和个人可以拥有各自 Skin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5F076FA-988A-487F-A5AE-9A89E4D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F08116AC-25FD-471A-AB4D-999E0F7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73F5CA33-7264-4718-B9D2-5095AA47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1DA92FC6-B699-4A89-992E-3457643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逻辑可复用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51E3CD68-311E-4AAE-A28E-CA5F675B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内容理解、拆页和表达规则继续复用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284E1F6-02A7-478C-8DA1-FF404D15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05251C3F-F672-4B34-8258-EACEB99C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E2EEAE31-9413-42A3-9B64-BFF4F0CB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7B71D998-75EC-4B2E-A9FE-B0C0429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经验可积累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BAA62659-418F-4B1D-8235-E80CB24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每份真实稿件都用来验证和扩展边界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88F983E-6003-40B9-BAAB-6EB74CB8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把高手经验变成更多人可用的 PPT 生产能力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2026-08-13T08:19:30.7710000Z</dcterms:created>
  <dcterms:modified xsi:type="dcterms:W3CDTF">2026-08-13T08:19:30.7710000Z</dcterms:modified>
</coreProperties>
</file>