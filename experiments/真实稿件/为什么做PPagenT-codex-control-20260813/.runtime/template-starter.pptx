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d09dabffd74ef8" /><Relationship Type="http://schemas.openxmlformats.org/officeDocument/2006/relationships/extended-properties" Target="/docProps/app.xml" Id="R2c997d86535d42c0" /><Relationship Type="http://schemas.openxmlformats.org/officeDocument/2006/relationships/officeDocument" Target="/ppt/presentation.xml" Id="R8a3f44653d844c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5d00346f304f97"/>
    <p:sldMasterId xmlns:r="http://schemas.openxmlformats.org/officeDocument/2006/relationships" id="2147483660" r:id="Re687d5c900674c8c"/>
    <p:sldMasterId xmlns:r="http://schemas.openxmlformats.org/officeDocument/2006/relationships" id="2147483663" r:id="R652f4aa797a0452e"/>
  </p:sldMasterIdLst>
  <p:notesMasterIdLst>
    <p:notesMasterId xmlns:r="http://schemas.openxmlformats.org/officeDocument/2006/relationships" r:id="Red6aede8e63e4583"/>
  </p:notesMasterIdLst>
  <p:sldIdLst>
    <p:sldId xmlns:r="http://schemas.openxmlformats.org/officeDocument/2006/relationships" id="256" r:id="Rf6f8a24f9a1f4db7"/>
    <p:sldId xmlns:r="http://schemas.openxmlformats.org/officeDocument/2006/relationships" id="257" r:id="R7cd4b17a04884cec"/>
    <p:sldId xmlns:r="http://schemas.openxmlformats.org/officeDocument/2006/relationships" id="258" r:id="R284d7589a09e42f8"/>
    <p:sldId xmlns:r="http://schemas.openxmlformats.org/officeDocument/2006/relationships" id="259" r:id="R0db503cd907a4740"/>
    <p:sldId xmlns:r="http://schemas.openxmlformats.org/officeDocument/2006/relationships" id="260" r:id="R0ad47879e15c4225"/>
    <p:sldId xmlns:r="http://schemas.openxmlformats.org/officeDocument/2006/relationships" id="261" r:id="Raf17b06c58094416"/>
    <p:sldId xmlns:r="http://schemas.openxmlformats.org/officeDocument/2006/relationships" id="262" r:id="R58fc3210980a452d"/>
    <p:sldId xmlns:r="http://schemas.openxmlformats.org/officeDocument/2006/relationships" id="263" r:id="Ra02d9e4f35ed4e1a"/>
    <p:sldId xmlns:r="http://schemas.openxmlformats.org/officeDocument/2006/relationships" id="264" r:id="R28a0dc850d7e4b22"/>
    <p:sldId xmlns:r="http://schemas.openxmlformats.org/officeDocument/2006/relationships" id="265" r:id="R4a4724e51bce41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aa9688ca74fa7" /><Relationship Type="http://schemas.openxmlformats.org/officeDocument/2006/relationships/slideMaster" Target="/ppt/slideMasters/slideMaster1.xml" Id="R355d00346f304f97" /><Relationship Type="http://schemas.openxmlformats.org/officeDocument/2006/relationships/slideMaster" Target="/ppt/slideMasters/slideMaster2.xml" Id="Re687d5c900674c8c" /><Relationship Type="http://schemas.openxmlformats.org/officeDocument/2006/relationships/slideMaster" Target="/ppt/slideMasters/slideMaster3.xml" Id="R652f4aa797a0452e" /><Relationship Type="http://schemas.openxmlformats.org/officeDocument/2006/relationships/notesMaster" Target="/ppt/notesMasters/notesMaster1.xml" Id="Red6aede8e63e4583" /><Relationship Type="http://schemas.openxmlformats.org/officeDocument/2006/relationships/presProps" Target="/ppt/presProps.xml" Id="R274e5639f3374fb1" /><Relationship Type="http://schemas.openxmlformats.org/officeDocument/2006/relationships/viewProps" Target="/ppt/viewProps.xml" Id="Rfe033251f4cc457f" /><Relationship Type="http://schemas.openxmlformats.org/officeDocument/2006/relationships/tableStyles" Target="/ppt/tableStyles.xml" Id="R1709b168ae87470d" /><Relationship Type="http://schemas.openxmlformats.org/officeDocument/2006/relationships/slide" Target="/ppt/slides/slide1.xml" Id="Rf6f8a24f9a1f4db7" /><Relationship Type="http://schemas.openxmlformats.org/officeDocument/2006/relationships/slide" Target="/ppt/slides/slide2.xml" Id="R7cd4b17a04884cec" /><Relationship Type="http://schemas.openxmlformats.org/officeDocument/2006/relationships/slide" Target="/ppt/slides/slide3.xml" Id="R284d7589a09e42f8" /><Relationship Type="http://schemas.openxmlformats.org/officeDocument/2006/relationships/slide" Target="/ppt/slides/slide4.xml" Id="R0db503cd907a4740" /><Relationship Type="http://schemas.openxmlformats.org/officeDocument/2006/relationships/slide" Target="/ppt/slides/slide5.xml" Id="R0ad47879e15c4225" /><Relationship Type="http://schemas.openxmlformats.org/officeDocument/2006/relationships/slide" Target="/ppt/slides/slide6.xml" Id="Raf17b06c58094416" /><Relationship Type="http://schemas.openxmlformats.org/officeDocument/2006/relationships/slide" Target="/ppt/slides/slide7.xml" Id="R58fc3210980a452d" /><Relationship Type="http://schemas.openxmlformats.org/officeDocument/2006/relationships/slide" Target="/ppt/slides/slide8.xml" Id="Ra02d9e4f35ed4e1a" /><Relationship Type="http://schemas.openxmlformats.org/officeDocument/2006/relationships/slide" Target="/ppt/slides/slide9.xml" Id="R28a0dc850d7e4b22" /><Relationship Type="http://schemas.openxmlformats.org/officeDocument/2006/relationships/slide" Target="/ppt/slides/slide10.xml" Id="R4a4724e51bce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22d1739d2304f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5748aca774423d" /><Relationship Type="http://schemas.openxmlformats.org/officeDocument/2006/relationships/notesMaster" Target="/ppt/notesMasters/notesMaster1.xml" Id="Reaf82311b9d6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010ab357e6424d" /><Relationship Type="http://schemas.openxmlformats.org/officeDocument/2006/relationships/notesMaster" Target="/ppt/notesMasters/notesMaster1.xml" Id="R9e12cddc441846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dd20430764b41" /><Relationship Type="http://schemas.openxmlformats.org/officeDocument/2006/relationships/notesMaster" Target="/ppt/notesMasters/notesMaster1.xml" Id="R604b9d8472594b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22f33547064f3e" /><Relationship Type="http://schemas.openxmlformats.org/officeDocument/2006/relationships/notesMaster" Target="/ppt/notesMasters/notesMaster1.xml" Id="Ree9e34caf0b448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a574d63275410d" /><Relationship Type="http://schemas.openxmlformats.org/officeDocument/2006/relationships/notesMaster" Target="/ppt/notesMasters/notesMaster1.xml" Id="R67566ee09d1b49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3da62b25bd4527" /><Relationship Type="http://schemas.openxmlformats.org/officeDocument/2006/relationships/notesMaster" Target="/ppt/notesMasters/notesMaster1.xml" Id="R86f0b220625549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8c5dbdc54a41db" /><Relationship Type="http://schemas.openxmlformats.org/officeDocument/2006/relationships/notesMaster" Target="/ppt/notesMasters/notesMaster1.xml" Id="R58ad98ea85b640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217d970f17476c" /><Relationship Type="http://schemas.openxmlformats.org/officeDocument/2006/relationships/notesMaster" Target="/ppt/notesMasters/notesMaster1.xml" Id="R3d36b6d551c046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eb20430f804b11" /><Relationship Type="http://schemas.openxmlformats.org/officeDocument/2006/relationships/notesMaster" Target="/ppt/notesMasters/notesMaster1.xml" Id="Rc8185f32755c4c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4ccd0c0caf4c2c" /><Relationship Type="http://schemas.openxmlformats.org/officeDocument/2006/relationships/notesMaster" Target="/ppt/notesMasters/notesMaster1.xml" Id="Rbcbbcf63f0fa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ce9b253814835" /><Relationship Type="http://schemas.openxmlformats.org/officeDocument/2006/relationships/image" Target="/ppt/media/image.jpeg" Id="Rd3df071e5fe74367" /><Relationship Type="http://schemas.openxmlformats.org/officeDocument/2006/relationships/image" Target="/ppt/media/image.png" Id="R7b561f37206c4098" /><Relationship Type="http://schemas.openxmlformats.org/officeDocument/2006/relationships/image" Target="/ppt/media/image2.png" Id="R2a29cb8f3d4f49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a0acc91e948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dfc0e2fc24f4a" /><Relationship Type="http://schemas.openxmlformats.org/officeDocument/2006/relationships/image" Target="/ppt/media/image3.png" Id="R9f9469424a4d41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41db3e0fb4c2b" /><Relationship Type="http://schemas.openxmlformats.org/officeDocument/2006/relationships/image" Target="/ppt/media/image4.png" Id="R7f4c6e02cd5247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35288f40442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9c7830d2947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0409d00b44c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897d3cc1e40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42df8c50149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846b97b9e4e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4a754472d41f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226113b25a48ad" /><Relationship Type="http://schemas.openxmlformats.org/officeDocument/2006/relationships/image" Target="/ppt/media/image5.png" Id="R106c29a18eb3477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422631d81d446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7d85a874e3d4841" /><Relationship Type="http://schemas.openxmlformats.org/officeDocument/2006/relationships/image" Target="/ppt/media/image5.png" Id="R727dc5e806694fb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6eb963266cc43b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f071e5fe7436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61f37206c409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9cb8f3d4f49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BD95F58-25E7-4094-8743-BE93BF0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469424a4d416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64A4977-F8D2-4761-87D2-1CD7A73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417F8EF-01CB-4A12-8AC1-0B351A7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C864D10C-8506-4B40-B801-D6E5076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0398B313-615C-4E0F-A653-639D6301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c6e02cd52471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051302A-7303-4FC3-A536-49F06BB6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B83A9828-DE0C-4969-BE67-D29F2E08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E00E6F-DC5A-4383-859C-E013C4F54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F51BF97-07F7-4A71-B36D-D5734CAF28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500FD82-EBDD-40DC-9E67-F9A67816CA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BCD9F89-A130-49A9-9231-6F8124A23C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96E5F2F-5FE5-4574-A1BF-3335E3921A9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7A3A104-3CFD-42D7-AC38-EEE96CCCB5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826C63A-16EC-4032-8F62-DF2D34B337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826B8CE-2442-433A-8980-9E360A2D0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9EE14CC-F298-44CD-89DA-4E3BC196D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D6E45A3-69ED-4EB9-90B0-B1BFDEDC6E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9022092-3798-4389-BC3A-C7D9813270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9EC08BD-937B-47AE-8185-4DF4433D47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B9087C8-34F0-45AD-819B-CD4DB9BB9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D0759E1-EB32-495E-A4D8-1C59885486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C2B4B8F-3B07-471F-90C2-430752F4D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0A3897-8F2B-436B-B349-C29AE6416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656DC56-24E5-41EE-98B4-24F4546AA6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F70DC78-1C05-40DA-818C-61505E0368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C1CE49D-1D46-4721-8841-4BD8D5459C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AFF1D1-4E3B-4AFD-885C-BF5B1F1238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80A716-882B-4B79-985A-660D3CB91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D224AB-DDA3-4924-9A9C-6C411266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1024D93-4A86-4DF6-A300-C8E06571BD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E413973-9741-455C-A32F-1FE213EFD7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A2C1FEA-10EC-45D1-8ADA-D96D655B57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B1D2B71-1BD8-4CDC-99CD-25B38AE2CB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44FE2D1-3AED-427E-8941-13BD5B817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D62009-E855-4E87-89D0-615A81907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24EBD22-F76F-49B3-9079-32D436CF61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8E8053C-AF4A-460F-BC51-2A334C71B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28A0245-643C-448B-94E7-DF2C231468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6A34EC-59DE-40C0-870C-2DB443935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3866183-54C1-41D8-A3D9-01E37E6C8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0B5F982-044C-4C82-B305-F871120F73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A1308D-9647-4F7E-BD23-0BC74AB5F2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BE0D0A-7F9C-4738-9124-BBA5AF3B3E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6DED41-B925-4A1D-B5BC-9C0CCC544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c29a18eb3477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ED81771-E549-46B7-A375-34145A80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3B9A4F4-661A-42FA-B0C4-D2FE52E4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A594D1F-9A14-4738-93FC-7C0862F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62E9637-30C1-4D81-9202-512FB5E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dc5e806694fb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9388D5E-56C5-49EF-B4F2-A65CCB55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79C2129-CCA1-43E7-A851-0CBBAA9C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071F433-473F-47B0-AD3C-EF500FA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9ED2457-13FF-4099-BB83-40FF890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aeb4dac22440ff" /><Relationship Type="http://schemas.openxmlformats.org/officeDocument/2006/relationships/slideLayout" Target="/ppt/slideLayouts/slideLayout1.xml" Id="R3dc63b0ce56d41fa" /><Relationship Type="http://schemas.openxmlformats.org/officeDocument/2006/relationships/slideLayout" Target="/ppt/slideLayouts/slideLayout2.xml" Id="Rcd1475203f0b4252" /><Relationship Type="http://schemas.openxmlformats.org/officeDocument/2006/relationships/slideLayout" Target="/ppt/slideLayouts/slideLayout3.xml" Id="R061c836bdd444ccb" /><Relationship Type="http://schemas.openxmlformats.org/officeDocument/2006/relationships/slideLayout" Target="/ppt/slideLayouts/slideLayout4.xml" Id="R14e3bd24356b40db" /><Relationship Type="http://schemas.openxmlformats.org/officeDocument/2006/relationships/slideLayout" Target="/ppt/slideLayouts/slideLayout5.xml" Id="Rc8b891a9eb0e460c" /><Relationship Type="http://schemas.openxmlformats.org/officeDocument/2006/relationships/slideLayout" Target="/ppt/slideLayouts/slideLayout6.xml" Id="R6dc804d71a974bec" /><Relationship Type="http://schemas.openxmlformats.org/officeDocument/2006/relationships/slideLayout" Target="/ppt/slideLayouts/slideLayout7.xml" Id="R75e3fa4ac02940f6" /><Relationship Type="http://schemas.openxmlformats.org/officeDocument/2006/relationships/slideLayout" Target="/ppt/slideLayouts/slideLayout8.xml" Id="R0b37aa06afcc4be8" /><Relationship Type="http://schemas.openxmlformats.org/officeDocument/2006/relationships/slideLayout" Target="/ppt/slideLayouts/slideLayout9.xml" Id="R3ff4128e2a4e45a9" /><Relationship Type="http://schemas.openxmlformats.org/officeDocument/2006/relationships/slideLayout" Target="/ppt/slideLayouts/slideLayout10.xml" Id="R6eabccc10e63496e" /><Relationship Type="http://schemas.openxmlformats.org/officeDocument/2006/relationships/slideLayout" Target="/ppt/slideLayouts/slideLayout11.xml" Id="R1ca6dc3a33d9469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0d53616258a4999" /><Relationship Type="http://schemas.openxmlformats.org/officeDocument/2006/relationships/slideLayout" Target="/ppt/slideLayouts/slideLayout12.xml" Id="Rcad84a90675644b8" /><Relationship Type="http://schemas.openxmlformats.org/officeDocument/2006/relationships/slideLayout" Target="/ppt/slideLayouts/slideLayout13.xml" Id="R939cde633cee4db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862c64d09cd4b90" /><Relationship Type="http://schemas.openxmlformats.org/officeDocument/2006/relationships/slideLayout" Target="/ppt/slideLayouts/slideLayout14.xml" Id="R0f96ab6204c1460c" /><Relationship Type="http://schemas.openxmlformats.org/officeDocument/2006/relationships/slideLayout" Target="/ppt/slideLayouts/slideLayout15.xml" Id="Radf05d37b4ec42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12F9EDD-BD0C-49AD-9F86-A40002B9D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6DF42E-35A8-4D40-8A73-EB005764D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0121F22-B356-48A4-8237-4FA951DD30D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30B24C-C34D-41A9-B4C7-1FB8C5765A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A36578-2F1B-47EC-B9DE-03D503CC75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c63b0ce56d41fa"/>
    <p:sldLayoutId xmlns:r="http://schemas.openxmlformats.org/officeDocument/2006/relationships" id="2147483650" r:id="Rcd1475203f0b4252"/>
    <p:sldLayoutId xmlns:r="http://schemas.openxmlformats.org/officeDocument/2006/relationships" id="2147483651" r:id="R061c836bdd444ccb"/>
    <p:sldLayoutId xmlns:r="http://schemas.openxmlformats.org/officeDocument/2006/relationships" id="2147483652" r:id="R14e3bd24356b40db"/>
    <p:sldLayoutId xmlns:r="http://schemas.openxmlformats.org/officeDocument/2006/relationships" id="2147483653" r:id="Rc8b891a9eb0e460c"/>
    <p:sldLayoutId xmlns:r="http://schemas.openxmlformats.org/officeDocument/2006/relationships" id="2147483654" r:id="R6dc804d71a974bec"/>
    <p:sldLayoutId xmlns:r="http://schemas.openxmlformats.org/officeDocument/2006/relationships" id="2147483655" r:id="R75e3fa4ac02940f6"/>
    <p:sldLayoutId xmlns:r="http://schemas.openxmlformats.org/officeDocument/2006/relationships" id="2147483656" r:id="R0b37aa06afcc4be8"/>
    <p:sldLayoutId xmlns:r="http://schemas.openxmlformats.org/officeDocument/2006/relationships" id="2147483657" r:id="R3ff4128e2a4e45a9"/>
    <p:sldLayoutId xmlns:r="http://schemas.openxmlformats.org/officeDocument/2006/relationships" id="2147483658" r:id="R6eabccc10e63496e"/>
    <p:sldLayoutId xmlns:r="http://schemas.openxmlformats.org/officeDocument/2006/relationships" id="2147483659" r:id="R1ca6dc3a33d9469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222ECD0-E67A-4076-AEC7-4813F3F05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806E6B4-4809-4ADC-86FF-BB62F8BC6C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D60378-E01C-4FC4-80F1-DBB7FB4B071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BBC110-C10B-4F02-8624-B3DE2B34872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BA05C3-C89B-482D-A474-24EBD8C205A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ad84a90675644b8"/>
    <p:sldLayoutId xmlns:r="http://schemas.openxmlformats.org/officeDocument/2006/relationships" id="2147483662" r:id="R939cde633cee4db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BFADF8B-77A5-4ED0-84E7-3394543FE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63BDE9F-5F39-4363-9C91-3D2D14BC40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58EF6FB-1206-497E-9ED6-79989A1A2C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929562A-3E25-4482-A468-2039302527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131923-9CF2-4239-864B-C21FB6C6E1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f96ab6204c1460c"/>
    <p:sldLayoutId xmlns:r="http://schemas.openxmlformats.org/officeDocument/2006/relationships" id="2147483665" r:id="Radf05d37b4ec423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6318757aa4d3a" /><Relationship Type="http://schemas.openxmlformats.org/officeDocument/2006/relationships/notesSlide" Target="/ppt/notesSlides/notesSlide1.xml" Id="R594cc54983284c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21951cae114cd7" /><Relationship Type="http://schemas.openxmlformats.org/officeDocument/2006/relationships/notesSlide" Target="/ppt/notesSlides/notesSlide2.xml" Id="R84073107d3ff49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616518de02403d" /><Relationship Type="http://schemas.openxmlformats.org/officeDocument/2006/relationships/image" Target="/ppt/media/image6.png" Id="R3ea8a3f78905450e" /><Relationship Type="http://schemas.openxmlformats.org/officeDocument/2006/relationships/notesSlide" Target="/ppt/notesSlides/notesSlide3.xml" Id="R5a2158e5b92842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b95ffeb43e4f17" /><Relationship Type="http://schemas.openxmlformats.org/officeDocument/2006/relationships/image" Target="/ppt/media/image6.png" Id="Rb2dbe1abd69e4631" /><Relationship Type="http://schemas.openxmlformats.org/officeDocument/2006/relationships/notesSlide" Target="/ppt/notesSlides/notesSlide4.xml" Id="Ra4866108b4024b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badd69952e44bb" /><Relationship Type="http://schemas.openxmlformats.org/officeDocument/2006/relationships/image" Target="/ppt/media/image6.png" Id="R786f82861638434c" /><Relationship Type="http://schemas.openxmlformats.org/officeDocument/2006/relationships/notesSlide" Target="/ppt/notesSlides/notesSlide5.xml" Id="R43ce2dd2e99d43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02e0c744b64b00" /><Relationship Type="http://schemas.openxmlformats.org/officeDocument/2006/relationships/image" Target="/ppt/media/image6.png" Id="Rb5f80c245891456a" /><Relationship Type="http://schemas.openxmlformats.org/officeDocument/2006/relationships/notesSlide" Target="/ppt/notesSlides/notesSlide6.xml" Id="Re6557dfafcab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4898481c1df4db8" /><Relationship Type="http://schemas.openxmlformats.org/officeDocument/2006/relationships/image" Target="/ppt/media/image6.png" Id="Ra6aabbd6fc7e43ef" /><Relationship Type="http://schemas.openxmlformats.org/officeDocument/2006/relationships/notesSlide" Target="/ppt/notesSlides/notesSlide7.xml" Id="Rc2a37f992e0540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ac61870e2a4bb1" /><Relationship Type="http://schemas.openxmlformats.org/officeDocument/2006/relationships/image" Target="/ppt/media/image6.png" Id="R3f62c7d69490440f" /><Relationship Type="http://schemas.openxmlformats.org/officeDocument/2006/relationships/notesSlide" Target="/ppt/notesSlides/notesSlide8.xml" Id="Rf2d3bca5d3da4d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415582e3874a0e" /><Relationship Type="http://schemas.openxmlformats.org/officeDocument/2006/relationships/image" Target="/ppt/media/image6.png" Id="R250065be42f443fb" /><Relationship Type="http://schemas.openxmlformats.org/officeDocument/2006/relationships/notesSlide" Target="/ppt/notesSlides/notesSlide9.xml" Id="Reec816851bc9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0278398024fd1" /><Relationship Type="http://schemas.openxmlformats.org/officeDocument/2006/relationships/notesSlide" Target="/ppt/notesSlides/notesSlide10.xml" Id="R2288745b62204a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CD4EC8F-88A7-4608-BA63-C8A392F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7CFC7D77-7FED-4DE9-AD09-A1A22608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8E12E37B-D9C9-4005-85F8-CCF8FE81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F04D53E9-C2DD-4305-B012-06AC455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B5DB516-F316-4845-8E67-BD33A9B4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8299755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8a3f7890545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be1abd69e46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f8286163843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80c245891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abbd6fc7e43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2c7d69490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065be42f443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C1FCE495-FC5C-4687-A515-DC5BF4D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2026-08-13T08:19:57.0310000Z</dcterms:created>
  <dcterms:modified xsi:type="dcterms:W3CDTF">2026-08-13T08:19:57.0310000Z</dcterms:modified>
</coreProperties>
</file>