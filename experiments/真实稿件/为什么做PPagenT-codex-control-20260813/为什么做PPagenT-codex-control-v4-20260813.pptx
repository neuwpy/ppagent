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9f68279944ce3" /><Relationship Type="http://schemas.openxmlformats.org/officeDocument/2006/relationships/extended-properties" Target="/docProps/app.xml" Id="R2b94ea33cb414edb" /><Relationship Type="http://schemas.openxmlformats.org/officeDocument/2006/relationships/officeDocument" Target="/ppt/presentation.xml" Id="R8aab71206376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f2a96f5904632"/>
    <p:sldMasterId xmlns:r="http://schemas.openxmlformats.org/officeDocument/2006/relationships" id="2147483660" r:id="R99c9281edde84237"/>
    <p:sldMasterId xmlns:r="http://schemas.openxmlformats.org/officeDocument/2006/relationships" id="2147483663" r:id="R7c1bf08893cb44ba"/>
  </p:sldMasterIdLst>
  <p:notesMasterIdLst>
    <p:notesMasterId xmlns:r="http://schemas.openxmlformats.org/officeDocument/2006/relationships" r:id="R92822b9bd45e4232"/>
  </p:notesMasterIdLst>
  <p:sldIdLst>
    <p:sldId xmlns:r="http://schemas.openxmlformats.org/officeDocument/2006/relationships" id="256" r:id="R4ed08deca2594cb6"/>
    <p:sldId xmlns:r="http://schemas.openxmlformats.org/officeDocument/2006/relationships" id="257" r:id="R1067e11decdc408d"/>
    <p:sldId xmlns:r="http://schemas.openxmlformats.org/officeDocument/2006/relationships" id="258" r:id="Reb3c6af9ff6744f7"/>
    <p:sldId xmlns:r="http://schemas.openxmlformats.org/officeDocument/2006/relationships" id="259" r:id="R6a3843d7880f47d1"/>
    <p:sldId xmlns:r="http://schemas.openxmlformats.org/officeDocument/2006/relationships" id="260" r:id="R791d1139e1b24d75"/>
    <p:sldId xmlns:r="http://schemas.openxmlformats.org/officeDocument/2006/relationships" id="261" r:id="Rf6287408191648ea"/>
    <p:sldId xmlns:r="http://schemas.openxmlformats.org/officeDocument/2006/relationships" id="262" r:id="R014014aec2b248d2"/>
    <p:sldId xmlns:r="http://schemas.openxmlformats.org/officeDocument/2006/relationships" id="263" r:id="Rfa8830c471e74927"/>
    <p:sldId xmlns:r="http://schemas.openxmlformats.org/officeDocument/2006/relationships" id="264" r:id="R7d157dee0ee3410f"/>
    <p:sldId xmlns:r="http://schemas.openxmlformats.org/officeDocument/2006/relationships" id="265" r:id="R5c2be692e343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fbcde32ce4bba" /><Relationship Type="http://schemas.openxmlformats.org/officeDocument/2006/relationships/slideMaster" Target="/ppt/slideMasters/slideMaster1.xml" Id="R34cf2a96f5904632" /><Relationship Type="http://schemas.openxmlformats.org/officeDocument/2006/relationships/slideMaster" Target="/ppt/slideMasters/slideMaster2.xml" Id="R99c9281edde84237" /><Relationship Type="http://schemas.openxmlformats.org/officeDocument/2006/relationships/slideMaster" Target="/ppt/slideMasters/slideMaster3.xml" Id="R7c1bf08893cb44ba" /><Relationship Type="http://schemas.openxmlformats.org/officeDocument/2006/relationships/notesMaster" Target="/ppt/notesMasters/notesMaster1.xml" Id="R92822b9bd45e4232" /><Relationship Type="http://schemas.openxmlformats.org/officeDocument/2006/relationships/presProps" Target="/ppt/presProps.xml" Id="Rfbf0f69226e04f7f" /><Relationship Type="http://schemas.openxmlformats.org/officeDocument/2006/relationships/viewProps" Target="/ppt/viewProps.xml" Id="R17b11a7986aa4b95" /><Relationship Type="http://schemas.openxmlformats.org/officeDocument/2006/relationships/tableStyles" Target="/ppt/tableStyles.xml" Id="Re5458788120746e7" /><Relationship Type="http://schemas.openxmlformats.org/officeDocument/2006/relationships/slide" Target="/ppt/slides/slide1.xml" Id="R4ed08deca2594cb6" /><Relationship Type="http://schemas.openxmlformats.org/officeDocument/2006/relationships/slide" Target="/ppt/slides/slide2.xml" Id="R1067e11decdc408d" /><Relationship Type="http://schemas.openxmlformats.org/officeDocument/2006/relationships/slide" Target="/ppt/slides/slide3.xml" Id="Reb3c6af9ff6744f7" /><Relationship Type="http://schemas.openxmlformats.org/officeDocument/2006/relationships/slide" Target="/ppt/slides/slide4.xml" Id="R6a3843d7880f47d1" /><Relationship Type="http://schemas.openxmlformats.org/officeDocument/2006/relationships/slide" Target="/ppt/slides/slide5.xml" Id="R791d1139e1b24d75" /><Relationship Type="http://schemas.openxmlformats.org/officeDocument/2006/relationships/slide" Target="/ppt/slides/slide6.xml" Id="Rf6287408191648ea" /><Relationship Type="http://schemas.openxmlformats.org/officeDocument/2006/relationships/slide" Target="/ppt/slides/slide7.xml" Id="R014014aec2b248d2" /><Relationship Type="http://schemas.openxmlformats.org/officeDocument/2006/relationships/slide" Target="/ppt/slides/slide8.xml" Id="Rfa8830c471e74927" /><Relationship Type="http://schemas.openxmlformats.org/officeDocument/2006/relationships/slide" Target="/ppt/slides/slide9.xml" Id="R7d157dee0ee3410f" /><Relationship Type="http://schemas.openxmlformats.org/officeDocument/2006/relationships/slide" Target="/ppt/slides/slide10.xml" Id="R5c2be692e343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28e48e93198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e75379a534e79" /><Relationship Type="http://schemas.openxmlformats.org/officeDocument/2006/relationships/notesMaster" Target="/ppt/notesMasters/notesMaster1.xml" Id="R2b92e950d65049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3881b65e7741f0" /><Relationship Type="http://schemas.openxmlformats.org/officeDocument/2006/relationships/notesMaster" Target="/ppt/notesMasters/notesMaster1.xml" Id="R2aeb4c803014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a358d4f0c54b7e" /><Relationship Type="http://schemas.openxmlformats.org/officeDocument/2006/relationships/notesMaster" Target="/ppt/notesMasters/notesMaster1.xml" Id="Ra1d60719db2243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836b535204b6c" /><Relationship Type="http://schemas.openxmlformats.org/officeDocument/2006/relationships/notesMaster" Target="/ppt/notesMasters/notesMaster1.xml" Id="Rd9a6039038fd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fdfa2f4fd4621" /><Relationship Type="http://schemas.openxmlformats.org/officeDocument/2006/relationships/notesMaster" Target="/ppt/notesMasters/notesMaster1.xml" Id="Rd1389b57fc3b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89666a5b34d72" /><Relationship Type="http://schemas.openxmlformats.org/officeDocument/2006/relationships/notesMaster" Target="/ppt/notesMasters/notesMaster1.xml" Id="R8f29801fefd1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6f6ea0f764557" /><Relationship Type="http://schemas.openxmlformats.org/officeDocument/2006/relationships/notesMaster" Target="/ppt/notesMasters/notesMaster1.xml" Id="R86953ae6bc6f47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0d5a3338a4494" /><Relationship Type="http://schemas.openxmlformats.org/officeDocument/2006/relationships/notesMaster" Target="/ppt/notesMasters/notesMaster1.xml" Id="R60b7ba5f5a97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b1a6e75e14d00" /><Relationship Type="http://schemas.openxmlformats.org/officeDocument/2006/relationships/notesMaster" Target="/ppt/notesMasters/notesMaster1.xml" Id="R397793ba7c9e4e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52ccfe3f2e43a9" /><Relationship Type="http://schemas.openxmlformats.org/officeDocument/2006/relationships/notesMaster" Target="/ppt/notesMasters/notesMaster1.xml" Id="R3e05143ade6f45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db26de4374d76" /><Relationship Type="http://schemas.openxmlformats.org/officeDocument/2006/relationships/image" Target="/ppt/media/image.jpeg" Id="R67f8433025b44d53" /><Relationship Type="http://schemas.openxmlformats.org/officeDocument/2006/relationships/image" Target="/ppt/media/image.png" Id="Reb1abb2aa74f4b1f" /><Relationship Type="http://schemas.openxmlformats.org/officeDocument/2006/relationships/image" Target="/ppt/media/image2.png" Id="R3d14eef1416b49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1d72c81c14a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fe58afb6d4eed" /><Relationship Type="http://schemas.openxmlformats.org/officeDocument/2006/relationships/image" Target="/ppt/media/image3.png" Id="Rb06e2b8dbfdf42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24750326f4b4a" /><Relationship Type="http://schemas.openxmlformats.org/officeDocument/2006/relationships/image" Target="/ppt/media/image4.png" Id="R20ebd4a56d1c44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bd0a0ee494d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4293580c74d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75c3f217644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685a122f740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11b6ee4594a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137356b334f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92237056f483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2e87727453483a" /><Relationship Type="http://schemas.openxmlformats.org/officeDocument/2006/relationships/image" Target="/ppt/media/image5.png" Id="R56a1063095e64d2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9634163d54401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68375d6aef4c59" /><Relationship Type="http://schemas.openxmlformats.org/officeDocument/2006/relationships/image" Target="/ppt/media/image5.png" Id="R63642bfee986418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8d976ddf164aa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8433025b44d5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abb2aa74f4b1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4eef1416b49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BD95F58-25E7-4094-8743-BE93BF0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e2b8dbfdf42e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64A4977-F8D2-4761-87D2-1CD7A73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417F8EF-01CB-4A12-8AC1-0B351A7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864D10C-8506-4B40-B801-D6E5076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0398B313-615C-4E0F-A653-639D6301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bd4a56d1c444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051302A-7303-4FC3-A536-49F06BB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B83A9828-DE0C-4969-BE67-D29F2E08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E00E6F-DC5A-4383-859C-E013C4F54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F51BF97-07F7-4A71-B36D-D5734CAF28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500FD82-EBDD-40DC-9E67-F9A67816CA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BCD9F89-A130-49A9-9231-6F8124A23C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96E5F2F-5FE5-4574-A1BF-3335E3921A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7A3A104-3CFD-42D7-AC38-EEE96CCCB5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826C63A-16EC-4032-8F62-DF2D34B337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826B8CE-2442-433A-8980-9E360A2D0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9EE14CC-F298-44CD-89DA-4E3BC196D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D6E45A3-69ED-4EB9-90B0-B1BFDEDC6E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9022092-3798-4389-BC3A-C7D981327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EC08BD-937B-47AE-8185-4DF4433D4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B9087C8-34F0-45AD-819B-CD4DB9BB9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D0759E1-EB32-495E-A4D8-1C59885486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C2B4B8F-3B07-471F-90C2-430752F4D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0A3897-8F2B-436B-B349-C29AE6416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656DC56-24E5-41EE-98B4-24F4546AA6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70DC78-1C05-40DA-818C-61505E0368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C1CE49D-1D46-4721-8841-4BD8D5459C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AFF1D1-4E3B-4AFD-885C-BF5B1F123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80A716-882B-4B79-985A-660D3CB91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D224AB-DDA3-4924-9A9C-6C411266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1024D93-4A86-4DF6-A300-C8E06571BD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413973-9741-455C-A32F-1FE213EFD7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2C1FEA-10EC-45D1-8ADA-D96D655B5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B1D2B71-1BD8-4CDC-99CD-25B38AE2C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44FE2D1-3AED-427E-8941-13BD5B8171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D62009-E855-4E87-89D0-615A81907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24EBD22-F76F-49B3-9079-32D436CF61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8E8053C-AF4A-460F-BC51-2A334C71B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8A0245-643C-448B-94E7-DF2C231468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6A34EC-59DE-40C0-870C-2DB443935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3866183-54C1-41D8-A3D9-01E37E6C8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0B5F982-044C-4C82-B305-F871120F73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A1308D-9647-4F7E-BD23-0BC74AB5F2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BE0D0A-7F9C-4738-9124-BBA5AF3B3E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6DED41-B925-4A1D-B5BC-9C0CCC544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1063095e64d2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ED81771-E549-46B7-A375-34145A80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3B9A4F4-661A-42FA-B0C4-D2FE52E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A594D1F-9A14-4738-93FC-7C0862F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2E9637-30C1-4D81-9202-512FB5E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42bfee986418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9388D5E-56C5-49EF-B4F2-A65CCB55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79C2129-CCA1-43E7-A851-0CBBAA9C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071F433-473F-47B0-AD3C-EF500FA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9ED2457-13FF-4099-BB83-40FF890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1d115a716413e" /><Relationship Type="http://schemas.openxmlformats.org/officeDocument/2006/relationships/slideLayout" Target="/ppt/slideLayouts/slideLayout1.xml" Id="R409cd80d62a14663" /><Relationship Type="http://schemas.openxmlformats.org/officeDocument/2006/relationships/slideLayout" Target="/ppt/slideLayouts/slideLayout2.xml" Id="Rf59d787add0142e1" /><Relationship Type="http://schemas.openxmlformats.org/officeDocument/2006/relationships/slideLayout" Target="/ppt/slideLayouts/slideLayout3.xml" Id="R00ee311591144a62" /><Relationship Type="http://schemas.openxmlformats.org/officeDocument/2006/relationships/slideLayout" Target="/ppt/slideLayouts/slideLayout4.xml" Id="R00a0572f8f494ce0" /><Relationship Type="http://schemas.openxmlformats.org/officeDocument/2006/relationships/slideLayout" Target="/ppt/slideLayouts/slideLayout5.xml" Id="R809c09c7d7d44359" /><Relationship Type="http://schemas.openxmlformats.org/officeDocument/2006/relationships/slideLayout" Target="/ppt/slideLayouts/slideLayout6.xml" Id="R5ba7178ed07346dd" /><Relationship Type="http://schemas.openxmlformats.org/officeDocument/2006/relationships/slideLayout" Target="/ppt/slideLayouts/slideLayout7.xml" Id="R4049ff7d18a94787" /><Relationship Type="http://schemas.openxmlformats.org/officeDocument/2006/relationships/slideLayout" Target="/ppt/slideLayouts/slideLayout8.xml" Id="Rc203dce1fbf54c63" /><Relationship Type="http://schemas.openxmlformats.org/officeDocument/2006/relationships/slideLayout" Target="/ppt/slideLayouts/slideLayout9.xml" Id="Rbda87b401ff34396" /><Relationship Type="http://schemas.openxmlformats.org/officeDocument/2006/relationships/slideLayout" Target="/ppt/slideLayouts/slideLayout10.xml" Id="Rdd61b031c0b14a78" /><Relationship Type="http://schemas.openxmlformats.org/officeDocument/2006/relationships/slideLayout" Target="/ppt/slideLayouts/slideLayout11.xml" Id="R1c5d278c4a1446a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5d75b77c82b4551" /><Relationship Type="http://schemas.openxmlformats.org/officeDocument/2006/relationships/slideLayout" Target="/ppt/slideLayouts/slideLayout12.xml" Id="Rf750f5d667ff44da" /><Relationship Type="http://schemas.openxmlformats.org/officeDocument/2006/relationships/slideLayout" Target="/ppt/slideLayouts/slideLayout13.xml" Id="R6dc7eab3534943b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0603b099de44946" /><Relationship Type="http://schemas.openxmlformats.org/officeDocument/2006/relationships/slideLayout" Target="/ppt/slideLayouts/slideLayout14.xml" Id="R8537d88e16e84aa0" /><Relationship Type="http://schemas.openxmlformats.org/officeDocument/2006/relationships/slideLayout" Target="/ppt/slideLayouts/slideLayout15.xml" Id="Rf8c3930773594c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12F9EDD-BD0C-49AD-9F86-A40002B9D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6DF42E-35A8-4D40-8A73-EB005764D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0121F22-B356-48A4-8237-4FA951DD30D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030B24C-C34D-41A9-B4C7-1FB8C5765A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A36578-2F1B-47EC-B9DE-03D503CC75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9cd80d62a14663"/>
    <p:sldLayoutId xmlns:r="http://schemas.openxmlformats.org/officeDocument/2006/relationships" id="2147483650" r:id="Rf59d787add0142e1"/>
    <p:sldLayoutId xmlns:r="http://schemas.openxmlformats.org/officeDocument/2006/relationships" id="2147483651" r:id="R00ee311591144a62"/>
    <p:sldLayoutId xmlns:r="http://schemas.openxmlformats.org/officeDocument/2006/relationships" id="2147483652" r:id="R00a0572f8f494ce0"/>
    <p:sldLayoutId xmlns:r="http://schemas.openxmlformats.org/officeDocument/2006/relationships" id="2147483653" r:id="R809c09c7d7d44359"/>
    <p:sldLayoutId xmlns:r="http://schemas.openxmlformats.org/officeDocument/2006/relationships" id="2147483654" r:id="R5ba7178ed07346dd"/>
    <p:sldLayoutId xmlns:r="http://schemas.openxmlformats.org/officeDocument/2006/relationships" id="2147483655" r:id="R4049ff7d18a94787"/>
    <p:sldLayoutId xmlns:r="http://schemas.openxmlformats.org/officeDocument/2006/relationships" id="2147483656" r:id="Rc203dce1fbf54c63"/>
    <p:sldLayoutId xmlns:r="http://schemas.openxmlformats.org/officeDocument/2006/relationships" id="2147483657" r:id="Rbda87b401ff34396"/>
    <p:sldLayoutId xmlns:r="http://schemas.openxmlformats.org/officeDocument/2006/relationships" id="2147483658" r:id="Rdd61b031c0b14a78"/>
    <p:sldLayoutId xmlns:r="http://schemas.openxmlformats.org/officeDocument/2006/relationships" id="2147483659" r:id="R1c5d278c4a1446a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222ECD0-E67A-4076-AEC7-4813F3F05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806E6B4-4809-4ADC-86FF-BB62F8BC6C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D60378-E01C-4FC4-80F1-DBB7FB4B071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BBC110-C10B-4F02-8624-B3DE2B34872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BA05C3-C89B-482D-A474-24EBD8C205A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750f5d667ff44da"/>
    <p:sldLayoutId xmlns:r="http://schemas.openxmlformats.org/officeDocument/2006/relationships" id="2147483662" r:id="R6dc7eab3534943b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BFADF8B-77A5-4ED0-84E7-3394543FE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63BDE9F-5F39-4363-9C91-3D2D14BC40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58EF6FB-1206-497E-9ED6-79989A1A2C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29562A-3E25-4482-A468-2039302527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131923-9CF2-4239-864B-C21FB6C6E1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537d88e16e84aa0"/>
    <p:sldLayoutId xmlns:r="http://schemas.openxmlformats.org/officeDocument/2006/relationships" id="2147483665" r:id="Rf8c3930773594c0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af69085c4267" /><Relationship Type="http://schemas.openxmlformats.org/officeDocument/2006/relationships/notesSlide" Target="/ppt/notesSlides/notesSlide1.xml" Id="R32f4cf1f8d0d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55ee2a15ce4301" /><Relationship Type="http://schemas.openxmlformats.org/officeDocument/2006/relationships/notesSlide" Target="/ppt/notesSlides/notesSlide2.xml" Id="Rdfeb0cf0d0074c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160969ce864282" /><Relationship Type="http://schemas.openxmlformats.org/officeDocument/2006/relationships/notesSlide" Target="/ppt/notesSlides/notesSlide3.xml" Id="R74ee0275bfed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7280ef9f7045fd" /><Relationship Type="http://schemas.openxmlformats.org/officeDocument/2006/relationships/notesSlide" Target="/ppt/notesSlides/notesSlide4.xml" Id="R5398eff4b7ba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6c4991bc094421" /><Relationship Type="http://schemas.openxmlformats.org/officeDocument/2006/relationships/notesSlide" Target="/ppt/notesSlides/notesSlide5.xml" Id="R284f2f3f854344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4b68045865483e" /><Relationship Type="http://schemas.openxmlformats.org/officeDocument/2006/relationships/notesSlide" Target="/ppt/notesSlides/notesSlide6.xml" Id="R1c356542c58e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1707ca550240a2" /><Relationship Type="http://schemas.openxmlformats.org/officeDocument/2006/relationships/notesSlide" Target="/ppt/notesSlides/notesSlide7.xml" Id="R989438f75e2f40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e1a9afbd44046" /><Relationship Type="http://schemas.openxmlformats.org/officeDocument/2006/relationships/notesSlide" Target="/ppt/notesSlides/notesSlide8.xml" Id="R120a67e46ef947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e35373f2674031" /><Relationship Type="http://schemas.openxmlformats.org/officeDocument/2006/relationships/notesSlide" Target="/ppt/notesSlides/notesSlide9.xml" Id="R9d0fe73919084b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6ab68a83c4620" /><Relationship Type="http://schemas.openxmlformats.org/officeDocument/2006/relationships/notesSlide" Target="/ppt/notesSlides/notesSlide10.xml" Id="R2a6bdd321aca44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CD4EC8F-88A7-4608-BA63-C8A392F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7CFC7D77-7FED-4DE9-AD09-A1A22608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8E12E37B-D9C9-4005-85F8-CCF8FE81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04D53E9-C2DD-4305-B012-06AC455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CB5DB516-F316-4845-8E67-BD33A9B4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829975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为什么做 PPT 费时间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为什么固定也是优势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PPagenT 如何分工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稳定交付服务谁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能力如何持续积累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真正昂贵的，是五次重复判断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CDA5D7D-3A43-46A5-B010-01A91629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053A3C5-109F-4985-A383-D909192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5AD69B42-AB5D-44A1-B994-577D3ED1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5A993BD6-9719-46F6-AB7D-D11971F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144E4AC0-32B3-466D-9985-ED5F41D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B51805A4-FD98-4A23-9640-DAF994B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确定整场汇报的叙事主线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D11E84A-FA96-43DF-A32B-D93BE2A6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C270B500-4990-48F6-98D1-CD8B44F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D222D598-AE16-4A7C-9D87-6D69646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DA3C67A0-D880-4D1A-A23F-0A97956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1C1929F9-DC4F-4C6B-BB6B-E3A49400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把长稿拆成单一页面任务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1D466DC-F045-4770-9523-E83BD9B4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536A4CCB-3E21-4EC0-B075-F857DDE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C5CA3CA7-0D2A-4EA2-AA65-7A6F238C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9CFF0EEE-29D4-4A8B-B889-B949E2FF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讲什么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59856214-4201-4188-8EB9-0F37E09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决定每页只承担什么职责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481E237-073A-44D9-9D95-C9B97362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77BE4EDD-2173-416E-A996-691B5C2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7DBF468E-F970-4DB0-8AC4-4E933121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020A7B9F-9ABD-470B-9219-B3652A1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5C72E44B-746C-4EEF-8CA3-5061A8C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辨认并列、递进、因果或流程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BB170C0-55E3-4F43-8799-BF78E9E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A937616C-E3EF-4FFF-8B20-993B84B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5A4B4B4F-B74D-4DC0-974A-CDEEE062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6FEBE4FA-8E34-4A29-9BB7-5E28CBF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如何突出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E15770D0-D163-4B00-981C-32EA6B1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判断何时用图、何时一句话更有力量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固定不是退步，而是把验证过的经验留下来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D398A6F-2408-41AB-B4FF-779C7C57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09EFF89A-6405-49AA-BB1D-7CC6E265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B9574F95-5BAD-4DC9-9D81-E86D484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固定意味着已经验证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9673D17A-9EA6-4597-9FFD-CE38784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颜色、字体、页眉页脚和好用的页面结构，不必每次都让 AI 重新猜。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理解，规则决定，代码执行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4FF3A7D-82E1-4928-96D8-42688C7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679897A9-237F-46DC-A569-323AA69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D428B37-E53E-4EDB-AFB7-D5B2C85D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4B741F3-417D-4577-84B4-F2BC875D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F8727-DE94-4E2D-9FBD-3F3E93D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5E4EDEC7-E882-41B5-8C31-5A47D8E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理解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2149BEB5-33B4-4F4E-9A8C-B5105FE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读稿，判断重点、关系与拆页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F8CFE-837B-466F-BECA-3E7DFD5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1675C464-CA73-41FD-AEE7-0408DF90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8C2AF285-C999-44B2-BD80-C6799307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选版式、查容量，决定换版或拆页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DF469-16EA-47FD-90F5-D1C09DF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8593887B-BD49-4D81-8663-F50362D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279F343A-FDFF-49DA-84D7-DCFFEF7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按坐标、字号、颜色和间距稳定生成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B7B79E3-FC5E-4338-9389-13E279A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FB8B4-0A6C-46DC-A538-3B0C5E9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AF993-71E8-44ED-A113-83AE9C06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7D1ED-0426-4BE4-A4F2-B31828C1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05F1E721-0D80-4BA2-A234-9A20B8B1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E353D3AB-9D54-497F-BD7A-AEF83304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C54E3483-8410-445E-B7C2-0F76C294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FF4BF8B6-AAE9-4CB8-9C91-FD35B0EA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5600B5D-44A0-4C01-9F3E-A5EACCC8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8B30A7AA-87E5-4909-A5AB-F35D02C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偶尔惊艳</a:t>
            </a:r>
          </a:p>
        </p:txBody>
      </p:sp>
      <p:sp>
        <p:nvSpPr>
          <p:cNvPr id="25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F2950BBD-3249-4B42-8F89-A17EEEB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61C5C9B-3897-4D3C-913F-F97987E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B7C4A2C6-D2F2-4B23-B119-B644692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质量波动</a:t>
            </a:r>
          </a:p>
        </p:txBody>
      </p:sp>
      <p:sp>
        <p:nvSpPr>
          <p:cNvPr id="28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918EA1D3-BC17-41EB-9E4F-16FBFED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B2EBFCC8-2FF4-4842-9542-BFAD8437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D30D3DF2-EAEF-47E3-B8AF-A68A719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难以复现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6B1F3457-1C3C-4371-8F5C-63F07D2B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56314F0E-6778-4113-87DD-BA51204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092ABBBA-F441-43B5-BD42-28E8D175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38DD7C44-DEB7-4433-A3C9-4796D2D3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E2099CB-CB78-407C-ADD7-DF768FB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DE99E46B-587C-488A-99E4-0CBA06A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6F0210F6-DAC0-4158-9A52-0A0EC47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345031C-FC46-49FF-927C-DEE1386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2B7857F0-B89D-4D5A-8FC9-8CCE720B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符合组织风格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35C7F98-B430-4236-AF9A-FCE8F7CE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8B27043-2C9B-4B5A-B27D-2E9B4D1A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604C1AAA-2BE7-40B3-A789-6025C187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第二天仍可修改</a:t>
            </a:r>
          </a:p>
        </p:txBody>
      </p:sp>
      <p:sp>
        <p:nvSpPr>
          <p:cNvPr id="43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F045E24-0512-436A-B7DC-E71E5E8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4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416D834C-5C0C-4B31-8233-F6AC5ABE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9916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工作价值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不把所有人变成设计师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用户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F411A8A9-CAB1-4DB9-8751-14CD75B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164A08E-654D-4CC5-92C0-124E17E5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D65D5517-71E6-40BA-AC3D-D83C886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3226EFDE-A5D7-44BD-92F3-3E7BD40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少数熟练制作者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9E6CE9A5-D76A-4099-A02D-AE10B4FD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8559775C-5DD5-458E-A5A9-C82342C0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他们已经掌握拆页、表达和视觉排版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的方法，往往可以自己做得更好。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4AEAF86-F5BF-48F6-A3C1-8B1ABC2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94AAD3D7-D796-425D-8773-CB8CB0BB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32F2C6C7-D5E9-42C7-AA34-FB02C5B1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更多有内容的人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2D6D8A1D-8375-458C-9986-26DE262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94CE3393-249C-4D0E-AC28-EBE65630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他们有专业知识和真实任务，需要以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更低成本获得接近专业标准的结果。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漂亮页面要从作品变成可扩展能力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8562184-AC92-46CE-B562-DF1C775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95AB03B1-C5C8-48C7-8C21-3F8F961B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68D97D9-A484-4F02-AA88-7CC741D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791FAA7-20CB-4CF0-BE1D-86E5BA2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AB4D5-E6D5-41D9-B057-A2006FB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A8578C29-B488-4017-B365-33C6409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2423B0F2-6AE3-40E4-8478-BD3A721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先得到一个真正漂亮的页面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B4290-62A3-4D9B-9B5A-8673BDD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9E519892-C6B5-4EDE-A0C3-03B0879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2FAE7DB-2F4E-4F03-85E1-4A4C6EC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提炼表达、容量、变化与禁忌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249A0-D222-4129-87F1-415F190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D449C4D3-A430-4CEF-95C5-480D79F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3E1BB322-F89D-44ED-93D3-05B22623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让同一种方法适配更多真实内容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东北大学是第一个 Skin，不是最终边界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DA2DDF7-DFDA-44EC-8844-7440CDD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5382CBA-4817-4A0D-A13E-5370219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96ABCA86-23C1-4BF6-8DB7-52A6E8C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FD14E284-15FD-40DC-9033-9593AC49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A19751CE-96E8-4F6B-BEBE-C273973B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A42C0BCF-DB0C-4DF4-9356-08CF4D4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视觉可替换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16819263-33DE-4981-AED3-7C528AA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学校、企业和个人可以拥有各自 Skin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FE5D90D-F9D6-43D8-A460-2958BDA5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A7C17C39-95D5-427B-BBA3-D106A790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D8F1A168-CFAF-4F49-9473-528B3F7D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6F3D4504-F6CC-4A83-9929-90C936F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逻辑可复用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9854204D-E65A-4828-A72B-771EC3F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内容理解、拆页和表达规则继续复用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96D6D15-B167-4B1C-A91D-D790777D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1DB25029-26B3-49E1-8BE6-1F311503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3D204315-BDA6-4A56-A221-F3F218B3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073880CE-225F-43CD-9FA8-84A42D1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经验可积累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007A8993-FD19-463F-9620-440A467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每份真实稿件都用来验证和扩展边界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C1FCE495-FC5C-4687-A515-DC5BF4D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把高手经验变成更多人可用的 PPT 生产能力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2026-08-13T08:19:59.0330000Z</dcterms:created>
  <dcterms:modified xsi:type="dcterms:W3CDTF">2026-08-13T08:19:59.0330000Z</dcterms:modified>
</coreProperties>
</file>