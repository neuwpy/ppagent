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2447503b2f46a5" /><Relationship Type="http://schemas.openxmlformats.org/officeDocument/2006/relationships/extended-properties" Target="/docProps/app.xml" Id="Rd5c186aee1614149" /><Relationship Type="http://schemas.openxmlformats.org/officeDocument/2006/relationships/officeDocument" Target="/ppt/presentation.xml" Id="Rce56243e550e49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31803635b34d2d"/>
    <p:sldMasterId xmlns:r="http://schemas.openxmlformats.org/officeDocument/2006/relationships" id="2147483660" r:id="Rab8524a4f95a4f7f"/>
    <p:sldMasterId xmlns:r="http://schemas.openxmlformats.org/officeDocument/2006/relationships" id="2147483663" r:id="R641a8f868e4a48a9"/>
  </p:sldMasterIdLst>
  <p:notesMasterIdLst>
    <p:notesMasterId xmlns:r="http://schemas.openxmlformats.org/officeDocument/2006/relationships" r:id="R4c279f2887d14f96"/>
  </p:notesMasterIdLst>
  <p:sldIdLst>
    <p:sldId xmlns:r="http://schemas.openxmlformats.org/officeDocument/2006/relationships" id="256" r:id="R118ef1d56b804cb2"/>
    <p:sldId xmlns:r="http://schemas.openxmlformats.org/officeDocument/2006/relationships" id="257" r:id="R91837d7defc945ee"/>
    <p:sldId xmlns:r="http://schemas.openxmlformats.org/officeDocument/2006/relationships" id="258" r:id="Rbe7e90d134a743b0"/>
    <p:sldId xmlns:r="http://schemas.openxmlformats.org/officeDocument/2006/relationships" id="259" r:id="R839c7e2a5caa442c"/>
    <p:sldId xmlns:r="http://schemas.openxmlformats.org/officeDocument/2006/relationships" id="260" r:id="Rf652a430847b4a23"/>
    <p:sldId xmlns:r="http://schemas.openxmlformats.org/officeDocument/2006/relationships" id="261" r:id="R03590c9d055b4bc2"/>
    <p:sldId xmlns:r="http://schemas.openxmlformats.org/officeDocument/2006/relationships" id="262" r:id="R207ecfc7ec154daa"/>
    <p:sldId xmlns:r="http://schemas.openxmlformats.org/officeDocument/2006/relationships" id="263" r:id="R90fedc1aff2e4d68"/>
    <p:sldId xmlns:r="http://schemas.openxmlformats.org/officeDocument/2006/relationships" id="264" r:id="Ra98e408f29f14e17"/>
    <p:sldId xmlns:r="http://schemas.openxmlformats.org/officeDocument/2006/relationships" id="265" r:id="R0de92553079246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65878266eb4ffa" /><Relationship Type="http://schemas.openxmlformats.org/officeDocument/2006/relationships/slideMaster" Target="/ppt/slideMasters/slideMaster1.xml" Id="R3531803635b34d2d" /><Relationship Type="http://schemas.openxmlformats.org/officeDocument/2006/relationships/slideMaster" Target="/ppt/slideMasters/slideMaster2.xml" Id="Rab8524a4f95a4f7f" /><Relationship Type="http://schemas.openxmlformats.org/officeDocument/2006/relationships/slideMaster" Target="/ppt/slideMasters/slideMaster3.xml" Id="R641a8f868e4a48a9" /><Relationship Type="http://schemas.openxmlformats.org/officeDocument/2006/relationships/notesMaster" Target="/ppt/notesMasters/notesMaster1.xml" Id="R4c279f2887d14f96" /><Relationship Type="http://schemas.openxmlformats.org/officeDocument/2006/relationships/presProps" Target="/ppt/presProps.xml" Id="R01e00f3eae924cac" /><Relationship Type="http://schemas.openxmlformats.org/officeDocument/2006/relationships/viewProps" Target="/ppt/viewProps.xml" Id="Rfb90c56e29db4283" /><Relationship Type="http://schemas.openxmlformats.org/officeDocument/2006/relationships/tableStyles" Target="/ppt/tableStyles.xml" Id="R287bf690bbd6450d" /><Relationship Type="http://schemas.openxmlformats.org/officeDocument/2006/relationships/slide" Target="/ppt/slides/slide1.xml" Id="R118ef1d56b804cb2" /><Relationship Type="http://schemas.openxmlformats.org/officeDocument/2006/relationships/slide" Target="/ppt/slides/slide2.xml" Id="R91837d7defc945ee" /><Relationship Type="http://schemas.openxmlformats.org/officeDocument/2006/relationships/slide" Target="/ppt/slides/slide3.xml" Id="Rbe7e90d134a743b0" /><Relationship Type="http://schemas.openxmlformats.org/officeDocument/2006/relationships/slide" Target="/ppt/slides/slide4.xml" Id="R839c7e2a5caa442c" /><Relationship Type="http://schemas.openxmlformats.org/officeDocument/2006/relationships/slide" Target="/ppt/slides/slide5.xml" Id="Rf652a430847b4a23" /><Relationship Type="http://schemas.openxmlformats.org/officeDocument/2006/relationships/slide" Target="/ppt/slides/slide6.xml" Id="R03590c9d055b4bc2" /><Relationship Type="http://schemas.openxmlformats.org/officeDocument/2006/relationships/slide" Target="/ppt/slides/slide7.xml" Id="R207ecfc7ec154daa" /><Relationship Type="http://schemas.openxmlformats.org/officeDocument/2006/relationships/slide" Target="/ppt/slides/slide8.xml" Id="R90fedc1aff2e4d68" /><Relationship Type="http://schemas.openxmlformats.org/officeDocument/2006/relationships/slide" Target="/ppt/slides/slide9.xml" Id="Ra98e408f29f14e17" /><Relationship Type="http://schemas.openxmlformats.org/officeDocument/2006/relationships/slide" Target="/ppt/slides/slide10.xml" Id="R0de92553079246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6197ed85db34c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e95082042e4dfe" /><Relationship Type="http://schemas.openxmlformats.org/officeDocument/2006/relationships/notesMaster" Target="/ppt/notesMasters/notesMaster1.xml" Id="R4a1f396d767b4e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7974bb3cc54557" /><Relationship Type="http://schemas.openxmlformats.org/officeDocument/2006/relationships/notesMaster" Target="/ppt/notesMasters/notesMaster1.xml" Id="R4ac719fda37c40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eafc4e787d4d27" /><Relationship Type="http://schemas.openxmlformats.org/officeDocument/2006/relationships/notesMaster" Target="/ppt/notesMasters/notesMaster1.xml" Id="R289f574fb1de43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38dabb0e544313" /><Relationship Type="http://schemas.openxmlformats.org/officeDocument/2006/relationships/notesMaster" Target="/ppt/notesMasters/notesMaster1.xml" Id="R3c2335ae03d444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e18b98f06047e2" /><Relationship Type="http://schemas.openxmlformats.org/officeDocument/2006/relationships/notesMaster" Target="/ppt/notesMasters/notesMaster1.xml" Id="R236c95896cf443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527d493ebb4a32" /><Relationship Type="http://schemas.openxmlformats.org/officeDocument/2006/relationships/notesMaster" Target="/ppt/notesMasters/notesMaster1.xml" Id="R026ad9532b0d43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f4aa38add743d1" /><Relationship Type="http://schemas.openxmlformats.org/officeDocument/2006/relationships/notesMaster" Target="/ppt/notesMasters/notesMaster1.xml" Id="R83884eb18f9848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7268ba87c34446" /><Relationship Type="http://schemas.openxmlformats.org/officeDocument/2006/relationships/notesMaster" Target="/ppt/notesMasters/notesMaster1.xml" Id="R68719b2c3abb44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af1d5f87f94a00" /><Relationship Type="http://schemas.openxmlformats.org/officeDocument/2006/relationships/notesMaster" Target="/ppt/notesMasters/notesMaster1.xml" Id="R40b76efa5b2f4c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81575cf7da41c1" /><Relationship Type="http://schemas.openxmlformats.org/officeDocument/2006/relationships/notesMaster" Target="/ppt/notesMasters/notesMaster1.xml" Id="R4020d8180c1f4c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PPagenT：p2-intent → northeastern-university-body-001</a:t>
            </a:r>
            <a:endParaRPr/>
          </a:p>
          <a:p xmlns:a="http://schemas.openxmlformats.org/drawingml/2006/main">
            <a:r>
              <a:t>- 整页编排：editorial-single-focus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PPagenT：p3-intent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PPagenT：p4-intent → comparison-structure-001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PPagenT：p5-intent → northeastern-university-body-001</a:t>
            </a:r>
            <a:endParaRPr/>
          </a:p>
          <a:p xmlns:a="http://schemas.openxmlformats.org/drawingml/2006/main">
            <a:r>
              <a:t>- 整页编排：editorial-focus-reverse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PPagenT：p6-intent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9e24ce27d24e6d" /><Relationship Type="http://schemas.openxmlformats.org/officeDocument/2006/relationships/image" Target="/ppt/media/image.jpeg" Id="R5c850a8d8fdc45b3" /><Relationship Type="http://schemas.openxmlformats.org/officeDocument/2006/relationships/image" Target="/ppt/media/image.png" Id="R48348befb8d54f59" /><Relationship Type="http://schemas.openxmlformats.org/officeDocument/2006/relationships/image" Target="/ppt/media/image2.png" Id="Rf646c2777c6945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041af594741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8d1784d8264440" /><Relationship Type="http://schemas.openxmlformats.org/officeDocument/2006/relationships/image" Target="/ppt/media/image3.png" Id="R54cd98fabd7947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0528fac2d4772" /><Relationship Type="http://schemas.openxmlformats.org/officeDocument/2006/relationships/image" Target="/ppt/media/image4.png" Id="R308e2f23facc48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1924ecfcd456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62b77ba75484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f6dc03fbb9426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d63a88ac64ad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053db109c439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8dc9b8bc6480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58169683b4ae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3c239420724795" /><Relationship Type="http://schemas.openxmlformats.org/officeDocument/2006/relationships/image" Target="/ppt/media/image5.png" Id="Rf4757effe8a34d8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33711222954b0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214c8f4ca2b43d0" /><Relationship Type="http://schemas.openxmlformats.org/officeDocument/2006/relationships/image" Target="/ppt/media/image5.png" Id="Ra14bbdf206e049e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c6f8f43c605411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50a8d8fdc45b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48befb8d54f5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6c2777c6945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5E8F9D6A-816F-45E1-A72F-5004F0B6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d98fabd7947ec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F99870F8-1426-4814-A313-7697B1E6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0B7B31C-1A3C-4CD8-89F8-31FFD50A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68BCA0FD-E531-43EA-AC3B-35440A4D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EC3043F-AFBD-4C67-931A-49DA52B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e2f23facc48b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39373AB-D456-4E4A-A062-7C089B54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07025317-416F-4DBD-A342-434F87DE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06ED8FA-AA9A-4675-8979-DDF65EBBA7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664BFB-3696-4730-B3E8-103D1A2D04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B573560-C5EE-4611-8A8E-5483493EF3A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04441CC-C101-4C6E-864E-1FF051DC190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841CE11-4A41-4AE7-8783-77243502302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BD849F1-3642-40EF-8F5E-E57E583651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5969B6F-7048-43AE-BA72-DF7FFFF650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2759E01-B5FA-461C-8730-5B0B8D925B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F669D64-92BE-4D1C-A625-44868B3B8F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4981862-8F27-4913-9EE6-7421FC2459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E669705-7B0A-4414-B410-CAA4D010EB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512F1B8-9B59-47EE-B3A5-04989EB49A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99083A4-4DBC-453F-8DB4-4CBEDD1E18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E3B294E-3576-4736-9969-50F1A43431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AB053B0-F39F-4AD1-AD8B-F0373A767D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64F1E2-5354-4958-9EF1-73A4730C6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A5F2FBC-FE47-43ED-90A5-A24A139B1A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5008372-DC2C-4C2B-B458-CC64406F9C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2F5495F-68B6-45D8-B92F-DDC3DB6CFC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253133D-3FCE-404D-AB40-1D6B5C145B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87B11CA-FDDD-471D-B2B9-C0F36EAD6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0E651F-7EDB-4E69-8CA3-505DBE7F9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3E01269-96EF-4441-A73F-E64682EB243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473B8AB-A87A-4109-BE5B-5802C2DDE7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5A4A126-8F82-47A1-BBB7-80B36A09B9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3AC0CCE-E6ED-446D-90DF-E433658B6A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2CDB282-D6C0-4C93-8CDD-DC65B7A971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8BDA506-4218-4363-8954-3F15C88F70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CF88383-18DD-46A8-ABF4-A13AD5B500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A81D240-937B-4EC5-8BEE-7150E70D9C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8FF440F-60B6-47E8-BD2F-3C0D74D301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EEE0246-FCCB-49F5-B312-D64D2042B9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23AC5EE7-F318-4A0C-89B6-8E7FFE5FC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821DC8F-73A0-4F73-A668-5BB29A8FE1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8B97BA1-DFF1-415A-B35F-7F60416117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AFA976-B206-4B08-85E2-684D63AE1E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4B72B9E-CFC4-4938-858F-D4C7BB3688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57effe8a34d8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DE648EF0-5323-4761-998F-0A3FD99A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FD705A8-97FA-4D6C-84E2-818CC499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B20DCDD-2EF8-4A63-91D9-7270C5F7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DD276E0-AC67-43FE-ABD3-EC8A7CAA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bbdf206e049e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AB63B021-2EB3-4B27-89CD-09EC9410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361E542-DCE4-4923-97D0-5CE886EB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459EC82-E56A-47BA-A515-CCDDE163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3ABC3E1-C7C5-4918-A802-BF77B81C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578044f1fa46aa" /><Relationship Type="http://schemas.openxmlformats.org/officeDocument/2006/relationships/slideLayout" Target="/ppt/slideLayouts/slideLayout1.xml" Id="Rf6659b95af604560" /><Relationship Type="http://schemas.openxmlformats.org/officeDocument/2006/relationships/slideLayout" Target="/ppt/slideLayouts/slideLayout2.xml" Id="Rd2442f1c995248fd" /><Relationship Type="http://schemas.openxmlformats.org/officeDocument/2006/relationships/slideLayout" Target="/ppt/slideLayouts/slideLayout3.xml" Id="R7cb7cb9493b542b0" /><Relationship Type="http://schemas.openxmlformats.org/officeDocument/2006/relationships/slideLayout" Target="/ppt/slideLayouts/slideLayout4.xml" Id="R839788f1d2504e18" /><Relationship Type="http://schemas.openxmlformats.org/officeDocument/2006/relationships/slideLayout" Target="/ppt/slideLayouts/slideLayout5.xml" Id="R28307fdd492543bc" /><Relationship Type="http://schemas.openxmlformats.org/officeDocument/2006/relationships/slideLayout" Target="/ppt/slideLayouts/slideLayout6.xml" Id="Rf63e997663784c1a" /><Relationship Type="http://schemas.openxmlformats.org/officeDocument/2006/relationships/slideLayout" Target="/ppt/slideLayouts/slideLayout7.xml" Id="R875e82a8bda547e8" /><Relationship Type="http://schemas.openxmlformats.org/officeDocument/2006/relationships/slideLayout" Target="/ppt/slideLayouts/slideLayout8.xml" Id="Rea74e2fd4cf3475d" /><Relationship Type="http://schemas.openxmlformats.org/officeDocument/2006/relationships/slideLayout" Target="/ppt/slideLayouts/slideLayout9.xml" Id="R96f489c8881f4509" /><Relationship Type="http://schemas.openxmlformats.org/officeDocument/2006/relationships/slideLayout" Target="/ppt/slideLayouts/slideLayout10.xml" Id="Rb3f9284c84a74c10" /><Relationship Type="http://schemas.openxmlformats.org/officeDocument/2006/relationships/slideLayout" Target="/ppt/slideLayouts/slideLayout11.xml" Id="R056169e87c104d2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03d53a7febf4c87" /><Relationship Type="http://schemas.openxmlformats.org/officeDocument/2006/relationships/slideLayout" Target="/ppt/slideLayouts/slideLayout12.xml" Id="R3ea1549376b84125" /><Relationship Type="http://schemas.openxmlformats.org/officeDocument/2006/relationships/slideLayout" Target="/ppt/slideLayouts/slideLayout13.xml" Id="R3dcd42657e4f4a1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78d20cd8369460e" /><Relationship Type="http://schemas.openxmlformats.org/officeDocument/2006/relationships/slideLayout" Target="/ppt/slideLayouts/slideLayout14.xml" Id="Rb11cd217e5cf4b86" /><Relationship Type="http://schemas.openxmlformats.org/officeDocument/2006/relationships/slideLayout" Target="/ppt/slideLayouts/slideLayout15.xml" Id="Rb264fb89c32a406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D86FEA2-530E-4BB9-899E-384F001F10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212D6A7-64F1-4901-913A-36BC6711B4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EB1588-0A34-4973-85E0-FA0F54E9A8A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735EC23-4FB1-4BFE-A70B-E138B795CB1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CF7455F-509E-4F6F-801A-1EC28E9AC0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659b95af604560"/>
    <p:sldLayoutId xmlns:r="http://schemas.openxmlformats.org/officeDocument/2006/relationships" id="2147483650" r:id="Rd2442f1c995248fd"/>
    <p:sldLayoutId xmlns:r="http://schemas.openxmlformats.org/officeDocument/2006/relationships" id="2147483651" r:id="R7cb7cb9493b542b0"/>
    <p:sldLayoutId xmlns:r="http://schemas.openxmlformats.org/officeDocument/2006/relationships" id="2147483652" r:id="R839788f1d2504e18"/>
    <p:sldLayoutId xmlns:r="http://schemas.openxmlformats.org/officeDocument/2006/relationships" id="2147483653" r:id="R28307fdd492543bc"/>
    <p:sldLayoutId xmlns:r="http://schemas.openxmlformats.org/officeDocument/2006/relationships" id="2147483654" r:id="Rf63e997663784c1a"/>
    <p:sldLayoutId xmlns:r="http://schemas.openxmlformats.org/officeDocument/2006/relationships" id="2147483655" r:id="R875e82a8bda547e8"/>
    <p:sldLayoutId xmlns:r="http://schemas.openxmlformats.org/officeDocument/2006/relationships" id="2147483656" r:id="Rea74e2fd4cf3475d"/>
    <p:sldLayoutId xmlns:r="http://schemas.openxmlformats.org/officeDocument/2006/relationships" id="2147483657" r:id="R96f489c8881f4509"/>
    <p:sldLayoutId xmlns:r="http://schemas.openxmlformats.org/officeDocument/2006/relationships" id="2147483658" r:id="Rb3f9284c84a74c10"/>
    <p:sldLayoutId xmlns:r="http://schemas.openxmlformats.org/officeDocument/2006/relationships" id="2147483659" r:id="R056169e87c104d2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CD27816-247B-4AC6-8378-F3538894DF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4171A00-9CED-4F66-B7F4-7EDB1E1A22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C28B59-E283-4F82-9DA0-B962786D1F8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9BF6AFC-C34B-48AE-8843-FE0A3C495D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62E606-D5B1-49A5-9CE2-B228AB00D30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ea1549376b84125"/>
    <p:sldLayoutId xmlns:r="http://schemas.openxmlformats.org/officeDocument/2006/relationships" id="2147483662" r:id="R3dcd42657e4f4a1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DF616C5-030A-497E-BA96-5D4C16D7BC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8F5CB5C-626E-45B5-8BF7-2FC16E5723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DA3155A-31E0-4C5C-8C32-B21D2AF6946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8096802-B207-4AD0-8EB4-F9AAA02052C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436F2F5-6C1E-41EC-B611-AB184606E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b11cd217e5cf4b86"/>
    <p:sldLayoutId xmlns:r="http://schemas.openxmlformats.org/officeDocument/2006/relationships" id="2147483665" r:id="Rb264fb89c32a406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2b6cbf6324904" /><Relationship Type="http://schemas.openxmlformats.org/officeDocument/2006/relationships/notesSlide" Target="/ppt/notesSlides/notesSlide1.xml" Id="Rd399f92a6e5541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cc78fcfdb54221" /><Relationship Type="http://schemas.openxmlformats.org/officeDocument/2006/relationships/notesSlide" Target="/ppt/notesSlides/notesSlide2.xml" Id="Rbcc63ee8051c4d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a25a69ac3c24750" /><Relationship Type="http://schemas.openxmlformats.org/officeDocument/2006/relationships/notesSlide" Target="/ppt/notesSlides/notesSlide3.xml" Id="R718d099f7dc046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ae20289b76466b" /><Relationship Type="http://schemas.openxmlformats.org/officeDocument/2006/relationships/notesSlide" Target="/ppt/notesSlides/notesSlide4.xml" Id="R791151a738a643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ca02af90494f4d" /><Relationship Type="http://schemas.openxmlformats.org/officeDocument/2006/relationships/notesSlide" Target="/ppt/notesSlides/notesSlide5.xml" Id="R51412d44a18744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09ffeaf8fa4aa9" /><Relationship Type="http://schemas.openxmlformats.org/officeDocument/2006/relationships/notesSlide" Target="/ppt/notesSlides/notesSlide6.xml" Id="R53a922400bc64d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9089327e4e64d53" /><Relationship Type="http://schemas.openxmlformats.org/officeDocument/2006/relationships/notesSlide" Target="/ppt/notesSlides/notesSlide7.xml" Id="R6f977ef5a7794d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a5a0de45144d25" /><Relationship Type="http://schemas.openxmlformats.org/officeDocument/2006/relationships/notesSlide" Target="/ppt/notesSlides/notesSlide8.xml" Id="R7ce8607e50f544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098abef6c5441c" /><Relationship Type="http://schemas.openxmlformats.org/officeDocument/2006/relationships/notesSlide" Target="/ppt/notesSlides/notesSlide9.xml" Id="R3747c6d4900745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1d1f1ec294037" /><Relationship Type="http://schemas.openxmlformats.org/officeDocument/2006/relationships/notesSlide" Target="/ppt/notesSlides/notesSlide10.xml" Id="Rda018baf25e94c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8AD1622D-15A1-486D-96AE-84A13810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2570A603-5421-4CB5-955E-21940819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48421ED8-6038-46CC-8B02-20C2676E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A7E7F557-BAF0-48BF-B37B-20B1619B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15A49FC-4B8B-4A11-AAB6-EB37D8D0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为什么做 PPagenT</a:t>
            </a:r>
          </a:p>
        </p:txBody>
      </p:sp>
    </p:spTree>
    <p:extLst>
      <p:ext uri="{BB962C8B-B14F-4D97-AF65-F5344CB8AC3E}">
        <p14:creationId xmlns:p14="http://schemas.microsoft.com/office/powerpoint/2010/main" val="12878037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为什么做 PPT 费时间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为什么固定也是优势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PPagenT 如何分工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稳定交付服务谁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能力如何持续积累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 真正昂贵的，是五次重复判断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4BB6DD0-B333-4AF5-8017-7135C1DE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A62F91F-0789-46D2-8B2E-B533B1BD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F2E74B6D-B487-4A0E-B4A7-7A7C211B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2DEFF7CB-6D19-4209-9980-6426F399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AA84255B-5EF9-4348-B6EF-E9361FD1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FF483995-C98B-4372-8EC1-D72DE2B1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怎么讲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32015F26-1648-4BD2-A2B6-95E6F77F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确定整场汇报的叙事主线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1305DC7A-E0E6-4C5E-99F3-D0943A1B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CB3142F9-891D-4BDF-AB46-8C963F11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2452FF14-6D1A-486E-AA43-25854915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02255FD8-532B-4E3E-9C83-FDF8AA52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拆几页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AE4907AB-2F2B-423D-B8E9-AF3C18DE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把长稿拆成单一页面任务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56490C70-4334-41A8-A171-C6A03328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C556C0DD-D8C2-442F-8676-54DF5BEE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681A5F54-8EAE-4E3F-BB11-D2DA6D7A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1A46424C-8451-43B2-B9E3-BFCB80F8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讲什么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8740E5B0-1D43-4FEB-8603-6F4256DA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决定每页只承担什么职责</a:t>
            </a:r>
          </a:p>
        </p:txBody>
      </p:sp>
      <p:sp>
        <p:nvSpPr>
          <p:cNvPr id="31" name="PPAGENT_QA|parent=parallel-card-3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AF9E2426-C184-4297-AEB6-5F69B9FA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PPAGENT_QA|within=parallel-card-3|role=accent-rail">
            <a:extLst xmlns:a="http://schemas.openxmlformats.org/drawingml/2006/main">
              <a:ext uri="{FF2B5EF4-FFF2-40B4-BE49-F238E27FC236}">
                <a16:creationId xmlns:a16="http://schemas.microsoft.com/office/drawing/2014/main" id="{A647DA5B-AB85-405D-B394-456EB71F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parallel-card-3|role=index">
            <a:extLst xmlns:a="http://schemas.openxmlformats.org/drawingml/2006/main">
              <a:ext uri="{FF2B5EF4-FFF2-40B4-BE49-F238E27FC236}">
                <a16:creationId xmlns:a16="http://schemas.microsoft.com/office/drawing/2014/main" id="{16612624-0CFD-406A-8381-FA94333B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PPAGENT_QA|within=parallel-card-3|role=title">
            <a:extLst xmlns:a="http://schemas.openxmlformats.org/drawingml/2006/main">
              <a:ext uri="{FF2B5EF4-FFF2-40B4-BE49-F238E27FC236}">
                <a16:creationId xmlns:a16="http://schemas.microsoft.com/office/drawing/2014/main" id="{24132DE7-DCD3-4E87-995D-E32ED8EB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什么关系</a:t>
            </a:r>
          </a:p>
        </p:txBody>
      </p:sp>
      <p:sp>
        <p:nvSpPr>
          <p:cNvPr id="35" name="PPAGENT_QA|within=parallel-card-3|role=body">
            <a:extLst xmlns:a="http://schemas.openxmlformats.org/drawingml/2006/main">
              <a:ext uri="{FF2B5EF4-FFF2-40B4-BE49-F238E27FC236}">
                <a16:creationId xmlns:a16="http://schemas.microsoft.com/office/drawing/2014/main" id="{9684F231-E453-4202-8F35-6D1508F2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6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辨认并列、递进、因果或流程</a:t>
            </a:r>
          </a:p>
        </p:txBody>
      </p:sp>
      <p:sp>
        <p:nvSpPr>
          <p:cNvPr id="36" name="PPAGENT_QA|parent=parallel-card-4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58C5CCA2-4064-423C-8CF0-A73D1354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PPAGENT_QA|within=parallel-card-4|role=accent-rail">
            <a:extLst xmlns:a="http://schemas.openxmlformats.org/drawingml/2006/main">
              <a:ext uri="{FF2B5EF4-FFF2-40B4-BE49-F238E27FC236}">
                <a16:creationId xmlns:a16="http://schemas.microsoft.com/office/drawing/2014/main" id="{39AB883E-CC45-4FC6-BCB5-FBA7F2A0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PAGENT_QA|within=parallel-card-4|role=index">
            <a:extLst xmlns:a="http://schemas.openxmlformats.org/drawingml/2006/main">
              <a:ext uri="{FF2B5EF4-FFF2-40B4-BE49-F238E27FC236}">
                <a16:creationId xmlns:a16="http://schemas.microsoft.com/office/drawing/2014/main" id="{9526E899-5A53-48D3-831F-78E50880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PPAGENT_QA|within=parallel-card-4|role=title">
            <a:extLst xmlns:a="http://schemas.openxmlformats.org/drawingml/2006/main">
              <a:ext uri="{FF2B5EF4-FFF2-40B4-BE49-F238E27FC236}">
                <a16:creationId xmlns:a16="http://schemas.microsoft.com/office/drawing/2014/main" id="{B4ED77AF-B432-4E69-8738-580C51A2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如何突出</a:t>
            </a:r>
          </a:p>
        </p:txBody>
      </p:sp>
      <p:sp>
        <p:nvSpPr>
          <p:cNvPr id="40" name="PPAGENT_QA|within=parallel-card-4|role=body">
            <a:extLst xmlns:a="http://schemas.openxmlformats.org/drawingml/2006/main">
              <a:ext uri="{FF2B5EF4-FFF2-40B4-BE49-F238E27FC236}">
                <a16:creationId xmlns:a16="http://schemas.microsoft.com/office/drawing/2014/main" id="{FCBE05BA-B649-4830-A4EF-76C011DC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判断何时用图、何时一句话更有力量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固定不是退步，而是把验证过的经验留下来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4BB6DD0-B333-4AF5-8017-7135C1DE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single-focus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62B5AF3-2C8F-4077-89F9-C0E8D1E3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49780"/>
            <a:ext cx="8915400" cy="365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single-focus|role=accent">
            <a:extLst xmlns:a="http://schemas.openxmlformats.org/drawingml/2006/main">
              <a:ext uri="{FF2B5EF4-FFF2-40B4-BE49-F238E27FC236}">
                <a16:creationId xmlns:a16="http://schemas.microsoft.com/office/drawing/2014/main" id="{10632594-0232-4AFD-BAC5-332BF638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148" y="2125980"/>
            <a:ext cx="677570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single-focus|role=title">
            <a:extLst xmlns:a="http://schemas.openxmlformats.org/drawingml/2006/main">
              <a:ext uri="{FF2B5EF4-FFF2-40B4-BE49-F238E27FC236}">
                <a16:creationId xmlns:a16="http://schemas.microsoft.com/office/drawing/2014/main" id="{96453F2C-C3DF-49C8-BF50-DE628D1E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223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固定意味着已经验证</a:t>
            </a:r>
          </a:p>
        </p:txBody>
      </p:sp>
      <p:sp>
        <p:nvSpPr>
          <p:cNvPr id="18" name="PPAGENT_QA|within=composition-single-focus|role=body">
            <a:extLst xmlns:a="http://schemas.openxmlformats.org/drawingml/2006/main">
              <a:ext uri="{FF2B5EF4-FFF2-40B4-BE49-F238E27FC236}">
                <a16:creationId xmlns:a16="http://schemas.microsoft.com/office/drawing/2014/main" id="{DD347450-31A8-4945-BC77-22B8599F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30905"/>
            <a:ext cx="7467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颜色、字体、页眉页脚和好用的页面结构，不必每次都让 AI 重新猜。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理解，规则决定，代码执行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4BB6DD0-B333-4AF5-8017-7135C1DE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A1A5481-8C26-427C-A2B1-BCC1E9F9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B5371DD5-F958-4F50-AB9B-DEDC581D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5B57A4BD-0096-4C99-A8D6-9A4A3C88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6B3B5A6F-9113-4F28-8724-47907ADA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8A9B6A-A567-413F-A5C4-5CBA6367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785971FC-2E24-4CAF-84C2-3FF38A8C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理解</a:t>
            </a:r>
          </a:p>
        </p:txBody>
      </p:sp>
      <p:sp>
        <p:nvSpPr>
          <p:cNvPr id="23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5DFDBB01-72D3-4EE6-B12D-19E80242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读稿，判断重点、关系与拆页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F0F52-1303-4311-B565-36E18E43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8571B610-EC85-4AD3-A66A-0086600F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规则决定</a:t>
            </a:r>
          </a:p>
        </p:txBody>
      </p:sp>
      <p:sp>
        <p:nvSpPr>
          <p:cNvPr id="26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E6FC1B7F-BD9C-435D-811E-021AD65F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选版式、查容量，决定换版或拆页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C589D-D7CE-4DDC-B29F-1C7FB7A5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97377EE3-704E-4923-9EE7-13501180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代码执行</a:t>
            </a:r>
          </a:p>
        </p:txBody>
      </p:sp>
      <p:sp>
        <p:nvSpPr>
          <p:cNvPr id="29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5D59A170-1A90-4EEB-8DAD-C7969494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按坐标、字号、颜色和间距稳定生成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4BB6DD0-B333-4AF5-8017-7135C1DE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80474E9-1D72-4454-B79E-9DC60B6C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DE96B-8BEF-4253-84F8-CE619859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01666-6D0F-495F-97BD-ADFBA48B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AEEF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B9536-D05B-4A64-AC1A-FEC2B82E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9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4CC6CB29-17AF-45A9-B8CA-EB18A24F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C08CE445-6682-49A5-8DA5-375DE5FD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8F079633-E1FC-4BB3-B580-6D05B935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 95 分</a:t>
            </a:r>
          </a:p>
        </p:txBody>
      </p:sp>
      <p:sp>
        <p:nvSpPr>
          <p:cNvPr id="22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1D865ADE-1481-49CC-9886-83772568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712CA9FB-8BFA-4C2F-8594-2B7F96D1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4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0E4430A7-80D3-4042-98C1-0E1FEB96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偶尔惊艳</a:t>
            </a:r>
          </a:p>
        </p:txBody>
      </p:sp>
      <p:sp>
        <p:nvSpPr>
          <p:cNvPr id="25" name="PPAGENT_QA|parent=comparison-left-row-1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E5F832EF-5FAF-4FA4-9AEE-6FC44463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PPAGENT_QA|within=comparison-lef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CB45B494-6902-4387-BA70-A03D93B4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7" name="PPAGENT_QA|within=comparison-lef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65B4E857-C115-45D8-A8D6-A71855EE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质量波动</a:t>
            </a:r>
          </a:p>
        </p:txBody>
      </p:sp>
      <p:sp>
        <p:nvSpPr>
          <p:cNvPr id="28" name="PPAGENT_QA|parent=comparison-left-row-2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64A0A372-A783-4F11-B524-E4D1162D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PPAGENT_QA|within=comparison-lef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C3A03D8A-25F1-4D1A-B0F1-1AE68EB7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0" name="PPAGENT_QA|within=comparison-lef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88BED307-27B4-4923-9073-3B0BCAC1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难以复现</a:t>
            </a:r>
          </a:p>
        </p:txBody>
      </p:sp>
      <p:sp>
        <p:nvSpPr>
          <p:cNvPr id="31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FBE7BAF3-A24E-4C51-85F6-8D21B17B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2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DBB5E28D-CE27-4579-BEFB-492F4863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0961D87C-9439-4167-B3CD-65BE8DFF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 80 分</a:t>
            </a:r>
          </a:p>
        </p:txBody>
      </p:sp>
      <p:sp>
        <p:nvSpPr>
          <p:cNvPr id="34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80C2651D-0BF7-4E9F-BCF4-EDF570F4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2635568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805FF046-4B91-4F30-B91F-73137333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2815810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74FBE824-9AA9-4D88-83ED-A6099916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2689640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37" name="PPAGENT_QA|parent=comparison-right-row-1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3608A781-767C-4FE8-8EDC-8ED4409E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671961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PPAGENT_QA|within=comparison-right-row-1|role=status-marker">
            <a:extLst xmlns:a="http://schemas.openxmlformats.org/drawingml/2006/main">
              <a:ext uri="{FF2B5EF4-FFF2-40B4-BE49-F238E27FC236}">
                <a16:creationId xmlns:a16="http://schemas.microsoft.com/office/drawing/2014/main" id="{93FD3B1A-988F-46A1-95C4-783A9DC0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852203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9" name="PPAGENT_QA|within=comparison-right-row-1|role=item-text">
            <a:extLst xmlns:a="http://schemas.openxmlformats.org/drawingml/2006/main">
              <a:ext uri="{FF2B5EF4-FFF2-40B4-BE49-F238E27FC236}">
                <a16:creationId xmlns:a16="http://schemas.microsoft.com/office/drawing/2014/main" id="{35FB36D2-98F9-4218-A5AC-84721AA6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726033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符合组织风格</a:t>
            </a:r>
          </a:p>
        </p:txBody>
      </p:sp>
      <p:sp>
        <p:nvSpPr>
          <p:cNvPr id="40" name="PPAGENT_QA|parent=comparison-right-row-2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51EB3BE4-94D9-4DE4-BE4F-5871D35A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4708354"/>
            <a:ext cx="3280410" cy="630848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PPAGENT_QA|within=comparison-right-row-2|role=status-marker">
            <a:extLst xmlns:a="http://schemas.openxmlformats.org/drawingml/2006/main">
              <a:ext uri="{FF2B5EF4-FFF2-40B4-BE49-F238E27FC236}">
                <a16:creationId xmlns:a16="http://schemas.microsoft.com/office/drawing/2014/main" id="{B391D00B-C8D6-4912-AAC9-3B31915C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4888596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2" name="PPAGENT_QA|within=comparison-right-row-2|role=item-text">
            <a:extLst xmlns:a="http://schemas.openxmlformats.org/drawingml/2006/main">
              <a:ext uri="{FF2B5EF4-FFF2-40B4-BE49-F238E27FC236}">
                <a16:creationId xmlns:a16="http://schemas.microsoft.com/office/drawing/2014/main" id="{6EDB2514-D643-4BA1-A332-923D966E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4762427"/>
            <a:ext cx="2577465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第二天仍可修改</a:t>
            </a:r>
          </a:p>
        </p:txBody>
      </p:sp>
      <p:sp>
        <p:nvSpPr>
          <p:cNvPr id="43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2A425161-E9AE-439B-AEEF-1D2869BD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44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01B2273B-2917-4E21-A70A-ED92CDC5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9916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工作价值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不把所有人变成设计师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4BB6DD0-B333-4AF5-8017-7135C1DE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B8B2873-B7CB-4F48-A590-D5762E3B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80533F6-31C8-4FE7-80C3-6C04F09D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5C1DD86C-B1B3-4CDC-8BBD-E97CFF11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230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FE9FF161-75EC-49BE-8DEE-8DC60965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22B95D17-2D26-4335-B112-9C1C5622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更多有内容的人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E60181C0-0F5D-4F19-B630-EACEA0B0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他们有专业知识和真实任务，需要以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更低成本获得接近专业标准的结果。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21D3655F-8A33-4DB0-9B68-CE8F4F54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EECCA2FC-5F6C-4A18-AB0D-FA160A9B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少数熟练制作者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9C1294CE-9CB2-4C7B-A3F0-D30DAFB3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2375154"/>
            <a:ext cx="3141345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他们已经掌握拆页、表达和视觉排版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的方法，往往可以自己做得更好。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漂亮页面要从作品变成可扩展能力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4BB6DD0-B333-4AF5-8017-7135C1DE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67EF0F9-C0CE-4798-B4BF-E27A285E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006A6E94-7FD0-4E5A-8386-FBA14784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B231437C-DF26-4259-8B02-BC2DACBB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876AF032-6032-4895-A7B1-B1690B9C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CBAA0-A7D9-40A6-9223-E495DD7E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A70C11BE-6011-4027-821B-D81F560B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作品</a:t>
            </a:r>
          </a:p>
        </p:txBody>
      </p:sp>
      <p:sp>
        <p:nvSpPr>
          <p:cNvPr id="23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C2F8449D-0B2D-4A65-9161-A375D85F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先得到一个真正漂亮的页面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05325-4554-450F-AF27-C2C0BE6F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D3D67CC2-9343-4369-B0F5-7F218A88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规律</a:t>
            </a:r>
          </a:p>
        </p:txBody>
      </p:sp>
      <p:sp>
        <p:nvSpPr>
          <p:cNvPr id="26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72D4A829-DD33-4B5C-85CA-3185F3C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提炼表达、容量、变化与禁忌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3FE30-942E-4083-8576-D12EB7E5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B7776D5D-633C-44FE-AF20-3B47AE39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29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BCE0CFB5-3257-4C96-B34D-E61B060B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让同一种方法适配更多真实内容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东北大学是第一个 Skin，不是最终边界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核心观点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64BB6DD0-B333-4AF5-8017-7135C1DE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B92E546-6A63-4F98-BCE5-3C328F32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CC4A7C44-9608-427D-9D6B-1DD833F5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4CBA16BD-2B96-4F45-9973-B18027D1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C2C4C91F-9DC5-43D6-9A58-8711EB7D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4930F8F8-96E5-4E42-A462-93EBAF78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视觉可替换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54E2BB98-9722-45D6-B01E-3DFC332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学校、企业和个人可以拥有各自 Skin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2D546D2E-8E3F-4776-82B3-54DDC229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65359AA4-FADB-42A7-8061-C2B8B6DE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811D87C3-CF41-47F4-AA72-9E7D92E2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49257104-D4D3-4BAC-8D3C-18AA36B2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逻辑可复用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7E27C49B-F722-4554-A6C6-5F71BA4C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内容理解、拆页和表达规则继续复用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367BBF34-E428-4476-A1FE-BCFF3E5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136CD950-D496-40E6-864D-4D57A131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265BE3DF-0BCD-4190-8FDF-07E819DD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7294318A-D5A4-47E7-9F79-3B7F658A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经验可积累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60077685-B1D7-4343-8BC6-4296A479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每份真实稿件都用来验证和扩展边界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EB2B1C03-742D-405C-8741-CEEFA798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900">
                <a:latin typeface="HYWenRunSongYun U"/>
                <a:ea typeface="HYWenRunSongYun U"/>
                <a:cs typeface="HYWenRunSongYun U"/>
              </a:defRPr>
            </a:pPr>
            <a:r>
              <a:rPr sz="39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把高手经验变成更多人可用的 PPT 生产能力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2026-08-13T08:16:24.2970000Z</dcterms:created>
  <dcterms:modified xsi:type="dcterms:W3CDTF">2026-08-13T08:16:24.2970000Z</dcterms:modified>
</coreProperties>
</file>