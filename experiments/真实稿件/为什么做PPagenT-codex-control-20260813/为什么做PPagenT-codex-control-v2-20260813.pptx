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93e023cdd948cc" /><Relationship Type="http://schemas.openxmlformats.org/officeDocument/2006/relationships/extended-properties" Target="/docProps/app.xml" Id="R70b444a862794bf7" /><Relationship Type="http://schemas.openxmlformats.org/officeDocument/2006/relationships/officeDocument" Target="/ppt/presentation.xml" Id="R12c171a2b93f40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471c5c7ae243c3"/>
    <p:sldMasterId xmlns:r="http://schemas.openxmlformats.org/officeDocument/2006/relationships" id="2147483660" r:id="R5f9f7f8bc8f14e47"/>
    <p:sldMasterId xmlns:r="http://schemas.openxmlformats.org/officeDocument/2006/relationships" id="2147483663" r:id="R5251f48726ec44f9"/>
  </p:sldMasterIdLst>
  <p:notesMasterIdLst>
    <p:notesMasterId xmlns:r="http://schemas.openxmlformats.org/officeDocument/2006/relationships" r:id="R465fb778b3104caa"/>
  </p:notesMasterIdLst>
  <p:sldIdLst>
    <p:sldId xmlns:r="http://schemas.openxmlformats.org/officeDocument/2006/relationships" id="256" r:id="Rb40009a27d024a05"/>
    <p:sldId xmlns:r="http://schemas.openxmlformats.org/officeDocument/2006/relationships" id="257" r:id="R41575941fe9b4128"/>
    <p:sldId xmlns:r="http://schemas.openxmlformats.org/officeDocument/2006/relationships" id="258" r:id="R81628879905f4266"/>
    <p:sldId xmlns:r="http://schemas.openxmlformats.org/officeDocument/2006/relationships" id="259" r:id="R9ebb130093ac471d"/>
    <p:sldId xmlns:r="http://schemas.openxmlformats.org/officeDocument/2006/relationships" id="260" r:id="R17d6003543b74ac7"/>
    <p:sldId xmlns:r="http://schemas.openxmlformats.org/officeDocument/2006/relationships" id="261" r:id="R34297fb18d4146be"/>
    <p:sldId xmlns:r="http://schemas.openxmlformats.org/officeDocument/2006/relationships" id="262" r:id="R5f06b5b8370448b0"/>
    <p:sldId xmlns:r="http://schemas.openxmlformats.org/officeDocument/2006/relationships" id="263" r:id="R9c2fa585b38443e4"/>
    <p:sldId xmlns:r="http://schemas.openxmlformats.org/officeDocument/2006/relationships" id="264" r:id="R19b61423982947b4"/>
    <p:sldId xmlns:r="http://schemas.openxmlformats.org/officeDocument/2006/relationships" id="265" r:id="R1a08f32d37ba48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50d730c5da43f5" /><Relationship Type="http://schemas.openxmlformats.org/officeDocument/2006/relationships/slideMaster" Target="/ppt/slideMasters/slideMaster1.xml" Id="R96471c5c7ae243c3" /><Relationship Type="http://schemas.openxmlformats.org/officeDocument/2006/relationships/slideMaster" Target="/ppt/slideMasters/slideMaster2.xml" Id="R5f9f7f8bc8f14e47" /><Relationship Type="http://schemas.openxmlformats.org/officeDocument/2006/relationships/slideMaster" Target="/ppt/slideMasters/slideMaster3.xml" Id="R5251f48726ec44f9" /><Relationship Type="http://schemas.openxmlformats.org/officeDocument/2006/relationships/notesMaster" Target="/ppt/notesMasters/notesMaster1.xml" Id="R465fb778b3104caa" /><Relationship Type="http://schemas.openxmlformats.org/officeDocument/2006/relationships/presProps" Target="/ppt/presProps.xml" Id="R7388d1dfe25445c0" /><Relationship Type="http://schemas.openxmlformats.org/officeDocument/2006/relationships/viewProps" Target="/ppt/viewProps.xml" Id="R52838843821d47f0" /><Relationship Type="http://schemas.openxmlformats.org/officeDocument/2006/relationships/tableStyles" Target="/ppt/tableStyles.xml" Id="R378d423fedd14d0f" /><Relationship Type="http://schemas.openxmlformats.org/officeDocument/2006/relationships/slide" Target="/ppt/slides/slide1.xml" Id="Rb40009a27d024a05" /><Relationship Type="http://schemas.openxmlformats.org/officeDocument/2006/relationships/slide" Target="/ppt/slides/slide2.xml" Id="R41575941fe9b4128" /><Relationship Type="http://schemas.openxmlformats.org/officeDocument/2006/relationships/slide" Target="/ppt/slides/slide3.xml" Id="R81628879905f4266" /><Relationship Type="http://schemas.openxmlformats.org/officeDocument/2006/relationships/slide" Target="/ppt/slides/slide4.xml" Id="R9ebb130093ac471d" /><Relationship Type="http://schemas.openxmlformats.org/officeDocument/2006/relationships/slide" Target="/ppt/slides/slide5.xml" Id="R17d6003543b74ac7" /><Relationship Type="http://schemas.openxmlformats.org/officeDocument/2006/relationships/slide" Target="/ppt/slides/slide6.xml" Id="R34297fb18d4146be" /><Relationship Type="http://schemas.openxmlformats.org/officeDocument/2006/relationships/slide" Target="/ppt/slides/slide7.xml" Id="R5f06b5b8370448b0" /><Relationship Type="http://schemas.openxmlformats.org/officeDocument/2006/relationships/slide" Target="/ppt/slides/slide8.xml" Id="R9c2fa585b38443e4" /><Relationship Type="http://schemas.openxmlformats.org/officeDocument/2006/relationships/slide" Target="/ppt/slides/slide9.xml" Id="R19b61423982947b4" /><Relationship Type="http://schemas.openxmlformats.org/officeDocument/2006/relationships/slide" Target="/ppt/slides/slide10.xml" Id="R1a08f32d37ba48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f3b16546bf246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73d063e13a430f" /><Relationship Type="http://schemas.openxmlformats.org/officeDocument/2006/relationships/notesMaster" Target="/ppt/notesMasters/notesMaster1.xml" Id="R2618ac7dfe0c4a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628096864c4a86" /><Relationship Type="http://schemas.openxmlformats.org/officeDocument/2006/relationships/notesMaster" Target="/ppt/notesMasters/notesMaster1.xml" Id="Rfdd2fe6aabb242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5b62cd6de844cb" /><Relationship Type="http://schemas.openxmlformats.org/officeDocument/2006/relationships/notesMaster" Target="/ppt/notesMasters/notesMaster1.xml" Id="Rf40b9255de9345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d29a5c29064f60" /><Relationship Type="http://schemas.openxmlformats.org/officeDocument/2006/relationships/notesMaster" Target="/ppt/notesMasters/notesMaster1.xml" Id="Rb93e64a875ee4f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6a1f41dc7c4f7d" /><Relationship Type="http://schemas.openxmlformats.org/officeDocument/2006/relationships/notesMaster" Target="/ppt/notesMasters/notesMaster1.xml" Id="R86b8cd7c9f6049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230a6970f74652" /><Relationship Type="http://schemas.openxmlformats.org/officeDocument/2006/relationships/notesMaster" Target="/ppt/notesMasters/notesMaster1.xml" Id="Rc4277916897b42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c014945b9b41d4" /><Relationship Type="http://schemas.openxmlformats.org/officeDocument/2006/relationships/notesMaster" Target="/ppt/notesMasters/notesMaster1.xml" Id="Recc79fcbe6d544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191ede72df49aa" /><Relationship Type="http://schemas.openxmlformats.org/officeDocument/2006/relationships/notesMaster" Target="/ppt/notesMasters/notesMaster1.xml" Id="Rfae7dcdcd1e646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e812e564f248f1" /><Relationship Type="http://schemas.openxmlformats.org/officeDocument/2006/relationships/notesMaster" Target="/ppt/notesMasters/notesMaster1.xml" Id="R881fa245c07340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cb845a96d24a88" /><Relationship Type="http://schemas.openxmlformats.org/officeDocument/2006/relationships/notesMaster" Target="/ppt/notesMasters/notesMaster1.xml" Id="Rab15aec6e42c4e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northeastern-university-body-001</a:t>
            </a:r>
            <a:endParaRPr/>
          </a:p>
          <a:p xmlns:a="http://schemas.openxmlformats.org/drawingml/2006/main">
            <a:r>
              <a:t>- 整页编排：editorial-single-focus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comparison-structure-001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9dc10cd9e4ac5" /><Relationship Type="http://schemas.openxmlformats.org/officeDocument/2006/relationships/image" Target="/ppt/media/image.jpeg" Id="R06dafd20dbab454f" /><Relationship Type="http://schemas.openxmlformats.org/officeDocument/2006/relationships/image" Target="/ppt/media/image.png" Id="R4a4d44448b024390" /><Relationship Type="http://schemas.openxmlformats.org/officeDocument/2006/relationships/image" Target="/ppt/media/image2.png" Id="R53bedfe86b1b45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8b0ccb2bd44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a9f28874b45ab" /><Relationship Type="http://schemas.openxmlformats.org/officeDocument/2006/relationships/image" Target="/ppt/media/image3.png" Id="R8478d3825ae046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8c3555d484e69" /><Relationship Type="http://schemas.openxmlformats.org/officeDocument/2006/relationships/image" Target="/ppt/media/image4.png" Id="R2937bce3cce24e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a330e38944c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79132397549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c694172594cd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298588a82449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bf3f6461e465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c82236dc34a5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b41159d4c431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83964010af4a44" /><Relationship Type="http://schemas.openxmlformats.org/officeDocument/2006/relationships/image" Target="/ppt/media/image5.png" Id="R8974575ee9994c6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77767120424a4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356ec1a7fe74bcc" /><Relationship Type="http://schemas.openxmlformats.org/officeDocument/2006/relationships/image" Target="/ppt/media/image5.png" Id="Rfc39cf73bc0043e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2bd32aa0c3c47b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afd20dbab454f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d44448b02439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edfe86b1b45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00B0F0F-1763-4715-8E1C-3ECF8EA1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8d3825ae0469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AC25A40B-1157-488F-B616-FFDA7D3B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95BA2EA-B82F-47E4-81C0-1427E785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4DB51D3C-3610-4C48-910C-95378448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567DEA46-6808-4556-9FE3-3E86CD7B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7bce3cce24ee7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572DEFE6-3C02-445F-92CD-2030E4D4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4D4EAFAB-58A3-469B-AB98-66BB571A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7060B90-C922-434C-8B26-629513AFD2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1F8D64B-AF66-4B54-8469-63E8E77C69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50F6CC8-F527-4E0C-8BBD-764945F65C7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E10FE8F-024A-44A0-864C-1E96E8C3B95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689E7EF-B89F-4859-8855-3516304E66B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B197DD7-3350-434D-AC70-2F3D6C7E73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EC58DAF-06E8-48C5-84C6-B2090217B9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70234B5-6307-4C01-BF6F-E08C80A6C1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760852-1DB5-4DBD-8328-D5F7F4C22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8C83B3A-5269-4172-89FC-93CEF3535E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B683AD5-A652-4D42-9AF1-CA524CF89A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4031904-75B8-4A51-9646-D0DF7DB9AB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B38E85F-76A3-4DFE-AAB5-1BAA8BE957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D029A00-C178-4903-9310-AED375576E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8F8B069-5E0F-41B3-BD02-79F8C9E98F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276F4A6-54EF-406E-9199-AE0D4A36BF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DDA5FFF-D23E-4794-9916-F9AB0D125B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0C15347-3D65-4041-9526-3218B283FC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8A1F974-D15B-4D33-A4B2-5F5F6A8872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11CCA30-7F34-4E5F-B187-D947DE6014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E53E632-EA7A-4553-9A98-333A234E47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6015863-EEDC-40FA-9215-4C9D75065E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F6F298D6-F486-4EBF-A689-11616D76E9F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29FFB96-1CBD-48BE-BEC9-A058EA8665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BDDD468-8E49-4C95-BBF0-A3B82CBB78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0A1E62F-A0F3-4AB8-83DC-1853EA9BB5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B3D19F4-7CAE-4D69-94EF-A4C89579D1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497B66D-6968-4D64-8EAF-0A73675362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4C789E6-70C7-4C3C-BDFF-337F62C45B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824FAB-E241-4339-8A52-FC5BD7FCD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9645722-84A5-4E69-AA7B-4DA869A216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55F7EB3-8F75-46E9-A19A-D38AE78283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FE5E486-3767-4A2B-832F-16A7B51708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51E32ED-33A3-4E5E-A275-D757D47BD4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CC46A26-CF45-48C4-A4D7-C237695187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79187F-2EFB-4115-A0DE-70B3D00D80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F9D5CB6-D418-41EA-BECE-847DBBD7D7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4575ee9994c6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AAD3543-8BD1-4A1B-9406-8280B93D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960EE0-4F1F-4543-96B2-09969CE8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4123413-8464-4654-BB74-AB230E42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BC0027A-B79E-4FA4-A9F0-2CED79A3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9cf73bc0043e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516F183F-E5E0-41FA-85EF-9B9FDB81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2709130-BC44-4446-BE16-79082CC2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D378979-9D22-43F3-ACFE-94F4F7C4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177A7B18-8F67-4570-9E12-45C94116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9dee4f42ea49d7" /><Relationship Type="http://schemas.openxmlformats.org/officeDocument/2006/relationships/slideLayout" Target="/ppt/slideLayouts/slideLayout1.xml" Id="R05cab868facf4ccb" /><Relationship Type="http://schemas.openxmlformats.org/officeDocument/2006/relationships/slideLayout" Target="/ppt/slideLayouts/slideLayout2.xml" Id="R34e4a04088ed461c" /><Relationship Type="http://schemas.openxmlformats.org/officeDocument/2006/relationships/slideLayout" Target="/ppt/slideLayouts/slideLayout3.xml" Id="R5f2e305c1f7a4a10" /><Relationship Type="http://schemas.openxmlformats.org/officeDocument/2006/relationships/slideLayout" Target="/ppt/slideLayouts/slideLayout4.xml" Id="R82d19500cda5416e" /><Relationship Type="http://schemas.openxmlformats.org/officeDocument/2006/relationships/slideLayout" Target="/ppt/slideLayouts/slideLayout5.xml" Id="Re19acd9eb3134ab8" /><Relationship Type="http://schemas.openxmlformats.org/officeDocument/2006/relationships/slideLayout" Target="/ppt/slideLayouts/slideLayout6.xml" Id="Rdb9fe26ed48a4a03" /><Relationship Type="http://schemas.openxmlformats.org/officeDocument/2006/relationships/slideLayout" Target="/ppt/slideLayouts/slideLayout7.xml" Id="R4a97ae1ab5274877" /><Relationship Type="http://schemas.openxmlformats.org/officeDocument/2006/relationships/slideLayout" Target="/ppt/slideLayouts/slideLayout8.xml" Id="R7accdea3824b4b10" /><Relationship Type="http://schemas.openxmlformats.org/officeDocument/2006/relationships/slideLayout" Target="/ppt/slideLayouts/slideLayout9.xml" Id="R64aae6e961324b4f" /><Relationship Type="http://schemas.openxmlformats.org/officeDocument/2006/relationships/slideLayout" Target="/ppt/slideLayouts/slideLayout10.xml" Id="Ree72b4b4d7ce420b" /><Relationship Type="http://schemas.openxmlformats.org/officeDocument/2006/relationships/slideLayout" Target="/ppt/slideLayouts/slideLayout11.xml" Id="Rdbdc15ef50ff4bb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ac42e44fea84fd3" /><Relationship Type="http://schemas.openxmlformats.org/officeDocument/2006/relationships/slideLayout" Target="/ppt/slideLayouts/slideLayout12.xml" Id="Rf1a240b751e84eab" /><Relationship Type="http://schemas.openxmlformats.org/officeDocument/2006/relationships/slideLayout" Target="/ppt/slideLayouts/slideLayout13.xml" Id="R58ee0b2451df4b0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641f15e27bb4458" /><Relationship Type="http://schemas.openxmlformats.org/officeDocument/2006/relationships/slideLayout" Target="/ppt/slideLayouts/slideLayout14.xml" Id="R09c69d038b414219" /><Relationship Type="http://schemas.openxmlformats.org/officeDocument/2006/relationships/slideLayout" Target="/ppt/slideLayouts/slideLayout15.xml" Id="R9cc53654a09f452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707142A-3D0C-43FC-B090-2D02BFF45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96918E5-EF9E-4A71-BACF-E3359B365D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8555DFD-657A-4B0E-A222-D7AAB9A6473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21BFEE-CCDB-44A3-A2AF-2D68F8F2C0B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527749A-513F-41BB-911C-AEE65174D0D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cab868facf4ccb"/>
    <p:sldLayoutId xmlns:r="http://schemas.openxmlformats.org/officeDocument/2006/relationships" id="2147483650" r:id="R34e4a04088ed461c"/>
    <p:sldLayoutId xmlns:r="http://schemas.openxmlformats.org/officeDocument/2006/relationships" id="2147483651" r:id="R5f2e305c1f7a4a10"/>
    <p:sldLayoutId xmlns:r="http://schemas.openxmlformats.org/officeDocument/2006/relationships" id="2147483652" r:id="R82d19500cda5416e"/>
    <p:sldLayoutId xmlns:r="http://schemas.openxmlformats.org/officeDocument/2006/relationships" id="2147483653" r:id="Re19acd9eb3134ab8"/>
    <p:sldLayoutId xmlns:r="http://schemas.openxmlformats.org/officeDocument/2006/relationships" id="2147483654" r:id="Rdb9fe26ed48a4a03"/>
    <p:sldLayoutId xmlns:r="http://schemas.openxmlformats.org/officeDocument/2006/relationships" id="2147483655" r:id="R4a97ae1ab5274877"/>
    <p:sldLayoutId xmlns:r="http://schemas.openxmlformats.org/officeDocument/2006/relationships" id="2147483656" r:id="R7accdea3824b4b10"/>
    <p:sldLayoutId xmlns:r="http://schemas.openxmlformats.org/officeDocument/2006/relationships" id="2147483657" r:id="R64aae6e961324b4f"/>
    <p:sldLayoutId xmlns:r="http://schemas.openxmlformats.org/officeDocument/2006/relationships" id="2147483658" r:id="Ree72b4b4d7ce420b"/>
    <p:sldLayoutId xmlns:r="http://schemas.openxmlformats.org/officeDocument/2006/relationships" id="2147483659" r:id="Rdbdc15ef50ff4bb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5674297-38CC-4BAE-A1DF-6D98BD79D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53DB2F5-FDB3-4158-A8E2-80ACB203A9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3653B2F-C6F7-4831-987D-9F6DA0DD3FB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D685D1-225E-4F3D-8F20-3423D9B629C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4BBB3CB-FB5B-405D-82BD-96589184C1E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1a240b751e84eab"/>
    <p:sldLayoutId xmlns:r="http://schemas.openxmlformats.org/officeDocument/2006/relationships" id="2147483662" r:id="R58ee0b2451df4b0f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D820947-27DD-46E4-A1A1-16DF207321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23ADD3-F419-4786-B665-197300D9C4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1F33973-ABB6-4608-ACF6-4FC0406CDB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46F2CDE-2E0D-47E5-BA12-8EF594610EE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E6F860D-9EAD-413C-9F46-7270A0F560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09c69d038b414219"/>
    <p:sldLayoutId xmlns:r="http://schemas.openxmlformats.org/officeDocument/2006/relationships" id="2147483665" r:id="R9cc53654a09f4523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8ea45f526489a" /><Relationship Type="http://schemas.openxmlformats.org/officeDocument/2006/relationships/notesSlide" Target="/ppt/notesSlides/notesSlide1.xml" Id="R1d3e6548a1c847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baa59d167c42d9" /><Relationship Type="http://schemas.openxmlformats.org/officeDocument/2006/relationships/notesSlide" Target="/ppt/notesSlides/notesSlide2.xml" Id="Ra135fdf761f048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1b43da9ee2d43ce" /><Relationship Type="http://schemas.openxmlformats.org/officeDocument/2006/relationships/notesSlide" Target="/ppt/notesSlides/notesSlide3.xml" Id="R814ae3258b2146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c6b7a50bda4bab" /><Relationship Type="http://schemas.openxmlformats.org/officeDocument/2006/relationships/notesSlide" Target="/ppt/notesSlides/notesSlide4.xml" Id="R10d68f31500b4d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e18e915a4e4d40" /><Relationship Type="http://schemas.openxmlformats.org/officeDocument/2006/relationships/notesSlide" Target="/ppt/notesSlides/notesSlide5.xml" Id="R39494efb770946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6ac528724c4cc2" /><Relationship Type="http://schemas.openxmlformats.org/officeDocument/2006/relationships/notesSlide" Target="/ppt/notesSlides/notesSlide6.xml" Id="Rf1a7618f68b041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42305553594a68" /><Relationship Type="http://schemas.openxmlformats.org/officeDocument/2006/relationships/notesSlide" Target="/ppt/notesSlides/notesSlide7.xml" Id="Re404d82c85764d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f330cd9afe44de" /><Relationship Type="http://schemas.openxmlformats.org/officeDocument/2006/relationships/notesSlide" Target="/ppt/notesSlides/notesSlide8.xml" Id="Rcd4ebe3657c74e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2557b1325e4c24" /><Relationship Type="http://schemas.openxmlformats.org/officeDocument/2006/relationships/notesSlide" Target="/ppt/notesSlides/notesSlide9.xml" Id="R8f199a5e3edf46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d13520b4e4652" /><Relationship Type="http://schemas.openxmlformats.org/officeDocument/2006/relationships/notesSlide" Target="/ppt/notesSlides/notesSlide10.xml" Id="Rf658a3c6970841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D2068F14-0CA9-4FD8-9CBB-EF8024DC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79D3EC44-D919-49CE-80BB-70DBAC3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E4110D96-F090-42F4-AB2D-A7B0C17D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934F6ED3-F02D-4576-959E-C567B20B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B57EB2AA-CAD9-4A46-A5F1-7484F442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2698718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为什么做 PPT 费时间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为什么固定也是优势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PPagenT 如何分工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稳定交付服务谁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能力如何持续积累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 真正昂贵的，是五次重复判断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54AF12-9BD4-415E-8C9E-B89D4C9E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A44B019-1F09-4E2E-AE53-47B781B9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C000AD1A-F16C-4C95-B128-DAC734EF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49808FE0-5098-4F8C-8F88-D640AB4D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C13174F4-DCDC-427C-B0FA-F3209F91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0EB548F7-319E-406F-AEFA-9E2BC198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怎么讲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38033155-1DBB-41CC-BBAF-D540F6D1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确定整场汇报的叙事主线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3BAF234-AFC1-42F8-A57F-95B88A15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594C6B73-F60D-43E9-AC97-A6EC23BB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45B3178E-C8FB-4B30-A235-8BBA6CB8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525C3822-2229-424E-83AA-23C27700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拆几页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85D0A983-B943-47AD-9327-42D1D204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把长稿拆成单一页面任务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7A7FB161-BF5B-4D3E-ABDE-77EB16F1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301FE8CE-537E-4B29-B593-F72D764F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8526F94D-644D-49BB-B2EE-A9B3D929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A2C90284-4AB9-45E4-9286-2BA4AD2A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讲什么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649D962A-BA4C-41B5-A1FE-58D303EA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决定每页只承担什么职责</a:t>
            </a:r>
          </a:p>
        </p:txBody>
      </p:sp>
      <p:sp>
        <p:nvSpPr>
          <p:cNvPr id="31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53593FD9-EF23-412F-9092-C308FFE5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F1BC5636-7972-4E04-97CF-F87FC164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42E81861-58F7-44E3-B76D-76F8C0FD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D2F9C2A5-C027-44F5-9E2F-F24DA91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什么关系</a:t>
            </a:r>
          </a:p>
        </p:txBody>
      </p:sp>
      <p:sp>
        <p:nvSpPr>
          <p:cNvPr id="35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6F5E2E5F-1B32-4667-961B-A2C0AD2C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辨认并列、递进、因果或流程</a:t>
            </a:r>
          </a:p>
        </p:txBody>
      </p:sp>
      <p:sp>
        <p:nvSpPr>
          <p:cNvPr id="36" name="PPAGENT_QA|parent=parallel-card-4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6ED90B8A-9B0B-465B-906A-022D3608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PPAGENT_QA|within=parallel-card-4|role=accent-rail">
            <a:extLst xmlns:a="http://schemas.openxmlformats.org/drawingml/2006/main">
              <a:ext uri="{FF2B5EF4-FFF2-40B4-BE49-F238E27FC236}">
                <a16:creationId xmlns:a16="http://schemas.microsoft.com/office/drawing/2014/main" id="{E72B8AB8-CEBD-4FE7-AD33-C9024474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within=parallel-card-4|role=index">
            <a:extLst xmlns:a="http://schemas.openxmlformats.org/drawingml/2006/main">
              <a:ext uri="{FF2B5EF4-FFF2-40B4-BE49-F238E27FC236}">
                <a16:creationId xmlns:a16="http://schemas.microsoft.com/office/drawing/2014/main" id="{97B2FBBF-9266-4771-9936-9A9CC68C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PPAGENT_QA|within=parallel-card-4|role=title">
            <a:extLst xmlns:a="http://schemas.openxmlformats.org/drawingml/2006/main">
              <a:ext uri="{FF2B5EF4-FFF2-40B4-BE49-F238E27FC236}">
                <a16:creationId xmlns:a16="http://schemas.microsoft.com/office/drawing/2014/main" id="{C4973CD4-EA18-4859-BBB0-530ED1B3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如何突出</a:t>
            </a:r>
          </a:p>
        </p:txBody>
      </p:sp>
      <p:sp>
        <p:nvSpPr>
          <p:cNvPr id="40" name="PPAGENT_QA|within=parallel-card-4|role=body">
            <a:extLst xmlns:a="http://schemas.openxmlformats.org/drawingml/2006/main">
              <a:ext uri="{FF2B5EF4-FFF2-40B4-BE49-F238E27FC236}">
                <a16:creationId xmlns:a16="http://schemas.microsoft.com/office/drawing/2014/main" id="{24D7A29A-13C2-43DF-A2EE-3C5C13DF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判断何时用图、何时一句话更有力量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固定不是退步，而是把验证过的经验留下来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取舍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54AF12-9BD4-415E-8C9E-B89D4C9E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single-focus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DDA3C61-28AF-4BEB-B536-FBF80E83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9780"/>
            <a:ext cx="8915400" cy="365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single-focus|role=accent">
            <a:extLst xmlns:a="http://schemas.openxmlformats.org/drawingml/2006/main">
              <a:ext uri="{FF2B5EF4-FFF2-40B4-BE49-F238E27FC236}">
                <a16:creationId xmlns:a16="http://schemas.microsoft.com/office/drawing/2014/main" id="{50EB4D69-C7E8-4E27-B5EB-E76B4EAD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148" y="2125980"/>
            <a:ext cx="67757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single-focus|role=title">
            <a:extLst xmlns:a="http://schemas.openxmlformats.org/drawingml/2006/main">
              <a:ext uri="{FF2B5EF4-FFF2-40B4-BE49-F238E27FC236}">
                <a16:creationId xmlns:a16="http://schemas.microsoft.com/office/drawing/2014/main" id="{F079A55F-43B6-45D1-9AB1-38914CC1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223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固定意味着已经验证</a:t>
            </a:r>
          </a:p>
        </p:txBody>
      </p:sp>
      <p:sp>
        <p:nvSpPr>
          <p:cNvPr id="18" name="PPAGENT_QA|within=composition-single-focus|role=body">
            <a:extLst xmlns:a="http://schemas.openxmlformats.org/drawingml/2006/main">
              <a:ext uri="{FF2B5EF4-FFF2-40B4-BE49-F238E27FC236}">
                <a16:creationId xmlns:a16="http://schemas.microsoft.com/office/drawing/2014/main" id="{4AF5664C-B1E1-47B2-AC63-E8E7ADA2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30905"/>
            <a:ext cx="7467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颜色、字体、页眉页脚和好用的页面结构，不必每次都让 AI 重新猜。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理解，规则决定，代码执行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54AF12-9BD4-415E-8C9E-B89D4C9E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EC0D5EA-6684-4FEB-8E8F-824C0F6B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14D2439D-55D3-4C1E-9185-9B968AAE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DC753968-9691-446C-B661-40FFB23D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21904A94-B178-4715-A60C-8AD83928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C524B-CA53-4617-A78F-40A3ECC4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637A6F1C-FFDF-44F9-AE33-E7CE8AFF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理解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51584882-F998-45D2-9914-6151B13A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读稿，判断重点、关系与拆页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69FB1-AFC3-42C1-95E3-FC25F666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AE2B30A7-A18C-4CF2-BD6E-7D63E20F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规则决定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67B0AF4A-CB99-45B2-AC76-173A88D0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选版式、查容量，决定换版或拆页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271C58-A9A1-4C0F-BA17-D8643E52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A8787DD6-CCE0-4EAF-AB7E-90FC8895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代码执行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E987535B-7B38-4B97-A512-7FB4F04C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按坐标、字号、颜色和间距稳定生成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54AF12-9BD4-415E-8C9E-B89D4C9E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7A3416D-22D8-46BF-BAB2-1555AC8C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3C71D-2FAE-43AB-B4D4-7715D55F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E60AC-4874-4BF5-A88A-8D0BADB3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AEEF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B141E-27C5-4F5C-8BA4-BD463383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9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29D7F521-62C0-41E1-9EDF-3D484F9A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62017566-DC3E-4BCE-975B-147138E3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DE827686-01EF-4CF3-9391-98E4D208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 95 分</a:t>
            </a:r>
          </a:p>
        </p:txBody>
      </p:sp>
      <p:sp>
        <p:nvSpPr>
          <p:cNvPr id="22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9D856FCF-49C3-4F8E-8ED2-B3055326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5D8E9D0C-C91D-4F55-A616-B9BDE682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4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09464D51-B23E-4EA4-99BF-109D1427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偶尔惊艳</a:t>
            </a:r>
          </a:p>
        </p:txBody>
      </p:sp>
      <p:sp>
        <p:nvSpPr>
          <p:cNvPr id="25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15DC4C9C-214E-470C-9898-BB451AFB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1B0FFC17-4D5C-42FC-90AB-B742CC75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7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C4457AC3-D5DE-45CB-90E6-D99A445B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质量波动</a:t>
            </a:r>
          </a:p>
        </p:txBody>
      </p:sp>
      <p:sp>
        <p:nvSpPr>
          <p:cNvPr id="28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7BF1C310-D9F6-4CCD-A5C6-24382CA7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706FC525-D653-4153-88C5-D6E93D0C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0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449793F8-EF1F-49BC-83C7-02826CB2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难以复现</a:t>
            </a:r>
          </a:p>
        </p:txBody>
      </p:sp>
      <p:sp>
        <p:nvSpPr>
          <p:cNvPr id="31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2B08EF06-F5E7-44C5-8C54-BC8F913F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7AE947F8-37F9-401E-B46E-C7CDBAA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116ED29E-1539-424E-B2BF-CA2059A9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 80 分</a:t>
            </a:r>
          </a:p>
        </p:txBody>
      </p:sp>
      <p:sp>
        <p:nvSpPr>
          <p:cNvPr id="34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A1CEAEB9-262A-4C9F-990C-B836921A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AABFB8E2-3D07-4A11-B5A4-2D753F6E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D69B8699-CA3F-4834-85D4-D8FCC749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37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B2E5C233-C75B-438E-8239-9CC878DD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EA27AA25-0DBF-4199-95E2-DBC7D882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9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B32777CA-D56A-4B53-8D23-E5610539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符合组织风格</a:t>
            </a:r>
          </a:p>
        </p:txBody>
      </p:sp>
      <p:sp>
        <p:nvSpPr>
          <p:cNvPr id="40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CABA8B78-8577-4642-82E8-C9780F6B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E2540EB7-24EC-4E4B-83CE-DF036B42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2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90EB96BA-D6FC-4173-893A-481A0BCB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第二天仍可修改</a:t>
            </a:r>
          </a:p>
        </p:txBody>
      </p:sp>
      <p:sp>
        <p:nvSpPr>
          <p:cNvPr id="43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FA170F1C-FE80-4EFA-A105-205A9F30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44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C94A6779-0565-4A76-B4CB-29CFEE76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9916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工作价值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不把所有人变成设计师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用户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54AF12-9BD4-415E-8C9E-B89D4C9E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within=composition-dual|role=divider">
            <a:extLst xmlns:a="http://schemas.openxmlformats.org/drawingml/2006/main">
              <a:ext uri="{FF2B5EF4-FFF2-40B4-BE49-F238E27FC236}">
                <a16:creationId xmlns:a16="http://schemas.microsoft.com/office/drawing/2014/main" id="{BD292E37-9219-4107-8723-8E8DAB09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3BFB603-591A-41A1-AD8F-75912814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7DFD9EE0-BDE1-4FAF-9A0C-62927FC9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9A3B6FC9-91CB-4BF9-BAE8-84B678C3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少数熟练制作者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73017208-F5F5-4AE0-BF0D-492BEA67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FA3316BE-3C28-43D5-85E2-0250D579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他们已经掌握拆页、表达和视觉排版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的方法，往往可以自己做得更好。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7E518CD-4928-47F9-AEC1-3D98B62C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32415013-EE69-4BAB-A3DF-8653C008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661F729D-EAC0-4FAC-BD7C-BCF7611D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更多有内容的人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D126AC9D-FAA7-4F05-9F6C-C9813735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276377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7E3AC3FA-ABE6-450D-8798-B3392F05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他们有专业知识和真实任务，需要以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更低成本获得接近专业标准的结果。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漂亮页面要从作品变成可扩展能力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54AF12-9BD4-415E-8C9E-B89D4C9E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4C1DF0B-6FE4-4628-91BF-425118D8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70F5576E-1A1C-4CCD-A491-2C888256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E85E7109-F7D7-4A01-A71F-3B16A36A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720E981-0E2D-473B-AAD1-508BC03F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0E348-9126-4724-9628-CF49E5B6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497ED780-3F1F-4324-9870-938EB0EB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作品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59808C81-27E7-424F-8FB0-853DE6E5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先得到一个真正漂亮的页面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F3FD7-90C7-498C-A51E-1DA3D696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2A820E7B-5F7D-4F6F-AB87-74E2ABC2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规律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2FF74FBC-0B97-495E-A1FA-471D9BFC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提炼表达、容量、变化与禁忌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9734A-BC31-4744-BAFE-3FAA5116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368F1C84-E768-482D-B05D-2F4D441F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9BDDBF5A-5BA9-4689-BECB-42E86423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让同一种方法适配更多真实内容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东北大学是第一个 Skin，不是最终边界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扩展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54AF12-9BD4-415E-8C9E-B89D4C9E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9A3F542-D6D4-450A-A5D0-AF9CC224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BA494024-C952-443C-BDE8-719452AE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B2B8ED3D-3B55-46F3-B76E-6B5DC727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CA892355-EE92-4C26-8E4A-98BF7163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E287C028-723E-42E0-B113-562266CA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视觉可替换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AE2710C3-7F21-4567-A303-525D1C6E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学校、企业和个人可以拥有各自 Skin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CB8F72D4-1A21-41B9-800C-0235F718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072BC025-D4FD-4CA6-8B20-09854373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90369579-6334-4F42-90B8-2CF2CC43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AEDC8EB9-BF18-43E9-83DE-D31FBFF2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逻辑可复用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BBD74A50-6AF9-4840-B611-E5FB2E73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内容理解、拆页和表达规则继续复用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FE918210-315E-40F0-9F00-BC48C7A9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BC51C42A-1E43-46B6-823E-1C03DC49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03B6FBC4-6201-474D-B2AD-803F825A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E6E8BAB2-7B0C-4C55-91C4-D4759B07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经验可积累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DCCB2233-E254-4DD4-A5FA-2E6AA8C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每份真实稿件都用来验证和扩展边界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9561439C-639D-4B06-BEDA-4D9F6987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900">
                <a:latin typeface="HYWenRunSongYun U"/>
                <a:ea typeface="HYWenRunSongYun U"/>
                <a:cs typeface="HYWenRunSongYun U"/>
              </a:defRPr>
            </a:pPr>
            <a:r>
              <a:rPr sz="39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把高手经验变成更多人可用的 PPT 生产能力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2026-08-13T08:18:58.4080000Z</dcterms:created>
  <dcterms:modified xsi:type="dcterms:W3CDTF">2026-08-13T08:18:58.4080000Z</dcterms:modified>
</coreProperties>
</file>