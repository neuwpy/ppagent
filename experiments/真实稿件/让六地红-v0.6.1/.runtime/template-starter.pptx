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8f0e2991a84941" /><Relationship Type="http://schemas.openxmlformats.org/officeDocument/2006/relationships/extended-properties" Target="/docProps/app.xml" Id="R9e4d4f01716b4cc9" /><Relationship Type="http://schemas.openxmlformats.org/officeDocument/2006/relationships/officeDocument" Target="/ppt/presentation.xml" Id="R711e5765f25d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fecb4fe7947f9"/>
    <p:sldMasterId xmlns:r="http://schemas.openxmlformats.org/officeDocument/2006/relationships" id="2147483660" r:id="Reeeb4d8cf96e4bc2"/>
    <p:sldMasterId xmlns:r="http://schemas.openxmlformats.org/officeDocument/2006/relationships" id="2147483663" r:id="Rbdc1865496d54715"/>
  </p:sldMasterIdLst>
  <p:notesMasterIdLst>
    <p:notesMasterId xmlns:r="http://schemas.openxmlformats.org/officeDocument/2006/relationships" r:id="Rd69721853b314a19"/>
  </p:notesMasterIdLst>
  <p:sldIdLst>
    <p:sldId xmlns:r="http://schemas.openxmlformats.org/officeDocument/2006/relationships" id="256" r:id="R8e09894e03bc4f31"/>
    <p:sldId xmlns:r="http://schemas.openxmlformats.org/officeDocument/2006/relationships" id="257" r:id="R7e01d7eed5214973"/>
    <p:sldId xmlns:r="http://schemas.openxmlformats.org/officeDocument/2006/relationships" id="258" r:id="R58b8b2f80c064080"/>
    <p:sldId xmlns:r="http://schemas.openxmlformats.org/officeDocument/2006/relationships" id="259" r:id="R1a8e16bc7cda4f6c"/>
    <p:sldId xmlns:r="http://schemas.openxmlformats.org/officeDocument/2006/relationships" id="260" r:id="Rf1b703db3ea646e0"/>
    <p:sldId xmlns:r="http://schemas.openxmlformats.org/officeDocument/2006/relationships" id="261" r:id="R1561089893314ccb"/>
    <p:sldId xmlns:r="http://schemas.openxmlformats.org/officeDocument/2006/relationships" id="262" r:id="R0f3ddbd8fd7243ed"/>
    <p:sldId xmlns:r="http://schemas.openxmlformats.org/officeDocument/2006/relationships" id="263" r:id="R8e3a0d5bc4714be1"/>
    <p:sldId xmlns:r="http://schemas.openxmlformats.org/officeDocument/2006/relationships" id="264" r:id="Rc0894969968e41cb"/>
    <p:sldId xmlns:r="http://schemas.openxmlformats.org/officeDocument/2006/relationships" id="265" r:id="R836206e9a7344e6f"/>
    <p:sldId xmlns:r="http://schemas.openxmlformats.org/officeDocument/2006/relationships" id="266" r:id="R35794e75165943e6"/>
    <p:sldId xmlns:r="http://schemas.openxmlformats.org/officeDocument/2006/relationships" id="267" r:id="Rbf11e51e672742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6e819e13564251" /><Relationship Type="http://schemas.openxmlformats.org/officeDocument/2006/relationships/slideMaster" Target="/ppt/slideMasters/slideMaster1.xml" Id="R710fecb4fe7947f9" /><Relationship Type="http://schemas.openxmlformats.org/officeDocument/2006/relationships/slideMaster" Target="/ppt/slideMasters/slideMaster2.xml" Id="Reeeb4d8cf96e4bc2" /><Relationship Type="http://schemas.openxmlformats.org/officeDocument/2006/relationships/slideMaster" Target="/ppt/slideMasters/slideMaster3.xml" Id="Rbdc1865496d54715" /><Relationship Type="http://schemas.openxmlformats.org/officeDocument/2006/relationships/notesMaster" Target="/ppt/notesMasters/notesMaster1.xml" Id="Rd69721853b314a19" /><Relationship Type="http://schemas.openxmlformats.org/officeDocument/2006/relationships/presProps" Target="/ppt/presProps.xml" Id="Rdd03618085c44353" /><Relationship Type="http://schemas.openxmlformats.org/officeDocument/2006/relationships/viewProps" Target="/ppt/viewProps.xml" Id="R20b501cafcfc452d" /><Relationship Type="http://schemas.openxmlformats.org/officeDocument/2006/relationships/tableStyles" Target="/ppt/tableStyles.xml" Id="Rbdb4a5925e4b4e17" /><Relationship Type="http://schemas.openxmlformats.org/officeDocument/2006/relationships/slide" Target="/ppt/slides/slide1.xml" Id="R8e09894e03bc4f31" /><Relationship Type="http://schemas.openxmlformats.org/officeDocument/2006/relationships/slide" Target="/ppt/slides/slide2.xml" Id="R7e01d7eed5214973" /><Relationship Type="http://schemas.openxmlformats.org/officeDocument/2006/relationships/slide" Target="/ppt/slides/slide3.xml" Id="R58b8b2f80c064080" /><Relationship Type="http://schemas.openxmlformats.org/officeDocument/2006/relationships/slide" Target="/ppt/slides/slide4.xml" Id="R1a8e16bc7cda4f6c" /><Relationship Type="http://schemas.openxmlformats.org/officeDocument/2006/relationships/slide" Target="/ppt/slides/slide5.xml" Id="Rf1b703db3ea646e0" /><Relationship Type="http://schemas.openxmlformats.org/officeDocument/2006/relationships/slide" Target="/ppt/slides/slide6.xml" Id="R1561089893314ccb" /><Relationship Type="http://schemas.openxmlformats.org/officeDocument/2006/relationships/slide" Target="/ppt/slides/slide7.xml" Id="R0f3ddbd8fd7243ed" /><Relationship Type="http://schemas.openxmlformats.org/officeDocument/2006/relationships/slide" Target="/ppt/slides/slide8.xml" Id="R8e3a0d5bc4714be1" /><Relationship Type="http://schemas.openxmlformats.org/officeDocument/2006/relationships/slide" Target="/ppt/slides/slide9.xml" Id="Rc0894969968e41cb" /><Relationship Type="http://schemas.openxmlformats.org/officeDocument/2006/relationships/slide" Target="/ppt/slides/slide10.xml" Id="R836206e9a7344e6f" /><Relationship Type="http://schemas.openxmlformats.org/officeDocument/2006/relationships/slide" Target="/ppt/slides/slide11.xml" Id="R35794e75165943e6" /><Relationship Type="http://schemas.openxmlformats.org/officeDocument/2006/relationships/slide" Target="/ppt/slides/slide12.xml" Id="Rbf11e51e6727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0f886a93387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47ef360f7a45a4" /><Relationship Type="http://schemas.openxmlformats.org/officeDocument/2006/relationships/notesMaster" Target="/ppt/notesMasters/notesMaster1.xml" Id="R22c345fb1267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5f0e18a6d44bd" /><Relationship Type="http://schemas.openxmlformats.org/officeDocument/2006/relationships/notesMaster" Target="/ppt/notesMasters/notesMaster1.xml" Id="R466d9535f0f9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1cf0e7ebc455c" /><Relationship Type="http://schemas.openxmlformats.org/officeDocument/2006/relationships/notesMaster" Target="/ppt/notesMasters/notesMaster1.xml" Id="Rf96bec3f1b1d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0bfce18d2049b4" /><Relationship Type="http://schemas.openxmlformats.org/officeDocument/2006/relationships/notesMaster" Target="/ppt/notesMasters/notesMaster1.xml" Id="R0a72ab595086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8589ea4dff4f29" /><Relationship Type="http://schemas.openxmlformats.org/officeDocument/2006/relationships/notesMaster" Target="/ppt/notesMasters/notesMaster1.xml" Id="R7a83b8e42cc34d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6ea6148c534c72" /><Relationship Type="http://schemas.openxmlformats.org/officeDocument/2006/relationships/notesMaster" Target="/ppt/notesMasters/notesMaster1.xml" Id="R20b99e045246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fd313d8fe548ef" /><Relationship Type="http://schemas.openxmlformats.org/officeDocument/2006/relationships/notesMaster" Target="/ppt/notesMasters/notesMaster1.xml" Id="R77e1f1fd5f79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2fbc52a094133" /><Relationship Type="http://schemas.openxmlformats.org/officeDocument/2006/relationships/notesMaster" Target="/ppt/notesMasters/notesMaster1.xml" Id="R9695739ec31748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87fe5500544760" /><Relationship Type="http://schemas.openxmlformats.org/officeDocument/2006/relationships/notesMaster" Target="/ppt/notesMasters/notesMaster1.xml" Id="R864870662d0e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332901cf2c4512" /><Relationship Type="http://schemas.openxmlformats.org/officeDocument/2006/relationships/notesMaster" Target="/ppt/notesMasters/notesMaster1.xml" Id="R98f10e6ce4f240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37bf4ecee046b3" /><Relationship Type="http://schemas.openxmlformats.org/officeDocument/2006/relationships/notesMaster" Target="/ppt/notesMasters/notesMaster1.xml" Id="Rac94f65007594a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5f9d6eb6a64e5e" /><Relationship Type="http://schemas.openxmlformats.org/officeDocument/2006/relationships/notesMaster" Target="/ppt/notesMasters/notesMaster1.xml" Id="R4b3f86adac74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e6ded629a4122" /><Relationship Type="http://schemas.openxmlformats.org/officeDocument/2006/relationships/image" Target="/ppt/media/image.jpeg" Id="R61a848e3473b4441" /><Relationship Type="http://schemas.openxmlformats.org/officeDocument/2006/relationships/image" Target="/ppt/media/image.png" Id="R7dd2cc3a1138444b" /><Relationship Type="http://schemas.openxmlformats.org/officeDocument/2006/relationships/image" Target="/ppt/media/image2.png" Id="R12fb35285ea14e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bc9a4835342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05afc1048415b" /><Relationship Type="http://schemas.openxmlformats.org/officeDocument/2006/relationships/image" Target="/ppt/media/image3.png" Id="R1b02181c0d76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2822a1b1748bb" /><Relationship Type="http://schemas.openxmlformats.org/officeDocument/2006/relationships/image" Target="/ppt/media/image4.png" Id="R125303c5d50948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5ff89aec64a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7815b7a2a4c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7cef069b344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516a916174d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3a8a2b31e47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d6f2f0d574a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1206e131341d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06be6495ad4fc0" /><Relationship Type="http://schemas.openxmlformats.org/officeDocument/2006/relationships/image" Target="/ppt/media/image5.png" Id="Re04479366b7b476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5a14f9cf99480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a0198b7a65c4805" /><Relationship Type="http://schemas.openxmlformats.org/officeDocument/2006/relationships/image" Target="/ppt/media/image5.png" Id="Re211c692ad6343d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bbbfae9bb74c7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848e3473b444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2cc3a1138444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b35285ea14e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C57B620B-3E8E-42B0-8418-6A0AD30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2181c0d764db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4A10D47-3E17-4571-969B-4C83047C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92D6398-B91B-4D3E-AD70-3EC64AE0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D671A17F-AB74-4EF2-A73C-E2BC249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F1BC43A-9225-4ED7-8B00-6ED853FA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303c5d509483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05DAC120-0888-4567-9BDC-116D9E10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942E792-5608-41C3-80A7-2C071CF1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79A30C-69FA-4221-BA0E-348EB1286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5BCD6CD-CD52-487F-AEBE-52A125743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1186B35-38B0-4F47-867E-7D55B266A3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DD2FE67-7778-4D7F-B518-D409C9D2B7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790BC7F-B4F3-4945-9A9C-1A569A421A1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676789E-AAEC-4C69-95F4-1670460563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98C5F36-9F39-473C-BA74-4A5414096B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6D3DE44-0A9F-4DB9-A3FA-FF03D86290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F3DCAF-882F-4199-AD7F-336F025A5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2B1D4B4-36BF-40E7-8334-DE9958953B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F9A56A0-2FAB-4565-BBCF-0D84A5B447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2BEEDF0-CAFA-4428-B127-3F697B0EC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0E3F7CF-3576-48D3-9871-E720183DFC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3CA251-A8B5-4BA3-ACD5-43668514E0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0D883D0-F9E3-45FB-9AD0-6A22AE5CB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9C92CE-7569-4504-B6D6-AFFBCE4FF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188F18-55B2-401F-83C4-39060B4CB6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CF446F0-AE22-4C22-9DB8-186707B250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71B3C7B-F5D2-491B-824B-329405815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5396AA7-413E-4A51-BD8B-39008963C2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466843E-85E0-4546-9061-639D7BBCB2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D4CBD7-9C5D-4AFF-8FA7-1A5DAE89F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0525170-499B-4D7F-904D-2B152CF4DCD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C8D1B9-2187-45FD-9234-316194B6BB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60F913D-3037-4AC1-A3BE-C5A5BEFCE2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2D53563-45D3-4746-B424-A20077166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94548B-654E-4E30-B236-B09A4FC09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F6B826-05CD-4766-8DE3-71308A539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AFD7537-F21F-4867-917B-B5953865D1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34DDB9-451F-4FB3-8E38-26C736C305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E08D75-C91B-410E-A1F1-101BA55A1D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057E09-1BE8-46F0-A6E3-0560FE240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DB3BB2E-61A5-4D21-8FC5-6017BEB69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9F0BA22-FB5A-46BE-B923-BC3AC01F41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0C1F02-D42D-40C2-9073-5D088AFCFB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A479041-4B7B-4339-B029-98FC97BB1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16373E-632C-46F0-A765-8CC4EC1B80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479366b7b476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498C002-037F-4BEC-ADCD-09230C4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4B59EB3-8EBE-4714-B06F-39B737B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7242B74-6A0F-4D01-B73A-C90C47B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9413AE1-C6D0-4E6A-8CED-2E857D5D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1c692ad6343d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892F65E-3A38-4F71-98C8-FB86FF66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D40DA7-6B6D-4A0B-A483-7697DF3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ABA2D6E-4BC1-44A9-8F65-62A34B4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A5906D3-3012-4279-865D-6AF4717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fc282d6bd4e4b" /><Relationship Type="http://schemas.openxmlformats.org/officeDocument/2006/relationships/slideLayout" Target="/ppt/slideLayouts/slideLayout1.xml" Id="R0f71f6ce796e48ef" /><Relationship Type="http://schemas.openxmlformats.org/officeDocument/2006/relationships/slideLayout" Target="/ppt/slideLayouts/slideLayout2.xml" Id="R031919d215fd4132" /><Relationship Type="http://schemas.openxmlformats.org/officeDocument/2006/relationships/slideLayout" Target="/ppt/slideLayouts/slideLayout3.xml" Id="R0b4d0a93914d48dd" /><Relationship Type="http://schemas.openxmlformats.org/officeDocument/2006/relationships/slideLayout" Target="/ppt/slideLayouts/slideLayout4.xml" Id="Rff8fa4515ec94d96" /><Relationship Type="http://schemas.openxmlformats.org/officeDocument/2006/relationships/slideLayout" Target="/ppt/slideLayouts/slideLayout5.xml" Id="Rf3eb515f6b164aa0" /><Relationship Type="http://schemas.openxmlformats.org/officeDocument/2006/relationships/slideLayout" Target="/ppt/slideLayouts/slideLayout6.xml" Id="R1f410290b22a4254" /><Relationship Type="http://schemas.openxmlformats.org/officeDocument/2006/relationships/slideLayout" Target="/ppt/slideLayouts/slideLayout7.xml" Id="R4d0210ce3fbb4c1a" /><Relationship Type="http://schemas.openxmlformats.org/officeDocument/2006/relationships/slideLayout" Target="/ppt/slideLayouts/slideLayout8.xml" Id="R7d911ca0c1864587" /><Relationship Type="http://schemas.openxmlformats.org/officeDocument/2006/relationships/slideLayout" Target="/ppt/slideLayouts/slideLayout9.xml" Id="Rb64ea107ac63472f" /><Relationship Type="http://schemas.openxmlformats.org/officeDocument/2006/relationships/slideLayout" Target="/ppt/slideLayouts/slideLayout10.xml" Id="R73ecebf4418549c8" /><Relationship Type="http://schemas.openxmlformats.org/officeDocument/2006/relationships/slideLayout" Target="/ppt/slideLayouts/slideLayout11.xml" Id="Rb7e54cb94ed540b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0dff4215634b0c" /><Relationship Type="http://schemas.openxmlformats.org/officeDocument/2006/relationships/slideLayout" Target="/ppt/slideLayouts/slideLayout12.xml" Id="Rd1c3fb86e5d24306" /><Relationship Type="http://schemas.openxmlformats.org/officeDocument/2006/relationships/slideLayout" Target="/ppt/slideLayouts/slideLayout13.xml" Id="R7c9e3dd6d9c1476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cb32a2b23504889" /><Relationship Type="http://schemas.openxmlformats.org/officeDocument/2006/relationships/slideLayout" Target="/ppt/slideLayouts/slideLayout14.xml" Id="Rcd12f007212f49bd" /><Relationship Type="http://schemas.openxmlformats.org/officeDocument/2006/relationships/slideLayout" Target="/ppt/slideLayouts/slideLayout15.xml" Id="Rd7b8fa330702438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E9362FC-9EAF-4099-BC02-417D3F719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D5F4A7-9E75-4D43-A8B5-165E41459F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95B3064-2F4F-4631-B28E-E9DB0A7C33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D6BC5B-C30A-4622-8E72-29101FED7B5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E432101-C68D-4CCD-9DB3-89EC8C2AC2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1f6ce796e48ef"/>
    <p:sldLayoutId xmlns:r="http://schemas.openxmlformats.org/officeDocument/2006/relationships" id="2147483650" r:id="R031919d215fd4132"/>
    <p:sldLayoutId xmlns:r="http://schemas.openxmlformats.org/officeDocument/2006/relationships" id="2147483651" r:id="R0b4d0a93914d48dd"/>
    <p:sldLayoutId xmlns:r="http://schemas.openxmlformats.org/officeDocument/2006/relationships" id="2147483652" r:id="Rff8fa4515ec94d96"/>
    <p:sldLayoutId xmlns:r="http://schemas.openxmlformats.org/officeDocument/2006/relationships" id="2147483653" r:id="Rf3eb515f6b164aa0"/>
    <p:sldLayoutId xmlns:r="http://schemas.openxmlformats.org/officeDocument/2006/relationships" id="2147483654" r:id="R1f410290b22a4254"/>
    <p:sldLayoutId xmlns:r="http://schemas.openxmlformats.org/officeDocument/2006/relationships" id="2147483655" r:id="R4d0210ce3fbb4c1a"/>
    <p:sldLayoutId xmlns:r="http://schemas.openxmlformats.org/officeDocument/2006/relationships" id="2147483656" r:id="R7d911ca0c1864587"/>
    <p:sldLayoutId xmlns:r="http://schemas.openxmlformats.org/officeDocument/2006/relationships" id="2147483657" r:id="Rb64ea107ac63472f"/>
    <p:sldLayoutId xmlns:r="http://schemas.openxmlformats.org/officeDocument/2006/relationships" id="2147483658" r:id="R73ecebf4418549c8"/>
    <p:sldLayoutId xmlns:r="http://schemas.openxmlformats.org/officeDocument/2006/relationships" id="2147483659" r:id="Rb7e54cb94ed540b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381D23E-8A20-4E56-9053-25A2164C5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4BAA07C-EE45-4155-91F0-F81F633E5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3E60FE9-108C-4BE4-8F3B-9A1A82222C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B23F14B-8065-4C5D-8B81-3C87B57CF8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6F7C14-FB04-4381-838F-AB4F94330B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1c3fb86e5d24306"/>
    <p:sldLayoutId xmlns:r="http://schemas.openxmlformats.org/officeDocument/2006/relationships" id="2147483662" r:id="R7c9e3dd6d9c1476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88697E3-AB33-48DF-AAF9-49EE92FBB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9E1243-6CB9-4633-9F04-880F3ABF8B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E875E2-751F-433F-8EA1-4947A7F11B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B2EFCA-3F67-4A2D-A20E-ABFF461249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0BD414-7E20-4B51-B98E-78B84B89B05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d12f007212f49bd"/>
    <p:sldLayoutId xmlns:r="http://schemas.openxmlformats.org/officeDocument/2006/relationships" id="2147483665" r:id="Rd7b8fa330702438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8eaaeffa7494e" /><Relationship Type="http://schemas.openxmlformats.org/officeDocument/2006/relationships/notesSlide" Target="/ppt/notesSlides/notesSlide1.xml" Id="R0e2cd2df2e5c44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55ca30a2c44932" /><Relationship Type="http://schemas.openxmlformats.org/officeDocument/2006/relationships/image" Target="/ppt/media/image6.png" Id="R66131d5d8965478b" /><Relationship Type="http://schemas.openxmlformats.org/officeDocument/2006/relationships/notesSlide" Target="/ppt/notesSlides/notesSlide2.xml" Id="Rb259486f6121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455035c4e9401a" /><Relationship Type="http://schemas.openxmlformats.org/officeDocument/2006/relationships/image" Target="/ppt/media/image6.png" Id="Rc2b22e39a96346ca" /><Relationship Type="http://schemas.openxmlformats.org/officeDocument/2006/relationships/notesSlide" Target="/ppt/notesSlides/notesSlide3.xml" Id="Rbb546fb43d5844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81047fe4914aa0" /><Relationship Type="http://schemas.openxmlformats.org/officeDocument/2006/relationships/image" Target="/ppt/media/image6.png" Id="R1dc46bda72994174" /><Relationship Type="http://schemas.openxmlformats.org/officeDocument/2006/relationships/notesSlide" Target="/ppt/notesSlides/notesSlide4.xml" Id="R96beb3679612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9df9e9de5d480a" /><Relationship Type="http://schemas.openxmlformats.org/officeDocument/2006/relationships/image" Target="/ppt/media/image6.png" Id="R5c435dcc87824172" /><Relationship Type="http://schemas.openxmlformats.org/officeDocument/2006/relationships/notesSlide" Target="/ppt/notesSlides/notesSlide5.xml" Id="R70306cdf2e1d40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284d9587314214" /><Relationship Type="http://schemas.openxmlformats.org/officeDocument/2006/relationships/image" Target="/ppt/media/image6.png" Id="R651917653a324964" /><Relationship Type="http://schemas.openxmlformats.org/officeDocument/2006/relationships/notesSlide" Target="/ppt/notesSlides/notesSlide6.xml" Id="Rf4d786fc5bc54f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23a2712cf14227" /><Relationship Type="http://schemas.openxmlformats.org/officeDocument/2006/relationships/image" Target="/ppt/media/image6.png" Id="R3d618980810d416a" /><Relationship Type="http://schemas.openxmlformats.org/officeDocument/2006/relationships/notesSlide" Target="/ppt/notesSlides/notesSlide7.xml" Id="Re7d7fdc9d8aa4a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7ccf454e764db0" /><Relationship Type="http://schemas.openxmlformats.org/officeDocument/2006/relationships/image" Target="/ppt/media/image6.png" Id="Rdb9fc0ea8ef44068" /><Relationship Type="http://schemas.openxmlformats.org/officeDocument/2006/relationships/notesSlide" Target="/ppt/notesSlides/notesSlide8.xml" Id="Re253e670ec8245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53d622f70c46ae" /><Relationship Type="http://schemas.openxmlformats.org/officeDocument/2006/relationships/image" Target="/ppt/media/image6.png" Id="Rb55f907f94214881" /><Relationship Type="http://schemas.openxmlformats.org/officeDocument/2006/relationships/notesSlide" Target="/ppt/notesSlides/notesSlide9.xml" Id="R5e3945bc9ccc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779d49e3164bf7" /><Relationship Type="http://schemas.openxmlformats.org/officeDocument/2006/relationships/image" Target="/ppt/media/image6.png" Id="Rd697562b80df409a" /><Relationship Type="http://schemas.openxmlformats.org/officeDocument/2006/relationships/notesSlide" Target="/ppt/notesSlides/notesSlide10.xml" Id="R1619fc1494e946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2807c1df9d47d0" /><Relationship Type="http://schemas.openxmlformats.org/officeDocument/2006/relationships/image" Target="/ppt/media/image6.png" Id="Rc1290db50a5f4586" /><Relationship Type="http://schemas.openxmlformats.org/officeDocument/2006/relationships/notesSlide" Target="/ppt/notesSlides/notesSlide11.xml" Id="R0aca6d0a10e44b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b8926bb794121" /><Relationship Type="http://schemas.openxmlformats.org/officeDocument/2006/relationships/notesSlide" Target="/ppt/notesSlides/notesSlide12.xml" Id="Rb7796d3e5d9e44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5CDD142E-708C-4770-851A-E6220451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F2C4F849-0AB0-469B-B49D-D9181C7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0B42BF1C-338C-4F8A-8D2B-27F6BB73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948DA35-9288-47C0-997D-710961D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E6C80AF-429B-4EE9-99DF-D952997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5477794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31d5d8965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22e39a96346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46bda7299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35dcc87824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17653a3249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18980810d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fc0ea8ef44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f907f9421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7562b80df40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44B5CCE-94C3-4B17-8F89-CB91CB5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90db50a5f45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5C2D705-3F3C-44B3-A4A3-0BC6C05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2026-08-11T23:01:57.8630000Z</dcterms:created>
  <dcterms:modified xsi:type="dcterms:W3CDTF">2026-08-11T23:01:57.8630000Z</dcterms:modified>
</coreProperties>
</file>