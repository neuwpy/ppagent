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74bdea2cb4ecb" /><Relationship Type="http://schemas.openxmlformats.org/officeDocument/2006/relationships/extended-properties" Target="/docProps/app.xml" Id="R14a21d6b359243ec" /><Relationship Type="http://schemas.openxmlformats.org/officeDocument/2006/relationships/officeDocument" Target="/ppt/presentation.xml" Id="Rda230cdfcca849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b1aba5ef0a4782"/>
    <p:sldMasterId xmlns:r="http://schemas.openxmlformats.org/officeDocument/2006/relationships" id="2147483660" r:id="R7f7cdeea129f4529"/>
    <p:sldMasterId xmlns:r="http://schemas.openxmlformats.org/officeDocument/2006/relationships" id="2147483663" r:id="Radb9bd50bc084f8b"/>
  </p:sldMasterIdLst>
  <p:notesMasterIdLst>
    <p:notesMasterId xmlns:r="http://schemas.openxmlformats.org/officeDocument/2006/relationships" r:id="R8197824df4164981"/>
  </p:notesMasterIdLst>
  <p:sldIdLst>
    <p:sldId xmlns:r="http://schemas.openxmlformats.org/officeDocument/2006/relationships" id="256" r:id="R4e717e24eec0490a"/>
    <p:sldId xmlns:r="http://schemas.openxmlformats.org/officeDocument/2006/relationships" id="257" r:id="R52ebff543b12428a"/>
    <p:sldId xmlns:r="http://schemas.openxmlformats.org/officeDocument/2006/relationships" id="258" r:id="Rf7a3f166c9a54980"/>
    <p:sldId xmlns:r="http://schemas.openxmlformats.org/officeDocument/2006/relationships" id="259" r:id="Rd7cf5cc6d43840c7"/>
    <p:sldId xmlns:r="http://schemas.openxmlformats.org/officeDocument/2006/relationships" id="260" r:id="Rd8714abf3be04015"/>
    <p:sldId xmlns:r="http://schemas.openxmlformats.org/officeDocument/2006/relationships" id="261" r:id="Rd0fcaceba9a44fb3"/>
    <p:sldId xmlns:r="http://schemas.openxmlformats.org/officeDocument/2006/relationships" id="262" r:id="Ra41deca3be5745e8"/>
    <p:sldId xmlns:r="http://schemas.openxmlformats.org/officeDocument/2006/relationships" id="263" r:id="R4222d984a80a4078"/>
    <p:sldId xmlns:r="http://schemas.openxmlformats.org/officeDocument/2006/relationships" id="264" r:id="R4ac0190548dc47ca"/>
    <p:sldId xmlns:r="http://schemas.openxmlformats.org/officeDocument/2006/relationships" id="265" r:id="R0f090903b3b1413a"/>
    <p:sldId xmlns:r="http://schemas.openxmlformats.org/officeDocument/2006/relationships" id="266" r:id="Rbf1a852531964a82"/>
    <p:sldId xmlns:r="http://schemas.openxmlformats.org/officeDocument/2006/relationships" id="267" r:id="R2d51b3a8f9ed45c0"/>
    <p:sldId xmlns:r="http://schemas.openxmlformats.org/officeDocument/2006/relationships" id="268" r:id="R6ae041420ee142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313ec1b07f4df1" /><Relationship Type="http://schemas.openxmlformats.org/officeDocument/2006/relationships/slideMaster" Target="/ppt/slideMasters/slideMaster1.xml" Id="R0fb1aba5ef0a4782" /><Relationship Type="http://schemas.openxmlformats.org/officeDocument/2006/relationships/slideMaster" Target="/ppt/slideMasters/slideMaster2.xml" Id="R7f7cdeea129f4529" /><Relationship Type="http://schemas.openxmlformats.org/officeDocument/2006/relationships/slideMaster" Target="/ppt/slideMasters/slideMaster3.xml" Id="Radb9bd50bc084f8b" /><Relationship Type="http://schemas.openxmlformats.org/officeDocument/2006/relationships/notesMaster" Target="/ppt/notesMasters/notesMaster1.xml" Id="R8197824df4164981" /><Relationship Type="http://schemas.openxmlformats.org/officeDocument/2006/relationships/presProps" Target="/ppt/presProps.xml" Id="Rd865536956c74fe4" /><Relationship Type="http://schemas.openxmlformats.org/officeDocument/2006/relationships/viewProps" Target="/ppt/viewProps.xml" Id="R71f5ebae33104e22" /><Relationship Type="http://schemas.openxmlformats.org/officeDocument/2006/relationships/tableStyles" Target="/ppt/tableStyles.xml" Id="R81bb5ad787b7460a" /><Relationship Type="http://schemas.openxmlformats.org/officeDocument/2006/relationships/slide" Target="/ppt/slides/slide1.xml" Id="R4e717e24eec0490a" /><Relationship Type="http://schemas.openxmlformats.org/officeDocument/2006/relationships/slide" Target="/ppt/slides/slide2.xml" Id="R52ebff543b12428a" /><Relationship Type="http://schemas.openxmlformats.org/officeDocument/2006/relationships/slide" Target="/ppt/slides/slide3.xml" Id="Rf7a3f166c9a54980" /><Relationship Type="http://schemas.openxmlformats.org/officeDocument/2006/relationships/slide" Target="/ppt/slides/slide4.xml" Id="Rd7cf5cc6d43840c7" /><Relationship Type="http://schemas.openxmlformats.org/officeDocument/2006/relationships/slide" Target="/ppt/slides/slide5.xml" Id="Rd8714abf3be04015" /><Relationship Type="http://schemas.openxmlformats.org/officeDocument/2006/relationships/slide" Target="/ppt/slides/slide6.xml" Id="Rd0fcaceba9a44fb3" /><Relationship Type="http://schemas.openxmlformats.org/officeDocument/2006/relationships/slide" Target="/ppt/slides/slide7.xml" Id="Ra41deca3be5745e8" /><Relationship Type="http://schemas.openxmlformats.org/officeDocument/2006/relationships/slide" Target="/ppt/slides/slide8.xml" Id="R4222d984a80a4078" /><Relationship Type="http://schemas.openxmlformats.org/officeDocument/2006/relationships/slide" Target="/ppt/slides/slide9.xml" Id="R4ac0190548dc47ca" /><Relationship Type="http://schemas.openxmlformats.org/officeDocument/2006/relationships/slide" Target="/ppt/slides/slide10.xml" Id="R0f090903b3b1413a" /><Relationship Type="http://schemas.openxmlformats.org/officeDocument/2006/relationships/slide" Target="/ppt/slides/slide11.xml" Id="Rbf1a852531964a82" /><Relationship Type="http://schemas.openxmlformats.org/officeDocument/2006/relationships/slide" Target="/ppt/slides/slide12.xml" Id="R2d51b3a8f9ed45c0" /><Relationship Type="http://schemas.openxmlformats.org/officeDocument/2006/relationships/slide" Target="/ppt/slides/slide13.xml" Id="R6ae041420ee142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f97c8340d53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e55b5227504eb3" /><Relationship Type="http://schemas.openxmlformats.org/officeDocument/2006/relationships/notesMaster" Target="/ppt/notesMasters/notesMaster1.xml" Id="R8b037db7d5a54a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7a1f7594144061" /><Relationship Type="http://schemas.openxmlformats.org/officeDocument/2006/relationships/notesMaster" Target="/ppt/notesMasters/notesMaster1.xml" Id="R978c1400a0f449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9f5ffcecec4c2c" /><Relationship Type="http://schemas.openxmlformats.org/officeDocument/2006/relationships/notesMaster" Target="/ppt/notesMasters/notesMaster1.xml" Id="Rbdd4240056ad47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e2463c7a1c48a2" /><Relationship Type="http://schemas.openxmlformats.org/officeDocument/2006/relationships/notesMaster" Target="/ppt/notesMasters/notesMaster1.xml" Id="R542b1e6ffc9c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a1ef3114074072" /><Relationship Type="http://schemas.openxmlformats.org/officeDocument/2006/relationships/notesMaster" Target="/ppt/notesMasters/notesMaster1.xml" Id="R98059cd4ae33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46d158f2c347c9" /><Relationship Type="http://schemas.openxmlformats.org/officeDocument/2006/relationships/notesMaster" Target="/ppt/notesMasters/notesMaster1.xml" Id="R40ed2a3a614642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6d269f2c944d6f" /><Relationship Type="http://schemas.openxmlformats.org/officeDocument/2006/relationships/notesMaster" Target="/ppt/notesMasters/notesMaster1.xml" Id="R577ee7640d3047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f7c1390871402a" /><Relationship Type="http://schemas.openxmlformats.org/officeDocument/2006/relationships/notesMaster" Target="/ppt/notesMasters/notesMaster1.xml" Id="Rff18e0c6d0bd4b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01a9b5677a49b8" /><Relationship Type="http://schemas.openxmlformats.org/officeDocument/2006/relationships/notesMaster" Target="/ppt/notesMasters/notesMaster1.xml" Id="Re1204557934d41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df1652868b4b08" /><Relationship Type="http://schemas.openxmlformats.org/officeDocument/2006/relationships/notesMaster" Target="/ppt/notesMasters/notesMaster1.xml" Id="R7c19d818ad0b4c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1f579575e84769" /><Relationship Type="http://schemas.openxmlformats.org/officeDocument/2006/relationships/notesMaster" Target="/ppt/notesMasters/notesMaster1.xml" Id="Raf1e8d71bec446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005a3dcb52494d" /><Relationship Type="http://schemas.openxmlformats.org/officeDocument/2006/relationships/notesMaster" Target="/ppt/notesMasters/notesMaster1.xml" Id="R54c4063b83cd40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a485cd2a524ef8" /><Relationship Type="http://schemas.openxmlformats.org/officeDocument/2006/relationships/notesMaster" Target="/ppt/notesMasters/notesMaster1.xml" Id="R0c15a13a6d02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232a6f0844e9d" /><Relationship Type="http://schemas.openxmlformats.org/officeDocument/2006/relationships/image" Target="/ppt/media/image.jpeg" Id="R3dd5003c20dd4665" /><Relationship Type="http://schemas.openxmlformats.org/officeDocument/2006/relationships/image" Target="/ppt/media/image.png" Id="R5bf720f9b0e54c65" /><Relationship Type="http://schemas.openxmlformats.org/officeDocument/2006/relationships/image" Target="/ppt/media/image2.png" Id="Re917b3585eba4c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536da691a49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8dee6da874762" /><Relationship Type="http://schemas.openxmlformats.org/officeDocument/2006/relationships/image" Target="/ppt/media/image3.png" Id="Rf9eb15d7988e44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a5ff8717b4bc9" /><Relationship Type="http://schemas.openxmlformats.org/officeDocument/2006/relationships/image" Target="/ppt/media/image4.png" Id="Rc1f36939e5ca40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66d9c478149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9e74e67ce4d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77949888b48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9d8606e4645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0e505521649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0f08d2e014c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1ff6c575e408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3c504172c64810" /><Relationship Type="http://schemas.openxmlformats.org/officeDocument/2006/relationships/image" Target="/ppt/media/image5.png" Id="R742e624ade74487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d0f713a1674b2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e40b27416a5429b" /><Relationship Type="http://schemas.openxmlformats.org/officeDocument/2006/relationships/image" Target="/ppt/media/image5.png" Id="R3979ae51a76441e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c7901e8a4a8420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5003c20dd466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720f9b0e54c6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7b3585eba4c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36E8B635-B911-489B-A207-70E577E4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b15d7988e449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57DD2BE8-D388-41D8-BF57-DF6C8311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C44421A-B031-41B0-BF5B-C36D1DDB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0519DB5E-C6ED-41C3-B68E-E1C0A8A4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E6357B6F-1B90-484D-BDAB-8FD99C2B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36939e5ca40f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0187663-A9AE-42BC-8E0D-1A0BF398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33FA5B93-D91B-4388-B552-6DAD8E01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7B134E-F722-4A1E-B952-C3D505824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E12D95B-CF72-4906-AE43-10EAA86641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5B222B9-9ADC-492F-899C-40F42E9E88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A8692B8-5346-42F7-982A-73407E72E06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B4F2489-198A-44ED-A68E-D53F2E6B5A5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AB83127-92B6-4696-840E-71231AB899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E925B87-D895-485E-B863-2F1A865EAE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DEEB24-B11D-4A01-9C90-4A1D8CC39A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DFBFD8C-4443-4918-A9CD-C2DDD53DE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6FD2872-C4A2-4601-9193-675E458083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0BA4F70-A64E-466F-9042-48D6F269AD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6AD2543-1D7F-4404-8CF2-1D67364EE0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9700B16-DB2B-49D5-8942-88F9F643EE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BE56664-6AEC-4E9F-A1E5-3D3A43825A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C386578-4850-4C5A-BA68-2864019E3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63B0AF-56EE-4A23-A0DB-ACB8888D9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4F03278-D1C0-4F10-97F5-3A2C135950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805F236-E4DD-4EAF-BF92-319880A6D6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E86C48F-CECA-4556-A2BE-50AC3B462E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956788E-B598-4FCC-8302-87812294FF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17D2E93-AB51-4C3B-8C2D-37BBBE7F74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096A74-6B9B-412A-A02E-714A6D3E1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C9172F1-4E4D-44D8-8730-5DE7759D3FE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EBF6CBB-7592-44E9-8E24-3575CA7A47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7C60BAE-3C07-41DC-B653-3F48F6CFEB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E633885-DE71-4E52-90DC-22744EB12A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19CCD88-8127-4C66-9BFF-21617B0D4F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A89260-3755-427A-9517-5FB0C4EA2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798962C-FE13-4C17-B118-154C1C564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95F3DE-270C-4A16-818D-4EB945389F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80C7194-7D89-4DBF-B510-2F38B707A0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3513E8F-6589-484A-9E78-021B858486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134C2DB-8375-4F22-8BF1-C1B45B687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211E57-707E-411B-802A-09D1CC45E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10EAF98-FD50-47E2-AE17-5A21F0B88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4ED6294-86B2-4803-BF96-6B53214FED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1185A5-B25D-4DEC-87B0-A7C9B68E18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e624ade74487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CD0ED5C-0ED1-4095-AB44-D565E6C7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BDEC97C-BF6F-4315-AFDB-D029BB6E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79D633E-62A3-417F-ACAF-6AEFFFB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4A84144-B0ED-4A28-9CD1-FE1391F3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9ae51a76441e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AC0EE3B-E2EF-426E-BF2C-CBF2DB66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F8EF052-CA69-4204-93CD-6C70FD2C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A8A3854-B3EC-4486-8CDA-3423D146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3A8BFF2-33A2-448C-89C2-A3C853B8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85139ca0794e64" /><Relationship Type="http://schemas.openxmlformats.org/officeDocument/2006/relationships/slideLayout" Target="/ppt/slideLayouts/slideLayout1.xml" Id="Rea8ed4488cf14668" /><Relationship Type="http://schemas.openxmlformats.org/officeDocument/2006/relationships/slideLayout" Target="/ppt/slideLayouts/slideLayout2.xml" Id="R3de30e170ca444c6" /><Relationship Type="http://schemas.openxmlformats.org/officeDocument/2006/relationships/slideLayout" Target="/ppt/slideLayouts/slideLayout3.xml" Id="R89fa032b9d434efd" /><Relationship Type="http://schemas.openxmlformats.org/officeDocument/2006/relationships/slideLayout" Target="/ppt/slideLayouts/slideLayout4.xml" Id="R4ee51e23aa9647be" /><Relationship Type="http://schemas.openxmlformats.org/officeDocument/2006/relationships/slideLayout" Target="/ppt/slideLayouts/slideLayout5.xml" Id="R8c71bbf80cf1480d" /><Relationship Type="http://schemas.openxmlformats.org/officeDocument/2006/relationships/slideLayout" Target="/ppt/slideLayouts/slideLayout6.xml" Id="R6c2145da04544218" /><Relationship Type="http://schemas.openxmlformats.org/officeDocument/2006/relationships/slideLayout" Target="/ppt/slideLayouts/slideLayout7.xml" Id="Rffe895319fdc46b3" /><Relationship Type="http://schemas.openxmlformats.org/officeDocument/2006/relationships/slideLayout" Target="/ppt/slideLayouts/slideLayout8.xml" Id="Rf0a79803dd174b41" /><Relationship Type="http://schemas.openxmlformats.org/officeDocument/2006/relationships/slideLayout" Target="/ppt/slideLayouts/slideLayout9.xml" Id="R75071dc1dfd140d3" /><Relationship Type="http://schemas.openxmlformats.org/officeDocument/2006/relationships/slideLayout" Target="/ppt/slideLayouts/slideLayout10.xml" Id="R431baffdc4b14aeb" /><Relationship Type="http://schemas.openxmlformats.org/officeDocument/2006/relationships/slideLayout" Target="/ppt/slideLayouts/slideLayout11.xml" Id="R71abbfa651514ca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99ea3de7249427d" /><Relationship Type="http://schemas.openxmlformats.org/officeDocument/2006/relationships/slideLayout" Target="/ppt/slideLayouts/slideLayout12.xml" Id="R60e8963e4c694b71" /><Relationship Type="http://schemas.openxmlformats.org/officeDocument/2006/relationships/slideLayout" Target="/ppt/slideLayouts/slideLayout13.xml" Id="R2d90cf3b6941485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8724f65a91f4c70" /><Relationship Type="http://schemas.openxmlformats.org/officeDocument/2006/relationships/slideLayout" Target="/ppt/slideLayouts/slideLayout14.xml" Id="R02ea36e524384257" /><Relationship Type="http://schemas.openxmlformats.org/officeDocument/2006/relationships/slideLayout" Target="/ppt/slideLayouts/slideLayout15.xml" Id="R1b29c4694e124f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4C26463-E0A4-414D-9756-191E381CF5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6DC9958-B5E9-411F-9FF5-D4F1FBC9CE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FE1E048-4F57-4CBD-8A1B-6C05A5990BB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7977AC-2B5C-4AC4-AE7D-099D12DD9E8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6854F1-E7A3-4768-8AC1-B721812571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8ed4488cf14668"/>
    <p:sldLayoutId xmlns:r="http://schemas.openxmlformats.org/officeDocument/2006/relationships" id="2147483650" r:id="R3de30e170ca444c6"/>
    <p:sldLayoutId xmlns:r="http://schemas.openxmlformats.org/officeDocument/2006/relationships" id="2147483651" r:id="R89fa032b9d434efd"/>
    <p:sldLayoutId xmlns:r="http://schemas.openxmlformats.org/officeDocument/2006/relationships" id="2147483652" r:id="R4ee51e23aa9647be"/>
    <p:sldLayoutId xmlns:r="http://schemas.openxmlformats.org/officeDocument/2006/relationships" id="2147483653" r:id="R8c71bbf80cf1480d"/>
    <p:sldLayoutId xmlns:r="http://schemas.openxmlformats.org/officeDocument/2006/relationships" id="2147483654" r:id="R6c2145da04544218"/>
    <p:sldLayoutId xmlns:r="http://schemas.openxmlformats.org/officeDocument/2006/relationships" id="2147483655" r:id="Rffe895319fdc46b3"/>
    <p:sldLayoutId xmlns:r="http://schemas.openxmlformats.org/officeDocument/2006/relationships" id="2147483656" r:id="Rf0a79803dd174b41"/>
    <p:sldLayoutId xmlns:r="http://schemas.openxmlformats.org/officeDocument/2006/relationships" id="2147483657" r:id="R75071dc1dfd140d3"/>
    <p:sldLayoutId xmlns:r="http://schemas.openxmlformats.org/officeDocument/2006/relationships" id="2147483658" r:id="R431baffdc4b14aeb"/>
    <p:sldLayoutId xmlns:r="http://schemas.openxmlformats.org/officeDocument/2006/relationships" id="2147483659" r:id="R71abbfa651514ca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6B1D660-0DB3-4C2F-976E-4D46F2FCC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294F0B5-7FFB-4306-872C-1960886DAA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7298DE-7C4E-4E66-A1B6-95D6B0F970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0CD8AA5-946D-4084-990C-80A7B17C37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421F897-0017-4C26-B2E9-32F014E62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0e8963e4c694b71"/>
    <p:sldLayoutId xmlns:r="http://schemas.openxmlformats.org/officeDocument/2006/relationships" id="2147483662" r:id="R2d90cf3b69414851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9CDF3B-0B8A-40FD-B5B2-A10C213D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7678B1-4722-464F-A222-81609D9CE2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25B3AE0-1EAA-45B7-868E-8B77B8C397D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28F157-116C-4878-9DD1-DBA191DF3F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F08C13C-6096-4247-994B-F473F9F4D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2ea36e524384257"/>
    <p:sldLayoutId xmlns:r="http://schemas.openxmlformats.org/officeDocument/2006/relationships" id="2147483665" r:id="R1b29c4694e124fa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3d2289f054236" /><Relationship Type="http://schemas.openxmlformats.org/officeDocument/2006/relationships/notesSlide" Target="/ppt/notesSlides/notesSlide1.xml" Id="Rb12fa2f675fc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63010da8bf42d8" /><Relationship Type="http://schemas.openxmlformats.org/officeDocument/2006/relationships/notesSlide" Target="/ppt/notesSlides/notesSlide2.xml" Id="R945f92f626b34b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591acf571d4ee5" /><Relationship Type="http://schemas.openxmlformats.org/officeDocument/2006/relationships/image" Target="/ppt/media/image6.png" Id="R7f6cdff80a2c4bb9" /><Relationship Type="http://schemas.openxmlformats.org/officeDocument/2006/relationships/notesSlide" Target="/ppt/notesSlides/notesSlide3.xml" Id="R27639cb51c794f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5d1b945e014984" /><Relationship Type="http://schemas.openxmlformats.org/officeDocument/2006/relationships/image" Target="/ppt/media/image6.png" Id="R0728996fd1bf42bb" /><Relationship Type="http://schemas.openxmlformats.org/officeDocument/2006/relationships/notesSlide" Target="/ppt/notesSlides/notesSlide4.xml" Id="R96a0e8e15a8c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d270dc44f74200" /><Relationship Type="http://schemas.openxmlformats.org/officeDocument/2006/relationships/image" Target="/ppt/media/image6.png" Id="R7ea8ae6e68f24f05" /><Relationship Type="http://schemas.openxmlformats.org/officeDocument/2006/relationships/notesSlide" Target="/ppt/notesSlides/notesSlide5.xml" Id="Rbb412157674649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a1a965765142d7" /><Relationship Type="http://schemas.openxmlformats.org/officeDocument/2006/relationships/image" Target="/ppt/media/image6.png" Id="R9c9210093de7451b" /><Relationship Type="http://schemas.openxmlformats.org/officeDocument/2006/relationships/notesSlide" Target="/ppt/notesSlides/notesSlide6.xml" Id="Rdcd4ea9a1fa64a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8549ea3dab4dcc" /><Relationship Type="http://schemas.openxmlformats.org/officeDocument/2006/relationships/image" Target="/ppt/media/image6.png" Id="R5336a26f98bb4b49" /><Relationship Type="http://schemas.openxmlformats.org/officeDocument/2006/relationships/notesSlide" Target="/ppt/notesSlides/notesSlide7.xml" Id="R62e2a36f1fef49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a15e6fd0bb4c06" /><Relationship Type="http://schemas.openxmlformats.org/officeDocument/2006/relationships/image" Target="/ppt/media/image6.png" Id="R688f8f5bda6742b9" /><Relationship Type="http://schemas.openxmlformats.org/officeDocument/2006/relationships/notesSlide" Target="/ppt/notesSlides/notesSlide8.xml" Id="Re4b921b2c0a742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4812bdbc634756" /><Relationship Type="http://schemas.openxmlformats.org/officeDocument/2006/relationships/image" Target="/ppt/media/image6.png" Id="R0461c467fdd14be5" /><Relationship Type="http://schemas.openxmlformats.org/officeDocument/2006/relationships/notesSlide" Target="/ppt/notesSlides/notesSlide9.xml" Id="R1b1e16c8748145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dbb12b765d4ba8" /><Relationship Type="http://schemas.openxmlformats.org/officeDocument/2006/relationships/image" Target="/ppt/media/image6.png" Id="R80da24eb32c74bed" /><Relationship Type="http://schemas.openxmlformats.org/officeDocument/2006/relationships/notesSlide" Target="/ppt/notesSlides/notesSlide10.xml" Id="Rba50fce7421a48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70d5550d9b4e0c" /><Relationship Type="http://schemas.openxmlformats.org/officeDocument/2006/relationships/image" Target="/ppt/media/image6.png" Id="R3b1844cda96e4184" /><Relationship Type="http://schemas.openxmlformats.org/officeDocument/2006/relationships/notesSlide" Target="/ppt/notesSlides/notesSlide11.xml" Id="Race30835c4ff46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71249e46d142ce" /><Relationship Type="http://schemas.openxmlformats.org/officeDocument/2006/relationships/image" Target="/ppt/media/image6.png" Id="R8a98d7b1297641f2" /><Relationship Type="http://schemas.openxmlformats.org/officeDocument/2006/relationships/notesSlide" Target="/ppt/notesSlides/notesSlide12.xml" Id="Rc84370ce914449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0fe353f4a4b2e" /><Relationship Type="http://schemas.openxmlformats.org/officeDocument/2006/relationships/notesSlide" Target="/ppt/notesSlides/notesSlide13.xml" Id="Raa532a04761c49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F903A9C-298E-4AD1-9686-FC5B819A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2F2B7FE2-7E60-488B-ABC1-6C56FF64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BCA2449E-3EB2-4650-81B7-9E662DAC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7AE183F-7CA5-4F99-9663-B311557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B75B2F65-F27E-4E0D-A444-D0A8B312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6623000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cdff80a2c4b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8996fd1bf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8ae6e68f24f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210093de745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6a26f98bb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f8f5bda6742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1c467fdd1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a24eb32c74b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844cda96e41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8d7b1297641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4BD9F75-6BF5-48C9-A3C2-9F2D7CA3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2026-08-25T02:50:32.2190000Z</dcterms:created>
  <dcterms:modified xsi:type="dcterms:W3CDTF">2026-08-25T02:50:32.2190000Z</dcterms:modified>
</coreProperties>
</file>