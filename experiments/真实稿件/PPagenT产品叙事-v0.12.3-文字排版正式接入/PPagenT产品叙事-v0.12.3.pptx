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2baab671674c39" /><Relationship Type="http://schemas.openxmlformats.org/officeDocument/2006/relationships/extended-properties" Target="/docProps/app.xml" Id="R140e4768a3114955" /><Relationship Type="http://schemas.openxmlformats.org/officeDocument/2006/relationships/officeDocument" Target="/ppt/presentation.xml" Id="Ra1cf8ff0009f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54f1d163448d4"/>
    <p:sldMasterId xmlns:r="http://schemas.openxmlformats.org/officeDocument/2006/relationships" id="2147483660" r:id="R20a4a54216e34ae4"/>
    <p:sldMasterId xmlns:r="http://schemas.openxmlformats.org/officeDocument/2006/relationships" id="2147483663" r:id="Rc227a8cd3e454c5c"/>
  </p:sldMasterIdLst>
  <p:notesMasterIdLst>
    <p:notesMasterId xmlns:r="http://schemas.openxmlformats.org/officeDocument/2006/relationships" r:id="R141adfb2c5c44559"/>
  </p:notesMasterIdLst>
  <p:sldIdLst>
    <p:sldId xmlns:r="http://schemas.openxmlformats.org/officeDocument/2006/relationships" id="256" r:id="R1f8801e901334091"/>
    <p:sldId xmlns:r="http://schemas.openxmlformats.org/officeDocument/2006/relationships" id="257" r:id="R5cda901b147e427c"/>
    <p:sldId xmlns:r="http://schemas.openxmlformats.org/officeDocument/2006/relationships" id="258" r:id="R70e16d0099b74681"/>
    <p:sldId xmlns:r="http://schemas.openxmlformats.org/officeDocument/2006/relationships" id="259" r:id="R1ad23a03319c4218"/>
    <p:sldId xmlns:r="http://schemas.openxmlformats.org/officeDocument/2006/relationships" id="260" r:id="R8a92b452b5664083"/>
    <p:sldId xmlns:r="http://schemas.openxmlformats.org/officeDocument/2006/relationships" id="261" r:id="R7909f34e39d648f8"/>
    <p:sldId xmlns:r="http://schemas.openxmlformats.org/officeDocument/2006/relationships" id="262" r:id="R9af7e58b6a844126"/>
    <p:sldId xmlns:r="http://schemas.openxmlformats.org/officeDocument/2006/relationships" id="263" r:id="R7563acb329954631"/>
    <p:sldId xmlns:r="http://schemas.openxmlformats.org/officeDocument/2006/relationships" id="264" r:id="R8df5cb183e794de3"/>
    <p:sldId xmlns:r="http://schemas.openxmlformats.org/officeDocument/2006/relationships" id="265" r:id="R7b7fe51673c64f66"/>
    <p:sldId xmlns:r="http://schemas.openxmlformats.org/officeDocument/2006/relationships" id="266" r:id="Rdf436bd003e54455"/>
    <p:sldId xmlns:r="http://schemas.openxmlformats.org/officeDocument/2006/relationships" id="267" r:id="R99e8190da52e445e"/>
    <p:sldId xmlns:r="http://schemas.openxmlformats.org/officeDocument/2006/relationships" id="268" r:id="R2410ac68a69e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0bcbf2383046a4" /><Relationship Type="http://schemas.openxmlformats.org/officeDocument/2006/relationships/slideMaster" Target="/ppt/slideMasters/slideMaster1.xml" Id="Rd8454f1d163448d4" /><Relationship Type="http://schemas.openxmlformats.org/officeDocument/2006/relationships/slideMaster" Target="/ppt/slideMasters/slideMaster2.xml" Id="R20a4a54216e34ae4" /><Relationship Type="http://schemas.openxmlformats.org/officeDocument/2006/relationships/slideMaster" Target="/ppt/slideMasters/slideMaster3.xml" Id="Rc227a8cd3e454c5c" /><Relationship Type="http://schemas.openxmlformats.org/officeDocument/2006/relationships/notesMaster" Target="/ppt/notesMasters/notesMaster1.xml" Id="R141adfb2c5c44559" /><Relationship Type="http://schemas.openxmlformats.org/officeDocument/2006/relationships/presProps" Target="/ppt/presProps.xml" Id="Rb23fb0259dbb4b95" /><Relationship Type="http://schemas.openxmlformats.org/officeDocument/2006/relationships/viewProps" Target="/ppt/viewProps.xml" Id="R1e0124630e1a48b0" /><Relationship Type="http://schemas.openxmlformats.org/officeDocument/2006/relationships/tableStyles" Target="/ppt/tableStyles.xml" Id="Rccf1d5bf869f4097" /><Relationship Type="http://schemas.openxmlformats.org/officeDocument/2006/relationships/slide" Target="/ppt/slides/slide1.xml" Id="R1f8801e901334091" /><Relationship Type="http://schemas.openxmlformats.org/officeDocument/2006/relationships/slide" Target="/ppt/slides/slide2.xml" Id="R5cda901b147e427c" /><Relationship Type="http://schemas.openxmlformats.org/officeDocument/2006/relationships/slide" Target="/ppt/slides/slide3.xml" Id="R70e16d0099b74681" /><Relationship Type="http://schemas.openxmlformats.org/officeDocument/2006/relationships/slide" Target="/ppt/slides/slide4.xml" Id="R1ad23a03319c4218" /><Relationship Type="http://schemas.openxmlformats.org/officeDocument/2006/relationships/slide" Target="/ppt/slides/slide5.xml" Id="R8a92b452b5664083" /><Relationship Type="http://schemas.openxmlformats.org/officeDocument/2006/relationships/slide" Target="/ppt/slides/slide6.xml" Id="R7909f34e39d648f8" /><Relationship Type="http://schemas.openxmlformats.org/officeDocument/2006/relationships/slide" Target="/ppt/slides/slide7.xml" Id="R9af7e58b6a844126" /><Relationship Type="http://schemas.openxmlformats.org/officeDocument/2006/relationships/slide" Target="/ppt/slides/slide8.xml" Id="R7563acb329954631" /><Relationship Type="http://schemas.openxmlformats.org/officeDocument/2006/relationships/slide" Target="/ppt/slides/slide9.xml" Id="R8df5cb183e794de3" /><Relationship Type="http://schemas.openxmlformats.org/officeDocument/2006/relationships/slide" Target="/ppt/slides/slide10.xml" Id="R7b7fe51673c64f66" /><Relationship Type="http://schemas.openxmlformats.org/officeDocument/2006/relationships/slide" Target="/ppt/slides/slide11.xml" Id="Rdf436bd003e54455" /><Relationship Type="http://schemas.openxmlformats.org/officeDocument/2006/relationships/slide" Target="/ppt/slides/slide12.xml" Id="R99e8190da52e445e" /><Relationship Type="http://schemas.openxmlformats.org/officeDocument/2006/relationships/slide" Target="/ppt/slides/slide13.xml" Id="R2410ac68a69e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060e878dff8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17bfda66e4ae5" /><Relationship Type="http://schemas.openxmlformats.org/officeDocument/2006/relationships/notesMaster" Target="/ppt/notesMasters/notesMaster1.xml" Id="R953ae4593ffb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aa1685f7c46ed" /><Relationship Type="http://schemas.openxmlformats.org/officeDocument/2006/relationships/notesMaster" Target="/ppt/notesMasters/notesMaster1.xml" Id="Rd94dda055d0e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9a99f4ba04872" /><Relationship Type="http://schemas.openxmlformats.org/officeDocument/2006/relationships/notesMaster" Target="/ppt/notesMasters/notesMaster1.xml" Id="Rf7fc594af8b8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9918d92904566" /><Relationship Type="http://schemas.openxmlformats.org/officeDocument/2006/relationships/notesMaster" Target="/ppt/notesMasters/notesMaster1.xml" Id="R262854b9e2ad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e48eb250b408f" /><Relationship Type="http://schemas.openxmlformats.org/officeDocument/2006/relationships/notesMaster" Target="/ppt/notesMasters/notesMaster1.xml" Id="Re554ab871f19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e2dfd108cc4925" /><Relationship Type="http://schemas.openxmlformats.org/officeDocument/2006/relationships/notesMaster" Target="/ppt/notesMasters/notesMaster1.xml" Id="Rf69f4537d4f542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0b87fce7584083" /><Relationship Type="http://schemas.openxmlformats.org/officeDocument/2006/relationships/notesMaster" Target="/ppt/notesMasters/notesMaster1.xml" Id="R4ac1d09c1c2b42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6f0a755b834812" /><Relationship Type="http://schemas.openxmlformats.org/officeDocument/2006/relationships/notesMaster" Target="/ppt/notesMasters/notesMaster1.xml" Id="R10ae7a64665143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cfeb69067a4a73" /><Relationship Type="http://schemas.openxmlformats.org/officeDocument/2006/relationships/notesMaster" Target="/ppt/notesMasters/notesMaster1.xml" Id="Rb91d39fcfb84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7599419d146ba" /><Relationship Type="http://schemas.openxmlformats.org/officeDocument/2006/relationships/notesMaster" Target="/ppt/notesMasters/notesMaster1.xml" Id="R921dcc8e2995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0de383957e49ef" /><Relationship Type="http://schemas.openxmlformats.org/officeDocument/2006/relationships/notesMaster" Target="/ppt/notesMasters/notesMaster1.xml" Id="R89134ccca80446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25f49f091c44e2" /><Relationship Type="http://schemas.openxmlformats.org/officeDocument/2006/relationships/notesMaster" Target="/ppt/notesMasters/notesMaster1.xml" Id="R8795009d1e0b4b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29ab5683e64eb8" /><Relationship Type="http://schemas.openxmlformats.org/officeDocument/2006/relationships/notesMaster" Target="/ppt/notesMasters/notesMaster1.xml" Id="R7f842d90e50a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progression-spectrum-focus-001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PPagenT：p8-intent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PPagenT：p9-intent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PPagenT：p10-intent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e65a85cad43fd" /><Relationship Type="http://schemas.openxmlformats.org/officeDocument/2006/relationships/image" Target="/ppt/media/image.jpeg" Id="Rb257e5adf34642a3" /><Relationship Type="http://schemas.openxmlformats.org/officeDocument/2006/relationships/image" Target="/ppt/media/image.png" Id="R5d72020fe7dd4760" /><Relationship Type="http://schemas.openxmlformats.org/officeDocument/2006/relationships/image" Target="/ppt/media/image2.png" Id="R4d33c61f6f8346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82d28a3f14d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11af4739247ff" /><Relationship Type="http://schemas.openxmlformats.org/officeDocument/2006/relationships/image" Target="/ppt/media/image3.png" Id="R86f027e8118b41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e0e9b30d84d65" /><Relationship Type="http://schemas.openxmlformats.org/officeDocument/2006/relationships/image" Target="/ppt/media/image4.png" Id="R12e272d6886c4b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8bc7b01d540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f129f4c234c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24711bf644b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16051fd8d42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9a4db7ad746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c9881b47e43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7881b60c74e8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e936d9851b4974" /><Relationship Type="http://schemas.openxmlformats.org/officeDocument/2006/relationships/image" Target="/ppt/media/image5.png" Id="R69efa38ce17042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d61df50a0144f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dfac6f808e4f68" /><Relationship Type="http://schemas.openxmlformats.org/officeDocument/2006/relationships/image" Target="/ppt/media/image5.png" Id="R33c4daa4f5784d5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ae05adee4d493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7e5adf34642a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2020fe7dd476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3c61f6f8346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36E8B635-B911-489B-A207-70E577E4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027e8118b415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57DD2BE8-D388-41D8-BF57-DF6C831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C44421A-B031-41B0-BF5B-C36D1DDB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519DB5E-C6ED-41C3-B68E-E1C0A8A4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E6357B6F-1B90-484D-BDAB-8FD99C2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272d6886c4bc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0187663-A9AE-42BC-8E0D-1A0BF398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33FA5B93-D91B-4388-B552-6DAD8E01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7B134E-F722-4A1E-B952-C3D505824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E12D95B-CF72-4906-AE43-10EAA86641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5B222B9-9ADC-492F-899C-40F42E9E88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8692B8-5346-42F7-982A-73407E72E06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B4F2489-198A-44ED-A68E-D53F2E6B5A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AB83127-92B6-4696-840E-71231AB899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E925B87-D895-485E-B863-2F1A865EAE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DEEB24-B11D-4A01-9C90-4A1D8CC39A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FBFD8C-4443-4918-A9CD-C2DDD53DE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6FD2872-C4A2-4601-9193-675E458083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0BA4F70-A64E-466F-9042-48D6F269AD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6AD2543-1D7F-4404-8CF2-1D67364EE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9700B16-DB2B-49D5-8942-88F9F643E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BE56664-6AEC-4E9F-A1E5-3D3A43825A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386578-4850-4C5A-BA68-2864019E3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63B0AF-56EE-4A23-A0DB-ACB8888D9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F03278-D1C0-4F10-97F5-3A2C135950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805F236-E4DD-4EAF-BF92-319880A6D6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86C48F-CECA-4556-A2BE-50AC3B462E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956788E-B598-4FCC-8302-87812294FF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7D2E93-AB51-4C3B-8C2D-37BBBE7F74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096A74-6B9B-412A-A02E-714A6D3E1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C9172F1-4E4D-44D8-8730-5DE7759D3FE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EBF6CBB-7592-44E9-8E24-3575CA7A47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7C60BAE-3C07-41DC-B653-3F48F6CFEB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E633885-DE71-4E52-90DC-22744EB12A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9CCD88-8127-4C66-9BFF-21617B0D4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A89260-3755-427A-9517-5FB0C4EA2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798962C-FE13-4C17-B118-154C1C564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95F3DE-270C-4A16-818D-4EB945389F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80C7194-7D89-4DBF-B510-2F38B707A0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513E8F-6589-484A-9E78-021B858486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34C2DB-8375-4F22-8BF1-C1B45B687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211E57-707E-411B-802A-09D1CC45E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0EAF98-FD50-47E2-AE17-5A21F0B88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ED6294-86B2-4803-BF96-6B53214FED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1185A5-B25D-4DEC-87B0-A7C9B68E1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fa38ce17042d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CD0ED5C-0ED1-4095-AB44-D565E6C7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BDEC97C-BF6F-4315-AFDB-D029BB6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79D633E-62A3-417F-ACAF-6AEFFFB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A84144-B0ED-4A28-9CD1-FE1391F3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4daa4f5784d5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AC0EE3B-E2EF-426E-BF2C-CBF2DB6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F8EF052-CA69-4204-93CD-6C70FD2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A8A3854-B3EC-4486-8CDA-3423D14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3A8BFF2-33A2-448C-89C2-A3C853B8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7ca2322b14b74" /><Relationship Type="http://schemas.openxmlformats.org/officeDocument/2006/relationships/slideLayout" Target="/ppt/slideLayouts/slideLayout1.xml" Id="Re16102b3d98746f0" /><Relationship Type="http://schemas.openxmlformats.org/officeDocument/2006/relationships/slideLayout" Target="/ppt/slideLayouts/slideLayout2.xml" Id="Rbb8692ffd99e454f" /><Relationship Type="http://schemas.openxmlformats.org/officeDocument/2006/relationships/slideLayout" Target="/ppt/slideLayouts/slideLayout3.xml" Id="R08ee22d80b4c4df9" /><Relationship Type="http://schemas.openxmlformats.org/officeDocument/2006/relationships/slideLayout" Target="/ppt/slideLayouts/slideLayout4.xml" Id="Rad8b8166914b4d18" /><Relationship Type="http://schemas.openxmlformats.org/officeDocument/2006/relationships/slideLayout" Target="/ppt/slideLayouts/slideLayout5.xml" Id="R390b5c64a3aa43bb" /><Relationship Type="http://schemas.openxmlformats.org/officeDocument/2006/relationships/slideLayout" Target="/ppt/slideLayouts/slideLayout6.xml" Id="R7568b913d0b74267" /><Relationship Type="http://schemas.openxmlformats.org/officeDocument/2006/relationships/slideLayout" Target="/ppt/slideLayouts/slideLayout7.xml" Id="R76664dc59c09459b" /><Relationship Type="http://schemas.openxmlformats.org/officeDocument/2006/relationships/slideLayout" Target="/ppt/slideLayouts/slideLayout8.xml" Id="Raebc61888a094d65" /><Relationship Type="http://schemas.openxmlformats.org/officeDocument/2006/relationships/slideLayout" Target="/ppt/slideLayouts/slideLayout9.xml" Id="Rb7229adfa15f480f" /><Relationship Type="http://schemas.openxmlformats.org/officeDocument/2006/relationships/slideLayout" Target="/ppt/slideLayouts/slideLayout10.xml" Id="Rff84491f36e1412c" /><Relationship Type="http://schemas.openxmlformats.org/officeDocument/2006/relationships/slideLayout" Target="/ppt/slideLayouts/slideLayout11.xml" Id="R88a8a56f4d6643b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4d4c7e8855f499c" /><Relationship Type="http://schemas.openxmlformats.org/officeDocument/2006/relationships/slideLayout" Target="/ppt/slideLayouts/slideLayout12.xml" Id="Ra9372b35ee2b472b" /><Relationship Type="http://schemas.openxmlformats.org/officeDocument/2006/relationships/slideLayout" Target="/ppt/slideLayouts/slideLayout13.xml" Id="Rc501bf2db0684fb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ef81732085044d8" /><Relationship Type="http://schemas.openxmlformats.org/officeDocument/2006/relationships/slideLayout" Target="/ppt/slideLayouts/slideLayout14.xml" Id="R6e731ec9d59249b3" /><Relationship Type="http://schemas.openxmlformats.org/officeDocument/2006/relationships/slideLayout" Target="/ppt/slideLayouts/slideLayout15.xml" Id="Re11c2dfcf4c342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4C26463-E0A4-414D-9756-191E381CF5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DC9958-B5E9-411F-9FF5-D4F1FBC9CE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E1E048-4F57-4CBD-8A1B-6C05A5990BB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7977AC-2B5C-4AC4-AE7D-099D12DD9E8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6854F1-E7A3-4768-8AC1-B721812571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102b3d98746f0"/>
    <p:sldLayoutId xmlns:r="http://schemas.openxmlformats.org/officeDocument/2006/relationships" id="2147483650" r:id="Rbb8692ffd99e454f"/>
    <p:sldLayoutId xmlns:r="http://schemas.openxmlformats.org/officeDocument/2006/relationships" id="2147483651" r:id="R08ee22d80b4c4df9"/>
    <p:sldLayoutId xmlns:r="http://schemas.openxmlformats.org/officeDocument/2006/relationships" id="2147483652" r:id="Rad8b8166914b4d18"/>
    <p:sldLayoutId xmlns:r="http://schemas.openxmlformats.org/officeDocument/2006/relationships" id="2147483653" r:id="R390b5c64a3aa43bb"/>
    <p:sldLayoutId xmlns:r="http://schemas.openxmlformats.org/officeDocument/2006/relationships" id="2147483654" r:id="R7568b913d0b74267"/>
    <p:sldLayoutId xmlns:r="http://schemas.openxmlformats.org/officeDocument/2006/relationships" id="2147483655" r:id="R76664dc59c09459b"/>
    <p:sldLayoutId xmlns:r="http://schemas.openxmlformats.org/officeDocument/2006/relationships" id="2147483656" r:id="Raebc61888a094d65"/>
    <p:sldLayoutId xmlns:r="http://schemas.openxmlformats.org/officeDocument/2006/relationships" id="2147483657" r:id="Rb7229adfa15f480f"/>
    <p:sldLayoutId xmlns:r="http://schemas.openxmlformats.org/officeDocument/2006/relationships" id="2147483658" r:id="Rff84491f36e1412c"/>
    <p:sldLayoutId xmlns:r="http://schemas.openxmlformats.org/officeDocument/2006/relationships" id="2147483659" r:id="R88a8a56f4d6643b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6B1D660-0DB3-4C2F-976E-4D46F2FCC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294F0B5-7FFB-4306-872C-1960886DA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7298DE-7C4E-4E66-A1B6-95D6B0F970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CD8AA5-946D-4084-990C-80A7B17C37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21F897-0017-4C26-B2E9-32F014E62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9372b35ee2b472b"/>
    <p:sldLayoutId xmlns:r="http://schemas.openxmlformats.org/officeDocument/2006/relationships" id="2147483662" r:id="Rc501bf2db0684fb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79CDF3B-0B8A-40FD-B5B2-A10C213D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7678B1-4722-464F-A222-81609D9CE2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5B3AE0-1EAA-45B7-868E-8B77B8C397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28F157-116C-4878-9DD1-DBA191DF3F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F08C13C-6096-4247-994B-F473F9F4D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e731ec9d59249b3"/>
    <p:sldLayoutId xmlns:r="http://schemas.openxmlformats.org/officeDocument/2006/relationships" id="2147483665" r:id="Re11c2dfcf4c342e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0fa87e1a845a0" /><Relationship Type="http://schemas.openxmlformats.org/officeDocument/2006/relationships/notesSlide" Target="/ppt/notesSlides/notesSlide1.xml" Id="Rc801c4ddb5bd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32201b91904a81" /><Relationship Type="http://schemas.openxmlformats.org/officeDocument/2006/relationships/notesSlide" Target="/ppt/notesSlides/notesSlide2.xml" Id="R76603d424a3542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f6738552084250" /><Relationship Type="http://schemas.openxmlformats.org/officeDocument/2006/relationships/image" Target="/ppt/media/image6.png" Id="R4df80ec6aff94785" /><Relationship Type="http://schemas.openxmlformats.org/officeDocument/2006/relationships/image" Target="/ppt/media/image.svg" Id="R4ae0447a097947ce" /><Relationship Type="http://schemas.openxmlformats.org/officeDocument/2006/relationships/image" Target="/ppt/media/image7.png" Id="Rb6cc320e525945e1" /><Relationship Type="http://schemas.openxmlformats.org/officeDocument/2006/relationships/image" Target="/ppt/media/image2.svg" Id="Rd93f2e04d84846bd" /><Relationship Type="http://schemas.openxmlformats.org/officeDocument/2006/relationships/image" Target="/ppt/media/image8.png" Id="Rb30ca685b9d74a6a" /><Relationship Type="http://schemas.openxmlformats.org/officeDocument/2006/relationships/image" Target="/ppt/media/image3.svg" Id="R0f0f7678ff2d416a" /><Relationship Type="http://schemas.openxmlformats.org/officeDocument/2006/relationships/image" Target="/ppt/media/image9.png" Id="R7a7a90fd67b34ab6" /><Relationship Type="http://schemas.openxmlformats.org/officeDocument/2006/relationships/image" Target="/ppt/media/image4.svg" Id="Ra19e3dc78c3e47ec" /><Relationship Type="http://schemas.openxmlformats.org/officeDocument/2006/relationships/image" Target="/ppt/media/image10.png" Id="R50c97e4a694e4441" /><Relationship Type="http://schemas.openxmlformats.org/officeDocument/2006/relationships/image" Target="/ppt/media/image5.svg" Id="Rac3f7a732e2244c3" /><Relationship Type="http://schemas.openxmlformats.org/officeDocument/2006/relationships/image" Target="/ppt/media/image11.png" Id="R9cb215bbab734271" /><Relationship Type="http://schemas.openxmlformats.org/officeDocument/2006/relationships/image" Target="/ppt/media/image6.svg" Id="R20d57ae58c6b4996" /><Relationship Type="http://schemas.openxmlformats.org/officeDocument/2006/relationships/notesSlide" Target="/ppt/notesSlides/notesSlide3.xml" Id="Ra32e47c8fb7545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c235eda6b74622" /><Relationship Type="http://schemas.openxmlformats.org/officeDocument/2006/relationships/notesSlide" Target="/ppt/notesSlides/notesSlide4.xml" Id="R6f49b374dfa6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a8445bf7874827" /><Relationship Type="http://schemas.openxmlformats.org/officeDocument/2006/relationships/notesSlide" Target="/ppt/notesSlides/notesSlide5.xml" Id="R55afb97306a047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6dc1ac69bd4635" /><Relationship Type="http://schemas.openxmlformats.org/officeDocument/2006/relationships/image" Target="/ppt/media/image12.png" Id="R8b05eeda9acc4de0" /><Relationship Type="http://schemas.openxmlformats.org/officeDocument/2006/relationships/image" Target="/ppt/media/image7.svg" Id="Rb7ee5ce026da42b0" /><Relationship Type="http://schemas.openxmlformats.org/officeDocument/2006/relationships/image" Target="/ppt/media/image13.png" Id="R461fbd7c135a496a" /><Relationship Type="http://schemas.openxmlformats.org/officeDocument/2006/relationships/image" Target="/ppt/media/image8.svg" Id="R2b63975d0f5143a2" /><Relationship Type="http://schemas.openxmlformats.org/officeDocument/2006/relationships/image" Target="/ppt/media/image14.png" Id="Rbbbc24d0c88d41fc" /><Relationship Type="http://schemas.openxmlformats.org/officeDocument/2006/relationships/image" Target="/ppt/media/image9.svg" Id="R0fadc491b0be4f6b" /><Relationship Type="http://schemas.openxmlformats.org/officeDocument/2006/relationships/image" Target="/ppt/media/image15.png" Id="R4a1ca31770b74ca9" /><Relationship Type="http://schemas.openxmlformats.org/officeDocument/2006/relationships/image" Target="/ppt/media/image10.svg" Id="Rb9a9596189b340b7" /><Relationship Type="http://schemas.openxmlformats.org/officeDocument/2006/relationships/notesSlide" Target="/ppt/notesSlides/notesSlide6.xml" Id="R913584cf5f6149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36231f663d4e93" /><Relationship Type="http://schemas.openxmlformats.org/officeDocument/2006/relationships/notesSlide" Target="/ppt/notesSlides/notesSlide7.xml" Id="R5a2f229d34ec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b9709ded19496a" /><Relationship Type="http://schemas.openxmlformats.org/officeDocument/2006/relationships/notesSlide" Target="/ppt/notesSlides/notesSlide8.xml" Id="R99724468f49944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130b4941414a40" /><Relationship Type="http://schemas.openxmlformats.org/officeDocument/2006/relationships/notesSlide" Target="/ppt/notesSlides/notesSlide9.xml" Id="R4b9ca1c2debb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67ff68cc944613" /><Relationship Type="http://schemas.openxmlformats.org/officeDocument/2006/relationships/image" Target="/ppt/media/image16.png" Id="R61b4480017f145f0" /><Relationship Type="http://schemas.openxmlformats.org/officeDocument/2006/relationships/image" Target="/ppt/media/image11.svg" Id="R310c39fe34584686" /><Relationship Type="http://schemas.openxmlformats.org/officeDocument/2006/relationships/image" Target="/ppt/media/image17.png" Id="R721b3ea2319a4925" /><Relationship Type="http://schemas.openxmlformats.org/officeDocument/2006/relationships/image" Target="/ppt/media/image12.svg" Id="Rb334628b4be74fdb" /><Relationship Type="http://schemas.openxmlformats.org/officeDocument/2006/relationships/image" Target="/ppt/media/image18.png" Id="R1071ecd82afc4d5e" /><Relationship Type="http://schemas.openxmlformats.org/officeDocument/2006/relationships/image" Target="/ppt/media/image13.svg" Id="Rd15ba219af224026" /><Relationship Type="http://schemas.openxmlformats.org/officeDocument/2006/relationships/image" Target="/ppt/media/image19.png" Id="R2b2d9c7dfc42430a" /><Relationship Type="http://schemas.openxmlformats.org/officeDocument/2006/relationships/image" Target="/ppt/media/image14.svg" Id="R9101af1121f44bfb" /><Relationship Type="http://schemas.openxmlformats.org/officeDocument/2006/relationships/image" Target="/ppt/media/image20.png" Id="R935d1f3308784871" /><Relationship Type="http://schemas.openxmlformats.org/officeDocument/2006/relationships/image" Target="/ppt/media/image15.svg" Id="Rc404d7130e2f43cc" /><Relationship Type="http://schemas.openxmlformats.org/officeDocument/2006/relationships/notesSlide" Target="/ppt/notesSlides/notesSlide10.xml" Id="Rca3fdfb26f6f44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f13376b62f4760" /><Relationship Type="http://schemas.openxmlformats.org/officeDocument/2006/relationships/notesSlide" Target="/ppt/notesSlides/notesSlide11.xml" Id="Rabed1bbc722848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4ba2c66c7c4a68" /><Relationship Type="http://schemas.openxmlformats.org/officeDocument/2006/relationships/image" Target="/ppt/media/image21.png" Id="R2dfb5f01bd234174" /><Relationship Type="http://schemas.openxmlformats.org/officeDocument/2006/relationships/image" Target="/ppt/media/image16.svg" Id="Rfee7603c3db64324" /><Relationship Type="http://schemas.openxmlformats.org/officeDocument/2006/relationships/image" Target="/ppt/media/image22.png" Id="R8ed9f19807764008" /><Relationship Type="http://schemas.openxmlformats.org/officeDocument/2006/relationships/image" Target="/ppt/media/image17.svg" Id="R79a4fe0d8cbe4712" /><Relationship Type="http://schemas.openxmlformats.org/officeDocument/2006/relationships/image" Target="/ppt/media/image23.png" Id="Rc5f0eb7e06954ea7" /><Relationship Type="http://schemas.openxmlformats.org/officeDocument/2006/relationships/image" Target="/ppt/media/image18.svg" Id="Rea94fcf1dec54c00" /><Relationship Type="http://schemas.openxmlformats.org/officeDocument/2006/relationships/notesSlide" Target="/ppt/notesSlides/notesSlide12.xml" Id="R77412320dfa140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2ea4e954021" /><Relationship Type="http://schemas.openxmlformats.org/officeDocument/2006/relationships/notesSlide" Target="/ppt/notesSlides/notesSlide13.xml" Id="R71f2bfce39f744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F903A9C-298E-4AD1-9686-FC5B819A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F2B7FE2-7E60-488B-ABC1-6C56FF6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CA2449E-3EB2-4650-81B7-9E662DA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7AE183F-7CA5-4F99-9663-B311557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75B2F65-F27E-4E0D-A444-D0A8B31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662300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做PPT真正昂贵的是什么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选择概率最大的需求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稳定可用优先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建设能力再稳定调用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从一个学校走向更多组织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9DA10E3-B327-4F21-96D3-6C1E57AC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02FD7138-C227-4545-96C4-A8B14602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BCB94F0E-AAF6-40AC-A648-90B40EBD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20950AB2-D1ED-4DFD-8C4F-543A156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FD6398C0-CCD9-4F56-ABAE-0D94941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30FD27E3-5CF5-4119-92B6-31D92756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5E73DA73-EC3E-434B-BCE8-5C584B21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6CCEDE96-1F19-4701-95FE-DD0B017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04C7F16-BC39-4005-BB02-80276229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4158B288-2D5E-4A35-843D-F5534B7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527B3C12-D6B0-406B-B413-F1CEE246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463CF980-C3BF-4BA7-B7C1-A61ED497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CE4FEE2C-DC19-4002-902B-B47055B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B8CD3AA0-0E6E-4AA5-B9E5-B12C47F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7DFF4FA8-EC50-4F6B-BFAC-DD8536E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477B568A-0BA9-4074-A14F-E5397C7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5617CB1A-806F-4A9C-A696-18B6A1F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EECEC3F1-7B00-47FC-8800-495A9FC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E31CEA49-EAC8-4445-9EF6-743AA8D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B899ABEB-8B52-458D-94C5-853D7199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931C3D72-845B-4304-9ADA-2DCE0E9C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22133D16-C8B7-40BA-BF7F-EDCBA8FA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9C13A243-2793-4564-9BBD-1FFCC78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9F96130F-1B0B-40FD-98DE-9F4005CB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64682D31-ADA1-4753-B28A-704217FD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75C47FFA-7131-4FFB-9714-7F2C6BD8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BBBE0F85-4BF6-489D-99DD-389280A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8EE0D196-9AC4-47BA-8565-D9E2DBA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90414043-071F-41DD-A833-91D5DE80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DA8A2531-050B-4AC5-B883-AB3C36B1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18FECD7F-5DBC-4260-B18A-346C9B09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EDDECDCB-836E-441B-9430-D4DC076A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79AB02B4-141F-4719-8ABD-BD246F52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C185B8BE-D18D-4384-83BF-D29D71D8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042D6567-7146-4CBE-93BE-C88A615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49AAB78B-429E-4964-A3FB-BDFE00CB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F30C6ED9-D407-4FCF-87E7-C193272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959B0755-4E30-43D2-82BC-7FF778C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C8C8FED1-E773-4147-A33C-CC2A241E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EE9981DF-0859-4668-B5A9-1411137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FC4C3451-A66E-4572-AF87-D3F22F3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FD1BCE52-3AE9-472C-8CB8-9BEF630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ECD47264-649D-43A9-A21A-6936953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9DAFBE3C-19BA-4F11-AE2D-8455C20C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0D457C3A-C203-42AA-B360-0B2D84D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8AC8A85A-8484-4396-A74D-5B262DD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5793EB9F-9FA1-4DD9-A016-7823A7DA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41806628-EA25-4860-96D7-82C87B8A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139E9A6F-0E26-481D-BDF7-073864B8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D81805DF-7B02-45D9-96E5-50F45B6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5882A9BA-EB4E-4CA6-A6FD-1650C4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15D5A845-821A-4CA3-9A74-E8F3938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0C506FD9-023D-47F6-AF91-E5C82A19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F782B0C6-1433-4C21-8C9E-CA634563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E5C3038D-3D74-439F-BFB7-F35060C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B1E71302-9769-4326-8988-68F7E5F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61278A6D-71DD-43C0-B5C4-FA7BB2A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F03A7B9D-DFF6-440E-A33E-252DD75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AEF82639-7E2D-4403-BCE7-D179EBD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358137E0-E0C7-4649-85F2-A3A68F4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1FD1D560-50FF-49E0-95A7-9ACA667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2D42555A-66F2-487D-AC2E-2CDB6FBB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69679D3C-797A-4526-AD4F-748BA646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E15D2433-BE27-434D-948A-CF163FCA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F046BC0C-432F-4D95-82B2-3CD13D37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32B0E949-2805-4B57-96CA-84683C7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E0B57D27-B676-4D3E-98C2-21E8FC6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F51E7D3A-4982-40A7-A7BC-1B02242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5E3E6689-E8D2-42E8-A97F-10040766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6953CAC9-82A4-43C3-A139-23954B64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8719BB4A-F1EB-466C-9214-9DCD8B24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BDFF171C-3B5E-4E95-9416-93E9056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EF805801-656B-4D86-93FC-598CA4C5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E24F44BD-E38F-4BFF-880B-7335ED68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4F769340-157D-4AB4-BA87-37CAC1C4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BFC4DAB9-20D7-45F8-9C8E-068713C1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63B8861C-7594-4C24-AD9A-9B1338B6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11DECC52-F511-49E8-BFC4-859E3F3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196ACBF8-CACE-4EC8-9DA2-C568746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D764346C-1C73-4903-9FD4-2E35EF36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082EE919-F7D7-4281-8435-CDAD584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4721F6F3-D553-4A9E-8326-20E6C8D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C6CBE15E-1263-45CE-8C31-DCB31C3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E7D20586-3918-4FDF-9F3A-7DBC84E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E481419A-AF63-4C53-8AB0-B260546F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19AC7000-BF05-4B01-9DE3-F2BBFEF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040DB008-8D6D-4281-A255-0F26A730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F6504615-1898-483B-85DE-C8F43881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07D077FD-15FB-44A2-9905-72F990DE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B36DC8C4-DAAB-452B-811D-DE5CF19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D980F66C-876D-47D0-AE93-415AC3A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77F0C511-0853-4DAE-824E-0DB70D91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3A5618D0-7D2F-4732-BBEA-28F5C8E6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3AB967E8-1E3D-4C91-A2C2-11B697C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795727DA-4293-47D6-8CC5-A9E9CEB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6FE352F1-6608-4CD8-A96E-47798A8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03315051-B67D-4E34-AAB5-F7F9355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1714DEF3-3449-407C-8531-9AFE88E9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3D4DB12D-EDB4-46BB-AAB8-70D5A30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1B40B36F-0FE3-47AD-893E-8080CA51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02E92E22-CD93-4434-9631-1E1DCD95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01EDB900-8216-4740-ABD3-17BA831A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55CA2083-C8FB-4602-BAF7-45C0EB8F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1D8A50F6-4E41-42AB-8E30-1672563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5EC9E609-2709-4F67-BD99-1C21B4A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FFF9C7ED-399A-475D-96EA-ADFF41E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34F4F330-41FF-41F1-887A-1B8AB949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D4586287-AC66-42E9-ACD8-64857F18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73C57CA5-638C-470D-A3F0-3B778D7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64C031DC-D565-4B78-9D0E-8004779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D53793DE-558F-4B34-AB8E-E3575ED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72332207-3953-4399-B671-9B7AFEE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D20E9E55-95AA-4CB1-9504-CA4B67B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757613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E1A74DD7-5422-4CCC-AE8D-063529F7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DA095917-E448-4B51-8C05-9E34D3A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BD70E213-FFE0-4846-BF3A-BDDF664D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3AFBBDD0-363D-43FD-9705-1A208651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8F204A82-0B8B-4EB4-A11D-4C31DAD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5C4767F6-BEC7-4980-B7C7-01E3883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93D776A4-4709-4616-817E-E374BDB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167A1F69-94C2-4DE6-9FB3-373FF67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11B3B0AC-4875-4ADC-BDE1-E67E193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C0F11284-3D35-44DD-8E3A-6B8D1078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5C167B30-DC9C-440A-BAE5-6214932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232A0A98-3546-49E8-AB0E-F6152D1F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0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02A592EF-1836-4658-B01F-7B0DDAD8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B198A5B8-1458-4637-B735-224629A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34EDD46F-BFA3-4106-9CD8-EBC226C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AFED5DA0-8178-4AEE-9E63-A08CD24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4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75E3AACB-B8B6-42DF-995F-CA8988F6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5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E27C9B2B-B06E-4B7B-93CE-8078123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0EE846FB-EF2B-4D81-A03C-3950632B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CDEF822C-7245-4C9C-B94B-E7FA84A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A7A717C7-E735-493D-9128-FB4EB96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D0A03FEC-E357-4AF0-9FD8-EF47BAC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2AF7C8A6-0EDC-4D2E-B151-058A67A5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B6D44F65-2FC6-45E5-9878-A52EAF6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80ec6aff94785">
            <a:extLst>
              <a:ext uri="{96DAC541-7B7A-43D3-8B79-37D633B846F1}">
                <asvg:svgBlip xmlns:asvg="http://schemas.microsoft.com/office/drawing/2016/SVG/main" r:embed="R4ae0447a097947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c320e525945e1">
            <a:extLst>
              <a:ext uri="{96DAC541-7B7A-43D3-8B79-37D633B846F1}">
                <asvg:svgBlip xmlns:asvg="http://schemas.microsoft.com/office/drawing/2016/SVG/main" r:embed="Rd93f2e04d84846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ca685b9d74a6a">
            <a:extLst>
              <a:ext uri="{96DAC541-7B7A-43D3-8B79-37D633B846F1}">
                <asvg:svgBlip xmlns:asvg="http://schemas.microsoft.com/office/drawing/2016/SVG/main" r:embed="R0f0f7678ff2d41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a90fd67b34ab6">
            <a:extLst>
              <a:ext uri="{96DAC541-7B7A-43D3-8B79-37D633B846F1}">
                <asvg:svgBlip xmlns:asvg="http://schemas.microsoft.com/office/drawing/2016/SVG/main" r:embed="Ra19e3dc78c3e47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97e4a694e4441">
            <a:extLst>
              <a:ext uri="{96DAC541-7B7A-43D3-8B79-37D633B846F1}">
                <asvg:svgBlip xmlns:asvg="http://schemas.microsoft.com/office/drawing/2016/SVG/main" r:embed="Rac3f7a732e22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215bbab734271">
            <a:extLst>
              <a:ext uri="{96DAC541-7B7A-43D3-8B79-37D633B846F1}">
                <asvg:svgBlip xmlns:asvg="http://schemas.microsoft.com/office/drawing/2016/SVG/main" r:embed="R20d57ae58c6b49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8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7FE84E67-5A5C-4112-9EDA-8298053B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2986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汇报怎么讲</a:t>
            </a:r>
          </a:p>
        </p:txBody>
      </p:sp>
      <p:sp>
        <p:nvSpPr>
          <p:cNvPr id="159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9E802D9D-495A-48BE-B83C-93B9DF7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6704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决定整场汇报的叙述思路</a:t>
            </a:r>
          </a:p>
        </p:txBody>
      </p:sp>
      <p:sp>
        <p:nvSpPr>
          <p:cNvPr id="160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B85DE6A1-3951-469C-9423-5167652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1309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拆多少页</a:t>
            </a:r>
          </a:p>
        </p:txBody>
      </p:sp>
      <p:sp>
        <p:nvSpPr>
          <p:cNvPr id="161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0273A519-962E-4630-8DC7-01523D9D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98486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把长稿拆分为合适的页数</a:t>
            </a:r>
          </a:p>
        </p:txBody>
      </p:sp>
      <p:sp>
        <p:nvSpPr>
          <p:cNvPr id="162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DD5A0801-8C6E-4402-A696-95AD7775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275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163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AE641603-98B4-43DD-80DD-178506FA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993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界定每页只承担一个职责</a:t>
            </a:r>
          </a:p>
        </p:txBody>
      </p:sp>
      <p:sp>
        <p:nvSpPr>
          <p:cNvPr id="164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DAC0608D-6DCD-46CB-9103-A3F18B0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03104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165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AD317294-D88E-4B51-B823-5D143F96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74874"/>
            <a:ext cx="2571750" cy="44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判断观点是并列、递进、因果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还是流程</a:t>
            </a:r>
          </a:p>
        </p:txBody>
      </p:sp>
      <p:sp>
        <p:nvSpPr>
          <p:cNvPr id="166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2EA46E9A-5864-4944-8964-FCC5E9B7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2798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167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FDE58146-4204-4FA9-AD2B-95C871D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99975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确定哪些内容需要重点强调</a:t>
            </a:r>
          </a:p>
        </p:txBody>
      </p:sp>
      <p:sp>
        <p:nvSpPr>
          <p:cNvPr id="168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488DFC70-B378-4355-BF37-7A5D436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424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图文时机</a:t>
            </a:r>
          </a:p>
        </p:txBody>
      </p:sp>
      <p:sp>
        <p:nvSpPr>
          <p:cNvPr id="169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5AE3B223-EF61-4C54-910F-58BAD35F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3142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判断何时用图、何时用一句话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C87F1AB-FFC1-44D0-ADBD-00EF0CD6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752221A4-C83D-4DC7-BFFB-1164F12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0638F1FC-DD79-43F6-9CB3-D40F081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45CD7860-981F-4302-ADF6-08688187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2BAE5C2D-70EC-41D1-A76A-B9578737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E15430E5-752B-4632-8A77-00EBA6A2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D8D30882-54E6-435D-8E52-C871AB28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2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D8F32A81-1DFB-4D96-B59B-73EAF3EC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0FDDD5B9-EAEB-4548-BE95-531093C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009FFFB9-CED8-4CB8-A454-F6FBD19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18A9EEBA-A739-451C-A7B7-1F875C83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26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C0ADFFCB-9F9B-44C3-8111-A999EA4B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27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C04631E1-9878-4101-86D3-3F9559A7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28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BE6945FD-9889-4AAB-8AF5-FCE8F6DB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E1E1124C-E646-40A0-8F95-4D251EE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2D6E2E87-6718-4B54-BAAB-44A68CE1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541519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31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E27F6CDF-6A0F-4589-98CD-A11274F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970144"/>
            <a:ext cx="2571750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不在意版式，只要把文字放上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去</a:t>
            </a:r>
          </a:p>
        </p:txBody>
      </p:sp>
      <p:sp>
        <p:nvSpPr>
          <p:cNvPr id="32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3F1DE74D-AB74-4820-A3A4-2A12085D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2C3CE66C-9979-4230-8A77-A98E9B28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269161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34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EEC34FA6-97B8-4679-A39F-C5116905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697786"/>
            <a:ext cx="257175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学校、科研院所、事业单位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等，需快速生成结构清楚、视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觉体面的PPT</a:t>
            </a:r>
          </a:p>
        </p:txBody>
      </p:sp>
      <p:sp>
        <p:nvSpPr>
          <p:cNvPr id="35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3AD30415-01C3-423F-929D-A3913AD3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D4FDD253-EA85-4787-8EFF-D3AFC52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541519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</a:t>
            </a:r>
          </a:p>
        </p:txBody>
      </p:sp>
      <p:sp>
        <p:nvSpPr>
          <p:cNvPr id="37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90F984B5-47CB-4269-8199-EF22C6A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70144"/>
            <a:ext cx="2571750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发布会、品牌路演等，需要高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度视觉创意</a:t>
            </a:r>
          </a:p>
        </p:txBody>
      </p:sp>
      <p:sp>
        <p:nvSpPr>
          <p:cNvPr id="3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E87F9E92-C6BE-4A9F-B816-5028CA2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C3818204-3C6B-400C-93A9-084D099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0ACB753-614B-4DB6-A84B-767E69F2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2650E9F9-A8ED-47C6-81DA-33258FB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AC0BA1B6-4A6B-4F5D-A384-18A1E12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A9C7F197-9267-4A57-A044-82DDFEDA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B833EBC8-988B-4895-B09F-078D3B6C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35E6076D-31F0-4227-A944-1BE7C70A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54A84510-7181-4C6E-83C3-B50B147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14DE8AAE-71E8-4C6F-95DC-EA7A200E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稳定80分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3755BA0D-9278-48AE-BDFD-E56DC86F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040EAF25-2A94-4A03-9BE0-5ECC63E4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9B678B52-44E7-459C-8586-6E7FD41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F10A5C85-8534-4F5A-B198-461EE10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C2A298DA-AD6D-4ACB-8BCC-29CE1A2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EB1AFCA6-F95D-4964-8381-E0A30886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3B0984D9-ACFF-4A22-BF31-D4D554B4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A63535B0-373F-4C47-8DAA-6C9DBDEB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1F5DCFD9-5D0C-472E-B27E-366A9644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1B20C742-A692-4AA3-9E51-A3B5954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6877DEC1-BEB6-4F9A-BBFA-2A8E84D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95F14614-033B-450C-B8CD-8823DFC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35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14A2C49C-2F4C-4F35-8EE3-D525E46F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6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58FB7779-6910-4CA7-981E-90B8B27B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7E0804A6-4F18-412B-8679-D2E6965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C9B33116-E362-4820-A7F9-7531F6B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可靠转化概率高</a:t>
            </a:r>
          </a:p>
        </p:txBody>
      </p:sp>
      <p:sp>
        <p:nvSpPr>
          <p:cNvPr id="39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2C96B6AC-27C5-4673-8202-497222BE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A4B3EFFF-105E-464D-B902-DBD7BF51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1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559980D0-8810-4305-A0D8-3641DE2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6B2D3187-3B42-4FC2-B20C-CBF321DA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67102005-BA79-48A5-9777-17BA38D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随机95分</a:t>
            </a:r>
          </a:p>
        </p:txBody>
      </p:sp>
      <p:sp>
        <p:nvSpPr>
          <p:cNvPr id="44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95F35528-D4F1-4319-BEA8-2976F307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D5AA82D5-D7D1-4491-A478-F1C05232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93FA0255-47F4-45ED-9BC8-054C61B6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601C0F89-EC15-40A5-A9F3-6DAF610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偶尔让人惊叹</a:t>
            </a:r>
          </a:p>
        </p:txBody>
      </p:sp>
      <p:sp>
        <p:nvSpPr>
          <p:cNvPr id="48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FAF4B07C-1AB9-475C-8E4F-BCD6BE62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3E9317D5-192D-4BDF-B3DF-8E378D0A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3C00EDE7-A3FF-403A-B11B-E6A8E74D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16F39E67-0544-42D5-91C9-19823D0C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成本可能迅速上升</a:t>
            </a:r>
          </a:p>
        </p:txBody>
      </p:sp>
      <p:sp>
        <p:nvSpPr>
          <p:cNvPr id="52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D53A76F5-5BF9-4CBB-AF14-593175E8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3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6D002120-7F75-4653-B301-7B60BB37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EF531780-DFBC-4930-94FB-D222598E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5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078B73DE-8A60-4DC4-9122-07204ED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结果不可预测</a:t>
            </a:r>
          </a:p>
        </p:txBody>
      </p:sp>
      <p:sp>
        <p:nvSpPr>
          <p:cNvPr id="56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8ABE3CAD-91C4-4926-BEA5-783D2868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7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D0E2BF2D-737F-486F-9006-53C3B07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E9472183-78DF-44A7-8524-52A9BB9F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9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78C3C129-BD10-47E1-AAB4-41910DE9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依赖运气成分</a:t>
            </a:r>
          </a:p>
        </p:txBody>
      </p:sp>
      <p:sp>
        <p:nvSpPr>
          <p:cNvPr id="60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4A933FD9-D510-4F7E-BBCB-45720FF0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61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7E0BD765-35F5-4855-AF23-5E986D6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62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E69889EB-3E35-414A-891A-2C41FD6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2A132481-D9FB-421B-B550-654421C1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0ED9288-48B7-4FEC-B547-9B8AE56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871A1496-978C-42BD-9110-6BDEB368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47B09734-6ECF-4452-96BC-2EC2C1D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0603ED1-E4E4-4F24-98ED-E5EC458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53AFD031-E3BC-497B-9610-2241366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2B45CD77-2BDD-4A79-B447-521F6434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eeda9acc4de0">
            <a:extLst>
              <a:ext uri="{96DAC541-7B7A-43D3-8B79-37D633B846F1}">
                <asvg:svgBlip xmlns:asvg="http://schemas.microsoft.com/office/drawing/2016/SVG/main" r:embed="Rb7ee5ce026da42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053174D0-5516-43DF-871D-7FC830D6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74EBCF5A-64C0-4284-8EA3-819EEE1D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1AB04B09-43CA-4201-BDC2-E634C439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固定字体、颜色、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Logo等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4CF8689B-1FA5-4906-B13F-0289527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1BACFCB1-20EA-4A24-BF8D-60924A7F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3295A9F6-5C56-441C-AB8A-0CB647B5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0FDBE587-29A5-41E3-A08C-02675E0D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D287B10E-5AA9-4567-AE76-7FC7A1A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bd7c135a496a">
            <a:extLst>
              <a:ext uri="{96DAC541-7B7A-43D3-8B79-37D633B846F1}">
                <asvg:svgBlip xmlns:asvg="http://schemas.microsoft.com/office/drawing/2016/SVG/main" r:embed="R2b63975d0f5143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63043847-5DCA-4880-9133-B91BF71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验证的表达能力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D77FA48A-E567-4AF8-BD99-BB9FC07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955621DC-C500-402E-AAE9-7427245B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使用经过确认的逻辑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8BB1BD2E-8918-4434-BF24-B20238A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2C79F693-03A9-4602-9EE2-2CED508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61DD44E9-A84D-4000-B394-497A3BE8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E8400F7C-DEED-4F26-8A00-40E62A0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48A59675-2E35-4E53-861D-B909F598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c24d0c88d41fc">
            <a:extLst>
              <a:ext uri="{96DAC541-7B7A-43D3-8B79-37D633B846F1}">
                <asvg:svgBlip xmlns:asvg="http://schemas.microsoft.com/office/drawing/2016/SVG/main" r:embed="R0fadc491b0be4f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AB6CDC3E-DC7D-4006-AE04-D1CC353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数量与容量边界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95F56CEC-62C5-45AB-9AE2-29E41123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BFC0D21F-76DC-4D8A-8005-3013621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明确每页内容量和边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D6F2EBF9-C13B-4AB1-8A3F-BC0A0B26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26EB2D19-197D-4871-9B32-2602E5C2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5F24BC14-3F2C-45C9-98FB-E05B5A9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63D16423-7CB2-4EF3-8EC0-5453784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682AFF51-A93E-475B-B4E1-356F064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a31770b74ca9">
            <a:extLst>
              <a:ext uri="{96DAC541-7B7A-43D3-8B79-37D633B846F1}">
                <asvg:svgBlip xmlns:asvg="http://schemas.microsoft.com/office/drawing/2016/SVG/main" r:embed="Rb9a9596189b340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4C216EE9-1440-42F5-9517-2F4E31E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0613"/>
            <a:ext cx="2014538" cy="30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已登记的退化方式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D8B79CA6-7D45-4550-92D2-6169958F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B6F390B9-C4A1-42EE-A598-C393BD7D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超出能力时按方案退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6A15EDD-3390-464C-9136-FE97E78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E268BAE-B6CB-4EB4-98BD-C96E328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78F7E9B9-4521-44E8-821A-C0861B1D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D2367D9A-2719-4EED-9A59-CF00868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A3D43771-E99A-41CC-B6BA-3B58918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F912650B-3489-4B5C-B366-695EF9E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BF940412-FC76-4D99-9867-80CDE10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BC80D6E0-4B3D-432E-8F96-15DEA79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82090987-1A68-417A-8098-9251113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C7A47D04-D9DF-45ED-BAEC-3CB9C517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AEB7AD18-7172-4AAD-945D-416DF7A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64F0D13C-DDF7-4D0E-B846-91731AB6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A0A55491-52CB-41DB-A7E0-17E8673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0F9629AA-A40F-4F51-8152-6F3C3FDC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1F607D58-DAC4-436E-91E7-1D3A62BB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F4C2F587-B609-4A95-B115-AFAE73B6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9C513770-D2B5-4B14-BF9B-FD29B467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60812609-599D-4FC2-8CA2-C16D87C7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216C41C4-CA5C-4CEE-B391-C2F8149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97B2F1A3-63B8-4CB7-ADDE-9691971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24F0D733-F595-4CFC-BB06-8C5DA16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4B461D15-376D-4EDF-926D-E40B776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289B0F27-698F-42B1-9FB1-5471DE4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2E31333A-E541-466F-A4FC-57320C7F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99E9C4FF-C97C-4FDC-9236-DE1016F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267DAE62-A418-4CC0-A58C-05629C7A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EEA61D13-C3AD-4359-811E-264C9EC1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15A7FA23-6C88-4D5A-86CC-1454B564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CBD8CB55-7AFC-41A2-85B4-D28C46B5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68E768B5-37F3-430C-AC34-3F569A4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AAF3D4E-4077-43AF-9182-99F06FC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92658397-63E2-4108-9FDC-4828743B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40D8EA82-7762-47DE-9047-6C8F030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0B065D45-0543-4A17-BA9E-61DEFBB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E8CBC132-D363-41F9-BFCD-F91A2A1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BFA00F9F-1A5C-495A-B046-3675CE9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D056682B-4433-4FBF-9620-3EDB220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E409006D-4087-4E24-9E51-9752133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654" y="245045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5FFDF9F3-EBAF-4597-883E-0F54BA58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9D675DDB-62AE-4325-9AA3-E15D443C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8587" y="24504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1AC61E48-5883-4365-B40F-3823524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624D0041-457A-4237-B97D-B661442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8318" y="24504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2164043F-4B66-4118-9BA0-7E6364CE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085D202F-3209-40AE-BB88-46EBFC3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848" y="245045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8FF7FD75-EDD0-403C-B523-60B8373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8EB5B81D-E257-48FA-801D-910B21CD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82F8C3C6-BE2E-4B4F-8747-AF4DCE1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9CF35DE3-0833-4164-A66E-CFA1576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E4C751BC-E9CD-445E-A5AC-FB3E307E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ADFF647B-26BB-4FD2-B983-3B3EB93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84071AA5-1946-4332-91CF-F8AE7C1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266" y="399350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B1759855-2DB7-457D-98C2-E80CBDA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E2ADA37B-2262-4651-86C6-BC80A47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226" y="399350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D18B66EB-425B-4D31-A05E-1E38CAD6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0BF0D579-135B-49EC-98FD-00969030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E5BDCF6E-C734-40FC-81FA-05DCDDB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4C20DC77-7FE6-4412-AE0E-AFC6467C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1F6F0DB7-BA09-4AF8-AD88-82D6A463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3FA7F7CA-A98E-43EA-AF8C-7D6E50A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B65C92EB-8436-4F1A-95F3-1B80220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632" y="5536559"/>
            <a:ext cx="1098052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19EB6380-3931-4AF4-AC95-BC367FA0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66B0237B-A11A-467E-A45B-C6B0B93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334" y="55365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12CEB02C-A7D3-4D83-B280-87828955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46816CC0-901D-4F9E-AE0E-28C7838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461" y="5536559"/>
            <a:ext cx="107930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FCBB9198-D2C5-472D-B6A3-365A7F3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6F1B65C6-AD79-4E6C-BB81-3B51DFED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6291" y="5536559"/>
            <a:ext cx="1497959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37FB719-F77E-4895-87CD-5101E322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823E0E8-43CF-4599-8819-4C6C060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70BF6EF8-E293-4AE8-A802-9FDF8EB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0DF7F527-BFE8-4363-8875-9D2D4D9E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146C35B1-1F9D-438F-9DFF-0D03A1A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22FC5554-A835-4849-A960-51082AD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01D81920-3B47-4914-96BF-CA466CF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2DCDAE49-D497-4F80-A9C2-C5AE0654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DBE38E85-032C-4B51-AE0C-81FA7E01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437A5E5E-C39D-401B-AE79-6770119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CAF5CE7-4F13-4BB8-BE73-07B6C0B8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F64678DA-F7F9-414E-BDBF-DB1A1A0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挑选优质参考页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1039DA9D-17C0-4BA4-BBA8-6A95132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FC439C0B-0FAB-40EB-8829-D3D788B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C6BD5B70-669E-493E-BC40-0ADC102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FEF25585-7A07-42FD-BD5C-5133C207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9C34CDAE-499F-4333-9E51-7A0CB2C3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269D1864-72B2-4204-B7AD-5B72BD2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B61545B3-E202-4B11-8168-DA78EE3B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F7834C0F-C9FC-49B5-8A6E-B88B594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0A599E1D-70B1-42A6-9EC3-13A8E7A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分析页面为何美观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8426387B-572B-4122-99CC-B357C198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6FB4EFBB-785D-444A-BB2E-B9174354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96C12826-2777-4DE7-B006-033D959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D7AFAF2F-18BA-4E49-858C-C778183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50F8F43-F8DD-4B46-9BE6-50A01FDE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55B00078-696F-4513-930E-DE46F2C3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341855CF-2F61-4FD8-80B6-889047FB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0266EB95-DC2D-4CF9-AE40-3777E2A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CC9E0CA7-EEA4-4FF4-A97F-528E319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把内容、图片、数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量参数化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FD4D7937-D133-4BBA-B524-61D5450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777FC0B8-2193-4A4C-A10B-A10364E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029531AD-312A-433E-BECC-C571A6AE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F72DEE91-E84F-4C71-AD55-FB1F9149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4A1A2B55-39F5-4AC5-8CA7-AF95A8D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EF32D73C-F0BD-42B5-98F3-525BA766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AF01F7E4-AF6B-47A4-B402-597E188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B7488914-9AFA-4118-ACB2-AC53852E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B9D86FDD-FD88-403D-A8E2-87F32DC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测试不同数量与内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容变化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D15FA4DE-E154-48EE-81A6-6E543C9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89346F41-412E-4569-9C0F-D41CD92F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1CDBBD67-F6DE-4E9A-A18C-DA06160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083AE2F5-BC4F-4BF9-BA25-D4FFC65D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68D5C379-CD66-4654-99D6-C8393EE7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E5DE7E02-02F4-4343-90F2-9DC34CBE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41AE4A5E-F78D-42D5-ADD8-63BA2331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F749DD08-3FF7-46BE-9572-3CAAD54E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A8AD431A-3D70-4C50-80A8-344AA60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由用户确认后进入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资产库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A26F971-D434-4EF6-9A0A-1054BD6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BEB653CC-257D-474E-AF73-B976611C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DCA2AF3D-69EA-4420-B2CC-FE1005A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9FDB27B6-BBF7-46F3-B858-4BAB9D0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DCAFDA38-5EDC-470C-9678-3B81BF8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7CB90A5E-DC80-421A-BCE9-9FD1D5A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2A9D2F59-C802-41A8-8559-AF02B62E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94F47DF8-6EDA-4CBC-B553-D2295D6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8DE47838-10D4-46A9-972E-3C2C53CC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00B98C41-B458-45E9-8E9D-08F917D7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2CD11B6A-19E1-4636-B8D3-854C0B56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F86B689C-26B0-4487-9CC3-486067A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F2CCC207-DD7D-4CBF-A49B-5C3A354B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1BB3AB75-76CE-4018-9D7B-5DD9A93F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F833CE83-FC18-42CC-AB34-DE23D0F8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5EDD838F-C92D-4B5A-88A7-2AE786F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231E43C0-2986-4ABB-AF86-E56953F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32351B33-6DE9-409C-8071-F4D2B332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76A0EAC2-0474-4848-BA27-D4A071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5260357C-D499-42AD-9D99-00A11C93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F2682311-BB69-4E68-9113-64247717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74DEC43B-07C4-419E-B427-FFE9224A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CF5A71A2-24D6-43DF-957B-3BDA1F6A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37A92E2E-E112-49AD-9ADE-69E282C4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10A00D1B-0008-4B22-9DFD-A4AE00A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7FC1A5AE-AFF7-412D-A77C-51F65EE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1DC99426-F89B-47E0-A251-66A7664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FAD941C5-C0AF-4A33-A9B7-019FAFF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CD9820A4-A576-43D2-9C9C-2CA866B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766018BA-51CA-4CDC-8E6E-16087A3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97DC41A9-D1A1-4E64-A0B1-D0ED47C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BC04ADAD-BA56-4920-8493-BBD58C8D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DA428110-618C-4971-8157-0C32D20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57C07FD5-277A-4D54-ACE9-A4F082B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2CC18115-9773-4BB1-8B92-3631F0AE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26B47DAB-6F58-4DB4-B762-217B218C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E334D72B-02DD-4F70-9CA0-69EE5E4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3E087720-9DC9-4C93-BE29-6D66D64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0169CAB5-194D-4A9F-94E3-B92F2606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319B993C-378E-4C13-A974-F74CE65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45E0BB1F-6F3E-49F9-B23F-495653A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DAFD3D05-A6E9-4B8E-9F42-0605714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1877B228-7F9C-4CAF-A6C2-13F3F31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94A37F38-118D-4D1B-B5B8-F752CE59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43736E66-76B3-4D3A-ADEA-49FCC281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90D7BF78-B8E6-441B-9B6F-0930D5A0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3E3310E0-E261-4FAB-A4BD-7BCF004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8C6320BA-F82A-440C-BAD3-A62A25B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61880E6D-0758-4858-8E3D-41C5FE5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6A1123B6-0489-4316-B437-A25264EC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43130BD1-9A39-42E8-B0F3-BA8E4959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05ADD6FD-33DC-4CDA-BB7A-90CC56C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4072C67C-B64F-45F8-9235-13A9B2E8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350C8E4E-D121-427C-AF11-173D670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D058DB02-D95D-4697-8EFD-E2D28090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87D48BD6-CF1F-47DC-8AAD-7CEA17B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1A5DDBCD-3C44-4A9B-AA69-154B795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CDB03365-A81C-42D2-A8AB-D391215C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D042FF6E-7ECA-4D1A-95BF-4F39776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CDE0BC68-120D-4FEB-91D7-C7FA13D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A07FD599-415A-4D9F-9A43-519A293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5CFB1E30-925E-4D7B-B428-FACEC9F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B9C0A56C-8A84-46A5-A84B-EB36360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54232210-2AC5-417A-ADA3-C8F39783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01AFD2A5-9CDF-4304-B1A3-D754666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79589EA7-A411-4D2E-976F-C4431FB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8BE3C1CC-3E41-440D-9642-5E85CC39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1EE9BBA5-7AA8-49D3-9992-AF461B8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717B6EEB-0C41-4A5F-827F-4990A2AC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C205DFE0-73EF-400E-B97A-F2D1AAF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147FF0C8-F874-476C-9265-2C0127E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E68C6AC1-8C45-4EDC-9ECB-7F73192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2FCC4D50-4BD1-4D61-A59C-5FE02D85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87639F2B-E59F-4996-B2FC-AFEDE21E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182C3259-BCDC-4639-8D05-C195756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FF19316B-9406-4B37-87A4-E487A8E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E852C31C-F57D-4E67-A59D-D367771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C9ABF6C7-E43F-47F8-915B-B3F3A6DA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50B1E124-6D4C-4DAA-95AA-C229E2F1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6F99E29E-6367-46E6-A991-AA7F801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7E5AC3CC-3D8B-4AF0-BF13-B4C6061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32FA9D01-209C-45B9-B48C-C3F85C1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AF113CF8-C6CB-4705-8BFB-C01FFFE9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5FECA317-BAFE-4F85-998B-E7E25BC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1920DCBB-D928-4771-95F4-3CE36786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86739103-EFD8-48ED-B089-A6B2F90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CADF9825-EAD0-4723-89B6-B702D0DE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80191A73-A2AD-4173-B19E-2BCF02D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57C2B32D-A1B8-4807-B46F-F4CE54E3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21F198EA-20E1-420F-9CE7-E3A5E35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C3D68C75-A938-4E94-A988-713FDA3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8401FC24-1BED-416D-A8A5-80F5026A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3366941C-241F-4CF6-A23B-17B2591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A80E8DB1-A8D9-4948-8C34-B7DCD53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910C1905-C064-45EE-B0C5-648204ED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2EC75860-DE85-4C94-800C-3AB99041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3F59EBF6-BAB6-4823-ACEC-CBC5DEDA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6EC28A05-F06B-476E-94A5-0E2187FA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F9E4AEF2-2CB1-4C84-98AA-4FE03E6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0AA78E72-F66C-44F2-AE2C-AD321EEB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D3525ABE-B142-4AEC-B20C-539E4A71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B57C9968-66D0-426E-9BC8-4FEAE08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44871BA3-DDC8-4A80-BA78-6CA76508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DEE3A496-5B62-48B0-AC20-2830F731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80C87882-0179-4DDB-8765-3654C0F6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93C22F86-2FA0-4363-AA96-C6215AD9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F5FF6847-CE96-4ED3-B3C2-E04BBFE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37B24183-1A0D-4CA4-85A4-2EB931B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EC94C18A-6CF0-4400-8AF7-6403464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2585CE14-2D1F-4D85-AF19-D875267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4C4E19C6-D092-4E33-81E6-B219447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D1BF3848-1949-4916-B4D8-363DDE1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D444052B-5BE7-4546-AC16-B42E2ED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179246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资产核心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659A3DC7-2563-4F87-8E27-98DB2FBD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D8A06C02-5C19-4125-A8F1-EA5EAB0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69BDE694-05F9-4FE9-B43B-B19E4A5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EE84B275-18C3-4E8D-9BAC-8D9E6EA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CEAF2738-DFCD-4B0F-884A-44277EB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94DC0C00-A401-434D-ACF8-0F610AE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51D64967-1018-4751-8273-BCA0B4E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01F68598-4AE9-43C4-9300-DC0578EF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2C751603-012A-4054-AECB-BC92CFF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59B390CD-CC79-400C-979C-DB6F915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EDAB2771-04F3-4802-8552-662936B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1BEAC6A2-E304-451B-A8B0-C055EEEA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AC79650C-7C75-4AAD-8410-74CC7C0B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CD0D4467-5985-4845-BD45-CD7079D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9E98102B-79A3-48F6-A6A4-4EE843BF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0BF7AC28-5EB3-405D-A2A8-9D3DC756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5BA2E758-5054-4774-9EFE-651F6DB4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581B3C2B-830B-464A-9B77-AE55228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027F188A-ADF0-4FE2-A751-1D97F55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1C0AFCDA-5F8B-40E9-BBD4-7FBAA73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4480017f145f0">
            <a:extLst>
              <a:ext uri="{96DAC541-7B7A-43D3-8B79-37D633B846F1}">
                <asvg:svgBlip xmlns:asvg="http://schemas.microsoft.com/office/drawing/2016/SVG/main" r:embed="R310c39fe345846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b3ea2319a4925">
            <a:extLst>
              <a:ext uri="{96DAC541-7B7A-43D3-8B79-37D633B846F1}">
                <asvg:svgBlip xmlns:asvg="http://schemas.microsoft.com/office/drawing/2016/SVG/main" r:embed="Rb334628b4be74f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1ecd82afc4d5e">
            <a:extLst>
              <a:ext uri="{96DAC541-7B7A-43D3-8B79-37D633B846F1}">
                <asvg:svgBlip xmlns:asvg="http://schemas.microsoft.com/office/drawing/2016/SVG/main" r:embed="Rd15ba219af2240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d9c7dfc42430a">
            <a:extLst>
              <a:ext uri="{96DAC541-7B7A-43D3-8B79-37D633B846F1}">
                <asvg:svgBlip xmlns:asvg="http://schemas.microsoft.com/office/drawing/2016/SVG/main" r:embed="R9101af1121f44b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d1f3308784871">
            <a:extLst>
              <a:ext uri="{96DAC541-7B7A-43D3-8B79-37D633B846F1}">
                <asvg:svgBlip xmlns:asvg="http://schemas.microsoft.com/office/drawing/2016/SVG/main" r:embed="Rc404d7130e2f43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710CEFFD-8F18-41C5-9C21-6CFDCF51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2512"/>
            <a:ext cx="24574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内容表达</a:t>
            </a:r>
          </a:p>
        </p:txBody>
      </p:sp>
      <p:sp>
        <p:nvSpPr>
          <p:cNvPr id="15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17DB0C72-0513-446E-A720-AF5BDDC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104282"/>
            <a:ext cx="24574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判断什么内容适合怎样表达</a:t>
            </a:r>
          </a:p>
        </p:txBody>
      </p:sp>
      <p:sp>
        <p:nvSpPr>
          <p:cNvPr id="15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3F44C16D-42FC-493C-BC2D-72C36076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463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版式容量</a:t>
            </a:r>
          </a:p>
        </p:txBody>
      </p:sp>
      <p:sp>
        <p:nvSpPr>
          <p:cNvPr id="15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506D2FC3-677E-453D-A000-22B90DB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3181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一个版式能处理多少内容</a:t>
            </a:r>
          </a:p>
        </p:txBody>
      </p:sp>
      <p:sp>
        <p:nvSpPr>
          <p:cNvPr id="15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73C8DE69-B928-43BC-AB0B-D6368D0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704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数量重排</a:t>
            </a:r>
          </a:p>
        </p:txBody>
      </p:sp>
      <p:sp>
        <p:nvSpPr>
          <p:cNvPr id="15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58D3BDE4-ABC5-4891-BDBF-84EFB84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6422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数量变化时如何重新排布</a:t>
            </a:r>
          </a:p>
        </p:txBody>
      </p:sp>
      <p:sp>
        <p:nvSpPr>
          <p:cNvPr id="15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D76B5057-574D-4662-89FD-322ED49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612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边界处理</a:t>
            </a:r>
          </a:p>
        </p:txBody>
      </p:sp>
      <p:sp>
        <p:nvSpPr>
          <p:cNvPr id="16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26D579C1-1135-49F6-AD4E-50336F4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3330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超边界时换样式、拆页或退化</a:t>
            </a:r>
          </a:p>
        </p:txBody>
      </p:sp>
      <p:sp>
        <p:nvSpPr>
          <p:cNvPr id="16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89D2EDB6-CF6A-4D32-B3DF-81CD770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853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禁忌结构</a:t>
            </a:r>
          </a:p>
        </p:txBody>
      </p:sp>
      <p:sp>
        <p:nvSpPr>
          <p:cNvPr id="16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6D1CD995-A10A-4FD0-84A0-89346590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6571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哪些结构即使能画也不该用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FBAD58C-B2A9-4C85-A91D-0666F7E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8CFF8ADD-BDF8-4D35-A2ED-B3D5D511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8C0E959A-4219-4B88-AF2C-65275AC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9356607B-7849-4823-9716-EB0D2FF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86E66F7D-706B-4FE3-932B-A19BF62F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72936554-2E14-4B91-B630-56ABA0B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D9702F1E-0E3B-4010-B432-E30B7B7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F0F10CB1-BE07-4A8E-94DD-907381E7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2A00E7E2-D6D8-4C2D-826A-30B6342C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053A5E60-CA1D-435E-9854-7ABC7DD6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34377BE7-F4F6-42FF-BCDF-E798727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81D3D766-06DB-4F85-8172-185095DA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第一个正式落地场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景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F6341148-0ACB-41C2-9D95-EB3A52CE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30DFE1F6-46AA-4CD1-BE19-460D869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8B17D632-01A9-4DEA-A0E7-A8A4B364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3721D5D8-5443-42BC-B815-13C666E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CFACA8D4-D570-44BF-A8B2-1360FBE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968093C1-70F9-46E6-BD5B-0EBCD975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0C796061-36CC-47C7-B26D-23EBC38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52D58ECB-F4EA-4334-86B9-B1ACBF6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CC17F2F6-CA68-4AE0-A383-2CCEB8FF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复用主题与内容规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则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9D6789F4-18E0-4CF9-A978-A0A5626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科研院所与实验室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8D782495-CAEF-4AA8-9824-01BB21C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9A90A629-3F95-4998-871C-A7F39BA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DA12C5AD-9D09-4F6A-88C0-401DD3F2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AC70B632-625E-4572-858A-D4133AB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6ECF7B77-9416-4413-9854-32015D92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578BF194-20C7-45DE-96A3-9312ACA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5370A961-8768-420E-8348-F72A551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6C2167EE-1547-4A9E-AE1D-C5BD153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提供专业汇报支持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5E36AFA2-5CC3-4866-B373-8C5B67D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企业与团队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6817E69B-50D8-41DC-9BD4-DE85670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07AEBB5D-EEFD-4F18-8886-D34B4AF0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F7A0DB72-FFD7-4513-84C4-F8309D9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EC1CF272-DDC3-4DE0-94CB-C0FA1B1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56A69AD9-BD4A-4C5F-B7D9-28AB478D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57CD084F-AD94-4001-A0F0-0385D36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48D356BB-AB5D-4901-9E23-D11867BF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AFA3EE35-CD23-44DF-8FB8-9B02734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提升日常输出质量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47CC73F8-1789-4751-8E58-D2F4F23E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个人风格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9AAF36AD-4C68-488A-B084-D8CFB1D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B10149FE-E432-43C5-ACBC-B517223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BAE00AB9-DBF8-422A-BC96-E3D7CC2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F9001654-E30C-41D0-97F1-A457EAB9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3E04C0F2-4C4E-4596-BB9D-CCE6E13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158E03BE-2107-499D-84FD-C7532519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AFF43783-8D78-455C-8FE3-6A33ABF5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7B714694-7289-4800-8CC0-FF821DFC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承载特定人员的长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期风格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59F4CC3-12C5-4B15-8C50-0A3A873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41ACA1A-41E8-4B5F-A0F8-C64E4955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D607FC31-A567-4882-B627-4F990FB8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AC3D97C5-96D4-40E3-8EB3-C9F7E40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17DA5A4C-6BE9-4731-8CED-79DCB61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4C417EA0-2174-4564-B5DF-8DA8574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75AD0CE1-4096-455A-9912-E4F8A5F7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b5f01bd234174">
            <a:extLst>
              <a:ext uri="{96DAC541-7B7A-43D3-8B79-37D633B846F1}">
                <asvg:svgBlip xmlns:asvg="http://schemas.microsoft.com/office/drawing/2016/SVG/main" r:embed="Rfee7603c3db643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3401B48A-3807-40E3-B790-7D6DEDA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14688"/>
            <a:ext cx="244464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AI读稿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F5ACADC6-23E5-4176-B23F-79F7B270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9C166A61-8AC1-4530-BD73-AC62276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432849"/>
            <a:ext cx="2444648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让AI理解稿件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60BDDAC2-EA91-4108-AF25-20AAD9D6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00782EA9-0397-46C4-8FDC-228B870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2B117581-AE1C-42E4-8D59-229928A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DF5DAF22-AF87-4564-ADA9-F595842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81EB8A9B-BF77-46F0-929F-13B1914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9f19807764008">
            <a:extLst>
              <a:ext uri="{96DAC541-7B7A-43D3-8B79-37D633B846F1}">
                <asvg:svgBlip xmlns:asvg="http://schemas.microsoft.com/office/drawing/2016/SVG/main" r:embed="R79a4fe0d8cbe47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3C783E73-07BA-4647-AE52-36C56FD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14688"/>
            <a:ext cx="244480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344252B9-21CC-432E-87BE-C156AF1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87CDB542-F0CF-441C-928A-5AEDE9D3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432849"/>
            <a:ext cx="2444801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让规则做决策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49630C59-29F8-4AA8-924E-0018E06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4F1EAE8F-07CA-48DF-A26D-DEC35B82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2105A3F7-A457-4531-85AE-0832CCA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200668D0-A58D-4A3C-9BC1-9B60279E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B014E9C0-AD7A-4C3B-8301-7633554D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0eb7e06954ea7">
            <a:extLst>
              <a:ext uri="{96DAC541-7B7A-43D3-8B79-37D633B846F1}">
                <asvg:svgBlip xmlns:asvg="http://schemas.microsoft.com/office/drawing/2016/SVG/main" r:embed="Rea94fcf1dec54c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647FC08A-CB8F-4E45-BA8F-74733F91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14688"/>
            <a:ext cx="244464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代码重复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36749B06-F5C5-4307-8266-14BAB752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E0FF983D-F14C-4B0F-99FD-FF86DF2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32849"/>
            <a:ext cx="2444648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让代码完成重复劳动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4BD9F75-6BF5-48C9-A3C2-9F2D7CA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PPagenT通过限制自由和前置建设，
将不可预测的PPT生成转化为高概率可靠的交付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2026-08-25T02:50:41.9290000Z</dcterms:created>
  <dcterms:modified xsi:type="dcterms:W3CDTF">2026-08-25T02:50:41.9290000Z</dcterms:modified>
</coreProperties>
</file>