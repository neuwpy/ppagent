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757723c6694100" /><Relationship Type="http://schemas.openxmlformats.org/officeDocument/2006/relationships/extended-properties" Target="/docProps/app.xml" Id="Re915e00702b04692" /><Relationship Type="http://schemas.openxmlformats.org/officeDocument/2006/relationships/officeDocument" Target="/ppt/presentation.xml" Id="R3d061a12e87e44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82af1edd524767"/>
    <p:sldMasterId xmlns:r="http://schemas.openxmlformats.org/officeDocument/2006/relationships" id="2147483660" r:id="R53f472b0d4404382"/>
    <p:sldMasterId xmlns:r="http://schemas.openxmlformats.org/officeDocument/2006/relationships" id="2147483663" r:id="Re5f67c4102c143a2"/>
  </p:sldMasterIdLst>
  <p:notesMasterIdLst>
    <p:notesMasterId xmlns:r="http://schemas.openxmlformats.org/officeDocument/2006/relationships" r:id="Rac84ec83b6764981"/>
  </p:notesMasterIdLst>
  <p:sldIdLst>
    <p:sldId xmlns:r="http://schemas.openxmlformats.org/officeDocument/2006/relationships" id="256" r:id="R6aa2efa7cbac4a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3f26c58be74d86" /><Relationship Type="http://schemas.openxmlformats.org/officeDocument/2006/relationships/slideMaster" Target="/ppt/slideMasters/slideMaster1.xml" Id="R0f82af1edd524767" /><Relationship Type="http://schemas.openxmlformats.org/officeDocument/2006/relationships/slideMaster" Target="/ppt/slideMasters/slideMaster2.xml" Id="R53f472b0d4404382" /><Relationship Type="http://schemas.openxmlformats.org/officeDocument/2006/relationships/slideMaster" Target="/ppt/slideMasters/slideMaster3.xml" Id="Re5f67c4102c143a2" /><Relationship Type="http://schemas.openxmlformats.org/officeDocument/2006/relationships/notesMaster" Target="/ppt/notesMasters/notesMaster1.xml" Id="Rac84ec83b6764981" /><Relationship Type="http://schemas.openxmlformats.org/officeDocument/2006/relationships/presProps" Target="/ppt/presProps.xml" Id="Rd866b91084a445f4" /><Relationship Type="http://schemas.openxmlformats.org/officeDocument/2006/relationships/viewProps" Target="/ppt/viewProps.xml" Id="Ra37f598e009c4849" /><Relationship Type="http://schemas.openxmlformats.org/officeDocument/2006/relationships/tableStyles" Target="/ppt/tableStyles.xml" Id="Ra01930517a7a4b38" /><Relationship Type="http://schemas.openxmlformats.org/officeDocument/2006/relationships/slide" Target="/ppt/slides/slide1.xml" Id="R6aa2efa7cbac4a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4007ff8fc5f41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ac02480e694dd2" /><Relationship Type="http://schemas.openxmlformats.org/officeDocument/2006/relationships/notesMaster" Target="/ppt/notesMasters/notesMaster1.xml" Id="R067c55e3efb74d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内容：experiments/真实稿件/为什么做PPagenT-第06张机制验证-20260813/第06张验证稿.md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PPagenT：page-1-intent → comparison-structure-001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6daedee7544ed" /><Relationship Type="http://schemas.openxmlformats.org/officeDocument/2006/relationships/image" Target="/ppt/media/image.jpeg" Id="R88c07ff25aaa43db" /><Relationship Type="http://schemas.openxmlformats.org/officeDocument/2006/relationships/image" Target="/ppt/media/image.png" Id="R9da9c23aa7f343a6" /><Relationship Type="http://schemas.openxmlformats.org/officeDocument/2006/relationships/image" Target="/ppt/media/image2.png" Id="R49f6b0dd39464d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597d4f5b642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a50e87ca545bc" /><Relationship Type="http://schemas.openxmlformats.org/officeDocument/2006/relationships/image" Target="/ppt/media/image3.png" Id="Rb5f15315668a41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3cc3fddee46a1" /><Relationship Type="http://schemas.openxmlformats.org/officeDocument/2006/relationships/image" Target="/ppt/media/image4.png" Id="R150770852c524b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1029fea5c349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186b4dd1d43d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1fa69613e4c9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fe72eb28f475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39f46d993421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332358a824ba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08c8afe644aa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b07b48a56c489d" /><Relationship Type="http://schemas.openxmlformats.org/officeDocument/2006/relationships/image" Target="/ppt/media/image5.png" Id="Rcda19cb227fb4ef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23e26e63bb40e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c7eb07f8ba24b89" /><Relationship Type="http://schemas.openxmlformats.org/officeDocument/2006/relationships/image" Target="/ppt/media/image5.png" Id="R2bbe5195a3c9439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03251f6d67c4a7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07ff25aaa43db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9c23aa7f343a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6b0dd39464d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0659C003-5A8B-412D-B793-DD863B3D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15315668a4154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8FB1C68A-4FB3-4A48-9A39-A117D85B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1AF2D924-5D3B-495E-818A-E0730128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245F03F6-020F-4535-ABBF-98C0013C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8F00FE5-0983-4490-99EA-24E37E19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770852c524b5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B5C8B559-58D9-4DEE-A338-AA15238F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60676C0-B7EA-46BA-AD66-54DD6BCE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09A4A5C-4CDC-49D7-9596-7F43CE838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EDA51C-4021-42A4-AC42-CBD69C75F0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B8936FB-4D09-4133-9234-93904B1B5AE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47A97E8-5B4C-4480-88AF-C195126496B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8786F8-E3FE-4140-957B-A9FF1CE6F67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5DD88FB-849C-43C9-9069-85982881C4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47B4F7A-DAA2-4A17-AF12-10D74B4072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2A67252-C7F4-4312-B6EB-A29AA42F36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3B87346-BCB9-44D6-83C8-29BAA4F51C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DEB03EA-2982-4D63-9D5F-ADE108BC70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791BECD-441A-472D-9D46-8D17982F42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844F82A-E5ED-41F2-8981-B262126461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913F549-47B0-43E5-8D86-96D9D8965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7CB96C0-597F-430C-9504-3A8F8915C8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C3BC9A4-0491-4DC1-9DDB-A296246DFB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CCABF2-E849-4CC0-AE45-4B6DF383B5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47A77-6B49-4CF3-A5BA-BDE9981F1FB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D19C4BA-D33B-43E6-A59D-9D46976163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1135395-FE9B-4A6A-AE84-1EED6E1DE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D355B3A-85DB-472A-8DC9-D2B670D4D9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E300C26-D905-4BE6-A4A1-040FECFCF6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19958EC-FF2A-499F-A616-E0BC812958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034FBAB-8107-4B72-B3D4-820A6EBDC1A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253C53-906D-497B-AB49-50B7053199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391ADE4-3404-4CF3-9747-73A74FB9EE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86B8DE4-6C05-4B1D-B705-CE862C2568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A1BE3DE-90CD-47A8-8045-2F678D46A9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1822BE3-1D55-4F35-9E55-557DE059AA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F5933B1-00CF-4A9D-B52D-FCD06DC14B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2C139B9-773E-4FEE-89C1-5693C67172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711D094-7437-4EAB-8DF5-EBF3BE9E9B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256D1D5-3171-4F5F-AB81-96E55F9D74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7F0CD58-9F3F-4BA1-A9D8-C5E6E94C38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4D0D9C1-DBE3-4634-9093-81068DEEA1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7457CA3-B296-43D9-84F5-3D40064078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0B382D7-CFA9-4FBE-B86A-60D11409B3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2A3694-8D7D-46FE-BE23-AFA11C2375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19cb227fb4ef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FF59A86-C0DA-47EC-9690-AF80EF70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784039-BE6B-404E-B31E-28759823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F1F46C9-EC6C-45F9-81EE-0B9FAE80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7294F42-8AC5-479C-AB4A-CEB09C7D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e5195a3c9439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BA8325A-DA76-4A65-A6F0-2F82B0C1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FB96E56-2B1C-4F69-B5B7-FC8602DF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0655001-A846-4C15-AB75-FB1A9BBE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331B7B3-46F2-4652-A2B3-BF457F75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302cc22d5645bc" /><Relationship Type="http://schemas.openxmlformats.org/officeDocument/2006/relationships/slideLayout" Target="/ppt/slideLayouts/slideLayout1.xml" Id="R58ef0cdb437f4053" /><Relationship Type="http://schemas.openxmlformats.org/officeDocument/2006/relationships/slideLayout" Target="/ppt/slideLayouts/slideLayout2.xml" Id="R45626e3b098d4a22" /><Relationship Type="http://schemas.openxmlformats.org/officeDocument/2006/relationships/slideLayout" Target="/ppt/slideLayouts/slideLayout3.xml" Id="Rcbf14a0ebd384409" /><Relationship Type="http://schemas.openxmlformats.org/officeDocument/2006/relationships/slideLayout" Target="/ppt/slideLayouts/slideLayout4.xml" Id="Rfa3a82115fa142b7" /><Relationship Type="http://schemas.openxmlformats.org/officeDocument/2006/relationships/slideLayout" Target="/ppt/slideLayouts/slideLayout5.xml" Id="Re2110fcb481e428e" /><Relationship Type="http://schemas.openxmlformats.org/officeDocument/2006/relationships/slideLayout" Target="/ppt/slideLayouts/slideLayout6.xml" Id="Rc59915a681ef4ba0" /><Relationship Type="http://schemas.openxmlformats.org/officeDocument/2006/relationships/slideLayout" Target="/ppt/slideLayouts/slideLayout7.xml" Id="Rb44e3b795e3c48f4" /><Relationship Type="http://schemas.openxmlformats.org/officeDocument/2006/relationships/slideLayout" Target="/ppt/slideLayouts/slideLayout8.xml" Id="Rb4607907bd0a457d" /><Relationship Type="http://schemas.openxmlformats.org/officeDocument/2006/relationships/slideLayout" Target="/ppt/slideLayouts/slideLayout9.xml" Id="R8e434ad8b16a4711" /><Relationship Type="http://schemas.openxmlformats.org/officeDocument/2006/relationships/slideLayout" Target="/ppt/slideLayouts/slideLayout10.xml" Id="R6885af8195704698" /><Relationship Type="http://schemas.openxmlformats.org/officeDocument/2006/relationships/slideLayout" Target="/ppt/slideLayouts/slideLayout11.xml" Id="R35afbba475b14e3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bec6463193e413f" /><Relationship Type="http://schemas.openxmlformats.org/officeDocument/2006/relationships/slideLayout" Target="/ppt/slideLayouts/slideLayout12.xml" Id="Rdd69fd0a44c74c74" /><Relationship Type="http://schemas.openxmlformats.org/officeDocument/2006/relationships/slideLayout" Target="/ppt/slideLayouts/slideLayout13.xml" Id="R6b9e6b06767242d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5647ee404f94778" /><Relationship Type="http://schemas.openxmlformats.org/officeDocument/2006/relationships/slideLayout" Target="/ppt/slideLayouts/slideLayout14.xml" Id="R7d3793b3711b4dbb" /><Relationship Type="http://schemas.openxmlformats.org/officeDocument/2006/relationships/slideLayout" Target="/ppt/slideLayouts/slideLayout15.xml" Id="R018a0dc6e0074eb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25752D8-8282-46D1-9825-659550BED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CDB12AB-898A-424D-B719-0806FD968A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2A00144-8401-4172-988C-E479661ACE8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5EAD14F-C3F6-4DEE-910F-7CC6A277CE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8A3D0D1-150E-4018-8066-69045ECDF1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ef0cdb437f4053"/>
    <p:sldLayoutId xmlns:r="http://schemas.openxmlformats.org/officeDocument/2006/relationships" id="2147483650" r:id="R45626e3b098d4a22"/>
    <p:sldLayoutId xmlns:r="http://schemas.openxmlformats.org/officeDocument/2006/relationships" id="2147483651" r:id="Rcbf14a0ebd384409"/>
    <p:sldLayoutId xmlns:r="http://schemas.openxmlformats.org/officeDocument/2006/relationships" id="2147483652" r:id="Rfa3a82115fa142b7"/>
    <p:sldLayoutId xmlns:r="http://schemas.openxmlformats.org/officeDocument/2006/relationships" id="2147483653" r:id="Re2110fcb481e428e"/>
    <p:sldLayoutId xmlns:r="http://schemas.openxmlformats.org/officeDocument/2006/relationships" id="2147483654" r:id="Rc59915a681ef4ba0"/>
    <p:sldLayoutId xmlns:r="http://schemas.openxmlformats.org/officeDocument/2006/relationships" id="2147483655" r:id="Rb44e3b795e3c48f4"/>
    <p:sldLayoutId xmlns:r="http://schemas.openxmlformats.org/officeDocument/2006/relationships" id="2147483656" r:id="Rb4607907bd0a457d"/>
    <p:sldLayoutId xmlns:r="http://schemas.openxmlformats.org/officeDocument/2006/relationships" id="2147483657" r:id="R8e434ad8b16a4711"/>
    <p:sldLayoutId xmlns:r="http://schemas.openxmlformats.org/officeDocument/2006/relationships" id="2147483658" r:id="R6885af8195704698"/>
    <p:sldLayoutId xmlns:r="http://schemas.openxmlformats.org/officeDocument/2006/relationships" id="2147483659" r:id="R35afbba475b14e3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15E6334-68B2-48D6-B963-555B47CE7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A35DDF9-8BD6-4A93-8FB9-BB63A9E7F9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2401BD3-B975-41A4-AD18-367D014951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FD6D801-5C43-4BBA-8D9F-AD4A76BF4F4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4C8B267-0C46-4461-8F4F-920A8E0F2C1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d69fd0a44c74c74"/>
    <p:sldLayoutId xmlns:r="http://schemas.openxmlformats.org/officeDocument/2006/relationships" id="2147483662" r:id="R6b9e6b06767242d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42F2C62-9C3A-4479-94F5-36183F1FF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8011763-8F2C-48F9-B951-0DE640E342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A154997-6883-4E20-A400-B57229FCE3F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E308766-89FE-41D9-839C-810652111F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B8C4F4-CD98-4125-ACE5-D2E5BFFF809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d3793b3711b4dbb"/>
    <p:sldLayoutId xmlns:r="http://schemas.openxmlformats.org/officeDocument/2006/relationships" id="2147483665" r:id="R018a0dc6e0074ebd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3bfa47825f45db" /><Relationship Type="http://schemas.openxmlformats.org/officeDocument/2006/relationships/notesSlide" Target="/ppt/notesSlides/notesSlide1.xml" Id="Rf55bb4db954d43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800FFD7-E477-4062-BDE0-C1C6B0E8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34F3701-FE4A-45D9-B4C3-8584B746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340D1-AF00-4125-809E-682E73BC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1AEDA-C6DE-40CE-A1ED-7FB61E44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AEEF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83FD3-07B9-4689-9358-58584B20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9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CAEB69D4-2A25-4515-B9C8-43F42711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05347DA5-BAAE-4E44-9BC2-FDE5835E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E4B03AE3-FBBB-42A0-9604-9AF0E12B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稳定的 80 分</a:t>
            </a:r>
          </a:p>
        </p:txBody>
      </p:sp>
      <p:sp>
        <p:nvSpPr>
          <p:cNvPr id="22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05F92E8A-2540-41EC-B89D-D39D95C3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CBE14688-5FD5-4FA7-9480-ED950305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8B21FABF-50D4-436D-82BD-63A2EAFC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可直接用于工作</a:t>
            </a:r>
          </a:p>
        </p:txBody>
      </p:sp>
      <p:sp>
        <p:nvSpPr>
          <p:cNvPr id="25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4046BFF5-5360-47E2-B321-F85E0F8C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C5D2ED13-F04D-4427-BAA5-892BC726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7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1BF1BA6F-C3FF-4301-A182-1087A840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节省大量时间</a:t>
            </a:r>
          </a:p>
        </p:txBody>
      </p:sp>
      <p:sp>
        <p:nvSpPr>
          <p:cNvPr id="28" name="PPAGENT_QA|parent=comparison-left-row-2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291CF188-7F13-4FFE-9A1D-2BC98553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PPAGENT_QA|within=comparison-lef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A9F19AA6-945A-4651-81B0-DDED435B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PPAGENT_QA|within=comparison-lef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65E7EA8A-C836-4CB9-9390-544C6C9D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可靠且可修改</a:t>
            </a:r>
          </a:p>
        </p:txBody>
      </p:sp>
      <p:sp>
        <p:nvSpPr>
          <p:cNvPr id="31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7508956E-195D-407F-8760-7046A5E9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8068AD65-AC79-4E82-AE9F-5AAD24D9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1D8A38D6-648F-42BB-9289-80FC25B3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随机的 95 分</a:t>
            </a:r>
          </a:p>
        </p:txBody>
      </p:sp>
      <p:sp>
        <p:nvSpPr>
          <p:cNvPr id="34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2A04CCBB-B56D-4189-8681-78BD5142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835B1184-9B19-4FC1-8FD6-0F40D6C8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6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460472D9-15EB-43B8-9A63-FDB84F68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偶尔惊艳</a:t>
            </a:r>
          </a:p>
        </p:txBody>
      </p:sp>
      <p:sp>
        <p:nvSpPr>
          <p:cNvPr id="37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5A6F2BE1-5D57-42F7-9C24-ED55C48E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AEDC0908-76CA-46AA-BD83-CECEA97D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9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85A853D3-FFD0-44D2-A2C0-2074448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但不可靠</a:t>
            </a:r>
          </a:p>
        </p:txBody>
      </p:sp>
      <p:sp>
        <p:nvSpPr>
          <p:cNvPr id="40" name="PPAGENT_QA|parent=comparison-right-row-2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4C147E23-FB76-4702-B1B0-4DCCB615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PPAGENT_QA|within=comparison-righ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DB8E1B24-CCC8-4AEE-A33B-0879AD9B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42" name="PPAGENT_QA|within=comparison-righ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580EA9C1-294A-4C45-8380-4D296AD6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难以稳定用于工作</a:t>
            </a:r>
          </a:p>
        </p:txBody>
      </p:sp>
      <p:sp>
        <p:nvSpPr>
          <p:cNvPr id="43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CCFBC105-C1A8-466F-99A7-DE156458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44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FEE18FDC-290C-46EF-A324-DD1C3D4D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对比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2026-08-13T15:27:38.3710000Z</dcterms:created>
  <dcterms:modified xsi:type="dcterms:W3CDTF">2026-08-13T15:27:38.3710000Z</dcterms:modified>
</coreProperties>
</file>