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105765b6784445" /><Relationship Type="http://schemas.openxmlformats.org/officeDocument/2006/relationships/extended-properties" Target="/docProps/app.xml" Id="Rccbc13af3d8b4c7e" /><Relationship Type="http://schemas.openxmlformats.org/officeDocument/2006/relationships/officeDocument" Target="/ppt/presentation.xml" Id="R8a1c08929e6042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69fb44532347d0"/>
    <p:sldMasterId xmlns:r="http://schemas.openxmlformats.org/officeDocument/2006/relationships" id="2147483660" r:id="R51b6174bfcc74957"/>
    <p:sldMasterId xmlns:r="http://schemas.openxmlformats.org/officeDocument/2006/relationships" id="2147483663" r:id="Racf87c1695974507"/>
  </p:sldMasterIdLst>
  <p:notesMasterIdLst>
    <p:notesMasterId xmlns:r="http://schemas.openxmlformats.org/officeDocument/2006/relationships" r:id="R660329806dbf4aec"/>
  </p:notesMasterIdLst>
  <p:sldIdLst>
    <p:sldId xmlns:r="http://schemas.openxmlformats.org/officeDocument/2006/relationships" id="256" r:id="R8fc15e5242f84b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6898d7b41c48c0" /><Relationship Type="http://schemas.openxmlformats.org/officeDocument/2006/relationships/slideMaster" Target="/ppt/slideMasters/slideMaster1.xml" Id="R9e69fb44532347d0" /><Relationship Type="http://schemas.openxmlformats.org/officeDocument/2006/relationships/slideMaster" Target="/ppt/slideMasters/slideMaster2.xml" Id="R51b6174bfcc74957" /><Relationship Type="http://schemas.openxmlformats.org/officeDocument/2006/relationships/slideMaster" Target="/ppt/slideMasters/slideMaster3.xml" Id="Racf87c1695974507" /><Relationship Type="http://schemas.openxmlformats.org/officeDocument/2006/relationships/notesMaster" Target="/ppt/notesMasters/notesMaster1.xml" Id="R660329806dbf4aec" /><Relationship Type="http://schemas.openxmlformats.org/officeDocument/2006/relationships/presProps" Target="/ppt/presProps.xml" Id="R7f61b09b2b884488" /><Relationship Type="http://schemas.openxmlformats.org/officeDocument/2006/relationships/viewProps" Target="/ppt/viewProps.xml" Id="R66a996a8d67b4b73" /><Relationship Type="http://schemas.openxmlformats.org/officeDocument/2006/relationships/tableStyles" Target="/ppt/tableStyles.xml" Id="R3c9555b7361043ae" /><Relationship Type="http://schemas.openxmlformats.org/officeDocument/2006/relationships/slide" Target="/ppt/slides/slide1.xml" Id="R8fc15e5242f84b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9e3ded0581041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5e72f2c7a0411f" /><Relationship Type="http://schemas.openxmlformats.org/officeDocument/2006/relationships/notesMaster" Target="/ppt/notesMasters/notesMaster1.xml" Id="Rf501d2efe1ab4f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b8ddc719f849a1" /><Relationship Type="http://schemas.openxmlformats.org/officeDocument/2006/relationships/image" Target="/ppt/media/image.jpeg" Id="Rfe394da179504f9c" /><Relationship Type="http://schemas.openxmlformats.org/officeDocument/2006/relationships/image" Target="/ppt/media/image.png" Id="R7ed3accd250541f1" /><Relationship Type="http://schemas.openxmlformats.org/officeDocument/2006/relationships/image" Target="/ppt/media/image2.png" Id="R4a1bb88cdabe4d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baa96e328446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74cdb6bf7d4fea" /><Relationship Type="http://schemas.openxmlformats.org/officeDocument/2006/relationships/image" Target="/ppt/media/image3.png" Id="Rc43767bb2ddd4e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1a52052f7349df" /><Relationship Type="http://schemas.openxmlformats.org/officeDocument/2006/relationships/image" Target="/ppt/media/image4.png" Id="Ra72605831b3241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cf2d420d9348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810b51afac4be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651ed5a3848c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843f4fb3d4bc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c5b7ade2f24d0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4f32c553d84c6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89d5a1d56048a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c12800baaa4295" /><Relationship Type="http://schemas.openxmlformats.org/officeDocument/2006/relationships/image" Target="/ppt/media/image5.png" Id="Rb4aa202e9199462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5cd19cd29e449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ca6ab525aac48e5" /><Relationship Type="http://schemas.openxmlformats.org/officeDocument/2006/relationships/image" Target="/ppt/media/image5.png" Id="R7a4a7ec2c683402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fd1f7ee1aeb49ee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394da179504f9c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3accd250541f1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bb88cdabe4d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0659C003-5A8B-412D-B793-DD863B3D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767bb2ddd4e84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8FB1C68A-4FB3-4A48-9A39-A117D85B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1AF2D924-5D3B-495E-818A-E0730128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245F03F6-020F-4535-ABBF-98C0013C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C8F00FE5-0983-4490-99EA-24E37E19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605831b3241a3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B5C8B559-58D9-4DEE-A338-AA15238F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60676C0-B7EA-46BA-AD66-54DD6BCE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09A4A5C-4CDC-49D7-9596-7F43CE8386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4EDA51C-4021-42A4-AC42-CBD69C75F0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B8936FB-4D09-4133-9234-93904B1B5AE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547A97E8-5B4C-4480-88AF-C195126496B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D8786F8-E3FE-4140-957B-A9FF1CE6F67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B5DD88FB-849C-43C9-9069-85982881C4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47B4F7A-DAA2-4A17-AF12-10D74B4072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2A67252-C7F4-4312-B6EB-A29AA42F36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3B87346-BCB9-44D6-83C8-29BAA4F51C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DEB03EA-2982-4D63-9D5F-ADE108BC70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791BECD-441A-472D-9D46-8D17982F42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844F82A-E5ED-41F2-8981-B262126461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913F549-47B0-43E5-8D86-96D9D8965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7CB96C0-597F-430C-9504-3A8F8915C8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C3BC9A4-0491-4DC1-9DDB-A296246DFB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CCABF2-E849-4CC0-AE45-4B6DF383B5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47A77-6B49-4CF3-A5BA-BDE9981F1FB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D19C4BA-D33B-43E6-A59D-9D46976163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1135395-FE9B-4A6A-AE84-1EED6E1DE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D355B3A-85DB-472A-8DC9-D2B670D4D9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E300C26-D905-4BE6-A4A1-040FECFCF6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19958EC-FF2A-499F-A616-E0BC812958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9034FBAB-8107-4B72-B3D4-820A6EBDC1A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253C53-906D-497B-AB49-50B7053199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391ADE4-3404-4CF3-9747-73A74FB9EE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86B8DE4-6C05-4B1D-B705-CE862C2568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A1BE3DE-90CD-47A8-8045-2F678D46A9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1822BE3-1D55-4F35-9E55-557DE059AA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F5933B1-00CF-4A9D-B52D-FCD06DC14B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2C139B9-773E-4FEE-89C1-5693C67172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711D094-7437-4EAB-8DF5-EBF3BE9E9B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256D1D5-3171-4F5F-AB81-96E55F9D74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E7F0CD58-9F3F-4BA1-A9D8-C5E6E94C38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4D0D9C1-DBE3-4634-9093-81068DEEA1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7457CA3-B296-43D9-84F5-3D40064078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0B382D7-CFA9-4FBE-B86A-60D11409B3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82A3694-8D7D-46FE-BE23-AFA11C2375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a202e91994622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6FF59A86-C0DA-47EC-9690-AF80EF70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9784039-BE6B-404E-B31E-28759823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FF1F46C9-EC6C-45F9-81EE-0B9FAE80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7294F42-8AC5-479C-AB4A-CEB09C7D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a7ec2c683402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BA8325A-DA76-4A65-A6F0-2F82B0C1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FB96E56-2B1C-4F69-B5B7-FC8602DF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30655001-A846-4C15-AB75-FB1A9BBE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D331B7B3-46F2-4652-A2B3-BF457F75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5d10aec0574bcb" /><Relationship Type="http://schemas.openxmlformats.org/officeDocument/2006/relationships/slideLayout" Target="/ppt/slideLayouts/slideLayout1.xml" Id="R67367b9a34b747cf" /><Relationship Type="http://schemas.openxmlformats.org/officeDocument/2006/relationships/slideLayout" Target="/ppt/slideLayouts/slideLayout2.xml" Id="Rd0e2b857bc88418f" /><Relationship Type="http://schemas.openxmlformats.org/officeDocument/2006/relationships/slideLayout" Target="/ppt/slideLayouts/slideLayout3.xml" Id="Rfa35f67fcd8a4582" /><Relationship Type="http://schemas.openxmlformats.org/officeDocument/2006/relationships/slideLayout" Target="/ppt/slideLayouts/slideLayout4.xml" Id="Re6af901920f14dc2" /><Relationship Type="http://schemas.openxmlformats.org/officeDocument/2006/relationships/slideLayout" Target="/ppt/slideLayouts/slideLayout5.xml" Id="R0181d2c2e2ff4dcf" /><Relationship Type="http://schemas.openxmlformats.org/officeDocument/2006/relationships/slideLayout" Target="/ppt/slideLayouts/slideLayout6.xml" Id="R9af80cfa3f554165" /><Relationship Type="http://schemas.openxmlformats.org/officeDocument/2006/relationships/slideLayout" Target="/ppt/slideLayouts/slideLayout7.xml" Id="Reb318170194a44e6" /><Relationship Type="http://schemas.openxmlformats.org/officeDocument/2006/relationships/slideLayout" Target="/ppt/slideLayouts/slideLayout8.xml" Id="R6134828f7ca244ea" /><Relationship Type="http://schemas.openxmlformats.org/officeDocument/2006/relationships/slideLayout" Target="/ppt/slideLayouts/slideLayout9.xml" Id="Rfe9df22c8d144f44" /><Relationship Type="http://schemas.openxmlformats.org/officeDocument/2006/relationships/slideLayout" Target="/ppt/slideLayouts/slideLayout10.xml" Id="R80765b2a14e046bb" /><Relationship Type="http://schemas.openxmlformats.org/officeDocument/2006/relationships/slideLayout" Target="/ppt/slideLayouts/slideLayout11.xml" Id="R0a9d39ea6cf4480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f3f9b45d80b4acf" /><Relationship Type="http://schemas.openxmlformats.org/officeDocument/2006/relationships/slideLayout" Target="/ppt/slideLayouts/slideLayout12.xml" Id="R9839cf3683d743fa" /><Relationship Type="http://schemas.openxmlformats.org/officeDocument/2006/relationships/slideLayout" Target="/ppt/slideLayouts/slideLayout13.xml" Id="R08a26ae6921842e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a0b3cdf82ce844b2" /><Relationship Type="http://schemas.openxmlformats.org/officeDocument/2006/relationships/slideLayout" Target="/ppt/slideLayouts/slideLayout14.xml" Id="R3dc3c2682f2e4df4" /><Relationship Type="http://schemas.openxmlformats.org/officeDocument/2006/relationships/slideLayout" Target="/ppt/slideLayouts/slideLayout15.xml" Id="R56b03c6eef3b4ec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25752D8-8282-46D1-9825-659550BED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CDB12AB-898A-424D-B719-0806FD968A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2A00144-8401-4172-988C-E479661ACE8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5EAD14F-C3F6-4DEE-910F-7CC6A277CEB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8A3D0D1-150E-4018-8066-69045ECDF10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367b9a34b747cf"/>
    <p:sldLayoutId xmlns:r="http://schemas.openxmlformats.org/officeDocument/2006/relationships" id="2147483650" r:id="Rd0e2b857bc88418f"/>
    <p:sldLayoutId xmlns:r="http://schemas.openxmlformats.org/officeDocument/2006/relationships" id="2147483651" r:id="Rfa35f67fcd8a4582"/>
    <p:sldLayoutId xmlns:r="http://schemas.openxmlformats.org/officeDocument/2006/relationships" id="2147483652" r:id="Re6af901920f14dc2"/>
    <p:sldLayoutId xmlns:r="http://schemas.openxmlformats.org/officeDocument/2006/relationships" id="2147483653" r:id="R0181d2c2e2ff4dcf"/>
    <p:sldLayoutId xmlns:r="http://schemas.openxmlformats.org/officeDocument/2006/relationships" id="2147483654" r:id="R9af80cfa3f554165"/>
    <p:sldLayoutId xmlns:r="http://schemas.openxmlformats.org/officeDocument/2006/relationships" id="2147483655" r:id="Reb318170194a44e6"/>
    <p:sldLayoutId xmlns:r="http://schemas.openxmlformats.org/officeDocument/2006/relationships" id="2147483656" r:id="R6134828f7ca244ea"/>
    <p:sldLayoutId xmlns:r="http://schemas.openxmlformats.org/officeDocument/2006/relationships" id="2147483657" r:id="Rfe9df22c8d144f44"/>
    <p:sldLayoutId xmlns:r="http://schemas.openxmlformats.org/officeDocument/2006/relationships" id="2147483658" r:id="R80765b2a14e046bb"/>
    <p:sldLayoutId xmlns:r="http://schemas.openxmlformats.org/officeDocument/2006/relationships" id="2147483659" r:id="R0a9d39ea6cf4480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15E6334-68B2-48D6-B963-555B47CE7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A35DDF9-8BD6-4A93-8FB9-BB63A9E7F9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2401BD3-B975-41A4-AD18-367D014951A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FD6D801-5C43-4BBA-8D9F-AD4A76BF4F4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4C8B267-0C46-4461-8F4F-920A8E0F2C1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839cf3683d743fa"/>
    <p:sldLayoutId xmlns:r="http://schemas.openxmlformats.org/officeDocument/2006/relationships" id="2147483662" r:id="R08a26ae6921842ec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42F2C62-9C3A-4479-94F5-36183F1FF1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8011763-8F2C-48F9-B951-0DE640E342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A154997-6883-4E20-A400-B57229FCE3F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E308766-89FE-41D9-839C-810652111FA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EB8C4F4-CD98-4125-ACE5-D2E5BFFF809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3dc3c2682f2e4df4"/>
    <p:sldLayoutId xmlns:r="http://schemas.openxmlformats.org/officeDocument/2006/relationships" id="2147483665" r:id="R56b03c6eef3b4ecb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4cce0665a0d4e29" /><Relationship Type="http://schemas.openxmlformats.org/officeDocument/2006/relationships/image" Target="/ppt/media/image6.png" Id="Rf080b7d27d5043c1" /><Relationship Type="http://schemas.openxmlformats.org/officeDocument/2006/relationships/notesSlide" Target="/ppt/notesSlides/notesSlide1.xml" Id="R8dc03198e66d4d1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E800FFD7-E477-4062-BDE0-C1C6B0E8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0b7d27d5043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2026-08-13T15:27:37.2350000Z</dcterms:created>
  <dcterms:modified xsi:type="dcterms:W3CDTF">2026-08-13T15:27:37.2350000Z</dcterms:modified>
</coreProperties>
</file>