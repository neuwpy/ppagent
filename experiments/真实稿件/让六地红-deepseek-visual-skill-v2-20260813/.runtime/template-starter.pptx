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04abc520624adf" /><Relationship Type="http://schemas.openxmlformats.org/officeDocument/2006/relationships/extended-properties" Target="/docProps/app.xml" Id="R701c0391762841a0" /><Relationship Type="http://schemas.openxmlformats.org/officeDocument/2006/relationships/officeDocument" Target="/ppt/presentation.xml" Id="R320dc9af6ba44a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c94fb262e74b86"/>
    <p:sldMasterId xmlns:r="http://schemas.openxmlformats.org/officeDocument/2006/relationships" id="2147483660" r:id="R1ed0fb1b162545e5"/>
    <p:sldMasterId xmlns:r="http://schemas.openxmlformats.org/officeDocument/2006/relationships" id="2147483663" r:id="Ra3c997c61fa9420d"/>
  </p:sldMasterIdLst>
  <p:notesMasterIdLst>
    <p:notesMasterId xmlns:r="http://schemas.openxmlformats.org/officeDocument/2006/relationships" r:id="R07fdc5f7ac254dfb"/>
  </p:notesMasterIdLst>
  <p:sldIdLst>
    <p:sldId xmlns:r="http://schemas.openxmlformats.org/officeDocument/2006/relationships" id="256" r:id="Re3c0a7e9f55e42b4"/>
    <p:sldId xmlns:r="http://schemas.openxmlformats.org/officeDocument/2006/relationships" id="257" r:id="R587ee2e7f65a410c"/>
    <p:sldId xmlns:r="http://schemas.openxmlformats.org/officeDocument/2006/relationships" id="258" r:id="Rfdd90c1f017940ea"/>
    <p:sldId xmlns:r="http://schemas.openxmlformats.org/officeDocument/2006/relationships" id="259" r:id="R697933fef8794ca0"/>
    <p:sldId xmlns:r="http://schemas.openxmlformats.org/officeDocument/2006/relationships" id="260" r:id="Rabcc567f029143ef"/>
    <p:sldId xmlns:r="http://schemas.openxmlformats.org/officeDocument/2006/relationships" id="261" r:id="R736877ca599146d1"/>
    <p:sldId xmlns:r="http://schemas.openxmlformats.org/officeDocument/2006/relationships" id="262" r:id="Ra03ddf2e49954129"/>
    <p:sldId xmlns:r="http://schemas.openxmlformats.org/officeDocument/2006/relationships" id="263" r:id="Rc6038792ed2d4171"/>
    <p:sldId xmlns:r="http://schemas.openxmlformats.org/officeDocument/2006/relationships" id="264" r:id="R13ea04959b5843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141b70c39449e0" /><Relationship Type="http://schemas.openxmlformats.org/officeDocument/2006/relationships/slideMaster" Target="/ppt/slideMasters/slideMaster1.xml" Id="R74c94fb262e74b86" /><Relationship Type="http://schemas.openxmlformats.org/officeDocument/2006/relationships/slideMaster" Target="/ppt/slideMasters/slideMaster2.xml" Id="R1ed0fb1b162545e5" /><Relationship Type="http://schemas.openxmlformats.org/officeDocument/2006/relationships/slideMaster" Target="/ppt/slideMasters/slideMaster3.xml" Id="Ra3c997c61fa9420d" /><Relationship Type="http://schemas.openxmlformats.org/officeDocument/2006/relationships/notesMaster" Target="/ppt/notesMasters/notesMaster1.xml" Id="R07fdc5f7ac254dfb" /><Relationship Type="http://schemas.openxmlformats.org/officeDocument/2006/relationships/presProps" Target="/ppt/presProps.xml" Id="R433b101bbda04aa1" /><Relationship Type="http://schemas.openxmlformats.org/officeDocument/2006/relationships/viewProps" Target="/ppt/viewProps.xml" Id="Rfff3f69051924aec" /><Relationship Type="http://schemas.openxmlformats.org/officeDocument/2006/relationships/tableStyles" Target="/ppt/tableStyles.xml" Id="Rd3e5dd0f244e4a19" /><Relationship Type="http://schemas.openxmlformats.org/officeDocument/2006/relationships/slide" Target="/ppt/slides/slide1.xml" Id="Re3c0a7e9f55e42b4" /><Relationship Type="http://schemas.openxmlformats.org/officeDocument/2006/relationships/slide" Target="/ppt/slides/slide2.xml" Id="R587ee2e7f65a410c" /><Relationship Type="http://schemas.openxmlformats.org/officeDocument/2006/relationships/slide" Target="/ppt/slides/slide3.xml" Id="Rfdd90c1f017940ea" /><Relationship Type="http://schemas.openxmlformats.org/officeDocument/2006/relationships/slide" Target="/ppt/slides/slide4.xml" Id="R697933fef8794ca0" /><Relationship Type="http://schemas.openxmlformats.org/officeDocument/2006/relationships/slide" Target="/ppt/slides/slide5.xml" Id="Rabcc567f029143ef" /><Relationship Type="http://schemas.openxmlformats.org/officeDocument/2006/relationships/slide" Target="/ppt/slides/slide6.xml" Id="R736877ca599146d1" /><Relationship Type="http://schemas.openxmlformats.org/officeDocument/2006/relationships/slide" Target="/ppt/slides/slide7.xml" Id="Ra03ddf2e49954129" /><Relationship Type="http://schemas.openxmlformats.org/officeDocument/2006/relationships/slide" Target="/ppt/slides/slide8.xml" Id="Rc6038792ed2d4171" /><Relationship Type="http://schemas.openxmlformats.org/officeDocument/2006/relationships/slide" Target="/ppt/slides/slide9.xml" Id="R13ea04959b5843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6cf25ff901054b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bf1ec10b524eeb" /><Relationship Type="http://schemas.openxmlformats.org/officeDocument/2006/relationships/notesMaster" Target="/ppt/notesMasters/notesMaster1.xml" Id="Rbc2f73a216254d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a55fab159e47af" /><Relationship Type="http://schemas.openxmlformats.org/officeDocument/2006/relationships/notesMaster" Target="/ppt/notesMasters/notesMaster1.xml" Id="Rb39bad17382c4e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4b289d5b154cd2" /><Relationship Type="http://schemas.openxmlformats.org/officeDocument/2006/relationships/notesMaster" Target="/ppt/notesMasters/notesMaster1.xml" Id="R8ffd868622c844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3c326b33064eac" /><Relationship Type="http://schemas.openxmlformats.org/officeDocument/2006/relationships/notesMaster" Target="/ppt/notesMasters/notesMaster1.xml" Id="Rf19d4e253d3048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eee12c9c614309" /><Relationship Type="http://schemas.openxmlformats.org/officeDocument/2006/relationships/notesMaster" Target="/ppt/notesMasters/notesMaster1.xml" Id="R1d759d8882eb48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12e85048924ad7" /><Relationship Type="http://schemas.openxmlformats.org/officeDocument/2006/relationships/notesMaster" Target="/ppt/notesMasters/notesMaster1.xml" Id="R115196a8cf2340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b99094fde54887" /><Relationship Type="http://schemas.openxmlformats.org/officeDocument/2006/relationships/notesMaster" Target="/ppt/notesMasters/notesMaster1.xml" Id="R7cb8eac7e61749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cf1ac0c2aa4ef9" /><Relationship Type="http://schemas.openxmlformats.org/officeDocument/2006/relationships/notesMaster" Target="/ppt/notesMasters/notesMaster1.xml" Id="R9442b8abacd14e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7601dde7224c87" /><Relationship Type="http://schemas.openxmlformats.org/officeDocument/2006/relationships/notesMaster" Target="/ppt/notesMasters/notesMaster1.xml" Id="R1a1c553dd6a546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94e3bcef744562" /><Relationship Type="http://schemas.openxmlformats.org/officeDocument/2006/relationships/image" Target="/ppt/media/image.jpeg" Id="R2b4904593cce452c" /><Relationship Type="http://schemas.openxmlformats.org/officeDocument/2006/relationships/image" Target="/ppt/media/image.png" Id="Raea5394d87ed44f4" /><Relationship Type="http://schemas.openxmlformats.org/officeDocument/2006/relationships/image" Target="/ppt/media/image2.png" Id="R6d57d43f992b458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779e4f6232412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9a81cdc464456d" /><Relationship Type="http://schemas.openxmlformats.org/officeDocument/2006/relationships/image" Target="/ppt/media/image3.png" Id="Rce5f4a87984849b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86deb837844eb4" /><Relationship Type="http://schemas.openxmlformats.org/officeDocument/2006/relationships/image" Target="/ppt/media/image4.png" Id="Rd14b5f9f5c80466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9267f9ff3d491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447ce09b844d4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f64285bb864b1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fc2d19fe5346c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ae550ed28d45c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14bde4ace24ed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63977a42de403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7c40d3fb8aa417e" /><Relationship Type="http://schemas.openxmlformats.org/officeDocument/2006/relationships/image" Target="/ppt/media/image5.png" Id="R48ae135071664bc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a558ee824724737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276b3fb8c0847bc" /><Relationship Type="http://schemas.openxmlformats.org/officeDocument/2006/relationships/image" Target="/ppt/media/image5.png" Id="R19a4d17b7495448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52f8a1616a647a8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4904593cce452c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a5394d87ed44f4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57d43f992b45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FA1229AE-FE87-47D6-B3FD-966A5146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f4a87984849b2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51E882DD-CC5F-431C-86BB-ADDABC71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8DC378B4-B1D0-4E27-9327-63206C14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8A0B5A57-57A1-4BD3-9F29-EC08DCC5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AC15D0D3-4403-4DF0-A217-D8F08E14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4b5f9f5c804666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6F73BE78-034E-4E48-ABE4-E326A213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BEBB1D2F-493F-4546-968C-35515B08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44C2760-0C35-48D1-B004-C392E2CDE9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F915091-C70F-44E5-821A-74F18F8AFF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88145E76-8779-4FF2-9686-C1E0B099D54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DE94BB26-CBAF-4CFA-8FA1-5C63F6BE0A3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82FC5E15-B835-443E-AC3D-9FAD6972146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F0ED3AB6-FD4C-479F-8148-BF1C65612F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07C86E85-23AC-417D-8270-11C5B48518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E1B3D623-7154-4AF4-8A5C-E894589D44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36A52C2-7B32-434C-9796-4854486605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9FFE923B-71A1-4A42-9418-5B2CBEA022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4952A57E-2DA7-4BFE-9013-BC3B6D6618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E7EFF48D-930B-4B01-B1E8-677884B648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A4ECB5CA-29B7-45A8-8460-E23DEEE0F4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ECAE8DE0-2BFC-4C8F-8DDD-1CDADED17C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EA537155-664F-4FC3-9EDD-F95BAA9407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B8A1B19-13B4-4211-A119-384C153090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CA1644F-5CC0-457A-9E47-6B47D8D95D2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6815480-99ED-430E-A576-C80F084C35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E694362-0E08-4CD3-B921-19DE9DAECF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FB21AA0-68DA-4ED9-AD25-92F327473D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CECED3F-4C12-4A55-88C0-21F8804F36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E2B8EFC-3179-48A1-9808-994D29A718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84BA2ADC-A697-45B6-80B2-187BAD5C9FF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6B9616B-037E-49E4-AD44-33D754EF69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69EAAE48-6E79-4EEF-BA30-98C0B66906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DC0BE63-9C6B-4A16-B448-DE997B9D52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1180192-9CFB-4C4D-8FA6-117A1310D7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3A96865-4D50-4FA9-809C-33255DF3A8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E7E5E382-EB5A-48E2-8E78-8C045F62B7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AE4868F-40D1-469D-AE3B-713C0C661EB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C2CAB28-DA3C-4759-9157-7173DF6B32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E8352E7-A914-4337-8CE8-D7F85F13AF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71B162F9-F18B-46A1-96B8-4100A8FDDC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E7AD06B-ED4F-45BC-9F4E-4978418584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EC49F85-DAB8-481A-B112-5343D9D1FA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EB9F3E7-4DA5-476F-A188-55A2B90612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57DFC56-2FFC-4260-BB76-C61795CAD2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ae135071664bce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93AF1BA2-98A3-4E20-9F59-1A5DF2A2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A38CAE3-EBE2-4D80-A61C-70210D01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9B565FBB-342E-48AF-8689-9F58F905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DD977BA5-517D-4F60-B32C-6BF23D00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a4d17b74954481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CF2DCBBC-F652-4C92-8EA8-F9939B8B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C0D29EC-ECE2-4AED-9DF6-54308514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D3E37B9D-E550-453D-ACE9-A84043C9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BEAEA570-9C5E-42CB-9FE5-C5D32C83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abc99de9b74102" /><Relationship Type="http://schemas.openxmlformats.org/officeDocument/2006/relationships/slideLayout" Target="/ppt/slideLayouts/slideLayout1.xml" Id="R9bc4382f253047fe" /><Relationship Type="http://schemas.openxmlformats.org/officeDocument/2006/relationships/slideLayout" Target="/ppt/slideLayouts/slideLayout2.xml" Id="Rfcfc54b4efb24cf0" /><Relationship Type="http://schemas.openxmlformats.org/officeDocument/2006/relationships/slideLayout" Target="/ppt/slideLayouts/slideLayout3.xml" Id="Ree9f3fa54a7e4529" /><Relationship Type="http://schemas.openxmlformats.org/officeDocument/2006/relationships/slideLayout" Target="/ppt/slideLayouts/slideLayout4.xml" Id="R4a1509cee0344b62" /><Relationship Type="http://schemas.openxmlformats.org/officeDocument/2006/relationships/slideLayout" Target="/ppt/slideLayouts/slideLayout5.xml" Id="R3eda427acf9448f3" /><Relationship Type="http://schemas.openxmlformats.org/officeDocument/2006/relationships/slideLayout" Target="/ppt/slideLayouts/slideLayout6.xml" Id="R41de6acedfa3490b" /><Relationship Type="http://schemas.openxmlformats.org/officeDocument/2006/relationships/slideLayout" Target="/ppt/slideLayouts/slideLayout7.xml" Id="R3242b3145de242df" /><Relationship Type="http://schemas.openxmlformats.org/officeDocument/2006/relationships/slideLayout" Target="/ppt/slideLayouts/slideLayout8.xml" Id="R44cd3ca908064edc" /><Relationship Type="http://schemas.openxmlformats.org/officeDocument/2006/relationships/slideLayout" Target="/ppt/slideLayouts/slideLayout9.xml" Id="Ra49d5f7ec6894d6b" /><Relationship Type="http://schemas.openxmlformats.org/officeDocument/2006/relationships/slideLayout" Target="/ppt/slideLayouts/slideLayout10.xml" Id="R93bc867a203b46c0" /><Relationship Type="http://schemas.openxmlformats.org/officeDocument/2006/relationships/slideLayout" Target="/ppt/slideLayouts/slideLayout11.xml" Id="R0c595d0660a145c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4ae79789e4849fe" /><Relationship Type="http://schemas.openxmlformats.org/officeDocument/2006/relationships/slideLayout" Target="/ppt/slideLayouts/slideLayout12.xml" Id="R42b972f397c64ddc" /><Relationship Type="http://schemas.openxmlformats.org/officeDocument/2006/relationships/slideLayout" Target="/ppt/slideLayouts/slideLayout13.xml" Id="R228edaeddf054300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c4dc23b616354bf2" /><Relationship Type="http://schemas.openxmlformats.org/officeDocument/2006/relationships/slideLayout" Target="/ppt/slideLayouts/slideLayout14.xml" Id="R53be2dc9bf53451b" /><Relationship Type="http://schemas.openxmlformats.org/officeDocument/2006/relationships/slideLayout" Target="/ppt/slideLayouts/slideLayout15.xml" Id="R712d19e8757a4cb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47F1FA04-E50F-4A51-A153-7BF7BEF994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61FAB7A-AA08-4FAB-98CD-D968B2ED7D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C667171-D5DE-48F9-827E-B3CF627A7EE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5498C65-B68C-467D-BAD5-F9D1CEA9692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AFFED63-6DA5-4CEA-952A-99AA08CE3D3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c4382f253047fe"/>
    <p:sldLayoutId xmlns:r="http://schemas.openxmlformats.org/officeDocument/2006/relationships" id="2147483650" r:id="Rfcfc54b4efb24cf0"/>
    <p:sldLayoutId xmlns:r="http://schemas.openxmlformats.org/officeDocument/2006/relationships" id="2147483651" r:id="Ree9f3fa54a7e4529"/>
    <p:sldLayoutId xmlns:r="http://schemas.openxmlformats.org/officeDocument/2006/relationships" id="2147483652" r:id="R4a1509cee0344b62"/>
    <p:sldLayoutId xmlns:r="http://schemas.openxmlformats.org/officeDocument/2006/relationships" id="2147483653" r:id="R3eda427acf9448f3"/>
    <p:sldLayoutId xmlns:r="http://schemas.openxmlformats.org/officeDocument/2006/relationships" id="2147483654" r:id="R41de6acedfa3490b"/>
    <p:sldLayoutId xmlns:r="http://schemas.openxmlformats.org/officeDocument/2006/relationships" id="2147483655" r:id="R3242b3145de242df"/>
    <p:sldLayoutId xmlns:r="http://schemas.openxmlformats.org/officeDocument/2006/relationships" id="2147483656" r:id="R44cd3ca908064edc"/>
    <p:sldLayoutId xmlns:r="http://schemas.openxmlformats.org/officeDocument/2006/relationships" id="2147483657" r:id="Ra49d5f7ec6894d6b"/>
    <p:sldLayoutId xmlns:r="http://schemas.openxmlformats.org/officeDocument/2006/relationships" id="2147483658" r:id="R93bc867a203b46c0"/>
    <p:sldLayoutId xmlns:r="http://schemas.openxmlformats.org/officeDocument/2006/relationships" id="2147483659" r:id="R0c595d0660a145c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C9EDF708-3FB0-4F5E-BFEC-96321E339E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769BE06-E0E1-484B-8022-BE6CCE4D64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F6C4482-2D80-4935-8996-064F8C6BC63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2F344F2-19C5-4860-9480-A54B4714928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4DD2B9-7178-4135-A303-F9DBB0DF3B2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42b972f397c64ddc"/>
    <p:sldLayoutId xmlns:r="http://schemas.openxmlformats.org/officeDocument/2006/relationships" id="2147483662" r:id="R228edaeddf054300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76C9E7B-6840-4AF8-94CC-1496D79366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5502CBE-E843-4351-94CE-4ACC7606DC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9A8DE3A-DE9E-477A-8CE6-E07F1581925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FDA5979-64EA-4FCF-9E20-3230EB9666B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8F95A6C-D532-4C3E-99E0-7E93EC737C4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53be2dc9bf53451b"/>
    <p:sldLayoutId xmlns:r="http://schemas.openxmlformats.org/officeDocument/2006/relationships" id="2147483665" r:id="R712d19e8757a4cb9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dcd5e5404446c" /><Relationship Type="http://schemas.openxmlformats.org/officeDocument/2006/relationships/notesSlide" Target="/ppt/notesSlides/notesSlide1.xml" Id="R79dc73376dd444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348fdd297b0431a" /><Relationship Type="http://schemas.openxmlformats.org/officeDocument/2006/relationships/notesSlide" Target="/ppt/notesSlides/notesSlide2.xml" Id="Rbe0b8f79008b47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116885d6dbb41d6" /><Relationship Type="http://schemas.openxmlformats.org/officeDocument/2006/relationships/image" Target="/ppt/media/image6.png" Id="R8cdc7e0b9c2d41d5" /><Relationship Type="http://schemas.openxmlformats.org/officeDocument/2006/relationships/notesSlide" Target="/ppt/notesSlides/notesSlide3.xml" Id="R2a544dd0073e49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0f1409323de4ba1" /><Relationship Type="http://schemas.openxmlformats.org/officeDocument/2006/relationships/image" Target="/ppt/media/image6.png" Id="R608dcd830ded4a3c" /><Relationship Type="http://schemas.openxmlformats.org/officeDocument/2006/relationships/notesSlide" Target="/ppt/notesSlides/notesSlide4.xml" Id="Rdc3fd800b0194f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13a357d4ffa4b4d" /><Relationship Type="http://schemas.openxmlformats.org/officeDocument/2006/relationships/image" Target="/ppt/media/image6.png" Id="R96e9f9c0689d42f5" /><Relationship Type="http://schemas.openxmlformats.org/officeDocument/2006/relationships/notesSlide" Target="/ppt/notesSlides/notesSlide5.xml" Id="R14d440e055604b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7b66177c0004431" /><Relationship Type="http://schemas.openxmlformats.org/officeDocument/2006/relationships/image" Target="/ppt/media/image6.png" Id="R4f96e95aa936409f" /><Relationship Type="http://schemas.openxmlformats.org/officeDocument/2006/relationships/notesSlide" Target="/ppt/notesSlides/notesSlide6.xml" Id="R597b5cf686504e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6d910fb9ea04526" /><Relationship Type="http://schemas.openxmlformats.org/officeDocument/2006/relationships/image" Target="/ppt/media/image6.png" Id="Rff7444d9aa8f4933" /><Relationship Type="http://schemas.openxmlformats.org/officeDocument/2006/relationships/notesSlide" Target="/ppt/notesSlides/notesSlide7.xml" Id="R8c6c3c64440143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7d54fb9591c4a41" /><Relationship Type="http://schemas.openxmlformats.org/officeDocument/2006/relationships/image" Target="/ppt/media/image6.png" Id="Rb82e1998af9a4474" /><Relationship Type="http://schemas.openxmlformats.org/officeDocument/2006/relationships/notesSlide" Target="/ppt/notesSlides/notesSlide8.xml" Id="Rda9ca24ed7844a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fceaab0b34355" /><Relationship Type="http://schemas.openxmlformats.org/officeDocument/2006/relationships/notesSlide" Target="/ppt/notesSlides/notesSlide9.xml" Id="R27db9fa10cf74ba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1C371373-7689-405F-9C6C-CF34A1A1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5180632E-0D7D-4809-B9C6-349261DE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4695050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00B6A5F3-C4EF-4C01-A4D1-9D2DBFE2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5531496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F6F3D7DB-03CA-41A7-9296-DDC2E1D8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76EF551B-445F-4870-ACC2-CEF89F05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MDM</a:t>
            </a: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方法偏移量自适应选取</a:t>
            </a:r>
          </a:p>
        </p:txBody>
      </p:sp>
    </p:spTree>
    <p:extLst>
      <p:ext uri="{BB962C8B-B14F-4D97-AF65-F5344CB8AC3E}">
        <p14:creationId xmlns:p14="http://schemas.microsoft.com/office/powerpoint/2010/main" val="181591321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1. 定义问题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2. </a:t>
            </a:r>
            <a:r>
              <a:t>真参数未知如何实现“样本</a:t>
            </a:r>
            <a:r>
              <a:t>-</a:t>
            </a:r>
            <a:r>
              <a:t>最优偏移量”的选择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3. </a:t>
            </a:r>
            <a:r>
              <a:t>一些关于神经网络的验证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4. </a:t>
            </a:r>
            <a:r>
              <a:t>论文准备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5. </a:t>
            </a:r>
            <a:r>
              <a:t>下一个研究课题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1E5F3D9D-965B-4B43-9F33-E0718E9F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dc7e0b9c2d41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1E5F3D9D-965B-4B43-9F33-E0718E9F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8dcd830ded4a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1E5F3D9D-965B-4B43-9F33-E0718E9F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e9f9c0689d42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1E5F3D9D-965B-4B43-9F33-E0718E9F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96e95aa93640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1E5F3D9D-965B-4B43-9F33-E0718E9F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444d9aa8f49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1E5F3D9D-965B-4B43-9F33-E0718E9F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2e1998af9a44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99662420-93B2-437E-9504-79F2B376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敬请老师批评指正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2026-08-13T15:49:47.3690000Z</dcterms:created>
  <dcterms:modified xsi:type="dcterms:W3CDTF">2026-08-13T15:49:47.3690000Z</dcterms:modified>
</coreProperties>
</file>