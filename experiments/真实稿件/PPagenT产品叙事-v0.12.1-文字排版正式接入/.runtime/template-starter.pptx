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a766d8de7694726" /><Relationship Type="http://schemas.openxmlformats.org/officeDocument/2006/relationships/extended-properties" Target="/docProps/app.xml" Id="Rd73e954b83a44bde" /><Relationship Type="http://schemas.openxmlformats.org/officeDocument/2006/relationships/officeDocument" Target="/ppt/presentation.xml" Id="Rd47242b817a945b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a81ec34d68e495b"/>
    <p:sldMasterId xmlns:r="http://schemas.openxmlformats.org/officeDocument/2006/relationships" id="2147483660" r:id="Rbeac88d3d31e484d"/>
    <p:sldMasterId xmlns:r="http://schemas.openxmlformats.org/officeDocument/2006/relationships" id="2147483663" r:id="Ra123997ee37b45db"/>
  </p:sldMasterIdLst>
  <p:notesMasterIdLst>
    <p:notesMasterId xmlns:r="http://schemas.openxmlformats.org/officeDocument/2006/relationships" r:id="R2aad39ce572d4e9b"/>
  </p:notesMasterIdLst>
  <p:sldIdLst>
    <p:sldId xmlns:r="http://schemas.openxmlformats.org/officeDocument/2006/relationships" id="256" r:id="Rf25bf1dad1ee49ea"/>
    <p:sldId xmlns:r="http://schemas.openxmlformats.org/officeDocument/2006/relationships" id="257" r:id="Rf96e408a0e6444a1"/>
    <p:sldId xmlns:r="http://schemas.openxmlformats.org/officeDocument/2006/relationships" id="258" r:id="R4920ccded9864c26"/>
    <p:sldId xmlns:r="http://schemas.openxmlformats.org/officeDocument/2006/relationships" id="259" r:id="Re83dede0f9404c18"/>
    <p:sldId xmlns:r="http://schemas.openxmlformats.org/officeDocument/2006/relationships" id="260" r:id="R06742af4edc043ba"/>
    <p:sldId xmlns:r="http://schemas.openxmlformats.org/officeDocument/2006/relationships" id="261" r:id="R993dee3a5e454143"/>
    <p:sldId xmlns:r="http://schemas.openxmlformats.org/officeDocument/2006/relationships" id="262" r:id="Rf8190c36995e4660"/>
    <p:sldId xmlns:r="http://schemas.openxmlformats.org/officeDocument/2006/relationships" id="263" r:id="Re6ab6becc023477c"/>
    <p:sldId xmlns:r="http://schemas.openxmlformats.org/officeDocument/2006/relationships" id="264" r:id="R9007b54edb964288"/>
    <p:sldId xmlns:r="http://schemas.openxmlformats.org/officeDocument/2006/relationships" id="265" r:id="R1c9fcabc6d9f49b1"/>
    <p:sldId xmlns:r="http://schemas.openxmlformats.org/officeDocument/2006/relationships" id="266" r:id="R7ccb3f9ddab548bd"/>
    <p:sldId xmlns:r="http://schemas.openxmlformats.org/officeDocument/2006/relationships" id="267" r:id="Re86d312b478f464e"/>
    <p:sldId xmlns:r="http://schemas.openxmlformats.org/officeDocument/2006/relationships" id="268" r:id="R8edc9bb54db24ae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c79e5e7772e4357" /><Relationship Type="http://schemas.openxmlformats.org/officeDocument/2006/relationships/slideMaster" Target="/ppt/slideMasters/slideMaster1.xml" Id="R1a81ec34d68e495b" /><Relationship Type="http://schemas.openxmlformats.org/officeDocument/2006/relationships/slideMaster" Target="/ppt/slideMasters/slideMaster2.xml" Id="Rbeac88d3d31e484d" /><Relationship Type="http://schemas.openxmlformats.org/officeDocument/2006/relationships/slideMaster" Target="/ppt/slideMasters/slideMaster3.xml" Id="Ra123997ee37b45db" /><Relationship Type="http://schemas.openxmlformats.org/officeDocument/2006/relationships/notesMaster" Target="/ppt/notesMasters/notesMaster1.xml" Id="R2aad39ce572d4e9b" /><Relationship Type="http://schemas.openxmlformats.org/officeDocument/2006/relationships/presProps" Target="/ppt/presProps.xml" Id="Rc38a0303dd024d7f" /><Relationship Type="http://schemas.openxmlformats.org/officeDocument/2006/relationships/viewProps" Target="/ppt/viewProps.xml" Id="R90894288bcad4dde" /><Relationship Type="http://schemas.openxmlformats.org/officeDocument/2006/relationships/tableStyles" Target="/ppt/tableStyles.xml" Id="Rdfaa86ce911845ad" /><Relationship Type="http://schemas.openxmlformats.org/officeDocument/2006/relationships/slide" Target="/ppt/slides/slide1.xml" Id="Rf25bf1dad1ee49ea" /><Relationship Type="http://schemas.openxmlformats.org/officeDocument/2006/relationships/slide" Target="/ppt/slides/slide2.xml" Id="Rf96e408a0e6444a1" /><Relationship Type="http://schemas.openxmlformats.org/officeDocument/2006/relationships/slide" Target="/ppt/slides/slide3.xml" Id="R4920ccded9864c26" /><Relationship Type="http://schemas.openxmlformats.org/officeDocument/2006/relationships/slide" Target="/ppt/slides/slide4.xml" Id="Re83dede0f9404c18" /><Relationship Type="http://schemas.openxmlformats.org/officeDocument/2006/relationships/slide" Target="/ppt/slides/slide5.xml" Id="R06742af4edc043ba" /><Relationship Type="http://schemas.openxmlformats.org/officeDocument/2006/relationships/slide" Target="/ppt/slides/slide6.xml" Id="R993dee3a5e454143" /><Relationship Type="http://schemas.openxmlformats.org/officeDocument/2006/relationships/slide" Target="/ppt/slides/slide7.xml" Id="Rf8190c36995e4660" /><Relationship Type="http://schemas.openxmlformats.org/officeDocument/2006/relationships/slide" Target="/ppt/slides/slide8.xml" Id="Re6ab6becc023477c" /><Relationship Type="http://schemas.openxmlformats.org/officeDocument/2006/relationships/slide" Target="/ppt/slides/slide9.xml" Id="R9007b54edb964288" /><Relationship Type="http://schemas.openxmlformats.org/officeDocument/2006/relationships/slide" Target="/ppt/slides/slide10.xml" Id="R1c9fcabc6d9f49b1" /><Relationship Type="http://schemas.openxmlformats.org/officeDocument/2006/relationships/slide" Target="/ppt/slides/slide11.xml" Id="R7ccb3f9ddab548bd" /><Relationship Type="http://schemas.openxmlformats.org/officeDocument/2006/relationships/slide" Target="/ppt/slides/slide12.xml" Id="Re86d312b478f464e" /><Relationship Type="http://schemas.openxmlformats.org/officeDocument/2006/relationships/slide" Target="/ppt/slides/slide13.xml" Id="R8edc9bb54db24ae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b45b8bc4d6a346e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5718bb1728b4d84" /><Relationship Type="http://schemas.openxmlformats.org/officeDocument/2006/relationships/notesMaster" Target="/ppt/notesMasters/notesMaster1.xml" Id="Rae86e8f85dd347a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5680012ea8b4a76" /><Relationship Type="http://schemas.openxmlformats.org/officeDocument/2006/relationships/notesMaster" Target="/ppt/notesMasters/notesMaster1.xml" Id="R7dc2ad46ffe54a7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4070d3edd6649af" /><Relationship Type="http://schemas.openxmlformats.org/officeDocument/2006/relationships/notesMaster" Target="/ppt/notesMasters/notesMaster1.xml" Id="R7c593ef313cc49e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92b1b846d364b04" /><Relationship Type="http://schemas.openxmlformats.org/officeDocument/2006/relationships/notesMaster" Target="/ppt/notesMasters/notesMaster1.xml" Id="R3bbcfa997b6642c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9ceeb0cb18f43c5" /><Relationship Type="http://schemas.openxmlformats.org/officeDocument/2006/relationships/notesMaster" Target="/ppt/notesMasters/notesMaster1.xml" Id="Rc7aa24842dd5437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192bbdc54dd40db" /><Relationship Type="http://schemas.openxmlformats.org/officeDocument/2006/relationships/notesMaster" Target="/ppt/notesMasters/notesMaster1.xml" Id="Rad71782311044fc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694e373cd9c4e7f" /><Relationship Type="http://schemas.openxmlformats.org/officeDocument/2006/relationships/notesMaster" Target="/ppt/notesMasters/notesMaster1.xml" Id="R12a133617840496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414d426c6a14ff3" /><Relationship Type="http://schemas.openxmlformats.org/officeDocument/2006/relationships/notesMaster" Target="/ppt/notesMasters/notesMaster1.xml" Id="R05742ef71235496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afd8175f5264d06" /><Relationship Type="http://schemas.openxmlformats.org/officeDocument/2006/relationships/notesMaster" Target="/ppt/notesMasters/notesMaster1.xml" Id="Reb36c8dbebdf4dd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0ccea5cbb684000" /><Relationship Type="http://schemas.openxmlformats.org/officeDocument/2006/relationships/notesMaster" Target="/ppt/notesMasters/notesMaster1.xml" Id="R352953b3d8e94ce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a2600a30f2d42a2" /><Relationship Type="http://schemas.openxmlformats.org/officeDocument/2006/relationships/notesMaster" Target="/ppt/notesMasters/notesMaster1.xml" Id="R730acfd813954c9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64e45f4e5b34d91" /><Relationship Type="http://schemas.openxmlformats.org/officeDocument/2006/relationships/notesMaster" Target="/ppt/notesMasters/notesMaster1.xml" Id="R7e236ff13123404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f11db3db5dd401c" /><Relationship Type="http://schemas.openxmlformats.org/officeDocument/2006/relationships/notesMaster" Target="/ppt/notesMasters/notesMaster1.xml" Id="R0ef72eff30b4401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242eac77054e7e" /><Relationship Type="http://schemas.openxmlformats.org/officeDocument/2006/relationships/image" Target="/ppt/media/image.jpeg" Id="Rb31179ac91d94bc4" /><Relationship Type="http://schemas.openxmlformats.org/officeDocument/2006/relationships/image" Target="/ppt/media/image.png" Id="Rd460a53b865441bc" /><Relationship Type="http://schemas.openxmlformats.org/officeDocument/2006/relationships/image" Target="/ppt/media/image2.png" Id="R37659676c34b474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daf4c0da2a436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dbc7bbe50b43ad" /><Relationship Type="http://schemas.openxmlformats.org/officeDocument/2006/relationships/image" Target="/ppt/media/image3.png" Id="R0df21e084395478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362c051a3d496d" /><Relationship Type="http://schemas.openxmlformats.org/officeDocument/2006/relationships/image" Target="/ppt/media/image4.png" Id="R13f50b9b94414d2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49d27ce458492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5977dcaace4070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b51a1cf54a4da9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ec0ed352be46a8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d4cda00b4248ef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a281389d5545c3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d585d5e921437e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18f096aaf6f4b69" /><Relationship Type="http://schemas.openxmlformats.org/officeDocument/2006/relationships/image" Target="/ppt/media/image5.png" Id="Re9f5d33d4ae04768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96c7f27bc3646a9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1d7dce999e6a4f53" /><Relationship Type="http://schemas.openxmlformats.org/officeDocument/2006/relationships/image" Target="/ppt/media/image5.png" Id="Rbbdcdbec57c243fa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0e7e921c612047ed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1179ac91d94bc4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-375" t="36417" r="375" b="17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8953" y="3125718"/>
            <a:ext cx="12697941" cy="4114800"/>
          </a:xfrm>
          <a:prstGeom xmlns:a="http://schemas.openxmlformats.org/drawingml/2006/main" prst="rect">
            <a:avLst/>
          </a:prstGeom>
        </p:spPr>
      </p:pic>
      <p:pic>
        <p:nvPicPr>
          <p:cNvPr id="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60a53b865441bc"/>
          <a:srcRect xmlns:a="http://schemas.openxmlformats.org/drawingml/2006/main" l="0" t="0" r="0" b="60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584" y="72497"/>
            <a:ext cx="3337845" cy="708895"/>
          </a:xfrm>
          <a:prstGeom xmlns:a="http://schemas.openxmlformats.org/drawingml/2006/main" prst="rect">
            <a:avLst/>
          </a:prstGeom>
        </p:spPr>
      </p:pic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659676c34b474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9206" y="72497"/>
            <a:ext cx="5102794" cy="91447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" name="矩形 332">
            <a:extLst xmlns:a="http://schemas.openxmlformats.org/drawingml/2006/main">
              <a:ext uri="{FF2B5EF4-FFF2-40B4-BE49-F238E27FC236}">
                <a16:creationId xmlns:a16="http://schemas.microsoft.com/office/drawing/2014/main" id="{59A59E0C-21FA-44F3-9D99-4D26185F0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833952"/>
            <a:ext cx="11522073" cy="49929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t="0" r="0" b="100000"/>
            </a:path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f21e0843954782"/>
          <a:srcRect xmlns:a="http://schemas.openxmlformats.org/drawingml/2006/main" l="0" t="0" r="0" b="59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4637" y="198304"/>
            <a:ext cx="2675956" cy="593304"/>
          </a:xfrm>
          <a:prstGeom xmlns:a="http://schemas.openxmlformats.org/drawingml/2006/main" prst="rect">
            <a:avLst/>
          </a:prstGeom>
        </p:spPr>
      </p:pic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9EB6E7EB-DE3C-45F5-A53B-FF13C3B66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6564990"/>
            <a:ext cx="11522076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BEB1DE87-BF20-495A-A97B-49F4C304C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3" y="1402294"/>
            <a:ext cx="11522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4.xml><?xml version="1.0" encoding="utf-8"?>
<p:sldLayout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任意多边形: 形状 86">
            <a:extLst xmlns:a="http://schemas.openxmlformats.org/drawingml/2006/main">
              <a:ext uri="{FF2B5EF4-FFF2-40B4-BE49-F238E27FC236}">
                <a16:creationId xmlns:a16="http://schemas.microsoft.com/office/drawing/2014/main" id="{8DEA3ADB-EFF2-4011-871E-B51D6CA19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62" y="10535"/>
            <a:ext cx="4440577" cy="2998608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 xmlns:a="http://schemas.openxmlformats.org/drawingml/2006/main">
              <a:ext uri="{FF2B5EF4-FFF2-40B4-BE49-F238E27FC236}">
                <a16:creationId xmlns:a16="http://schemas.microsoft.com/office/drawing/2014/main" id="{651A55A8-24B8-42AA-B88E-338F60A8C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9985" y="1085380"/>
            <a:ext cx="326230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  <a:endParaRPr sz="4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5" name="图片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f50b9b94414d2e">
            <a:alphaModFix amt="70000"/>
          </a:blip>
          <a:srcRect xmlns:a="http://schemas.openxmlformats.org/drawingml/2006/main" l="0" t="0" r="0" b="58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62" y="3707963"/>
            <a:ext cx="3024288" cy="2020666"/>
          </a:xfrm>
          <a:prstGeom xmlns:a="http://schemas.openxmlformats.org/drawingml/2006/main" prst="rect">
            <a:avLst/>
          </a:prstGeom>
        </p:spPr>
      </p:pic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7ED05C91-B5B7-4CF8-97ED-EA170F589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67" y="1479325"/>
            <a:ext cx="2646878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 spc="0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 xmlns:a="http://schemas.openxmlformats.org/drawingml/2006/main">
              <a:ext uri="{FF2B5EF4-FFF2-40B4-BE49-F238E27FC236}">
                <a16:creationId xmlns:a16="http://schemas.microsoft.com/office/drawing/2014/main" id="{2EAD972F-4BC7-4A7E-AE39-DF0969782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335" y="4602588"/>
            <a:ext cx="3296666" cy="2255412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724D6353-C928-404D-BCC0-F36EC2E51D3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2D06CD11-BFD1-40F8-A02A-DCC20A406DF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8DF6ED8C-BC66-47B0-BB20-0F61410C0FA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01CF66AA-2AD9-45F8-94D0-8D91062DA88A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4F43F56F-138A-42A6-A4C1-57CD09595B44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EA8A66CD-061F-4A77-B7E7-384DF30BB61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977941E6-67D7-46C9-A27B-D6B65A0986B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88548AAA-8C01-4F0D-9964-1FB03823357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BF9138AA-33A7-4703-B997-200E28481FA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616B3B42-A20A-46F6-A0EA-506EAE1AFC9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21320922-7858-4BEA-9923-DD8ACAAD582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DD75E428-96A4-4CB2-A983-6B58C0998F1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432CB905-09C1-4724-847B-3BAD99A4EC4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F490BBA7-5241-4517-BD9E-B30FD37D49B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6F89398B-72EC-41F2-A1D2-7D64D16277D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A3AB1A7-83A3-45D3-8D76-DAF124DEE3A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0133F104-07D6-42BA-AE0E-61C2D32D70B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F14EDF59-45E6-4857-ACEB-61EE2873575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1A645A3D-F3D7-4B9A-850C-D1C05CBBBFC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CAABF0B3-F8FE-48B7-B0F4-1631DC23C2C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C06388CB-8EE6-43F6-9F19-92D1A51FB26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377FB89-E588-429B-A166-F2BC746BA7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DFE47AA8-F568-4114-9B5E-7653BA6476AF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D8FE7842-9CB0-4D90-8203-1FA2175D426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3F0585D0-1AB4-4AE8-AE55-6CF415F639B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43B5C13F-1203-44A1-B598-0CCE3A3769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0F489FCE-789A-4DF9-82AC-DEA6FDEA204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870B24B-0905-409C-8F12-34855CDF020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DD60BA2F-4C14-4462-BACF-35CC79D1AF8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66141B63-4274-49C7-A965-DDDA9185837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ECE1353-DFE7-43EE-9C0B-316BECF4507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5F369D0A-0041-45C8-BACA-F49C18D0F74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0B8CBD32-FB31-44BD-A4B3-DD2ABBB563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C4F5C00A-7DF7-4402-B8C6-67B1E600378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618E059B-DE20-48C9-A198-64AE5CDC0D6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CF61CFCC-9B7B-4ECC-A5DE-C54F5C63230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6E0EBBE-1F1C-404C-9029-3DDF6004E15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f5d33d4ae04768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424F6F54-3AC3-4C92-BDB6-A77E9D032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59AC97DE-05F9-4574-A45F-B56A58EC7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D254A28F-733C-4683-9751-717121973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07CC50E1-3752-4978-87E4-DDFC15DA1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dcdbec57c243fa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5E394B0E-D9AE-4804-BEBA-AE732E404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4C093450-E8C2-4C7C-9F62-CCAE1F83E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9F307163-176C-477F-AD63-A4FEE5A13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385D513A-D187-4A62-9735-D4E82DCDB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a6a25c7fc3d4b92" /><Relationship Type="http://schemas.openxmlformats.org/officeDocument/2006/relationships/slideLayout" Target="/ppt/slideLayouts/slideLayout1.xml" Id="Ra1c368982c32466c" /><Relationship Type="http://schemas.openxmlformats.org/officeDocument/2006/relationships/slideLayout" Target="/ppt/slideLayouts/slideLayout2.xml" Id="Rb0575946cbfc4676" /><Relationship Type="http://schemas.openxmlformats.org/officeDocument/2006/relationships/slideLayout" Target="/ppt/slideLayouts/slideLayout3.xml" Id="Rf8ce0a06f751473c" /><Relationship Type="http://schemas.openxmlformats.org/officeDocument/2006/relationships/slideLayout" Target="/ppt/slideLayouts/slideLayout4.xml" Id="R84be0d8e5d0f40aa" /><Relationship Type="http://schemas.openxmlformats.org/officeDocument/2006/relationships/slideLayout" Target="/ppt/slideLayouts/slideLayout5.xml" Id="R28c108f22ddf46c9" /><Relationship Type="http://schemas.openxmlformats.org/officeDocument/2006/relationships/slideLayout" Target="/ppt/slideLayouts/slideLayout6.xml" Id="R9bffbc57bee749e9" /><Relationship Type="http://schemas.openxmlformats.org/officeDocument/2006/relationships/slideLayout" Target="/ppt/slideLayouts/slideLayout7.xml" Id="R6f47728a55e94370" /><Relationship Type="http://schemas.openxmlformats.org/officeDocument/2006/relationships/slideLayout" Target="/ppt/slideLayouts/slideLayout8.xml" Id="R6842fe450f224c44" /><Relationship Type="http://schemas.openxmlformats.org/officeDocument/2006/relationships/slideLayout" Target="/ppt/slideLayouts/slideLayout9.xml" Id="Ree256cb573084a19" /><Relationship Type="http://schemas.openxmlformats.org/officeDocument/2006/relationships/slideLayout" Target="/ppt/slideLayouts/slideLayout10.xml" Id="Rad20d6d589b1411f" /><Relationship Type="http://schemas.openxmlformats.org/officeDocument/2006/relationships/slideLayout" Target="/ppt/slideLayouts/slideLayout11.xml" Id="Rbb8812e5bcf3457d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2ada702e7f854dd9" /><Relationship Type="http://schemas.openxmlformats.org/officeDocument/2006/relationships/slideLayout" Target="/ppt/slideLayouts/slideLayout12.xml" Id="R4e207dc1446e469c" /><Relationship Type="http://schemas.openxmlformats.org/officeDocument/2006/relationships/slideLayout" Target="/ppt/slideLayouts/slideLayout13.xml" Id="R4c85fb6c1435445b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e6aba0cb136a4a91" /><Relationship Type="http://schemas.openxmlformats.org/officeDocument/2006/relationships/slideLayout" Target="/ppt/slideLayouts/slideLayout14.xml" Id="Ra617f5761de545ad" /><Relationship Type="http://schemas.openxmlformats.org/officeDocument/2006/relationships/slideLayout" Target="/ppt/slideLayouts/slideLayout15.xml" Id="R17e49918f6054892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09AF3229-16FC-47B4-AFA1-2B090D04C3A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0C7612C9-07AE-475D-B79F-A9A11378FEB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AE23D39-EC66-4246-9629-435ED727E137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543868D-3295-4DEB-9981-61D1505E8575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56D7DDF-48A4-4A16-9AC3-8D8FEFF1D34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1c368982c32466c"/>
    <p:sldLayoutId xmlns:r="http://schemas.openxmlformats.org/officeDocument/2006/relationships" id="2147483650" r:id="Rb0575946cbfc4676"/>
    <p:sldLayoutId xmlns:r="http://schemas.openxmlformats.org/officeDocument/2006/relationships" id="2147483651" r:id="Rf8ce0a06f751473c"/>
    <p:sldLayoutId xmlns:r="http://schemas.openxmlformats.org/officeDocument/2006/relationships" id="2147483652" r:id="R84be0d8e5d0f40aa"/>
    <p:sldLayoutId xmlns:r="http://schemas.openxmlformats.org/officeDocument/2006/relationships" id="2147483653" r:id="R28c108f22ddf46c9"/>
    <p:sldLayoutId xmlns:r="http://schemas.openxmlformats.org/officeDocument/2006/relationships" id="2147483654" r:id="R9bffbc57bee749e9"/>
    <p:sldLayoutId xmlns:r="http://schemas.openxmlformats.org/officeDocument/2006/relationships" id="2147483655" r:id="R6f47728a55e94370"/>
    <p:sldLayoutId xmlns:r="http://schemas.openxmlformats.org/officeDocument/2006/relationships" id="2147483656" r:id="R6842fe450f224c44"/>
    <p:sldLayoutId xmlns:r="http://schemas.openxmlformats.org/officeDocument/2006/relationships" id="2147483657" r:id="Ree256cb573084a19"/>
    <p:sldLayoutId xmlns:r="http://schemas.openxmlformats.org/officeDocument/2006/relationships" id="2147483658" r:id="Rad20d6d589b1411f"/>
    <p:sldLayoutId xmlns:r="http://schemas.openxmlformats.org/officeDocument/2006/relationships" id="2147483659" r:id="Rbb8812e5bcf3457d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E672BB64-C6F0-4E32-A196-C4C2B9C867B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34A54E82-4514-45F8-910A-71D489E8D6B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7D4452EE-DF78-4DB5-83D7-8E31BE98C91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6A830585-ED0E-41E4-A8FA-BFC15D50F02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16ECE70F-C05A-4D7C-A6B8-BA4CEBBFEB4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4e207dc1446e469c"/>
    <p:sldLayoutId xmlns:r="http://schemas.openxmlformats.org/officeDocument/2006/relationships" id="2147483662" r:id="R4c85fb6c1435445b"/>
  </p:sldLayoutIdLst>
  <p:txStyles>
    <p:titleStyle>
      <a:lvl1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18A8C1B4-CA90-4C8A-B386-E6EB6C2B9B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56F5D9E0-EE62-4032-B03A-EEE3E98BE66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762EED32-A2D2-42AE-8F32-367AA0C98FE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79BD5ACB-2C25-4B24-B31E-4463A0B84EC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0455C58A-7E59-487B-9759-75DD5804218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a617f5761de545ad"/>
    <p:sldLayoutId xmlns:r="http://schemas.openxmlformats.org/officeDocument/2006/relationships" id="2147483665" r:id="R17e49918f6054892"/>
  </p:sldLayoutIdLst>
  <p:txStyles>
    <p:titleStyle>
      <a:lvl1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8915e099ca48e4" /><Relationship Type="http://schemas.openxmlformats.org/officeDocument/2006/relationships/notesSlide" Target="/ppt/notesSlides/notesSlide1.xml" Id="Rd4fbc1150fca4e8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d49bbbb9ad14b33" /><Relationship Type="http://schemas.openxmlformats.org/officeDocument/2006/relationships/notesSlide" Target="/ppt/notesSlides/notesSlide2.xml" Id="R396a8e765eec469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e9000da81f54089" /><Relationship Type="http://schemas.openxmlformats.org/officeDocument/2006/relationships/image" Target="/ppt/media/image6.png" Id="Rc2f447b801924056" /><Relationship Type="http://schemas.openxmlformats.org/officeDocument/2006/relationships/notesSlide" Target="/ppt/notesSlides/notesSlide3.xml" Id="Rcd576c45e4954da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fa2000084244287" /><Relationship Type="http://schemas.openxmlformats.org/officeDocument/2006/relationships/image" Target="/ppt/media/image6.png" Id="R294b06171f16463c" /><Relationship Type="http://schemas.openxmlformats.org/officeDocument/2006/relationships/notesSlide" Target="/ppt/notesSlides/notesSlide4.xml" Id="R5f96090e76f94c9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010bd8c31154c13" /><Relationship Type="http://schemas.openxmlformats.org/officeDocument/2006/relationships/image" Target="/ppt/media/image6.png" Id="R1760dc9368c04454" /><Relationship Type="http://schemas.openxmlformats.org/officeDocument/2006/relationships/notesSlide" Target="/ppt/notesSlides/notesSlide5.xml" Id="R0da776fb3bd9412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fb0e37214ed4bbe" /><Relationship Type="http://schemas.openxmlformats.org/officeDocument/2006/relationships/image" Target="/ppt/media/image6.png" Id="Rc2e7a315f2394482" /><Relationship Type="http://schemas.openxmlformats.org/officeDocument/2006/relationships/notesSlide" Target="/ppt/notesSlides/notesSlide6.xml" Id="Rbde01c6c0bf4467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fe543c689fa40e2" /><Relationship Type="http://schemas.openxmlformats.org/officeDocument/2006/relationships/image" Target="/ppt/media/image6.png" Id="Rb9d2a07445994b17" /><Relationship Type="http://schemas.openxmlformats.org/officeDocument/2006/relationships/notesSlide" Target="/ppt/notesSlides/notesSlide7.xml" Id="R043707fdb70b48c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a8068007f244318" /><Relationship Type="http://schemas.openxmlformats.org/officeDocument/2006/relationships/image" Target="/ppt/media/image6.png" Id="R5a827280b99b4245" /><Relationship Type="http://schemas.openxmlformats.org/officeDocument/2006/relationships/notesSlide" Target="/ppt/notesSlides/notesSlide8.xml" Id="Rfe1b9b45822a41d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e4186030e6724a69" /><Relationship Type="http://schemas.openxmlformats.org/officeDocument/2006/relationships/image" Target="/ppt/media/image6.png" Id="R2471a24a8b8742b9" /><Relationship Type="http://schemas.openxmlformats.org/officeDocument/2006/relationships/notesSlide" Target="/ppt/notesSlides/notesSlide9.xml" Id="Read72c589852425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fb8d1b406354640" /><Relationship Type="http://schemas.openxmlformats.org/officeDocument/2006/relationships/image" Target="/ppt/media/image6.png" Id="R9343152b5ddc4cdf" /><Relationship Type="http://schemas.openxmlformats.org/officeDocument/2006/relationships/notesSlide" Target="/ppt/notesSlides/notesSlide10.xml" Id="R58c5fa21f16140d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8c82ef1bac94e1e" /><Relationship Type="http://schemas.openxmlformats.org/officeDocument/2006/relationships/image" Target="/ppt/media/image6.png" Id="Rdd68377263f44f6e" /><Relationship Type="http://schemas.openxmlformats.org/officeDocument/2006/relationships/notesSlide" Target="/ppt/notesSlides/notesSlide11.xml" Id="R8018497c15e340a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992b01c2cf3483e" /><Relationship Type="http://schemas.openxmlformats.org/officeDocument/2006/relationships/image" Target="/ppt/media/image6.png" Id="Rfb6ebf2b4d00424d" /><Relationship Type="http://schemas.openxmlformats.org/officeDocument/2006/relationships/notesSlide" Target="/ppt/notesSlides/notesSlide12.xml" Id="R02021a6db045448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b98eea9ffe4e94" /><Relationship Type="http://schemas.openxmlformats.org/officeDocument/2006/relationships/notesSlide" Target="/ppt/notesSlides/notesSlide13.xml" Id="R2278d45f979742a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01BFCB92-2C17-48EA-BB0B-B305B2F49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13114"/>
            <a:ext cx="12192000" cy="2376715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91000">
                <a:schemeClr val="accent1">
                  <a:lumMod val="75000"/>
                </a:schemeClr>
              </a:gs>
              <a:gs pos="25000">
                <a:srgbClr val="376DC2"/>
              </a:gs>
              <a:gs pos="0">
                <a:srgbClr val="0268FE">
                  <a:lumMod val="75000"/>
                  <a:lumOff val="25000"/>
                </a:srgbClr>
              </a:gs>
            </a:gsLst>
            <a:path path="circle">
              <a:fillToRect l="100000" t="0" r="0" b="100000"/>
            </a:path>
            <a:tileRect t="-100000" r="-100000"/>
          </a:gradFill>
          <a:ln xmlns:a="http://schemas.openxmlformats.org/drawingml/2006/main" w="12700" cmpd="sng">
            <a:noFill/>
            <a:prstDash val="solid"/>
          </a:ln>
          <a:effectLst xmlns:a="http://schemas.openxmlformats.org/drawingml/2006/main"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kern="0"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15" name="标题 8">
            <a:extLst xmlns:a="http://schemas.openxmlformats.org/drawingml/2006/main">
              <a:ext uri="{FF2B5EF4-FFF2-40B4-BE49-F238E27FC236}">
                <a16:creationId xmlns:a16="http://schemas.microsoft.com/office/drawing/2014/main" id="{29870D29-6F78-4FC8-83E9-B9DBD8216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780" y="4695050"/>
            <a:ext cx="3283986" cy="6240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lnSpc>
                <a:spcPct val="110000"/>
              </a:lnSpc>
              <a:spcBef>
                <a:spcPts val="0"/>
              </a:spcBef>
              <a:buNone/>
            </a:pPr>
            <a:r>
              <a:rPr sz="2800" i="0" u="none" cap="none">
                <a:ln>
                  <a:noFill/>
                </a:ln>
                <a:solidFill>
                  <a:schemeClr val="tx1"/>
                </a:solidFill>
                <a:latin typeface="汉仪文润宋韵 U"/>
                <a:ea typeface="汉仪文润宋韵 U"/>
                <a:cs typeface="汉仪文润宋韵 U"/>
              </a:rPr>
              <a:t>汇报人：魏鹏宇</a:t>
            </a:r>
          </a:p>
        </p:txBody>
      </p:sp>
      <p:sp>
        <p:nvSpPr>
          <p:cNvPr id="17" name="标题 8">
            <a:extLst xmlns:a="http://schemas.openxmlformats.org/drawingml/2006/main">
              <a:ext uri="{FF2B5EF4-FFF2-40B4-BE49-F238E27FC236}">
                <a16:creationId xmlns:a16="http://schemas.microsoft.com/office/drawing/2014/main" id="{1BA5E0F2-BEE8-4D48-836D-E165B87A0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780" y="5531496"/>
            <a:ext cx="3283986" cy="6240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>
              <a:lnSpc>
                <a:spcPct val="110000"/>
              </a:lnSpc>
              <a:spcBef>
                <a:spcPts val="0"/>
              </a:spcBef>
              <a:buNone/>
            </a:pPr>
            <a:r>
              <a:rPr sz="2400" spc="300">
                <a:solidFill>
                  <a:schemeClr val="tx1"/>
                </a:solidFill>
                <a:latin typeface="汉仪文润宋韵 U"/>
                <a:ea typeface="汉仪文润宋韵 U"/>
                <a:cs typeface="汉仪文润宋韵 U"/>
              </a:rPr>
              <a:t>2026.07.20</a:t>
            </a:r>
            <a:endParaRPr sz="2400" spc="300">
              <a:solidFill>
                <a:schemeClr val="tx1"/>
              </a:solidFill>
              <a:latin typeface="汉仪文润宋韵 U"/>
              <a:ea typeface="汉仪文润宋韵 U"/>
              <a:cs typeface="汉仪文润宋韵 U"/>
            </a:endParaRPr>
          </a:p>
        </p:txBody>
      </p:sp>
      <p:sp>
        <p:nvSpPr>
          <p:cNvPr id="64" name="直接连接符 63">
            <a:extLst xmlns:a="http://schemas.openxmlformats.org/drawingml/2006/main">
              <a:ext uri="{FF2B5EF4-FFF2-40B4-BE49-F238E27FC236}">
                <a16:creationId xmlns:a16="http://schemas.microsoft.com/office/drawing/2014/main" id="{A4C5B4F7-AB41-4B0D-844C-A733228BF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7608"/>
            <a:ext cx="1297577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标题 8">
            <a:extLst xmlns:a="http://schemas.openxmlformats.org/drawingml/2006/main">
              <a:ext uri="{FF2B5EF4-FFF2-40B4-BE49-F238E27FC236}">
                <a16:creationId xmlns:a16="http://schemas.microsoft.com/office/drawing/2014/main" id="{5374ACC7-D383-451D-B2EB-2A62ED1EF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06" y="1887437"/>
            <a:ext cx="11932078" cy="16135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lnSpc>
                <a:spcPct val="125000"/>
              </a:lnSpc>
              <a:spcBef>
                <a:spcPts val="0"/>
              </a:spcBef>
              <a:buNone/>
            </a:pPr>
            <a:r>
              <a:rPr sz="4800" i="0" u="none" cap="none" spc="0">
                <a:ln>
                  <a:noFill/>
                </a:ln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MDM</a:t>
            </a:r>
            <a:r>
              <a:rPr sz="4800" i="0" u="none" cap="none" spc="0">
                <a:ln>
                  <a:noFill/>
                </a:ln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方法偏移量自适应选取</a:t>
            </a:r>
          </a:p>
        </p:txBody>
      </p:sp>
    </p:spTree>
    <p:extLst>
      <p:ext uri="{BB962C8B-B14F-4D97-AF65-F5344CB8AC3E}">
        <p14:creationId xmlns:p14="http://schemas.microsoft.com/office/powerpoint/2010/main" val="199357335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A542399B-F72C-D38B-F936-651F0527D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目录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4C3B1095-FE94-AC4D-7BAA-B4E29920C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584" y="1627404"/>
            <a:ext cx="11448817" cy="24354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>1. 定义问题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>2. </a:t>
            </a:r>
            <a:r>
              <a:t>真参数未知如何实现“样本</a:t>
            </a:r>
            <a:r>
              <a:t>-</a:t>
            </a:r>
            <a:r>
              <a:t>最优偏移量”的选择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>3. </a:t>
            </a:r>
            <a:r>
              <a:t>一些关于神经网络的验证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>4. </a:t>
            </a:r>
            <a:r>
              <a:t>论文准备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>5. </a:t>
            </a:r>
            <a:r>
              <a:t>下一个研究课题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3208921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DDB66F51-39CC-44F1-966F-473A55ED0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f447b8019240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DDB66F51-39CC-44F1-966F-473A55ED0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4b06171f16463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DDB66F51-39CC-44F1-966F-473A55ED0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60dc9368c0445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DDB66F51-39CC-44F1-966F-473A55ED0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e7a315f239448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DDB66F51-39CC-44F1-966F-473A55ED0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d2a07445994b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DDB66F51-39CC-44F1-966F-473A55ED0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827280b99b42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DDB66F51-39CC-44F1-966F-473A55ED0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71a24a8b8742b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DDB66F51-39CC-44F1-966F-473A55ED0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43152b5ddc4cd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DDB66F51-39CC-44F1-966F-473A55ED0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68377263f44f6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DDB66F51-39CC-44F1-966F-473A55ED0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6ebf2b4d00424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E7535778-7BC5-C537-427C-FEF98ED86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13114"/>
            <a:ext cx="12192000" cy="2376715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91000">
                <a:schemeClr val="accent1">
                  <a:lumMod val="75000"/>
                </a:schemeClr>
              </a:gs>
              <a:gs pos="25000">
                <a:srgbClr val="376DC2"/>
              </a:gs>
              <a:gs pos="0">
                <a:srgbClr val="0268FE">
                  <a:lumMod val="75000"/>
                  <a:lumOff val="25000"/>
                </a:srgbClr>
              </a:gs>
            </a:gsLst>
            <a:path path="circle">
              <a:fillToRect l="100000" t="0" r="0" b="100000"/>
            </a:path>
            <a:tileRect t="-100000" r="-100000"/>
          </a:gradFill>
          <a:ln xmlns:a="http://schemas.openxmlformats.org/drawingml/2006/main" w="12700" cmpd="sng">
            <a:noFill/>
            <a:prstDash val="solid"/>
          </a:ln>
          <a:effectLst xmlns:a="http://schemas.openxmlformats.org/drawingml/2006/main"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kern="0"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64" name="直接连接符 63">
            <a:extLst xmlns:a="http://schemas.openxmlformats.org/drawingml/2006/main">
              <a:ext uri="{FF2B5EF4-FFF2-40B4-BE49-F238E27FC236}">
                <a16:creationId xmlns:a16="http://schemas.microsoft.com/office/drawing/2014/main" id="{80588E0D-5BC4-448C-8976-3344DC5DA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7608"/>
            <a:ext cx="1297577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标题 8">
            <a:extLst xmlns:a="http://schemas.openxmlformats.org/drawingml/2006/main">
              <a:ext uri="{FF2B5EF4-FFF2-40B4-BE49-F238E27FC236}">
                <a16:creationId xmlns:a16="http://schemas.microsoft.com/office/drawing/2014/main" id="{DA4F7B36-DC52-716A-DEF7-753169A81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06" y="1887437"/>
            <a:ext cx="11932078" cy="16135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lnSpc>
                <a:spcPct val="125000"/>
              </a:lnSpc>
              <a:spcBef>
                <a:spcPts val="0"/>
              </a:spcBef>
              <a:buNone/>
            </a:pPr>
            <a:r>
              <a:rPr sz="4800" i="0" u="none" cap="none" spc="0">
                <a:ln>
                  <a:noFill/>
                </a:ln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敬请老师批评指正</a:t>
            </a:r>
          </a:p>
        </p:txBody>
      </p:sp>
    </p:spTree>
    <p:extLst>
      <p:ext uri="{BB962C8B-B14F-4D97-AF65-F5344CB8AC3E}">
        <p14:creationId xmlns:p14="http://schemas.microsoft.com/office/powerpoint/2010/main" val="1202919395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2026-08-25T02:42:26.8860000Z</dcterms:created>
  <dcterms:modified xsi:type="dcterms:W3CDTF">2026-08-25T02:42:26.8860000Z</dcterms:modified>
</coreProperties>
</file>