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5a60497d454632" /><Relationship Type="http://schemas.openxmlformats.org/officeDocument/2006/relationships/extended-properties" Target="/docProps/app.xml" Id="R6cb5dfc1d2654669" /><Relationship Type="http://schemas.openxmlformats.org/officeDocument/2006/relationships/officeDocument" Target="/ppt/presentation.xml" Id="R8babc18ed14043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dc8e43498a4916"/>
  </p:sldMasterIdLst>
  <p:notesMasterIdLst>
    <p:notesMasterId xmlns:r="http://schemas.openxmlformats.org/officeDocument/2006/relationships" r:id="Rfa2bc1118ab74fa5"/>
  </p:notesMasterIdLst>
  <p:sldIdLst>
    <p:sldId xmlns:r="http://schemas.openxmlformats.org/officeDocument/2006/relationships" id="256" r:id="Rf9d468d7a7984988"/>
    <p:sldId xmlns:r="http://schemas.openxmlformats.org/officeDocument/2006/relationships" id="257" r:id="Rb8e242057df145fd"/>
    <p:sldId xmlns:r="http://schemas.openxmlformats.org/officeDocument/2006/relationships" id="258" r:id="Rf58370a5b196429a"/>
    <p:sldId xmlns:r="http://schemas.openxmlformats.org/officeDocument/2006/relationships" id="259" r:id="R16db8fcd82644709"/>
    <p:sldId xmlns:r="http://schemas.openxmlformats.org/officeDocument/2006/relationships" id="260" r:id="Rb562de2c09ba4c72"/>
    <p:sldId xmlns:r="http://schemas.openxmlformats.org/officeDocument/2006/relationships" id="261" r:id="R1ed66f90c0e24055"/>
    <p:sldId xmlns:r="http://schemas.openxmlformats.org/officeDocument/2006/relationships" id="262" r:id="R33e30262ff8540cc"/>
    <p:sldId xmlns:r="http://schemas.openxmlformats.org/officeDocument/2006/relationships" id="263" r:id="Rb267a599daac428e"/>
    <p:sldId xmlns:r="http://schemas.openxmlformats.org/officeDocument/2006/relationships" id="264" r:id="Rc7a9d910fd7a4fd3"/>
    <p:sldId xmlns:r="http://schemas.openxmlformats.org/officeDocument/2006/relationships" id="265" r:id="Rf2a0790adccc46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4eb4fd3b874190" /><Relationship Type="http://schemas.openxmlformats.org/officeDocument/2006/relationships/slideMaster" Target="/ppt/slideMasters/slideMaster1.xml" Id="R89dc8e43498a4916" /><Relationship Type="http://schemas.openxmlformats.org/officeDocument/2006/relationships/notesMaster" Target="/ppt/notesMasters/notesMaster1.xml" Id="Rfa2bc1118ab74fa5" /><Relationship Type="http://schemas.openxmlformats.org/officeDocument/2006/relationships/presProps" Target="/ppt/presProps.xml" Id="R6a434f78212b4789" /><Relationship Type="http://schemas.openxmlformats.org/officeDocument/2006/relationships/tableStyles" Target="/ppt/tableStyles.xml" Id="R6edcf25772254542" /><Relationship Type="http://schemas.openxmlformats.org/officeDocument/2006/relationships/slide" Target="/ppt/slides/slide1.xml" Id="Rf9d468d7a7984988" /><Relationship Type="http://schemas.openxmlformats.org/officeDocument/2006/relationships/slide" Target="/ppt/slides/slide2.xml" Id="Rb8e242057df145fd" /><Relationship Type="http://schemas.openxmlformats.org/officeDocument/2006/relationships/slide" Target="/ppt/slides/slide3.xml" Id="Rf58370a5b196429a" /><Relationship Type="http://schemas.openxmlformats.org/officeDocument/2006/relationships/slide" Target="/ppt/slides/slide4.xml" Id="R16db8fcd82644709" /><Relationship Type="http://schemas.openxmlformats.org/officeDocument/2006/relationships/slide" Target="/ppt/slides/slide5.xml" Id="Rb562de2c09ba4c72" /><Relationship Type="http://schemas.openxmlformats.org/officeDocument/2006/relationships/slide" Target="/ppt/slides/slide6.xml" Id="R1ed66f90c0e24055" /><Relationship Type="http://schemas.openxmlformats.org/officeDocument/2006/relationships/slide" Target="/ppt/slides/slide7.xml" Id="R33e30262ff8540cc" /><Relationship Type="http://schemas.openxmlformats.org/officeDocument/2006/relationships/slide" Target="/ppt/slides/slide8.xml" Id="Rb267a599daac428e" /><Relationship Type="http://schemas.openxmlformats.org/officeDocument/2006/relationships/slide" Target="/ppt/slides/slide9.xml" Id="Rc7a9d910fd7a4fd3" /><Relationship Type="http://schemas.openxmlformats.org/officeDocument/2006/relationships/slide" Target="/ppt/slides/slide10.xml" Id="Rf2a0790adccc46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77fecbd7ca4e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be15f1d4454978" /><Relationship Type="http://schemas.openxmlformats.org/officeDocument/2006/relationships/notesMaster" Target="/ppt/notesMasters/notesMaster1.xml" Id="R8d7690bc15474c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cf48ab4aea4339" /><Relationship Type="http://schemas.openxmlformats.org/officeDocument/2006/relationships/notesMaster" Target="/ppt/notesMasters/notesMaster1.xml" Id="R0388003f4ab54e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feee72f5a34f20" /><Relationship Type="http://schemas.openxmlformats.org/officeDocument/2006/relationships/notesMaster" Target="/ppt/notesMasters/notesMaster1.xml" Id="R2cf26b00f3ed42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caa456cf894544" /><Relationship Type="http://schemas.openxmlformats.org/officeDocument/2006/relationships/notesMaster" Target="/ppt/notesMasters/notesMaster1.xml" Id="Rd0d1f0e9b50649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1eee1835194901" /><Relationship Type="http://schemas.openxmlformats.org/officeDocument/2006/relationships/notesMaster" Target="/ppt/notesMasters/notesMaster1.xml" Id="Rebed56251fee45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56c7174579410b" /><Relationship Type="http://schemas.openxmlformats.org/officeDocument/2006/relationships/notesMaster" Target="/ppt/notesMasters/notesMaster1.xml" Id="R82c07c13596d4e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c1f24b877f4f88" /><Relationship Type="http://schemas.openxmlformats.org/officeDocument/2006/relationships/notesMaster" Target="/ppt/notesMasters/notesMaster1.xml" Id="R2ba6785c30c845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937fff3ce445cc" /><Relationship Type="http://schemas.openxmlformats.org/officeDocument/2006/relationships/notesMaster" Target="/ppt/notesMasters/notesMaster1.xml" Id="R00ae7d5662a245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c0718165d94125" /><Relationship Type="http://schemas.openxmlformats.org/officeDocument/2006/relationships/notesMaster" Target="/ppt/notesMasters/notesMaster1.xml" Id="R4f599713a5ab49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a6deb66f0e469e" /><Relationship Type="http://schemas.openxmlformats.org/officeDocument/2006/relationships/notesMaster" Target="/ppt/notesMasters/notesMaster1.xml" Id="R31a394410b5247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ae3e725c5149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b792163ae44ede" /><Relationship Type="http://schemas.openxmlformats.org/officeDocument/2006/relationships/slideLayout" Target="/ppt/slideLayouts/slideLayout1.xml" Id="Rd401ed5d6ce74c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01ed5d6ce74c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78acf079042be" /><Relationship Type="http://schemas.openxmlformats.org/officeDocument/2006/relationships/notesSlide" Target="/ppt/notesSlides/notesSlide1.xml" Id="R87ed2a53b6fe4e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f211900974b3b" /><Relationship Type="http://schemas.openxmlformats.org/officeDocument/2006/relationships/notesSlide" Target="/ppt/notesSlides/notesSlide2.xml" Id="Rb79364b01dcb4c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0faa2d89f4a4d" /><Relationship Type="http://schemas.openxmlformats.org/officeDocument/2006/relationships/notesSlide" Target="/ppt/notesSlides/notesSlide3.xml" Id="R40cc1d0629a74a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61fef370647db" /><Relationship Type="http://schemas.openxmlformats.org/officeDocument/2006/relationships/notesSlide" Target="/ppt/notesSlides/notesSlide4.xml" Id="R9079fe09d1914e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22233c51e4565" /><Relationship Type="http://schemas.openxmlformats.org/officeDocument/2006/relationships/notesSlide" Target="/ppt/notesSlides/notesSlide5.xml" Id="R786c54fdcfc740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fb0f1303b4362" /><Relationship Type="http://schemas.openxmlformats.org/officeDocument/2006/relationships/notesSlide" Target="/ppt/notesSlides/notesSlide6.xml" Id="R200923ee5a2349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3c8ea722e4969" /><Relationship Type="http://schemas.openxmlformats.org/officeDocument/2006/relationships/notesSlide" Target="/ppt/notesSlides/notesSlide7.xml" Id="R99d2a0423db24a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929a2a4284dd3" /><Relationship Type="http://schemas.openxmlformats.org/officeDocument/2006/relationships/notesSlide" Target="/ppt/notesSlides/notesSlide8.xml" Id="R2de832462d714e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9c7e1ddb54c7a" /><Relationship Type="http://schemas.openxmlformats.org/officeDocument/2006/relationships/notesSlide" Target="/ppt/notesSlides/notesSlide9.xml" Id="Rc5bf45a58de946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79e08a7c74e03" /><Relationship Type="http://schemas.openxmlformats.org/officeDocument/2006/relationships/notesSlide" Target="/ppt/notesSlides/notesSlide10.xml" Id="Rd0893967976449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F832E9-DED3-4419-9E40-DEFBE2EC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中心辐射 · 3项适配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AAEFD-F0AC-4835-8A19-C048199D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中心主题 · 多向展开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F5E45-FD81-49E5-A00B-D9E3BF91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71675"/>
            <a:ext cx="3390900" cy="3390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21D18-E087-410B-8308-A1E8A781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00275"/>
            <a:ext cx="2933700" cy="2933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D8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21B135-8F3D-4EC1-AC13-5E42C130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28875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中心主题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82FA7-75AB-4631-AA94-9D0F545E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52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DF6B10-B43A-4E88-939D-E858A5E0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方向1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533E8-094C-4708-A1BF-44C1A7E2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90825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第1个方向的关键说明，</a:t>
            </a:r>
          </a:p>
          <a:p xmlns:a="http://schemas.openxmlformats.org/drawingml/2006/main">
            <a:pPr algn="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用于验证数量与文字容量。</a:t>
            </a:r>
          </a:p>
        </p:txBody>
      </p:sp>
      <p:cxnSp>
        <p:nvCxnSpPr>
          <p:cNvPr id="26" name=""/>
          <p:cNvCxnSpPr>
            <a:stCxn xmlns:a="http://schemas.openxmlformats.org/drawingml/2006/main" id="5" idx="2"/>
            <a:endCxn xmlns:a="http://schemas.openxmlformats.org/drawingml/2006/main" id="6" idx="6"/>
          </p:cNvCxnSpPr>
          <p:nvPr/>
        </p:nvCxnSpPr>
        <p:spPr>
          <a:xfrm xmlns:a="http://schemas.openxmlformats.org/drawingml/2006/main" flipH="1" flipV="1">
            <a:off x="4076700" y="2771775"/>
            <a:ext cx="78105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7CCE0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F1674B-BD52-4482-AFD7-120AC53F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76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FE2E1A-AF16-4BD8-82C8-D9470539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方向2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1A0E9D-C412-412C-9F72-95E83FAA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14775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第2个方向的关键说明，</a:t>
            </a:r>
          </a:p>
          <a:p xmlns:a="http://schemas.openxmlformats.org/drawingml/2006/main">
            <a:pPr algn="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用于验证数量与文字容量。</a:t>
            </a:r>
          </a:p>
        </p:txBody>
      </p:sp>
      <p:cxnSp>
        <p:nvCxnSpPr>
          <p:cNvPr id="30" name=""/>
          <p:cNvCxnSpPr>
            <a:stCxn xmlns:a="http://schemas.openxmlformats.org/drawingml/2006/main" id="5" idx="2"/>
            <a:endCxn xmlns:a="http://schemas.openxmlformats.org/drawingml/2006/main" id="10" idx="6"/>
          </p:cNvCxnSpPr>
          <p:nvPr/>
        </p:nvCxnSpPr>
        <p:spPr>
          <a:xfrm xmlns:a="http://schemas.openxmlformats.org/drawingml/2006/main" flipH="1">
            <a:off x="4076700" y="3667125"/>
            <a:ext cx="78105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7CCE0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78F4A5-92DD-4230-8ADB-2BA87EBC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14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6C496E-6ED9-4D15-BD63-77142344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384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方向3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2B625-534B-48D5-8216-F49B9C37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52800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第3个方向的关键说明，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用于验证数量与文字容量。</a:t>
            </a:r>
          </a:p>
        </p:txBody>
      </p:sp>
      <p:cxnSp>
        <p:nvCxnSpPr>
          <p:cNvPr id="34" name=""/>
          <p:cNvCxnSpPr>
            <a:stCxn xmlns:a="http://schemas.openxmlformats.org/drawingml/2006/main" id="5" idx="6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V="1">
            <a:off x="7334250" y="3333750"/>
            <a:ext cx="72390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7CCE0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9835542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C7967D-B5AD-4395-8BE2-625CB0AB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中心辐射 · 8项适配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83902-D90B-4E09-84E4-43C08C80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中心主题 · 多向展开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D72E96-4AE5-401A-92EC-50C447C8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71675"/>
            <a:ext cx="3390900" cy="3390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90B5A-4D4C-44CA-82F5-D28E9328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00275"/>
            <a:ext cx="2933700" cy="2933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D8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358A3-AB59-40FB-B7D8-403854F9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28875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中心主题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672B4-4130-49CF-B794-882B0A15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447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90F85-A51E-4290-A6C2-B6F9D940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71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方向1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93E92-B85F-47CE-86EF-AF0CC98B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85925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第1个方向的关键说明，</a:t>
            </a:r>
          </a:p>
          <a:p xmlns:a="http://schemas.openxmlformats.org/drawingml/2006/main">
            <a:pPr algn="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用于验证数量与文字容量。</a:t>
            </a:r>
          </a:p>
        </p:txBody>
      </p:sp>
      <p:cxnSp>
        <p:nvCxnSpPr>
          <p:cNvPr id="46" name=""/>
          <p:cNvCxnSpPr>
            <a:stCxn xmlns:a="http://schemas.openxmlformats.org/drawingml/2006/main" id="5" idx="2"/>
            <a:endCxn xmlns:a="http://schemas.openxmlformats.org/drawingml/2006/main" id="6" idx="6"/>
          </p:cNvCxnSpPr>
          <p:nvPr/>
        </p:nvCxnSpPr>
        <p:spPr>
          <a:xfrm xmlns:a="http://schemas.openxmlformats.org/drawingml/2006/main" flipH="1" flipV="1">
            <a:off x="4076700" y="1666875"/>
            <a:ext cx="781050" cy="20002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7CCE0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17A1E-8012-42EE-9082-F98E7211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59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21312-EA15-4DC4-BE73-F1084489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82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方向2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A81630-88B5-4A84-A40C-B6A73811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97175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第2个方向的关键说明，</a:t>
            </a:r>
          </a:p>
          <a:p xmlns:a="http://schemas.openxmlformats.org/drawingml/2006/main">
            <a:pPr algn="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用于验证数量与文字容量。</a:t>
            </a:r>
          </a:p>
        </p:txBody>
      </p:sp>
      <p:cxnSp>
        <p:nvCxnSpPr>
          <p:cNvPr id="50" name=""/>
          <p:cNvCxnSpPr>
            <a:stCxn xmlns:a="http://schemas.openxmlformats.org/drawingml/2006/main" id="5" idx="2"/>
            <a:endCxn xmlns:a="http://schemas.openxmlformats.org/drawingml/2006/main" id="10" idx="6"/>
          </p:cNvCxnSpPr>
          <p:nvPr/>
        </p:nvCxnSpPr>
        <p:spPr>
          <a:xfrm xmlns:a="http://schemas.openxmlformats.org/drawingml/2006/main" flipH="1" flipV="1">
            <a:off x="4076700" y="2778125"/>
            <a:ext cx="781050" cy="8890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7CCE0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10B443-CDDC-4429-8D77-F4FCB2C6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70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556BB3-56C3-4233-9539-178178F7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94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方向3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C3D9F6-156C-49F1-B89A-5CA03A98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8425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第3个方向的关键说明，</a:t>
            </a:r>
          </a:p>
          <a:p xmlns:a="http://schemas.openxmlformats.org/drawingml/2006/main">
            <a:pPr algn="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用于验证数量与文字容量。</a:t>
            </a:r>
          </a:p>
        </p:txBody>
      </p:sp>
      <p:cxnSp>
        <p:nvCxnSpPr>
          <p:cNvPr id="54" name=""/>
          <p:cNvCxnSpPr>
            <a:stCxn xmlns:a="http://schemas.openxmlformats.org/drawingml/2006/main" id="5" idx="2"/>
            <a:endCxn xmlns:a="http://schemas.openxmlformats.org/drawingml/2006/main" id="14" idx="6"/>
          </p:cNvCxnSpPr>
          <p:nvPr/>
        </p:nvCxnSpPr>
        <p:spPr>
          <a:xfrm xmlns:a="http://schemas.openxmlformats.org/drawingml/2006/main" flipH="1">
            <a:off x="4076700" y="3667125"/>
            <a:ext cx="781050" cy="2222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7CCE0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340426-3404-453C-89CF-27E75F65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781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4F3E44-9BE2-4EDC-9EE5-BB3C9E6E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方向4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8A6144-C3E0-4DB7-A8F6-32DC16EF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9675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第4个方向的关键说明，</a:t>
            </a:r>
          </a:p>
          <a:p xmlns:a="http://schemas.openxmlformats.org/drawingml/2006/main">
            <a:pPr algn="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用于验证数量与文字容量。</a:t>
            </a:r>
          </a:p>
        </p:txBody>
      </p:sp>
      <p:cxnSp>
        <p:nvCxnSpPr>
          <p:cNvPr id="58" name=""/>
          <p:cNvCxnSpPr>
            <a:stCxn xmlns:a="http://schemas.openxmlformats.org/drawingml/2006/main" id="5" idx="2"/>
            <a:endCxn xmlns:a="http://schemas.openxmlformats.org/drawingml/2006/main" id="18" idx="6"/>
          </p:cNvCxnSpPr>
          <p:nvPr/>
        </p:nvCxnSpPr>
        <p:spPr>
          <a:xfrm xmlns:a="http://schemas.openxmlformats.org/drawingml/2006/main" flipH="1">
            <a:off x="4076700" y="3667125"/>
            <a:ext cx="78105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7CCE0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F3E573-BA74-48C8-96A8-B1927588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47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470083-0905-45DE-AB6A-8E1B3196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371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方向5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BCE4F6-B55E-4741-A80E-62368C0E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85925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第5个方向的关键说明，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用于验证数量与文字容量。</a:t>
            </a:r>
          </a:p>
        </p:txBody>
      </p:sp>
      <p:cxnSp>
        <p:nvCxnSpPr>
          <p:cNvPr id="62" name=""/>
          <p:cNvCxnSpPr>
            <a:stCxn xmlns:a="http://schemas.openxmlformats.org/drawingml/2006/main" id="5" idx="6"/>
            <a:endCxn xmlns:a="http://schemas.openxmlformats.org/drawingml/2006/main" id="22" idx="2"/>
          </p:cNvCxnSpPr>
          <p:nvPr/>
        </p:nvCxnSpPr>
        <p:spPr>
          <a:xfrm xmlns:a="http://schemas.openxmlformats.org/drawingml/2006/main" flipV="1">
            <a:off x="7334250" y="1666875"/>
            <a:ext cx="723900" cy="20002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7CCE0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FD8F06-4CBB-4163-A46E-C761F3A5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59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32C4F1-CC65-4098-A597-98BB4F46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82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方向6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E05CEB-CAE0-4431-B4C0-1DAECEDF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97175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第6个方向的关键说明，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用于验证数量与文字容量。</a:t>
            </a:r>
          </a:p>
        </p:txBody>
      </p:sp>
      <p:cxnSp>
        <p:nvCxnSpPr>
          <p:cNvPr id="66" name=""/>
          <p:cNvCxnSpPr>
            <a:stCxn xmlns:a="http://schemas.openxmlformats.org/drawingml/2006/main" id="5" idx="6"/>
            <a:endCxn xmlns:a="http://schemas.openxmlformats.org/drawingml/2006/main" id="26" idx="2"/>
          </p:cNvCxnSpPr>
          <p:nvPr/>
        </p:nvCxnSpPr>
        <p:spPr>
          <a:xfrm xmlns:a="http://schemas.openxmlformats.org/drawingml/2006/main" flipV="1">
            <a:off x="7334250" y="2778125"/>
            <a:ext cx="723900" cy="8890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7CCE0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873692-0AD3-4C58-8E73-A28B6209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70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7674F1-A4C7-498E-9BE7-FEC90CCF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94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方向7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A010B8-AF33-43D0-9DE3-F5194D56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08425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第7个方向的关键说明，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用于验证数量与文字容量。</a:t>
            </a:r>
          </a:p>
        </p:txBody>
      </p:sp>
      <p:cxnSp>
        <p:nvCxnSpPr>
          <p:cNvPr id="70" name=""/>
          <p:cNvCxnSpPr>
            <a:stCxn xmlns:a="http://schemas.openxmlformats.org/drawingml/2006/main" id="5" idx="6"/>
            <a:endCxn xmlns:a="http://schemas.openxmlformats.org/drawingml/2006/main" id="30" idx="2"/>
          </p:cNvCxnSpPr>
          <p:nvPr/>
        </p:nvCxnSpPr>
        <p:spPr>
          <a:xfrm xmlns:a="http://schemas.openxmlformats.org/drawingml/2006/main">
            <a:off x="7334250" y="3667125"/>
            <a:ext cx="723900" cy="2222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7CCE0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7D728F-9694-4FF0-8FFE-9F3E3C11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81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3F2B1C-045B-41FA-8460-69D15890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05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方向8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0A5C7D-B745-49A2-9156-A418D04F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019675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第8个方向的关键说明，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用于验证数量与文字容量。</a:t>
            </a:r>
          </a:p>
        </p:txBody>
      </p:sp>
      <p:cxnSp>
        <p:nvCxnSpPr>
          <p:cNvPr id="74" name=""/>
          <p:cNvCxnSpPr>
            <a:stCxn xmlns:a="http://schemas.openxmlformats.org/drawingml/2006/main" id="5" idx="6"/>
            <a:endCxn xmlns:a="http://schemas.openxmlformats.org/drawingml/2006/main" id="34" idx="2"/>
          </p:cNvCxnSpPr>
          <p:nvPr/>
        </p:nvCxnSpPr>
        <p:spPr>
          <a:xfrm xmlns:a="http://schemas.openxmlformats.org/drawingml/2006/main">
            <a:off x="7334250" y="3667125"/>
            <a:ext cx="72390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7CCE0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6454322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ADD7AD-58EA-44D6-ADAD-E1FD6661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循环闭环 · 3步适配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EB004-6972-4DB9-9476-1F4EDE61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循环主题 · 反馈闭环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56344D-A318-4965-B3B8-2572D189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43075"/>
            <a:ext cx="3848100" cy="384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D9EA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264C8-0935-4C3D-B8F1-E3C7F342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24075"/>
            <a:ext cx="3086100" cy="3086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DA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9295A-2A5E-406D-B410-30317231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724025"/>
            <a:ext cx="1047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7D112-DAAC-4669-B415-BD49667F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43250"/>
            <a:ext cx="266700" cy="1047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76A0A-178D-458D-AD34-8426246F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343525"/>
            <a:ext cx="10477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E7C6D-D1C8-41C4-89C1-DD753AA1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266700" cy="10477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8650A-FAD9-426D-A742-3DE65982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循环主题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C5A4E-BF1F-4B16-A907-625978BE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5621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5A16E-E2FB-4553-8FF6-DF920048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290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5317D-1818-4A78-A9A0-E3F355BC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2959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7CAF82-0646-4A8E-86AA-013080F8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290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PPAGENT_QA|parent=cycle-step-0|domains=cycle-card,cycle-content">
            <a:extLst xmlns:a="http://schemas.openxmlformats.org/drawingml/2006/main">
              <a:ext uri="{FF2B5EF4-FFF2-40B4-BE49-F238E27FC236}">
                <a16:creationId xmlns:a16="http://schemas.microsoft.com/office/drawing/2014/main" id="{EE0904FF-DB97-4BEA-BD4C-6213A578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62150"/>
            <a:ext cx="26098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A2BB97-D558-4A8F-9A25-6CB9B525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240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557BA9-C4CE-41FA-89AE-A3AA9D01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764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步骤1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C76CE6-079B-4138-8C53-8DAE01AC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622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854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说明1：验证闭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环步骤的排布。</a:t>
            </a:r>
          </a:p>
        </p:txBody>
      </p:sp>
      <p:sp>
        <p:nvSpPr>
          <p:cNvPr id="18" name="PPAGENT_QA|parent=cycle-step-1|domains=cycle-card,cycle-content">
            <a:extLst xmlns:a="http://schemas.openxmlformats.org/drawingml/2006/main">
              <a:ext uri="{FF2B5EF4-FFF2-40B4-BE49-F238E27FC236}">
                <a16:creationId xmlns:a16="http://schemas.microsoft.com/office/drawing/2014/main" id="{6B660A7F-8D48-44E2-A11C-9B0989E4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19650"/>
            <a:ext cx="26098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15CD10-5762-41E9-85A3-FBE047FB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815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94CF53-FF98-4AA2-894C-20DCDDE0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339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步骤2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05F5F6-CD5D-4929-BB4A-7221F7AD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2197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854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说明2：验证闭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环步骤的排布。</a:t>
            </a:r>
          </a:p>
        </p:txBody>
      </p:sp>
      <p:sp>
        <p:nvSpPr>
          <p:cNvPr id="22" name="PPAGENT_QA|parent=cycle-step-2|domains=cycle-card,cycle-content">
            <a:extLst xmlns:a="http://schemas.openxmlformats.org/drawingml/2006/main">
              <a:ext uri="{FF2B5EF4-FFF2-40B4-BE49-F238E27FC236}">
                <a16:creationId xmlns:a16="http://schemas.microsoft.com/office/drawing/2014/main" id="{9E7CC5A3-FE74-4E80-95F6-A9FD27D1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26098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D680CD-01C4-401F-A3D4-DECFB92A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240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B3A325-8DD6-461C-BAD1-C48003AB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步骤3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9EF956-37CA-4F54-9BB1-0463B178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8542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说明3：验证闭</a:t>
            </a:r>
          </a:p>
          <a:p xmlns:a="http://schemas.openxmlformats.org/drawingml/2006/main">
            <a:pPr algn="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环步骤的排布。</a:t>
            </a:r>
          </a:p>
        </p:txBody>
      </p:sp>
    </p:spTree>
    <p:extLst>
      <p:ext uri="{BB962C8B-B14F-4D97-AF65-F5344CB8AC3E}">
        <p14:creationId xmlns:p14="http://schemas.microsoft.com/office/powerpoint/2010/main" val="5805275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04361F-776A-44A1-B491-C584EA8B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循环闭环 · 6步适配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D70A6-5FC2-4E60-9EC4-F654256B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循环主题 · 反馈闭环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51E34-3592-4138-827F-85F80DC8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43075"/>
            <a:ext cx="3848100" cy="384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0">
            <a:solidFill>
              <a:srgbClr val="D9EAF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8EB57-B92E-4132-B650-002A7872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24075"/>
            <a:ext cx="3086100" cy="3086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DA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9E750-5DFB-4839-8746-91C4316B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724025"/>
            <a:ext cx="1047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0C4BB-8DFD-4A18-83B7-C1C9456D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43250"/>
            <a:ext cx="266700" cy="1047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BE2A5-C018-4033-A861-4A6D785E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343525"/>
            <a:ext cx="10477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930EF-919E-4E38-ADB7-B885A8FB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266700" cy="10477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AACEC-60E7-4D45-B8A2-F9036AF2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循环主题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B9FE32-F22E-44AD-84DC-EB9A343B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5621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6A0A0-17A5-45FE-B7FC-D5A1F8DA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290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F3E90-D0CF-426F-8311-1EDD1A05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2959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37D52C-EAA0-49C9-BB4E-82C939D5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290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PPAGENT_QA|parent=cycle-step-0|domains=cycle-card,cycle-content">
            <a:extLst xmlns:a="http://schemas.openxmlformats.org/drawingml/2006/main">
              <a:ext uri="{FF2B5EF4-FFF2-40B4-BE49-F238E27FC236}">
                <a16:creationId xmlns:a16="http://schemas.microsoft.com/office/drawing/2014/main" id="{8834530B-7B8F-4D88-9F1F-959469A8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62150"/>
            <a:ext cx="26098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276B4E-4A98-4AA5-8EFB-CAC23A56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240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C6068B-2C6A-4778-8B02-70E2A18A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764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步骤1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2DE0EB-5362-49AF-ACB4-5221227E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622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854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说明1：验证闭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环步骤的排布。</a:t>
            </a:r>
          </a:p>
        </p:txBody>
      </p:sp>
      <p:sp>
        <p:nvSpPr>
          <p:cNvPr id="18" name="PPAGENT_QA|parent=cycle-step-1|domains=cycle-card,cycle-content">
            <a:extLst xmlns:a="http://schemas.openxmlformats.org/drawingml/2006/main">
              <a:ext uri="{FF2B5EF4-FFF2-40B4-BE49-F238E27FC236}">
                <a16:creationId xmlns:a16="http://schemas.microsoft.com/office/drawing/2014/main" id="{0F16FEE1-495F-4BD7-8686-54C7FDAC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90900"/>
            <a:ext cx="26098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3DEE6E-E9DD-41CC-A0D0-79600CD9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528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2EE488-7B88-4EDF-AE7E-6612A535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052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步骤2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6B5DB6-0DD4-4FEB-9907-0EA9E7E2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909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854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说明2：验证闭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环步骤的排布。</a:t>
            </a:r>
          </a:p>
        </p:txBody>
      </p:sp>
      <p:sp>
        <p:nvSpPr>
          <p:cNvPr id="22" name="PPAGENT_QA|parent=cycle-step-2|domains=cycle-card,cycle-content">
            <a:extLst xmlns:a="http://schemas.openxmlformats.org/drawingml/2006/main">
              <a:ext uri="{FF2B5EF4-FFF2-40B4-BE49-F238E27FC236}">
                <a16:creationId xmlns:a16="http://schemas.microsoft.com/office/drawing/2014/main" id="{7589612B-FC22-400D-9ED9-9B2434B1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19650"/>
            <a:ext cx="26098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33937B-975A-4187-8772-C655B6BE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815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C36D5B-5A4E-4A18-B548-6A82FF51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339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步骤3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2EC478-ECAB-407E-A74B-812C6C97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2197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854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说明3：验证闭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环步骤的排布。</a:t>
            </a:r>
          </a:p>
        </p:txBody>
      </p:sp>
      <p:sp>
        <p:nvSpPr>
          <p:cNvPr id="26" name="PPAGENT_QA|parent=cycle-step-5|domains=cycle-card,cycle-content">
            <a:extLst xmlns:a="http://schemas.openxmlformats.org/drawingml/2006/main">
              <a:ext uri="{FF2B5EF4-FFF2-40B4-BE49-F238E27FC236}">
                <a16:creationId xmlns:a16="http://schemas.microsoft.com/office/drawing/2014/main" id="{532E43E7-196A-444F-AC98-9E931A31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26098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A09C9E-FB6E-434D-ABC9-DA4FF94D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240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8B951C-4D2F-461F-A76C-85BE5092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步骤6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6D8E52-5189-48CB-BEB9-1638ADF9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8542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说明6：验证闭</a:t>
            </a:r>
          </a:p>
          <a:p xmlns:a="http://schemas.openxmlformats.org/drawingml/2006/main">
            <a:pPr algn="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环步骤的排布。</a:t>
            </a:r>
          </a:p>
        </p:txBody>
      </p:sp>
      <p:sp>
        <p:nvSpPr>
          <p:cNvPr id="30" name="PPAGENT_QA|parent=cycle-step-4|domains=cycle-card,cycle-content">
            <a:extLst xmlns:a="http://schemas.openxmlformats.org/drawingml/2006/main">
              <a:ext uri="{FF2B5EF4-FFF2-40B4-BE49-F238E27FC236}">
                <a16:creationId xmlns:a16="http://schemas.microsoft.com/office/drawing/2014/main" id="{26DA3B3F-9F70-4742-9AA4-FC4C7393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26098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840CD1-0849-4F33-8F29-1135C574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5528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F09EFB-C3C3-444B-98E7-606004E9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步骤5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7AF687-3A00-47AB-840F-78C5A310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8542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说明5：验证闭</a:t>
            </a:r>
          </a:p>
          <a:p xmlns:a="http://schemas.openxmlformats.org/drawingml/2006/main">
            <a:pPr algn="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环步骤的排布。</a:t>
            </a:r>
          </a:p>
        </p:txBody>
      </p:sp>
      <p:sp>
        <p:nvSpPr>
          <p:cNvPr id="34" name="PPAGENT_QA|parent=cycle-step-3|domains=cycle-card,cycle-content">
            <a:extLst xmlns:a="http://schemas.openxmlformats.org/drawingml/2006/main">
              <a:ext uri="{FF2B5EF4-FFF2-40B4-BE49-F238E27FC236}">
                <a16:creationId xmlns:a16="http://schemas.microsoft.com/office/drawing/2014/main" id="{BC0CC866-4C96-4FE6-8B90-6A8BC1A4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9650"/>
            <a:ext cx="26098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A8B6EE-1546-4A1B-8003-C957AF61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815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EDD9B9-9063-49F4-89E0-30387936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步骤4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A1D989-E503-49F8-8460-15343AC5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8542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说明4：验证闭</a:t>
            </a:r>
          </a:p>
          <a:p xmlns:a="http://schemas.openxmlformats.org/drawingml/2006/main">
            <a:pPr algn="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环步骤的排布。</a:t>
            </a:r>
          </a:p>
        </p:txBody>
      </p:sp>
    </p:spTree>
    <p:extLst>
      <p:ext uri="{BB962C8B-B14F-4D97-AF65-F5344CB8AC3E}">
        <p14:creationId xmlns:p14="http://schemas.microsoft.com/office/powerpoint/2010/main" val="8380342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654959-2B59-4E3F-A9DE-9D59A0A2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时间轴 · 3节点适配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6F55A-8B32-4B4F-939A-F7710D5D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阶段节点 · 发展历程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E5049-96CC-4327-A11B-AE240F8E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B03C10-B814-4C9F-A73B-A951B073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476375"/>
            <a:ext cx="3600450" cy="4495800"/>
          </a:xfrm>
          <a:prstGeom xmlns:a="http://schemas.openxmlformats.org/drawingml/2006/main" prst="roundRect">
            <a:avLst>
              <a:gd name="adj" fmla="val 529"/>
            </a:avLst>
          </a:prstGeom>
          <a:solidFill xmlns:a="http://schemas.openxmlformats.org/drawingml/2006/main">
            <a:srgbClr val="F0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33FAB-88F1-4766-AC16-97F3CDBC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342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2025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61481E-4BBC-4514-87FD-CCF6AB05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阶段 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2E8FB-29FA-4163-A9B6-FB0025AF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0861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B5693-EBB1-4CB0-BE6C-F5917A36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阶段成果1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FC043-6B15-4C96-B7A7-8FF2EB9D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335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说明本阶段的主要变化、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关键动作与阶段结果。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AC4FB-E317-442A-BE0A-1306264F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911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975EF0-4659-41AF-B2BE-B6471400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342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6D9338-E023-45D1-A62B-4935B856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241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阶段 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8AD714-CD77-4686-87C6-CE43A76C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0861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D97B1A-7510-4DF0-AB4E-0B175605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814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阶段成果2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FA7C65-DBA3-48EF-A0E6-2F0F7981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10050"/>
            <a:ext cx="335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说明本阶段的主要变化、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关键动作与阶段结果。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E7885A-07DE-4E75-A7D3-4B204D30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3911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EA62FA-6190-4A20-8308-EFCF55BB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76375"/>
            <a:ext cx="3600450" cy="4495800"/>
          </a:xfrm>
          <a:prstGeom xmlns:a="http://schemas.openxmlformats.org/drawingml/2006/main" prst="roundRect">
            <a:avLst>
              <a:gd name="adj" fmla="val 529"/>
            </a:avLst>
          </a:prstGeom>
          <a:solidFill xmlns:a="http://schemas.openxmlformats.org/drawingml/2006/main">
            <a:srgbClr val="F0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67D618-A989-4053-A796-5A60E47F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0"/>
            <a:ext cx="342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2027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B169A0-7CD8-4CD2-AE6E-FFABA9D2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阶段 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333B6A-A3E6-423F-A9F0-6DE8D55C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0861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825855-7F18-4FA2-BAD8-4F0C292B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814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阶段成果3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EAADBA-575A-421C-9798-2CBAFA62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10050"/>
            <a:ext cx="335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说明本阶段的主要变化、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关键动作与阶段结果。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FF1186-953B-4967-B486-84A3C091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3911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CBD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09874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C8F7D9-977B-430B-92CF-EC30D6E8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时间轴 · 6节点适配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6E22B-C173-4419-9489-F9C6387E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阶段节点 · 发展历程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725A9-9661-4C44-B371-735087D8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77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4862F-1C9B-479F-A998-F488ADDF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476375"/>
            <a:ext cx="1771650" cy="4495800"/>
          </a:xfrm>
          <a:prstGeom xmlns:a="http://schemas.openxmlformats.org/drawingml/2006/main" prst="roundRect">
            <a:avLst>
              <a:gd name="adj" fmla="val 1075"/>
            </a:avLst>
          </a:prstGeom>
          <a:solidFill xmlns:a="http://schemas.openxmlformats.org/drawingml/2006/main">
            <a:srgbClr val="F0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D5E7D-ED81-4289-8D3D-14966C24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600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2025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409A2A-4E4D-4031-9E13-4042C1F9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阶段 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4181C-DC26-4823-A9B0-8F92FB19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0861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33E53-4B50-46BF-AD22-64AFADEE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阶段成果1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A9A222-E9F8-41CB-A109-668F196F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说明本阶段的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主要变化、关键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动作与阶段结果。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69388C-E4C0-4F8A-8875-5B73BEA1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911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725BC-321F-4DC4-9BDE-764372E3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619250"/>
            <a:ext cx="1600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560A00-272F-44F0-91B1-7701539F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241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阶段 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B49ADC-FF95-4AFB-80E8-EA64E8D7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0861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114559-86CE-44A0-A78C-200A0519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814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阶段成果2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08BD28-72DD-4149-9724-67FCE331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21005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说明本阶段的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主要变化、关键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动作与阶段结果。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EC3840-0D38-4662-A170-B996BDFD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3911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8DBA5E-3419-4F39-9088-DA6170FA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476375"/>
            <a:ext cx="1771650" cy="4495800"/>
          </a:xfrm>
          <a:prstGeom xmlns:a="http://schemas.openxmlformats.org/drawingml/2006/main" prst="roundRect">
            <a:avLst>
              <a:gd name="adj" fmla="val 1075"/>
            </a:avLst>
          </a:prstGeom>
          <a:solidFill xmlns:a="http://schemas.openxmlformats.org/drawingml/2006/main">
            <a:srgbClr val="F0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948A6-E14D-4838-B5AF-D5EDBBE6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1600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2027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7DD939-CA55-474A-8568-ED358234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241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阶段 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950FC5-B7A4-4040-ADFE-95F42051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0861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38229E-3E47-461F-952A-EB8C8180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814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阶段成果3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B9419C-5B71-4234-9899-796674B6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1005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说明本阶段的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主要变化、关键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动作与阶段结果。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D501F8-297F-4AC9-82F4-41E76CCA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911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91F360-143C-40BB-9EEB-857282BD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19250"/>
            <a:ext cx="1600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2028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B1FAAE-3DD3-48F9-AA68-53E4BBE8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241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阶段 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864F02-E9E3-4317-AD53-75074E28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861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8CA52E-1981-454B-94D8-E5C48BCE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814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阶段成果4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D03828-4CCE-4B5D-9396-5B6C6A1F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1005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说明本阶段的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主要变化、关键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动作与阶段结果。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1BF9FB-0CDB-478F-BD64-98DA099B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911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6A3496-315F-4739-8EBB-8F293473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76375"/>
            <a:ext cx="1771650" cy="4495800"/>
          </a:xfrm>
          <a:prstGeom xmlns:a="http://schemas.openxmlformats.org/drawingml/2006/main" prst="roundRect">
            <a:avLst>
              <a:gd name="adj" fmla="val 1075"/>
            </a:avLst>
          </a:prstGeom>
          <a:solidFill xmlns:a="http://schemas.openxmlformats.org/drawingml/2006/main">
            <a:srgbClr val="F0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965433-8901-420D-813E-3C2E573D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0"/>
            <a:ext cx="1600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2029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D1C021-BB01-493D-BD39-233F3631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阶段 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52FB34-1ABD-4AE6-9DA0-C6113541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861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7233E2-FD02-46FA-BE1D-A5BDE3F6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814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阶段成果5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39B61C-8B42-42B9-916B-1E652973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1005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说明本阶段的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主要变化、关键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动作与阶段结果。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FADE18-4600-40A8-BA2E-A61DD22D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3911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676839-BCFB-4689-A050-439181DA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619250"/>
            <a:ext cx="1600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2030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5EDEA4-B68F-4E9A-8AC5-104C0B16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7241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阶段 06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CC854B-B000-43DE-B12D-9640EC8C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30861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218C31-3DFA-4E39-B304-FCE1719B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581400"/>
            <a:ext cx="1600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阶段成果6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FB8350-C0D1-4739-AAAB-2514BB07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1005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说明本阶段的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主要变化、关键</a:t>
            </a:r>
          </a:p>
          <a:p xmlns:a="http://schemas.openxmlformats.org/drawingml/2006/main">
            <a:pPr algn="ctr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动作与阶段结果。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20A84D-DC5F-434F-8215-E2FF895B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3911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CBD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222562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E4A35B-3843-4BC2-B6AA-8A9D3D50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层级金字塔 · 3层适配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8D2FD-A1B1-4B4D-9FA3-4052914E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战略层级 · 能力递进</a:t>
            </a:r>
          </a:p>
        </p:txBody>
      </p:sp>
      <p:sp>
        <p:nvSpPr>
          <p:cNvPr id="3" name="PPAGENT_QA|parent=hierarchy-level-0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F33B802F-F2D2-4D52-A89E-29B5A12D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04950"/>
            <a:ext cx="1714500" cy="1406525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2AC7C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61BB0-744F-417E-9F71-6AC83EF1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62877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层级1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6EC9E-C9A2-4BF0-B323-D53D94EA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914525"/>
            <a:ext cx="140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FF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FF9FB"/>
                </a:solidFill>
                <a:latin typeface="Microsoft YaHei"/>
                <a:ea typeface="Microsoft YaHei"/>
                <a:cs typeface="Microsoft YaHei"/>
              </a:rPr>
              <a:t>核心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2CF06-EAE6-415C-8D82-27417994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816225"/>
            <a:ext cx="2057400" cy="266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9D5F3"/>
            </a:solidFill>
            <a:prstDash val="solid"/>
          </a:ln>
        </p:spPr>
      </p:sp>
      <p:sp>
        <p:nvSpPr>
          <p:cNvPr id="7" name="PPAGENT_QA|parent=hierarchy-note-0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3B335FD8-96F7-4356-AE3A-F8A2267A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524000"/>
            <a:ext cx="4629150" cy="135890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0F505-F260-4433-B8F5-2D850E57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415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C7C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7D840C-8692-4C5F-8388-508A3E7D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28775"/>
            <a:ext cx="3562350" cy="114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第1层的职责、边界与主要作用说明。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CE8CB-40D7-4DE0-B43C-4AB20821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8213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dash"/>
          </a:ln>
        </p:spPr>
      </p:sp>
      <p:sp>
        <p:nvSpPr>
          <p:cNvPr id="11" name="PPAGENT_QA|parent=hierarchy-level-1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D9381294-62A2-443D-9C8D-139BEBE9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959100"/>
            <a:ext cx="3486150" cy="1406525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1BA7C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A66612-8A54-4155-A9B8-14290CF7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082925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层级2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0B7E12-73C4-435F-83D1-FF8FB41A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368675"/>
            <a:ext cx="3181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FF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FF9FB"/>
                </a:solidFill>
                <a:latin typeface="Microsoft YaHei"/>
                <a:ea typeface="Microsoft YaHei"/>
                <a:cs typeface="Microsoft YaHei"/>
              </a:rPr>
              <a:t>关键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0F1E6-C62A-4B00-AB0B-CF41CC8B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270375"/>
            <a:ext cx="3829050" cy="266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9D5F3"/>
            </a:solidFill>
            <a:prstDash val="solid"/>
          </a:ln>
        </p:spPr>
      </p:sp>
      <p:sp>
        <p:nvSpPr>
          <p:cNvPr id="15" name="PPAGENT_QA|parent=hierarchy-note-1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20F91EB7-E612-4145-8214-0C7EAA27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78150"/>
            <a:ext cx="4629150" cy="135890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21768B-9DCC-4C62-9C82-0F9BDB75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956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7C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D176A2-3FCF-4101-9B4E-B915C235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82925"/>
            <a:ext cx="3562350" cy="114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第2层的职责、边界与主要作用说明。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36C7E5-D7C8-4463-A436-4738F023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662362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dash"/>
          </a:ln>
        </p:spPr>
      </p:sp>
      <p:sp>
        <p:nvSpPr>
          <p:cNvPr id="19" name="PPAGENT_QA|parent=hierarchy-level-2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8745B280-F0A8-46E7-8888-E064FA30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3250"/>
            <a:ext cx="5257800" cy="1406525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187FC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3916A7-B5AE-4010-B4F9-CB5EF134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370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层级3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7661DE-551B-40A2-BF50-2F72D4E8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22825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FF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FF9FB"/>
                </a:solidFill>
                <a:latin typeface="Microsoft YaHei"/>
                <a:ea typeface="Microsoft YaHei"/>
                <a:cs typeface="Microsoft YaHei"/>
              </a:rPr>
              <a:t>支撑</a:t>
            </a:r>
          </a:p>
        </p:txBody>
      </p:sp>
      <p:sp>
        <p:nvSpPr>
          <p:cNvPr id="22" name="PPAGENT_QA|parent=hierarchy-note-2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9CEF4001-5C0D-42CD-B0E0-D074111C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2300"/>
            <a:ext cx="4629150" cy="135890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CFD6CF-D43F-4815-A852-1EE6025C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49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FC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8FBD5C-BC31-414C-A9BB-C978A865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37075"/>
            <a:ext cx="3562350" cy="114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第3层的职责、边界与主要作用说明。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FE3299-BEA5-4355-982B-BDD3AEF8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116513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dash"/>
          </a:ln>
        </p:spPr>
      </p:sp>
    </p:spTree>
    <p:extLst>
      <p:ext uri="{BB962C8B-B14F-4D97-AF65-F5344CB8AC3E}">
        <p14:creationId xmlns:p14="http://schemas.microsoft.com/office/powerpoint/2010/main" val="2128174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4796C8-0B83-459F-8A85-667D27B6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层级金字塔 · 5层适配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29BF4-5DFF-41CA-8633-AF07E06A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战略层级 · 能力递进</a:t>
            </a:r>
          </a:p>
        </p:txBody>
      </p:sp>
      <p:sp>
        <p:nvSpPr>
          <p:cNvPr id="3" name="PPAGENT_QA|parent=hierarchy-level-0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02566894-A9C8-48AF-80AD-D166A25B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04950"/>
            <a:ext cx="1714500" cy="824865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2AC7C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932FB-EA5F-424B-8AAA-0EC5D528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62877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层级1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45617-A426-4950-928D-97729E3A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914525"/>
            <a:ext cx="140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FF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FF9FB"/>
                </a:solidFill>
                <a:latin typeface="Microsoft YaHei"/>
                <a:ea typeface="Microsoft YaHei"/>
                <a:cs typeface="Microsoft YaHei"/>
              </a:rPr>
              <a:t>核心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5AFC2-3D4A-46B5-BEAD-FC6454D0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34565"/>
            <a:ext cx="2057400" cy="266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9D5F3"/>
            </a:solidFill>
            <a:prstDash val="solid"/>
          </a:ln>
        </p:spPr>
      </p:sp>
      <p:sp>
        <p:nvSpPr>
          <p:cNvPr id="7" name="PPAGENT_QA|parent=hierarchy-note-0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8AFE1213-8926-426D-9F08-AFB58F62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524000"/>
            <a:ext cx="4629150" cy="77724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83FFC-59D1-4512-841F-ED4A7BD3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5069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C7C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B2ADE-4246-4C9A-8AE1-8C84EA55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28775"/>
            <a:ext cx="3562350" cy="567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第1层的职责、边界与主要作用说明。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A0C025-367F-4615-B056-AC3F5E25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17383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dash"/>
          </a:ln>
        </p:spPr>
      </p:sp>
      <p:sp>
        <p:nvSpPr>
          <p:cNvPr id="11" name="PPAGENT_QA|parent=hierarchy-level-1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2FE6BCBE-5430-48AE-8D07-EA86537F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3588" y="2377440"/>
            <a:ext cx="2600325" cy="824865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1BA7C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0BB329-A189-4EF9-8CD5-8F7DD689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988" y="2501265"/>
            <a:ext cx="2295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层级2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529E41-5428-44E6-8F4F-EED6BB1B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988" y="2787015"/>
            <a:ext cx="22955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FF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FF9FB"/>
                </a:solidFill>
                <a:latin typeface="Microsoft YaHei"/>
                <a:ea typeface="Microsoft YaHei"/>
                <a:cs typeface="Microsoft YaHei"/>
              </a:rPr>
              <a:t>关键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08D654-8FF6-4088-8589-791BEF5A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2138" y="3107055"/>
            <a:ext cx="2943225" cy="266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9D5F3"/>
            </a:solidFill>
            <a:prstDash val="solid"/>
          </a:ln>
        </p:spPr>
      </p:sp>
      <p:sp>
        <p:nvSpPr>
          <p:cNvPr id="15" name="PPAGENT_QA|parent=hierarchy-note-1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EAB98757-287F-4B23-BB95-C73BF450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96490"/>
            <a:ext cx="4629150" cy="77724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D07C2D-603D-409F-9DB7-72B0BB15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2318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7C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48ECFE-998F-4721-91D8-5AACA08E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01265"/>
            <a:ext cx="3562350" cy="567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第2层的职责、边界与主要作用说明。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48CADF-AC7D-4EE2-B5D8-8C93BC7B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213" y="2789873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dash"/>
          </a:ln>
        </p:spPr>
      </p:sp>
      <p:sp>
        <p:nvSpPr>
          <p:cNvPr id="19" name="PPAGENT_QA|parent=hierarchy-level-2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1F354A38-53CF-4C48-9CAF-07D48253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249930"/>
            <a:ext cx="3486150" cy="824865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187FC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194937-3AF4-48ED-A2C3-5097B7AB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373755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层级3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629B87-1E1B-4F90-AA60-6BAD1338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659505"/>
            <a:ext cx="3181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FF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FF9FB"/>
                </a:solidFill>
                <a:latin typeface="Microsoft YaHei"/>
                <a:ea typeface="Microsoft YaHei"/>
                <a:cs typeface="Microsoft YaHei"/>
              </a:rPr>
              <a:t>支撑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13D69D-C92E-4DE6-8752-DE557708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979545"/>
            <a:ext cx="3829050" cy="266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9D5F3"/>
            </a:solidFill>
            <a:prstDash val="solid"/>
          </a:ln>
        </p:spPr>
      </p:sp>
      <p:sp>
        <p:nvSpPr>
          <p:cNvPr id="23" name="PPAGENT_QA|parent=hierarchy-note-2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206C1CC9-83DE-41CA-9080-582ACF1A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68980"/>
            <a:ext cx="4629150" cy="77724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1348DC-18BE-46F6-A207-7AF30DF5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956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FC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47DC54-B043-4C8E-9652-D75F2A25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73755"/>
            <a:ext cx="3562350" cy="567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第3层的职责、边界与主要作用说明。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2BCFDA-C806-45E0-9F67-F80E7860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662363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dash"/>
          </a:ln>
        </p:spPr>
      </p:sp>
      <p:sp>
        <p:nvSpPr>
          <p:cNvPr id="27" name="PPAGENT_QA|parent=hierarchy-level-3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47C695E1-6BAD-4B76-90BC-B38ECE18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3" y="4122420"/>
            <a:ext cx="4371975" cy="824865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185F9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C2A0BB-9177-4DB3-99EC-5F990C5B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3" y="4246245"/>
            <a:ext cx="4067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层级4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5C0F43-5B49-45D3-8C5D-C723E430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3" y="4531995"/>
            <a:ext cx="4067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FF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FF9FB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C2D9FF-6B28-44BE-A6B0-2B93C743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3" y="4852035"/>
            <a:ext cx="4714875" cy="266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9D5F3"/>
            </a:solidFill>
            <a:prstDash val="solid"/>
          </a:ln>
        </p:spPr>
      </p:sp>
      <p:sp>
        <p:nvSpPr>
          <p:cNvPr id="31" name="PPAGENT_QA|parent=hierarchy-note-3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645AC044-A4F8-400E-977B-FD5B0386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41470"/>
            <a:ext cx="4629150" cy="77724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240249-4DD2-4AC0-90D2-26F6F4E3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6816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5F9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88347C-4A54-4107-BC4C-9D31367B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46245"/>
            <a:ext cx="3562350" cy="567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第4层的职责、边界与主要作用说明。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310721-7ED3-45A9-B06A-0B8B3856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038" y="4534853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dash"/>
          </a:ln>
        </p:spPr>
      </p:sp>
      <p:sp>
        <p:nvSpPr>
          <p:cNvPr id="35" name="PPAGENT_QA|parent=hierarchy-level-4|domains=hierarchy-shape,hierarchy-content">
            <a:extLst xmlns:a="http://schemas.openxmlformats.org/drawingml/2006/main">
              <a:ext uri="{FF2B5EF4-FFF2-40B4-BE49-F238E27FC236}">
                <a16:creationId xmlns:a16="http://schemas.microsoft.com/office/drawing/2014/main" id="{FE465D09-9A42-495F-8E0C-25D00E95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94910"/>
            <a:ext cx="5257800" cy="824865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153F6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984B40-7357-4751-AD76-39F63280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1873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层级5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E2ACEA-26E5-4FF4-9385-0AC95F71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04485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FF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FF9FB"/>
                </a:solidFill>
                <a:latin typeface="Microsoft YaHei"/>
                <a:ea typeface="Microsoft YaHei"/>
                <a:cs typeface="Microsoft YaHei"/>
              </a:rPr>
              <a:t>基础</a:t>
            </a:r>
          </a:p>
        </p:txBody>
      </p:sp>
      <p:sp>
        <p:nvSpPr>
          <p:cNvPr id="38" name="PPAGENT_QA|parent=hierarchy-note-4|domains=hierarchy-note,hierarchy-content">
            <a:extLst xmlns:a="http://schemas.openxmlformats.org/drawingml/2006/main">
              <a:ext uri="{FF2B5EF4-FFF2-40B4-BE49-F238E27FC236}">
                <a16:creationId xmlns:a16="http://schemas.microsoft.com/office/drawing/2014/main" id="{46ED52FC-5B4B-4F56-92D5-216B0B7D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13960"/>
            <a:ext cx="4629150" cy="77724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D6B796-4ACA-4A84-8EFA-D5DFAE47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24065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F6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958BBB-5C1D-4762-A33F-57E167AD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18735"/>
            <a:ext cx="3562350" cy="567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第5层的职责、边界与主要作用说明。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A449AA-3C4A-4CC4-A04E-004EAA86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07342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DBBD3"/>
            </a:solidFill>
            <a:prstDash val="dash"/>
          </a:ln>
        </p:spPr>
      </p:sp>
    </p:spTree>
    <p:extLst>
      <p:ext uri="{BB962C8B-B14F-4D97-AF65-F5344CB8AC3E}">
        <p14:creationId xmlns:p14="http://schemas.microsoft.com/office/powerpoint/2010/main" val="1562150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E12E9C-38FE-4753-A250-BA7A18E3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转化漏斗 · 3阶段适配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C57E4-0194-48FD-9F72-E01BD174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递减转化 · 阶段拆解</a:t>
            </a:r>
          </a:p>
        </p:txBody>
      </p:sp>
      <p:sp>
        <p:nvSpPr>
          <p:cNvPr id="3" name="PPAGENT_QA|parent=funnel-stage-0|domains=funnel-shape,funnel-content">
            <a:extLst xmlns:a="http://schemas.openxmlformats.org/drawingml/2006/main">
              <a:ext uri="{FF2B5EF4-FFF2-40B4-BE49-F238E27FC236}">
                <a16:creationId xmlns:a16="http://schemas.microsoft.com/office/drawing/2014/main" id="{1D80E169-E6F7-4B84-B75A-D5BB54F0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334000" cy="135890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174B8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9262B-380C-412A-81E9-E3A9E335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525780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B8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94C17-1770-41F2-9577-583D35C6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5029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6C9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6C96A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DF1131-92D9-439C-8312-2CED84C1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5029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阶段1</a:t>
            </a:r>
          </a:p>
        </p:txBody>
      </p:sp>
      <p:sp>
        <p:nvSpPr>
          <p:cNvPr id="7" name="PPAGENT_QA|parent=funnel-note-0|domains=funnel-note,funnel-content">
            <a:extLst xmlns:a="http://schemas.openxmlformats.org/drawingml/2006/main">
              <a:ext uri="{FF2B5EF4-FFF2-40B4-BE49-F238E27FC236}">
                <a16:creationId xmlns:a16="http://schemas.microsoft.com/office/drawing/2014/main" id="{69BE01BB-984B-4B65-ADAD-FD36A056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533525"/>
            <a:ext cx="4552950" cy="1339850"/>
          </a:xfrm>
          <a:prstGeom xmlns:a="http://schemas.openxmlformats.org/drawingml/2006/main" prst="roundRect">
            <a:avLst>
              <a:gd name="adj" fmla="val 8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67B56-7DE0-4567-A247-24AB7796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533525"/>
            <a:ext cx="57150" cy="13398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74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C9F585-7F9F-470E-A7B0-A6155241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2877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01  阶段1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D39A5C-2006-4235-97C4-84A711E2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95475"/>
            <a:ext cx="4000500" cy="93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验证第1阶段的转化条件与流失。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CA8682-B54B-499A-8A57-A4BE291F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034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91B8D7"/>
            </a:solidFill>
            <a:prstDash val="dash"/>
          </a:ln>
        </p:spPr>
      </p:sp>
      <p:sp>
        <p:nvSpPr>
          <p:cNvPr id="12" name="PPAGENT_QA|parent=funnel-stage-1|domains=funnel-shape,funnel-content">
            <a:extLst xmlns:a="http://schemas.openxmlformats.org/drawingml/2006/main">
              <a:ext uri="{FF2B5EF4-FFF2-40B4-BE49-F238E27FC236}">
                <a16:creationId xmlns:a16="http://schemas.microsoft.com/office/drawing/2014/main" id="{EAEC8DC1-B390-433C-9E87-81895C05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3" y="2959100"/>
            <a:ext cx="3762375" cy="135890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1767A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2842A1-23AC-41B5-B75D-53D752FC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9713" y="2911475"/>
            <a:ext cx="3686175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7A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4A7C91-31D3-436A-8A09-24615718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3" y="3054350"/>
            <a:ext cx="3457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6C9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6C96A"/>
                </a:solidFill>
                <a:latin typeface="Microsoft YaHei"/>
                <a:ea typeface="Microsoft YaHei"/>
                <a:cs typeface="Microsoft YaHei"/>
              </a:rPr>
              <a:t>68%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618858-549C-4783-A255-472768BC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3" y="3321050"/>
            <a:ext cx="3457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阶段2</a:t>
            </a:r>
          </a:p>
        </p:txBody>
      </p:sp>
      <p:sp>
        <p:nvSpPr>
          <p:cNvPr id="16" name="PPAGENT_QA|parent=funnel-note-1|domains=funnel-note,funnel-content">
            <a:extLst xmlns:a="http://schemas.openxmlformats.org/drawingml/2006/main">
              <a:ext uri="{FF2B5EF4-FFF2-40B4-BE49-F238E27FC236}">
                <a16:creationId xmlns:a16="http://schemas.microsoft.com/office/drawing/2014/main" id="{B6A02053-0CBB-4DE3-976F-9E674502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68625"/>
            <a:ext cx="4552950" cy="1339850"/>
          </a:xfrm>
          <a:prstGeom xmlns:a="http://schemas.openxmlformats.org/drawingml/2006/main" prst="roundRect">
            <a:avLst>
              <a:gd name="adj" fmla="val 853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85D0CD-5C39-43A7-8F91-64190BC1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68625"/>
            <a:ext cx="57150" cy="13398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76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4A2E88-9199-424C-A027-86F27414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6387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02  阶段2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16EA45-F2FB-4464-AE24-037F362B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30575"/>
            <a:ext cx="4000500" cy="93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验证第2阶段的转化条件与流失。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83EDF9-AF2D-4183-8CF8-A7514498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238" y="36385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91B8D7"/>
            </a:solidFill>
            <a:prstDash val="dash"/>
          </a:ln>
        </p:spPr>
      </p:sp>
      <p:sp>
        <p:nvSpPr>
          <p:cNvPr id="21" name="PPAGENT_QA|parent=funnel-stage-2|domains=funnel-shape,funnel-content">
            <a:extLst xmlns:a="http://schemas.openxmlformats.org/drawingml/2006/main">
              <a:ext uri="{FF2B5EF4-FFF2-40B4-BE49-F238E27FC236}">
                <a16:creationId xmlns:a16="http://schemas.microsoft.com/office/drawing/2014/main" id="{004D8863-C9E0-44AC-A912-EEF05101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394200"/>
            <a:ext cx="2190750" cy="135890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167FC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D0A24A-BFEB-45C6-ABDC-4C444B20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346575"/>
            <a:ext cx="2114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FC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439BB9-09B4-4B54-BA45-6E9A5BA1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489450"/>
            <a:ext cx="1885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6C9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6C96A"/>
                </a:solidFill>
                <a:latin typeface="Microsoft YaHei"/>
                <a:ea typeface="Microsoft YaHei"/>
                <a:cs typeface="Microsoft YaHei"/>
              </a:rPr>
              <a:t>36%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42E4A2-0FD8-4605-B26E-B9E4ED22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756150"/>
            <a:ext cx="1885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阶段3</a:t>
            </a:r>
          </a:p>
        </p:txBody>
      </p:sp>
      <p:sp>
        <p:nvSpPr>
          <p:cNvPr id="25" name="PPAGENT_QA|parent=funnel-note-2|domains=funnel-note,funnel-content">
            <a:extLst xmlns:a="http://schemas.openxmlformats.org/drawingml/2006/main">
              <a:ext uri="{FF2B5EF4-FFF2-40B4-BE49-F238E27FC236}">
                <a16:creationId xmlns:a16="http://schemas.microsoft.com/office/drawing/2014/main" id="{9AA5F9F1-3654-4E2A-9F61-8142F706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403725"/>
            <a:ext cx="4552950" cy="1339850"/>
          </a:xfrm>
          <a:prstGeom xmlns:a="http://schemas.openxmlformats.org/drawingml/2006/main" prst="roundRect">
            <a:avLst>
              <a:gd name="adj" fmla="val 8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A9E02C-CA88-4DCB-B478-094ACD85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403725"/>
            <a:ext cx="57150" cy="13398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F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9BCD1E-5D6D-4578-B931-F8FDEC50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9897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03  阶段3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BDFE35-A323-48D1-976C-721AAF04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65675"/>
            <a:ext cx="4000500" cy="93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验证第3阶段的转化条件与流失。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A043BC-B9BF-45F8-818F-DD58DA84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0736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91B8D7"/>
            </a:solidFill>
            <a:prstDash val="dash"/>
          </a:ln>
        </p:spPr>
      </p:sp>
    </p:spTree>
    <p:extLst>
      <p:ext uri="{BB962C8B-B14F-4D97-AF65-F5344CB8AC3E}">
        <p14:creationId xmlns:p14="http://schemas.microsoft.com/office/powerpoint/2010/main" val="5763715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60AB8AC-B2CA-4937-8C4B-163763D7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转化漏斗 · 6阶段适配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7A720-C67D-4438-83DF-BD6CA96B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递减转化 · 阶段拆解</a:t>
            </a:r>
          </a:p>
        </p:txBody>
      </p:sp>
      <p:sp>
        <p:nvSpPr>
          <p:cNvPr id="3" name="PPAGENT_QA|parent=funnel-stage-0|domains=funnel-shape,funnel-content">
            <a:extLst xmlns:a="http://schemas.openxmlformats.org/drawingml/2006/main">
              <a:ext uri="{FF2B5EF4-FFF2-40B4-BE49-F238E27FC236}">
                <a16:creationId xmlns:a16="http://schemas.microsoft.com/office/drawing/2014/main" id="{BF9D839E-4F1C-4D98-AC24-D7089EA9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334000" cy="64135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174B8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5B571-8E63-48D0-B86A-8EC2DCE7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525780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B8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F7AD5-1CED-4BFE-B594-7F72B76A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5029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C9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C96A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759546-77F6-4742-8708-358A4CCD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5029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阶段1</a:t>
            </a:r>
          </a:p>
        </p:txBody>
      </p:sp>
      <p:sp>
        <p:nvSpPr>
          <p:cNvPr id="7" name="PPAGENT_QA|parent=funnel-note-0|domains=funnel-note,funnel-content">
            <a:extLst xmlns:a="http://schemas.openxmlformats.org/drawingml/2006/main">
              <a:ext uri="{FF2B5EF4-FFF2-40B4-BE49-F238E27FC236}">
                <a16:creationId xmlns:a16="http://schemas.microsoft.com/office/drawing/2014/main" id="{085401F2-E5E1-45A1-BEB8-421218B1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533525"/>
            <a:ext cx="4552950" cy="622300"/>
          </a:xfrm>
          <a:prstGeom xmlns:a="http://schemas.openxmlformats.org/drawingml/2006/main" prst="roundRect">
            <a:avLst>
              <a:gd name="adj" fmla="val 18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842882-65CF-400A-AE95-49C7397B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533525"/>
            <a:ext cx="57150" cy="622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74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6A0BCA-1BD0-4ECB-81E4-454330D9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590675"/>
            <a:ext cx="400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01  阶段1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2D305D-CE51-46E0-AF29-BFA9C253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19275"/>
            <a:ext cx="4000500" cy="37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验证第1阶段的转化条件与流失。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988259-7F6C-4A4A-B1C7-3C04C6A8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44675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91B8D7"/>
            </a:solidFill>
            <a:prstDash val="dash"/>
          </a:ln>
        </p:spPr>
      </p:sp>
      <p:sp>
        <p:nvSpPr>
          <p:cNvPr id="12" name="PPAGENT_QA|parent=funnel-stage-1|domains=funnel-shape,funnel-content">
            <a:extLst xmlns:a="http://schemas.openxmlformats.org/drawingml/2006/main">
              <a:ext uri="{FF2B5EF4-FFF2-40B4-BE49-F238E27FC236}">
                <a16:creationId xmlns:a16="http://schemas.microsoft.com/office/drawing/2014/main" id="{644D1054-F09E-4230-A044-E07C7146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8" y="2241550"/>
            <a:ext cx="4657725" cy="64135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1767A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A19DC9-F45F-4307-B607-86FEA2DB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8" y="2193925"/>
            <a:ext cx="4581525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7A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F488DF-0DD7-4F1E-B764-6371F905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8" y="2336800"/>
            <a:ext cx="4352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C9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C96A"/>
                </a:solidFill>
                <a:latin typeface="Microsoft YaHei"/>
                <a:ea typeface="Microsoft YaHei"/>
                <a:cs typeface="Microsoft YaHei"/>
              </a:rPr>
              <a:t>88%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4A3E3A-38C6-40E3-A046-D1D255FF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8" y="2603500"/>
            <a:ext cx="4352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阶段2</a:t>
            </a:r>
          </a:p>
        </p:txBody>
      </p:sp>
      <p:sp>
        <p:nvSpPr>
          <p:cNvPr id="16" name="PPAGENT_QA|parent=funnel-note-1|domains=funnel-note,funnel-content">
            <a:extLst xmlns:a="http://schemas.openxmlformats.org/drawingml/2006/main">
              <a:ext uri="{FF2B5EF4-FFF2-40B4-BE49-F238E27FC236}">
                <a16:creationId xmlns:a16="http://schemas.microsoft.com/office/drawing/2014/main" id="{0A18D253-2FDA-4ABE-B91B-42CB9FB8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51075"/>
            <a:ext cx="4552950" cy="622300"/>
          </a:xfrm>
          <a:prstGeom xmlns:a="http://schemas.openxmlformats.org/drawingml/2006/main" prst="roundRect">
            <a:avLst>
              <a:gd name="adj" fmla="val 18367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4B7A22-DB8E-4DCF-91EE-BCB67D5A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51075"/>
            <a:ext cx="57150" cy="622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767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E6DD7E-439A-4848-8BFD-AD7F68F3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08225"/>
            <a:ext cx="400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02  阶段2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3B73B8-E53C-4545-97D5-1712358D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36825"/>
            <a:ext cx="4000500" cy="37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验证第2阶段的转化条件与流失。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417265-0D48-4AF5-80EC-3C24889B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913" y="2562225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91B8D7"/>
            </a:solidFill>
            <a:prstDash val="dash"/>
          </a:ln>
        </p:spPr>
      </p:sp>
      <p:sp>
        <p:nvSpPr>
          <p:cNvPr id="21" name="PPAGENT_QA|parent=funnel-stage-2|domains=funnel-shape,funnel-content">
            <a:extLst xmlns:a="http://schemas.openxmlformats.org/drawingml/2006/main">
              <a:ext uri="{FF2B5EF4-FFF2-40B4-BE49-F238E27FC236}">
                <a16:creationId xmlns:a16="http://schemas.microsoft.com/office/drawing/2014/main" id="{F8A6ABBD-E86F-47C1-AC6E-5AB529F1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959100"/>
            <a:ext cx="3981450" cy="64135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167FC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A55548-EF0F-4E0A-BF77-903C6D33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11475"/>
            <a:ext cx="39052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FC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485398-5412-48B0-9A6F-EDF263F6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054350"/>
            <a:ext cx="3676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C9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C96A"/>
                </a:solidFill>
                <a:latin typeface="Microsoft YaHei"/>
                <a:ea typeface="Microsoft YaHei"/>
                <a:cs typeface="Microsoft YaHei"/>
              </a:rPr>
              <a:t>76%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CD478F-8F77-4DA4-B326-0A5612F0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321050"/>
            <a:ext cx="3676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阶段3</a:t>
            </a:r>
          </a:p>
        </p:txBody>
      </p:sp>
      <p:sp>
        <p:nvSpPr>
          <p:cNvPr id="25" name="PPAGENT_QA|parent=funnel-note-2|domains=funnel-note,funnel-content">
            <a:extLst xmlns:a="http://schemas.openxmlformats.org/drawingml/2006/main">
              <a:ext uri="{FF2B5EF4-FFF2-40B4-BE49-F238E27FC236}">
                <a16:creationId xmlns:a16="http://schemas.microsoft.com/office/drawing/2014/main" id="{427EEF27-D9F1-4929-B447-4C8E9DCE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68625"/>
            <a:ext cx="4552950" cy="622300"/>
          </a:xfrm>
          <a:prstGeom xmlns:a="http://schemas.openxmlformats.org/drawingml/2006/main" prst="roundRect">
            <a:avLst>
              <a:gd name="adj" fmla="val 18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A952E6-6BAB-45E0-85E6-1AEBE1AB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68625"/>
            <a:ext cx="57150" cy="622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F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53DF0F-A600-4516-B265-B93EA45E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5775"/>
            <a:ext cx="400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03  阶段3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C0BF5F-B64C-4F66-A103-35D66836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54375"/>
            <a:ext cx="4000500" cy="37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验证第3阶段的转化条件与流失。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2B2894-5937-4DF0-B506-EF8A362B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279775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91B8D7"/>
            </a:solidFill>
            <a:prstDash val="dash"/>
          </a:ln>
        </p:spPr>
      </p:sp>
      <p:sp>
        <p:nvSpPr>
          <p:cNvPr id="30" name="PPAGENT_QA|parent=funnel-stage-3|domains=funnel-shape,funnel-content">
            <a:extLst xmlns:a="http://schemas.openxmlformats.org/drawingml/2006/main">
              <a:ext uri="{FF2B5EF4-FFF2-40B4-BE49-F238E27FC236}">
                <a16:creationId xmlns:a16="http://schemas.microsoft.com/office/drawing/2014/main" id="{5FDC1A49-2A19-4380-80E4-1126C3D7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213" y="3676650"/>
            <a:ext cx="3305175" cy="64135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16A0C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1488A9-9211-4C92-97AD-838DA657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313" y="3629025"/>
            <a:ext cx="3228975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C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DF5BEE-52FF-42A6-96B1-31D14B11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613" y="3771900"/>
            <a:ext cx="3000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C9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C96A"/>
                </a:solidFill>
                <a:latin typeface="Microsoft YaHei"/>
                <a:ea typeface="Microsoft YaHei"/>
                <a:cs typeface="Microsoft YaHei"/>
              </a:rPr>
              <a:t>64%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A28E0A-A3B3-40B7-A390-75D70D3F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613" y="4038600"/>
            <a:ext cx="3000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阶段4</a:t>
            </a:r>
          </a:p>
        </p:txBody>
      </p:sp>
      <p:sp>
        <p:nvSpPr>
          <p:cNvPr id="34" name="PPAGENT_QA|parent=funnel-note-3|domains=funnel-note,funnel-content">
            <a:extLst xmlns:a="http://schemas.openxmlformats.org/drawingml/2006/main">
              <a:ext uri="{FF2B5EF4-FFF2-40B4-BE49-F238E27FC236}">
                <a16:creationId xmlns:a16="http://schemas.microsoft.com/office/drawing/2014/main" id="{BB5DDAAC-41B6-4BED-86D8-8CBE1FFE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86175"/>
            <a:ext cx="4552950" cy="622300"/>
          </a:xfrm>
          <a:prstGeom xmlns:a="http://schemas.openxmlformats.org/drawingml/2006/main" prst="roundRect">
            <a:avLst>
              <a:gd name="adj" fmla="val 18367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972EC2-A998-4B8A-9B8C-AD132382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86175"/>
            <a:ext cx="57150" cy="622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A0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7DBBF9-FB21-47A7-824C-24DE948A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43325"/>
            <a:ext cx="400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04  阶段4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6DD1ED-847F-4A13-A553-DED270BE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71925"/>
            <a:ext cx="4000500" cy="37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验证第4阶段的转化条件与流失。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53E8D3-0953-47A6-903D-5971B0F4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0638" y="3997325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91B8D7"/>
            </a:solidFill>
            <a:prstDash val="dash"/>
          </a:ln>
        </p:spPr>
      </p:sp>
      <p:sp>
        <p:nvSpPr>
          <p:cNvPr id="39" name="PPAGENT_QA|parent=funnel-stage-4|domains=funnel-shape,funnel-content">
            <a:extLst xmlns:a="http://schemas.openxmlformats.org/drawingml/2006/main">
              <a:ext uri="{FF2B5EF4-FFF2-40B4-BE49-F238E27FC236}">
                <a16:creationId xmlns:a16="http://schemas.microsoft.com/office/drawing/2014/main" id="{5653BC49-DA5A-4A48-91DC-C571FFEB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394200"/>
            <a:ext cx="2628900" cy="64135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19B7C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4D572E-3069-4019-AB66-042B14D1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346575"/>
            <a:ext cx="255270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B7C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6864BA-6CB3-460D-982C-7B7088B7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89450"/>
            <a:ext cx="2324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C9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C96A"/>
                </a:solidFill>
                <a:latin typeface="Microsoft YaHei"/>
                <a:ea typeface="Microsoft YaHei"/>
                <a:cs typeface="Microsoft YaHei"/>
              </a:rPr>
              <a:t>52%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D067B3-D70C-4923-BD5E-014A42AA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56150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阶段5</a:t>
            </a:r>
          </a:p>
        </p:txBody>
      </p:sp>
      <p:sp>
        <p:nvSpPr>
          <p:cNvPr id="43" name="PPAGENT_QA|parent=funnel-note-4|domains=funnel-note,funnel-content">
            <a:extLst xmlns:a="http://schemas.openxmlformats.org/drawingml/2006/main">
              <a:ext uri="{FF2B5EF4-FFF2-40B4-BE49-F238E27FC236}">
                <a16:creationId xmlns:a16="http://schemas.microsoft.com/office/drawing/2014/main" id="{35A2FBA4-FCB4-4B54-9306-EBB8DF87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403725"/>
            <a:ext cx="4552950" cy="622300"/>
          </a:xfrm>
          <a:prstGeom xmlns:a="http://schemas.openxmlformats.org/drawingml/2006/main" prst="roundRect">
            <a:avLst>
              <a:gd name="adj" fmla="val 18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F7301B-7427-48F9-AE9F-C2E366CB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403725"/>
            <a:ext cx="57150" cy="622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9B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634D7F-A056-460E-90AE-2254E743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60875"/>
            <a:ext cx="400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05  阶段5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FA91A5F-D7F3-446B-B39E-54438924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89475"/>
            <a:ext cx="4000500" cy="37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验证第5阶段的转化条件与流失。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2490A7-7BCB-4FB6-8956-A127BDBC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14875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91B8D7"/>
            </a:solidFill>
            <a:prstDash val="dash"/>
          </a:ln>
        </p:spPr>
      </p:sp>
      <p:sp>
        <p:nvSpPr>
          <p:cNvPr id="48" name="PPAGENT_QA|parent=funnel-stage-5|domains=funnel-shape,funnel-content">
            <a:extLst xmlns:a="http://schemas.openxmlformats.org/drawingml/2006/main">
              <a:ext uri="{FF2B5EF4-FFF2-40B4-BE49-F238E27FC236}">
                <a16:creationId xmlns:a16="http://schemas.microsoft.com/office/drawing/2014/main" id="{3C126694-B629-4A0C-A804-48378FAE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488" y="5111750"/>
            <a:ext cx="1952625" cy="64135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32C7C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A37D97D-9E44-4929-A0DD-5A9E2AD3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588" y="5064125"/>
            <a:ext cx="1876425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C7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6AD5F81-6BA8-405D-8DDD-3527A1BC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888" y="5207000"/>
            <a:ext cx="1647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6C9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6C96A"/>
                </a:solidFill>
                <a:latin typeface="Microsoft YaHei"/>
                <a:ea typeface="Microsoft YaHei"/>
                <a:cs typeface="Microsoft YaHei"/>
              </a:rPr>
              <a:t>40%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B5812D7-414E-44EE-ADDF-CBC6CF17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888" y="5473700"/>
            <a:ext cx="1647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阶段6</a:t>
            </a:r>
          </a:p>
        </p:txBody>
      </p:sp>
      <p:sp>
        <p:nvSpPr>
          <p:cNvPr id="52" name="PPAGENT_QA|parent=funnel-note-5|domains=funnel-note,funnel-content">
            <a:extLst xmlns:a="http://schemas.openxmlformats.org/drawingml/2006/main">
              <a:ext uri="{FF2B5EF4-FFF2-40B4-BE49-F238E27FC236}">
                <a16:creationId xmlns:a16="http://schemas.microsoft.com/office/drawing/2014/main" id="{E7AC6377-A9DE-4286-ACFB-61A1CEEC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121275"/>
            <a:ext cx="4552950" cy="622300"/>
          </a:xfrm>
          <a:prstGeom xmlns:a="http://schemas.openxmlformats.org/drawingml/2006/main" prst="roundRect">
            <a:avLst>
              <a:gd name="adj" fmla="val 18367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5E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A4909B-547F-4D23-95E1-C082CD50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121275"/>
            <a:ext cx="57150" cy="622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2C7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B82B058-C65F-4C59-B9E6-91A9429B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178425"/>
            <a:ext cx="400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06  阶段6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1D67FB4-A0D6-4C5C-B9B5-84450D4E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07025"/>
            <a:ext cx="4000500" cy="37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验证第6阶段的转化条件与流失。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A6ED245-A147-4458-8587-ABA166B3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363" y="5432425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91B8D7"/>
            </a:solidFill>
            <a:prstDash val="dash"/>
          </a:ln>
        </p:spPr>
      </p:sp>
    </p:spTree>
    <p:extLst>
      <p:ext uri="{BB962C8B-B14F-4D97-AF65-F5344CB8AC3E}">
        <p14:creationId xmlns:p14="http://schemas.microsoft.com/office/powerpoint/2010/main" val="17715805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2026-08-10T10:54:25.9950000Z</dcterms:created>
  <dcterms:modified xsi:type="dcterms:W3CDTF">2026-08-10T10:54:25.9950000Z</dcterms:modified>
</coreProperties>
</file>