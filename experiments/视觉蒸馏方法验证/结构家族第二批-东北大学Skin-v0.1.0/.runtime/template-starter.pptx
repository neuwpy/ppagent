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649c9e36134c8a" /><Relationship Type="http://schemas.openxmlformats.org/officeDocument/2006/relationships/extended-properties" Target="/docProps/app.xml" Id="R52df17d2b2df4c53" /><Relationship Type="http://schemas.openxmlformats.org/officeDocument/2006/relationships/officeDocument" Target="/ppt/presentation.xml" Id="R18a46f05f8c84b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6647720d54c8f"/>
    <p:sldMasterId xmlns:r="http://schemas.openxmlformats.org/officeDocument/2006/relationships" id="2147483660" r:id="R77dbd0d4939e4047"/>
    <p:sldMasterId xmlns:r="http://schemas.openxmlformats.org/officeDocument/2006/relationships" id="2147483663" r:id="Rc006faee077c472a"/>
  </p:sldMasterIdLst>
  <p:notesMasterIdLst>
    <p:notesMasterId xmlns:r="http://schemas.openxmlformats.org/officeDocument/2006/relationships" r:id="R297ccd0391d94980"/>
  </p:notesMasterIdLst>
  <p:sldIdLst>
    <p:sldId xmlns:r="http://schemas.openxmlformats.org/officeDocument/2006/relationships" id="256" r:id="Rd16e4482c4404a58"/>
    <p:sldId xmlns:r="http://schemas.openxmlformats.org/officeDocument/2006/relationships" id="257" r:id="R6f0b99e1116642e9"/>
    <p:sldId xmlns:r="http://schemas.openxmlformats.org/officeDocument/2006/relationships" id="258" r:id="Rbf202f21263d4fe8"/>
    <p:sldId xmlns:r="http://schemas.openxmlformats.org/officeDocument/2006/relationships" id="259" r:id="Red59cde2c4fe431d"/>
    <p:sldId xmlns:r="http://schemas.openxmlformats.org/officeDocument/2006/relationships" id="260" r:id="R0a8cc8f4c8484391"/>
    <p:sldId xmlns:r="http://schemas.openxmlformats.org/officeDocument/2006/relationships" id="261" r:id="Rc132c9ed4cd54ebc"/>
    <p:sldId xmlns:r="http://schemas.openxmlformats.org/officeDocument/2006/relationships" id="262" r:id="Rfe7851d34ed34004"/>
    <p:sldId xmlns:r="http://schemas.openxmlformats.org/officeDocument/2006/relationships" id="263" r:id="R3977822ce8d247f2"/>
    <p:sldId xmlns:r="http://schemas.openxmlformats.org/officeDocument/2006/relationships" id="264" r:id="Re7381c6eb1df4a08"/>
    <p:sldId xmlns:r="http://schemas.openxmlformats.org/officeDocument/2006/relationships" id="265" r:id="R625d7bea3e5c4e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c1ad371b3c4cb5" /><Relationship Type="http://schemas.openxmlformats.org/officeDocument/2006/relationships/slideMaster" Target="/ppt/slideMasters/slideMaster1.xml" Id="Rf1f6647720d54c8f" /><Relationship Type="http://schemas.openxmlformats.org/officeDocument/2006/relationships/slideMaster" Target="/ppt/slideMasters/slideMaster2.xml" Id="R77dbd0d4939e4047" /><Relationship Type="http://schemas.openxmlformats.org/officeDocument/2006/relationships/slideMaster" Target="/ppt/slideMasters/slideMaster3.xml" Id="Rc006faee077c472a" /><Relationship Type="http://schemas.openxmlformats.org/officeDocument/2006/relationships/notesMaster" Target="/ppt/notesMasters/notesMaster1.xml" Id="R297ccd0391d94980" /><Relationship Type="http://schemas.openxmlformats.org/officeDocument/2006/relationships/presProps" Target="/ppt/presProps.xml" Id="Rb0330a3d3cec43b7" /><Relationship Type="http://schemas.openxmlformats.org/officeDocument/2006/relationships/viewProps" Target="/ppt/viewProps.xml" Id="R73260350076a4edd" /><Relationship Type="http://schemas.openxmlformats.org/officeDocument/2006/relationships/tableStyles" Target="/ppt/tableStyles.xml" Id="Rbf746352eff546ac" /><Relationship Type="http://schemas.openxmlformats.org/officeDocument/2006/relationships/slide" Target="/ppt/slides/slide1.xml" Id="Rd16e4482c4404a58" /><Relationship Type="http://schemas.openxmlformats.org/officeDocument/2006/relationships/slide" Target="/ppt/slides/slide2.xml" Id="R6f0b99e1116642e9" /><Relationship Type="http://schemas.openxmlformats.org/officeDocument/2006/relationships/slide" Target="/ppt/slides/slide3.xml" Id="Rbf202f21263d4fe8" /><Relationship Type="http://schemas.openxmlformats.org/officeDocument/2006/relationships/slide" Target="/ppt/slides/slide4.xml" Id="Red59cde2c4fe431d" /><Relationship Type="http://schemas.openxmlformats.org/officeDocument/2006/relationships/slide" Target="/ppt/slides/slide5.xml" Id="R0a8cc8f4c8484391" /><Relationship Type="http://schemas.openxmlformats.org/officeDocument/2006/relationships/slide" Target="/ppt/slides/slide6.xml" Id="Rc132c9ed4cd54ebc" /><Relationship Type="http://schemas.openxmlformats.org/officeDocument/2006/relationships/slide" Target="/ppt/slides/slide7.xml" Id="Rfe7851d34ed34004" /><Relationship Type="http://schemas.openxmlformats.org/officeDocument/2006/relationships/slide" Target="/ppt/slides/slide8.xml" Id="R3977822ce8d247f2" /><Relationship Type="http://schemas.openxmlformats.org/officeDocument/2006/relationships/slide" Target="/ppt/slides/slide9.xml" Id="Re7381c6eb1df4a08" /><Relationship Type="http://schemas.openxmlformats.org/officeDocument/2006/relationships/slide" Target="/ppt/slides/slide10.xml" Id="R625d7bea3e5c4e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5624c8de6644d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233a31021c429b" /><Relationship Type="http://schemas.openxmlformats.org/officeDocument/2006/relationships/notesMaster" Target="/ppt/notesMasters/notesMaster1.xml" Id="R6a65e1a6345a4a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fc976056514d80" /><Relationship Type="http://schemas.openxmlformats.org/officeDocument/2006/relationships/notesMaster" Target="/ppt/notesMasters/notesMaster1.xml" Id="R42e3bb2d5c1043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844e163b9d4b68" /><Relationship Type="http://schemas.openxmlformats.org/officeDocument/2006/relationships/notesMaster" Target="/ppt/notesMasters/notesMaster1.xml" Id="R76ea7bfe27c34a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068e4288c54dcb" /><Relationship Type="http://schemas.openxmlformats.org/officeDocument/2006/relationships/notesMaster" Target="/ppt/notesMasters/notesMaster1.xml" Id="Rac07900525394b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e1eb50c82f47f6" /><Relationship Type="http://schemas.openxmlformats.org/officeDocument/2006/relationships/notesMaster" Target="/ppt/notesMasters/notesMaster1.xml" Id="Rc047c5af54d448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d1013aad664ef9" /><Relationship Type="http://schemas.openxmlformats.org/officeDocument/2006/relationships/notesMaster" Target="/ppt/notesMasters/notesMaster1.xml" Id="R0cbe9a4be27f42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0a890618464065" /><Relationship Type="http://schemas.openxmlformats.org/officeDocument/2006/relationships/notesMaster" Target="/ppt/notesMasters/notesMaster1.xml" Id="R2ebbce5d70e543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f822649d16410c" /><Relationship Type="http://schemas.openxmlformats.org/officeDocument/2006/relationships/notesMaster" Target="/ppt/notesMasters/notesMaster1.xml" Id="Rda22120ad9904e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53a3288173440b" /><Relationship Type="http://schemas.openxmlformats.org/officeDocument/2006/relationships/notesMaster" Target="/ppt/notesMasters/notesMaster1.xml" Id="Rb500d037243847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92cbbf08214b5c" /><Relationship Type="http://schemas.openxmlformats.org/officeDocument/2006/relationships/notesMaster" Target="/ppt/notesMasters/notesMaster1.xml" Id="R09080935afb34c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66d90a16c42a0" /><Relationship Type="http://schemas.openxmlformats.org/officeDocument/2006/relationships/image" Target="/ppt/media/image.jpeg" Id="R3e7e4d8daeb64dba" /><Relationship Type="http://schemas.openxmlformats.org/officeDocument/2006/relationships/image" Target="/ppt/media/image.png" Id="Re9cfaccab8b148d7" /><Relationship Type="http://schemas.openxmlformats.org/officeDocument/2006/relationships/image" Target="/ppt/media/image2.png" Id="R24da8b02b74849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7fd1520444a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dd16041c44bdb" /><Relationship Type="http://schemas.openxmlformats.org/officeDocument/2006/relationships/image" Target="/ppt/media/image3.png" Id="Rc7cd9e56048a49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df5aa68d649ed" /><Relationship Type="http://schemas.openxmlformats.org/officeDocument/2006/relationships/image" Target="/ppt/media/image4.png" Id="Rd9255f3447bb44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aff9f72fc846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e849167f194bb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ec1ffe215458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33afb8a71477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7ca7ac3884d8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59919dc4a4b0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3d4ded2284f8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646004bd1c49bb" /><Relationship Type="http://schemas.openxmlformats.org/officeDocument/2006/relationships/image" Target="/ppt/media/image5.png" Id="R3a4052aa62da4f8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f8e0b70df144d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ed58f0d47604a36" /><Relationship Type="http://schemas.openxmlformats.org/officeDocument/2006/relationships/image" Target="/ppt/media/image5.png" Id="R7016587ec48e437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19d128dd87e481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e4d8daeb64dba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faccab8b148d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a8b02b74849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2A5E01F5-DA66-4289-93ED-C7F59A27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d9e56048a490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C8E9296-97B3-4702-9E79-39F036B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62023F5-75BA-45C4-A307-A7E1F3C1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CB060EB0-A045-4FDF-A798-D6F307E7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269917C3-BD14-4D97-BD5A-40359C0E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55f3447bb44f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D894509B-249B-4752-ABE5-75553AB4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FCCA06D-EB44-47DA-9A90-0D6893E8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CDD9D4-F861-4FD6-BA18-6578DDF212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E46624B-73AA-477B-BFC8-FD827226D4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C4BFD45-3005-436A-9E10-5D8AFD487E6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D69D1E6-0E17-4DD6-B790-F845466622A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96212C9-E130-4F8B-AA25-68CC809F2F2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35754B7-3C68-42FC-9D0F-5FCC257E40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3BD8577E-5C28-4A4F-B5E6-11F2D3E490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836EB9F-2FED-4F29-8757-3AFB0B9AD4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1320A29-1055-424B-98CE-A46FC4C8C7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6B861B3-D143-4E90-BE36-911621C08F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2613FE3-FA32-4489-9163-CF13C2798E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8E54EB8-3C88-4221-AF5B-F146CA9915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345FAEB-0DDF-4797-A45B-BBD646CED0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09E3BB2-5E66-4AE4-9689-31D8B08D0E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F142426-8ABE-480E-9004-9C669FF8B9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BCBD86-91A7-45F9-AA6D-51C1267C8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2BAD2B1-442B-4C01-8E7E-3D0EF11F08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CD2F749-EF1E-4E0D-9252-600E130FFE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A04F746-1103-4879-9719-3028BFDA71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1706A08-B57F-46CE-857C-0F689ACAB1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D204890-7323-4599-A5E9-060EDC8CA1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DC902D1-A6A3-47A6-998D-7B3256142E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C0F41D6-E5FA-4783-A95F-9A7DD6410F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135F5A1-A241-41F0-B43C-E756F28A85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5C86630-3F8C-4DF7-B212-2FFB693D7C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DD4BEC4-CB4C-4BE6-BC16-0CE852C456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4190366-B2A2-49BF-987C-70A9AF5E66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A4F60B-2ADC-4DF8-9432-CCB8E36A1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CA9E09F-97A0-4681-A6A1-ED07A767BD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408806-A909-45C2-B7DE-57286F6842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A2003B5-FBC4-4DDB-938C-CC1E4F8914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8E93CC5-2FEA-468E-8DAB-A48D94F121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6BFB3A6-5937-4041-BB3B-BD72F7E88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DF3531-D491-44F8-B3A0-F0C88ADACA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CDC9198-6DFA-4CC4-8BC2-5BA91BBE4F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759D1F-0681-4F03-867F-802F554501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9EB4212-4459-46AB-A498-7394E4593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052aa62da4f8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45430E4-2478-4FEE-A3C4-29E5537E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E2A58C9-CA9F-41F0-A69F-0FF1BF72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CC631095-4F69-4455-BC2A-DC5D3FB1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B673D29B-6E21-4609-A5E0-A0E887A6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6587ec48e437e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5C02215-2438-43AA-B6DE-AEAC06C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356C50A-8987-4774-918A-4C4C23DE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3A26F47-C799-4A11-8096-2FCFFB61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C0078D2-4967-4F8D-AD4C-1F6997E7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8923191a3d4644" /><Relationship Type="http://schemas.openxmlformats.org/officeDocument/2006/relationships/slideLayout" Target="/ppt/slideLayouts/slideLayout1.xml" Id="Re6f0073c8bda47ef" /><Relationship Type="http://schemas.openxmlformats.org/officeDocument/2006/relationships/slideLayout" Target="/ppt/slideLayouts/slideLayout2.xml" Id="Rb71d8853b6234211" /><Relationship Type="http://schemas.openxmlformats.org/officeDocument/2006/relationships/slideLayout" Target="/ppt/slideLayouts/slideLayout3.xml" Id="R4c7d98169c2f4a87" /><Relationship Type="http://schemas.openxmlformats.org/officeDocument/2006/relationships/slideLayout" Target="/ppt/slideLayouts/slideLayout4.xml" Id="R34a625654b7940b1" /><Relationship Type="http://schemas.openxmlformats.org/officeDocument/2006/relationships/slideLayout" Target="/ppt/slideLayouts/slideLayout5.xml" Id="Rdc8efdfac22649c8" /><Relationship Type="http://schemas.openxmlformats.org/officeDocument/2006/relationships/slideLayout" Target="/ppt/slideLayouts/slideLayout6.xml" Id="R21cc1fe21a3d4ccb" /><Relationship Type="http://schemas.openxmlformats.org/officeDocument/2006/relationships/slideLayout" Target="/ppt/slideLayouts/slideLayout7.xml" Id="R27ec8c0f1e3d4347" /><Relationship Type="http://schemas.openxmlformats.org/officeDocument/2006/relationships/slideLayout" Target="/ppt/slideLayouts/slideLayout8.xml" Id="Re96369aeb9214399" /><Relationship Type="http://schemas.openxmlformats.org/officeDocument/2006/relationships/slideLayout" Target="/ppt/slideLayouts/slideLayout9.xml" Id="R0459d81c10fd4ab8" /><Relationship Type="http://schemas.openxmlformats.org/officeDocument/2006/relationships/slideLayout" Target="/ppt/slideLayouts/slideLayout10.xml" Id="Rb292a8a123f6450c" /><Relationship Type="http://schemas.openxmlformats.org/officeDocument/2006/relationships/slideLayout" Target="/ppt/slideLayouts/slideLayout11.xml" Id="R02f7a783bb08452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fba6cea96aa44fb" /><Relationship Type="http://schemas.openxmlformats.org/officeDocument/2006/relationships/slideLayout" Target="/ppt/slideLayouts/slideLayout12.xml" Id="Rb648f8849ba44e93" /><Relationship Type="http://schemas.openxmlformats.org/officeDocument/2006/relationships/slideLayout" Target="/ppt/slideLayouts/slideLayout13.xml" Id="Rec4407af69a3421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97388e06b2df444f" /><Relationship Type="http://schemas.openxmlformats.org/officeDocument/2006/relationships/slideLayout" Target="/ppt/slideLayouts/slideLayout14.xml" Id="Rce890a37278a4813" /><Relationship Type="http://schemas.openxmlformats.org/officeDocument/2006/relationships/slideLayout" Target="/ppt/slideLayouts/slideLayout15.xml" Id="R2640c2b8230b40e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4307A44-FA3F-468A-85CA-9F4C037B7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AADEADC-CF3F-4E40-87D9-7C2262A76C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EBAE744-60BB-4738-8FF6-4477709C6BA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78C76DE-A3B9-4E7C-A6A2-D3C3907BFA9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C7548C5-4380-4E67-965D-264F3BE295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f0073c8bda47ef"/>
    <p:sldLayoutId xmlns:r="http://schemas.openxmlformats.org/officeDocument/2006/relationships" id="2147483650" r:id="Rb71d8853b6234211"/>
    <p:sldLayoutId xmlns:r="http://schemas.openxmlformats.org/officeDocument/2006/relationships" id="2147483651" r:id="R4c7d98169c2f4a87"/>
    <p:sldLayoutId xmlns:r="http://schemas.openxmlformats.org/officeDocument/2006/relationships" id="2147483652" r:id="R34a625654b7940b1"/>
    <p:sldLayoutId xmlns:r="http://schemas.openxmlformats.org/officeDocument/2006/relationships" id="2147483653" r:id="Rdc8efdfac22649c8"/>
    <p:sldLayoutId xmlns:r="http://schemas.openxmlformats.org/officeDocument/2006/relationships" id="2147483654" r:id="R21cc1fe21a3d4ccb"/>
    <p:sldLayoutId xmlns:r="http://schemas.openxmlformats.org/officeDocument/2006/relationships" id="2147483655" r:id="R27ec8c0f1e3d4347"/>
    <p:sldLayoutId xmlns:r="http://schemas.openxmlformats.org/officeDocument/2006/relationships" id="2147483656" r:id="Re96369aeb9214399"/>
    <p:sldLayoutId xmlns:r="http://schemas.openxmlformats.org/officeDocument/2006/relationships" id="2147483657" r:id="R0459d81c10fd4ab8"/>
    <p:sldLayoutId xmlns:r="http://schemas.openxmlformats.org/officeDocument/2006/relationships" id="2147483658" r:id="Rb292a8a123f6450c"/>
    <p:sldLayoutId xmlns:r="http://schemas.openxmlformats.org/officeDocument/2006/relationships" id="2147483659" r:id="R02f7a783bb08452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E71748F-D868-475E-A20E-F52558E1EF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0D7CB87-F20A-496F-85E9-5002FB2240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F2CDC80-C554-4ADE-91FE-751A6B6763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864BC5C-6FD3-4EDF-8E0D-B0C7E201394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5F1D71F-A776-484B-B5E2-92C87D87AB2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648f8849ba44e93"/>
    <p:sldLayoutId xmlns:r="http://schemas.openxmlformats.org/officeDocument/2006/relationships" id="2147483662" r:id="Rec4407af69a3421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122F188-A850-4D2E-A64D-194254F1E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BB7B500-6121-4010-8481-9A134B9CF8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016A1F7-A8BA-4A0D-B731-E1D67DBE405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A1CABF0-4E5E-4802-9FC8-4E4849344B4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6DB56B0-0EB3-4BB9-9751-674C94DC80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e890a37278a4813"/>
    <p:sldLayoutId xmlns:r="http://schemas.openxmlformats.org/officeDocument/2006/relationships" id="2147483665" r:id="R2640c2b8230b40e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6f4df120a64d1d" /><Relationship Type="http://schemas.openxmlformats.org/officeDocument/2006/relationships/image" Target="/ppt/media/image6.png" Id="Rcb7af3866c0e4635" /><Relationship Type="http://schemas.openxmlformats.org/officeDocument/2006/relationships/notesSlide" Target="/ppt/notesSlides/notesSlide1.xml" Id="R8a02b5cb59914b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671d7e4bbb4bfd" /><Relationship Type="http://schemas.openxmlformats.org/officeDocument/2006/relationships/image" Target="/ppt/media/image6.png" Id="R420318e5ae0245d4" /><Relationship Type="http://schemas.openxmlformats.org/officeDocument/2006/relationships/notesSlide" Target="/ppt/notesSlides/notesSlide2.xml" Id="Rcde39cf92cdb4c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2b0d5283ae47e7" /><Relationship Type="http://schemas.openxmlformats.org/officeDocument/2006/relationships/image" Target="/ppt/media/image6.png" Id="R4153b3695ad14565" /><Relationship Type="http://schemas.openxmlformats.org/officeDocument/2006/relationships/notesSlide" Target="/ppt/notesSlides/notesSlide3.xml" Id="R61455743ac0549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c2df4f1c09426c" /><Relationship Type="http://schemas.openxmlformats.org/officeDocument/2006/relationships/image" Target="/ppt/media/image6.png" Id="R24564a6e42094946" /><Relationship Type="http://schemas.openxmlformats.org/officeDocument/2006/relationships/notesSlide" Target="/ppt/notesSlides/notesSlide4.xml" Id="Ra345527c99e841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9d01c5250b64641" /><Relationship Type="http://schemas.openxmlformats.org/officeDocument/2006/relationships/image" Target="/ppt/media/image6.png" Id="R9ec3ff06644f4f69" /><Relationship Type="http://schemas.openxmlformats.org/officeDocument/2006/relationships/notesSlide" Target="/ppt/notesSlides/notesSlide5.xml" Id="Rdf7161405c4b4e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c1474aac444c4c" /><Relationship Type="http://schemas.openxmlformats.org/officeDocument/2006/relationships/image" Target="/ppt/media/image6.png" Id="Rb679e52ce6484ffd" /><Relationship Type="http://schemas.openxmlformats.org/officeDocument/2006/relationships/notesSlide" Target="/ppt/notesSlides/notesSlide6.xml" Id="R4a7c489d9c0942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7e95f0f2a14801" /><Relationship Type="http://schemas.openxmlformats.org/officeDocument/2006/relationships/image" Target="/ppt/media/image6.png" Id="Rc6ca627444d8449f" /><Relationship Type="http://schemas.openxmlformats.org/officeDocument/2006/relationships/notesSlide" Target="/ppt/notesSlides/notesSlide7.xml" Id="R40252b3bac4b40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6df60a80314894" /><Relationship Type="http://schemas.openxmlformats.org/officeDocument/2006/relationships/image" Target="/ppt/media/image6.png" Id="Re5f61112c2714dd0" /><Relationship Type="http://schemas.openxmlformats.org/officeDocument/2006/relationships/notesSlide" Target="/ppt/notesSlides/notesSlide8.xml" Id="R1814036ee12e40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f2893d60ffd41d2" /><Relationship Type="http://schemas.openxmlformats.org/officeDocument/2006/relationships/image" Target="/ppt/media/image6.png" Id="R4badee9afa6242bb" /><Relationship Type="http://schemas.openxmlformats.org/officeDocument/2006/relationships/notesSlide" Target="/ppt/notesSlides/notesSlide9.xml" Id="Rede9dde9033549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cc35d6dc90486c" /><Relationship Type="http://schemas.openxmlformats.org/officeDocument/2006/relationships/image" Target="/ppt/media/image6.png" Id="R39e00029b07b41ba" /><Relationship Type="http://schemas.openxmlformats.org/officeDocument/2006/relationships/notesSlide" Target="/ppt/notesSlides/notesSlide10.xml" Id="R8886fc5130d549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af3866c0e46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0318e5ae0245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3b3695ad14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64a6e420949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3ff06644f4f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9e52ce6484f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a627444d8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61112c2714d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dee9afa6242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5CEABAC-B3C5-4A46-9560-9CC98DF8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00029b07b41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2026-08-10T13:30:51.2990000Z</dcterms:created>
  <dcterms:modified xsi:type="dcterms:W3CDTF">2026-08-10T13:30:51.2990000Z</dcterms:modified>
</coreProperties>
</file>