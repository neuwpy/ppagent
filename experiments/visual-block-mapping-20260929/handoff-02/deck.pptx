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63de1a5f344d7f" /><Relationship Type="http://schemas.openxmlformats.org/officeDocument/2006/relationships/extended-properties" Target="/docProps/app.xml" Id="R4849aef1f57c4783" /><Relationship Type="http://schemas.openxmlformats.org/officeDocument/2006/relationships/officeDocument" Target="/ppt/presentation.xml" Id="Rf8b6f23dc4c841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cc7ec495b64ade"/>
  </p:sldMasterIdLst>
  <p:notesMasterIdLst>
    <p:notesMasterId xmlns:r="http://schemas.openxmlformats.org/officeDocument/2006/relationships" r:id="R73dfd4cdcb19417a"/>
  </p:notesMasterIdLst>
  <p:sldIdLst>
    <p:sldId xmlns:r="http://schemas.openxmlformats.org/officeDocument/2006/relationships" id="256" r:id="R759fe36ebaa94fb3"/>
    <p:sldId xmlns:r="http://schemas.openxmlformats.org/officeDocument/2006/relationships" id="257" r:id="R850391f2faa5458c"/>
    <p:sldId xmlns:r="http://schemas.openxmlformats.org/officeDocument/2006/relationships" id="258" r:id="R78f721b2f74341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fd54327ae34673" /><Relationship Type="http://schemas.openxmlformats.org/officeDocument/2006/relationships/slideMaster" Target="/ppt/slideMasters/slideMaster1.xml" Id="R5bcc7ec495b64ade" /><Relationship Type="http://schemas.openxmlformats.org/officeDocument/2006/relationships/notesMaster" Target="/ppt/notesMasters/notesMaster1.xml" Id="R73dfd4cdcb19417a" /><Relationship Type="http://schemas.openxmlformats.org/officeDocument/2006/relationships/presProps" Target="/ppt/presProps.xml" Id="R9b202ed23d084273" /><Relationship Type="http://schemas.openxmlformats.org/officeDocument/2006/relationships/tableStyles" Target="/ppt/tableStyles.xml" Id="Rfcc19a158e2f4237" /><Relationship Type="http://schemas.openxmlformats.org/officeDocument/2006/relationships/slide" Target="/ppt/slides/slide1.xml" Id="R759fe36ebaa94fb3" /><Relationship Type="http://schemas.openxmlformats.org/officeDocument/2006/relationships/slide" Target="/ppt/slides/slide2.xml" Id="R850391f2faa5458c" /><Relationship Type="http://schemas.openxmlformats.org/officeDocument/2006/relationships/slide" Target="/ppt/slides/slide3.xml" Id="R78f721b2f743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d35f0784349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d8fe02a47b4c6b" /><Relationship Type="http://schemas.openxmlformats.org/officeDocument/2006/relationships/notesMaster" Target="/ppt/notesMasters/notesMaster1.xml" Id="R9f0eac683a724c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e93f224d514635" /><Relationship Type="http://schemas.openxmlformats.org/officeDocument/2006/relationships/notesMaster" Target="/ppt/notesMasters/notesMaster1.xml" Id="R98a81adc769b4a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97ab42708c4d78" /><Relationship Type="http://schemas.openxmlformats.org/officeDocument/2006/relationships/notesMaster" Target="/ppt/notesMasters/notesMaster1.xml" Id="Re7912b892e3940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灰稿：experiments/visual-block-mapping-20260929/run-01/state.json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灰稿：experiments/visual-block-mapping-20260929/run-01/state.json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灰稿：experiments/visual-block-mapping-20260929/run-01/state.json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967720cf346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ab7250f50141ab" /><Relationship Type="http://schemas.openxmlformats.org/officeDocument/2006/relationships/slideLayout" Target="/ppt/slideLayouts/slideLayout1.xml" Id="R1275fffc709f44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75fffc709f44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783b23a0249f4" /><Relationship Type="http://schemas.openxmlformats.org/officeDocument/2006/relationships/notesSlide" Target="/ppt/notesSlides/notesSlide1.xml" Id="R4a24afb73fc9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f64fac06a4258" /><Relationship Type="http://schemas.openxmlformats.org/officeDocument/2006/relationships/notesSlide" Target="/ppt/notesSlides/notesSlide2.xml" Id="Ra015040dd41249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1b03b82e94f93" /><Relationship Type="http://schemas.openxmlformats.org/officeDocument/2006/relationships/notesSlide" Target="/ppt/notesSlides/notesSlide3.xml" Id="R16951e24bbfd46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19EBF6D6-4019-47A5-B711-794681ED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0B73B3C8-EBF4-446A-9C17-EEBCF72A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3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组内视觉分区建设样本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46F7E-0EE5-4AE0-A0F3-00A4FED9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6263"/>
            <a:ext cx="840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DC74D734-5D63-4442-B9FA-D1E6EEE9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0C894304-19A2-4C3C-840E-A9EA9B94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915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58B3B49F-F5BE-41AF-94D1-DB8D6B73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A854EC78-6F04-45A7-848A-327B2F36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模拟：工作日按需提供服务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8DA8E-2220-4996-8BF1-00369EDB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54350716-551A-42E3-AF8C-6D1BCAEB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3BF0B4CF-E0EC-4272-98CC-9A510D31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region-service-heading">
            <a:extLst xmlns:a="http://schemas.openxmlformats.org/drawingml/2006/main">
              <a:ext uri="{FF2B5EF4-FFF2-40B4-BE49-F238E27FC236}">
                <a16:creationId xmlns:a16="http://schemas.microsoft.com/office/drawing/2014/main" id="{2A3A662D-5272-48FF-A52E-195CE527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74876"/>
            <a:ext cx="106984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rPr>
              <a:t>服务项目</a:t>
            </a:r>
          </a:p>
        </p:txBody>
      </p:sp>
      <p:sp>
        <p:nvSpPr>
          <p:cNvPr id="7" name="region-service-body-0">
            <a:extLst xmlns:a="http://schemas.openxmlformats.org/drawingml/2006/main">
              <a:ext uri="{FF2B5EF4-FFF2-40B4-BE49-F238E27FC236}">
                <a16:creationId xmlns:a16="http://schemas.microsoft.com/office/drawing/2014/main" id="{4AE7EA9F-DDE0-4E49-B872-266D0A69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2518410"/>
            <a:ext cx="5126355" cy="140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咨询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工作人员回答资料检索与使用方面的问题。</a:t>
            </a:r>
          </a:p>
        </p:txBody>
      </p:sp>
      <p:sp>
        <p:nvSpPr>
          <p:cNvPr id="8" name="region-service-body-1">
            <a:extLst xmlns:a="http://schemas.openxmlformats.org/drawingml/2006/main">
              <a:ext uri="{FF2B5EF4-FFF2-40B4-BE49-F238E27FC236}">
                <a16:creationId xmlns:a16="http://schemas.microsoft.com/office/drawing/2014/main" id="{568A9968-D8A6-4CB3-881D-7478BBFA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064889"/>
            <a:ext cx="5126355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咨询需要提前预约。</a:t>
            </a:r>
          </a:p>
        </p:txBody>
      </p:sp>
      <p:sp>
        <p:nvSpPr>
          <p:cNvPr id="9" name="region-service-body-2">
            <a:extLst xmlns:a="http://schemas.openxmlformats.org/drawingml/2006/main">
              <a:ext uri="{FF2B5EF4-FFF2-40B4-BE49-F238E27FC236}">
                <a16:creationId xmlns:a16="http://schemas.microsoft.com/office/drawing/2014/main" id="{8AF70585-9D83-46E7-BCD6-B3793D0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885" y="2518410"/>
            <a:ext cx="5126355" cy="2015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资料借阅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登记资料名称和使用人后办理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借阅，归还时核对登记记录。</a:t>
            </a:r>
          </a:p>
        </p:txBody>
      </p:sp>
      <p:sp>
        <p:nvSpPr>
          <p:cNvPr id="10" name="region-service-body-3">
            <a:extLst xmlns:a="http://schemas.openxmlformats.org/drawingml/2006/main">
              <a:ext uri="{FF2B5EF4-FFF2-40B4-BE49-F238E27FC236}">
                <a16:creationId xmlns:a16="http://schemas.microsoft.com/office/drawing/2014/main" id="{3703A6A5-5CD3-4A29-B5FC-4C81F2CD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955286"/>
            <a:ext cx="10698480" cy="843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两项服务均在工作日提供。</a:t>
            </a:r>
          </a:p>
        </p:txBody>
      </p:sp>
    </p:spTree>
    <p:extLst>
      <p:ext uri="{BB962C8B-B14F-4D97-AF65-F5344CB8AC3E}">
        <p14:creationId xmlns:p14="http://schemas.microsoft.com/office/powerpoint/2010/main" val="691645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086D61DD-E74B-4C8E-B055-6F87727B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4AAD7482-D212-4AE5-83C6-4872CD7E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模拟：两类记录分别维护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1C146-6D55-4E69-AC3C-F22CB3DD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042073AD-4AD3-47F9-B712-5F98A0FD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832DA002-93AF-4C63-90A8-FBC18858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region-record-heading">
            <a:extLst xmlns:a="http://schemas.openxmlformats.org/drawingml/2006/main">
              <a:ext uri="{FF2B5EF4-FFF2-40B4-BE49-F238E27FC236}">
                <a16:creationId xmlns:a16="http://schemas.microsoft.com/office/drawing/2014/main" id="{C4535AE5-6E6D-41A7-A7CF-62406B9F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74876"/>
            <a:ext cx="106984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rPr>
              <a:t>记录管理</a:t>
            </a:r>
          </a:p>
        </p:txBody>
      </p:sp>
      <p:sp>
        <p:nvSpPr>
          <p:cNvPr id="7" name="region-record-body-0">
            <a:extLst xmlns:a="http://schemas.openxmlformats.org/drawingml/2006/main">
              <a:ext uri="{FF2B5EF4-FFF2-40B4-BE49-F238E27FC236}">
                <a16:creationId xmlns:a16="http://schemas.microsoft.com/office/drawing/2014/main" id="{C3724C43-A291-49EF-9D29-9FFFB258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2330958"/>
            <a:ext cx="1069848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两类记录均供项目成员查阅，外发前需负责人确认。</a:t>
            </a:r>
          </a:p>
        </p:txBody>
      </p:sp>
      <p:sp>
        <p:nvSpPr>
          <p:cNvPr id="8" name="region-record-body-1">
            <a:extLst xmlns:a="http://schemas.openxmlformats.org/drawingml/2006/main">
              <a:ext uri="{FF2B5EF4-FFF2-40B4-BE49-F238E27FC236}">
                <a16:creationId xmlns:a16="http://schemas.microsoft.com/office/drawing/2014/main" id="{BBDB8020-FE84-42B7-B09C-4F428C86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221355"/>
            <a:ext cx="10698480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版本记录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记录文档版本、修改内容和修改人，保留此前版本供追溯。</a:t>
            </a:r>
          </a:p>
        </p:txBody>
      </p:sp>
      <p:sp>
        <p:nvSpPr>
          <p:cNvPr id="9" name="region-record-body-2">
            <a:extLst xmlns:a="http://schemas.openxmlformats.org/drawingml/2006/main">
              <a:ext uri="{FF2B5EF4-FFF2-40B4-BE49-F238E27FC236}">
                <a16:creationId xmlns:a16="http://schemas.microsoft.com/office/drawing/2014/main" id="{7F0710AD-594D-4D22-9656-C952F78A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533519"/>
            <a:ext cx="10698480" cy="1312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问题记录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记录问题现象、处理意见和处理状态。尚未核实的问题应标为待核实。</a:t>
            </a:r>
          </a:p>
        </p:txBody>
      </p:sp>
    </p:spTree>
    <p:extLst>
      <p:ext uri="{BB962C8B-B14F-4D97-AF65-F5344CB8AC3E}">
        <p14:creationId xmlns:p14="http://schemas.microsoft.com/office/powerpoint/2010/main" val="62300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2026-09-28T16:50:29.6100000Z</dcterms:created>
  <dcterms:modified xsi:type="dcterms:W3CDTF">2026-09-28T16:50:29.6100000Z</dcterms:modified>
</coreProperties>
</file>