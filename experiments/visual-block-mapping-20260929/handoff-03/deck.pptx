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25b4d63cf34466" /><Relationship Type="http://schemas.openxmlformats.org/officeDocument/2006/relationships/extended-properties" Target="/docProps/app.xml" Id="R1b99036443214388" /><Relationship Type="http://schemas.openxmlformats.org/officeDocument/2006/relationships/officeDocument" Target="/ppt/presentation.xml" Id="Rac192455dc3846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8f18d23f994e6d"/>
  </p:sldMasterIdLst>
  <p:notesMasterIdLst>
    <p:notesMasterId xmlns:r="http://schemas.openxmlformats.org/officeDocument/2006/relationships" r:id="R8a6a4349a9a94f42"/>
  </p:notesMasterIdLst>
  <p:sldIdLst>
    <p:sldId xmlns:r="http://schemas.openxmlformats.org/officeDocument/2006/relationships" id="256" r:id="Rf895c4e2a97344a9"/>
    <p:sldId xmlns:r="http://schemas.openxmlformats.org/officeDocument/2006/relationships" id="257" r:id="R6436dd332af142d5"/>
    <p:sldId xmlns:r="http://schemas.openxmlformats.org/officeDocument/2006/relationships" id="258" r:id="R3fd4474eda674c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276a3229ca438b" /><Relationship Type="http://schemas.openxmlformats.org/officeDocument/2006/relationships/slideMaster" Target="/ppt/slideMasters/slideMaster1.xml" Id="Rb28f18d23f994e6d" /><Relationship Type="http://schemas.openxmlformats.org/officeDocument/2006/relationships/notesMaster" Target="/ppt/notesMasters/notesMaster1.xml" Id="R8a6a4349a9a94f42" /><Relationship Type="http://schemas.openxmlformats.org/officeDocument/2006/relationships/presProps" Target="/ppt/presProps.xml" Id="Rb6671d2e54c84440" /><Relationship Type="http://schemas.openxmlformats.org/officeDocument/2006/relationships/tableStyles" Target="/ppt/tableStyles.xml" Id="R1cda23b0f4374e30" /><Relationship Type="http://schemas.openxmlformats.org/officeDocument/2006/relationships/slide" Target="/ppt/slides/slide1.xml" Id="Rf895c4e2a97344a9" /><Relationship Type="http://schemas.openxmlformats.org/officeDocument/2006/relationships/slide" Target="/ppt/slides/slide2.xml" Id="R6436dd332af142d5" /><Relationship Type="http://schemas.openxmlformats.org/officeDocument/2006/relationships/slide" Target="/ppt/slides/slide3.xml" Id="R3fd4474eda674c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1b00486c8b4d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bfb1ec008c440e" /><Relationship Type="http://schemas.openxmlformats.org/officeDocument/2006/relationships/notesMaster" Target="/ppt/notesMasters/notesMaster1.xml" Id="R49c24bfa0fee47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20dd90db1a40d2" /><Relationship Type="http://schemas.openxmlformats.org/officeDocument/2006/relationships/notesMaster" Target="/ppt/notesMasters/notesMaster1.xml" Id="R4c1c3fe9e5d145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701781b70049f9" /><Relationship Type="http://schemas.openxmlformats.org/officeDocument/2006/relationships/notesMaster" Target="/ppt/notesMasters/notesMaster1.xml" Id="Rea7a638c397243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灰稿：experiments/visual-block-mapping-20260929/run-01/state.json</a:t>
            </a:r>
          </a:p>
          <a:p xmlns:a="http://schemas.openxmlformats.org/drawingml/2006/main">
            <a:r>
              <a:t>- Skin：neutral-editorial-001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灰稿：experiments/visual-block-mapping-20260929/run-01/state.json</a:t>
            </a:r>
          </a:p>
          <a:p xmlns:a="http://schemas.openxmlformats.org/drawingml/2006/main">
            <a:r>
              <a:t>- Skin：neutral-editorial-001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灰稿：experiments/visual-block-mapping-20260929/run-01/state.json</a:t>
            </a:r>
          </a:p>
          <a:p xmlns:a="http://schemas.openxmlformats.org/drawingml/2006/main">
            <a:r>
              <a:t>- Skin：neutral-editorial-001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f2b4fb8b847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15184301534c01" /><Relationship Type="http://schemas.openxmlformats.org/officeDocument/2006/relationships/slideLayout" Target="/ppt/slideLayouts/slideLayout1.xml" Id="Rf176de88306747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76de88306747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f3663837e44ca" /><Relationship Type="http://schemas.openxmlformats.org/officeDocument/2006/relationships/notesSlide" Target="/ppt/notesSlides/notesSlide1.xml" Id="Rc15ab0353f9749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aeaaed4f644da" /><Relationship Type="http://schemas.openxmlformats.org/officeDocument/2006/relationships/notesSlide" Target="/ppt/notesSlides/notesSlide2.xml" Id="R074a42f55db74f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3ade22b594a68" /><Relationship Type="http://schemas.openxmlformats.org/officeDocument/2006/relationships/notesSlide" Target="/ppt/notesSlides/notesSlide3.xml" Id="R618f29083b374e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eutral-section-number">
            <a:extLst xmlns:a="http://schemas.openxmlformats.org/drawingml/2006/main">
              <a:ext uri="{FF2B5EF4-FFF2-40B4-BE49-F238E27FC236}">
                <a16:creationId xmlns:a16="http://schemas.microsoft.com/office/drawing/2014/main" id="{D5B2583A-8D5F-4831-B73E-4A2992E8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neutral-page-title">
            <a:extLst xmlns:a="http://schemas.openxmlformats.org/drawingml/2006/main">
              <a:ext uri="{FF2B5EF4-FFF2-40B4-BE49-F238E27FC236}">
                <a16:creationId xmlns:a16="http://schemas.microsoft.com/office/drawing/2014/main" id="{58FDC941-D33F-42E6-9E99-286F3F0B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34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组内视觉分区建设样本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99BF7-93B3-45E6-89E3-3F39075A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76263"/>
            <a:ext cx="840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neutral-footer-label">
            <a:extLst xmlns:a="http://schemas.openxmlformats.org/drawingml/2006/main">
              <a:ext uri="{FF2B5EF4-FFF2-40B4-BE49-F238E27FC236}">
                <a16:creationId xmlns:a16="http://schemas.microsoft.com/office/drawing/2014/main" id="{D0E4E912-47E6-406B-B796-9CF3B6B4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灰稿交接 · 正式生成</a:t>
            </a:r>
          </a:p>
        </p:txBody>
      </p:sp>
      <p:sp>
        <p:nvSpPr>
          <p:cNvPr id="5" name="neutral-folio">
            <a:extLst xmlns:a="http://schemas.openxmlformats.org/drawingml/2006/main">
              <a:ext uri="{FF2B5EF4-FFF2-40B4-BE49-F238E27FC236}">
                <a16:creationId xmlns:a16="http://schemas.microsoft.com/office/drawing/2014/main" id="{0F974BE9-9DBA-4811-81E4-608B52BA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845076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neutral-section-number">
            <a:extLst xmlns:a="http://schemas.openxmlformats.org/drawingml/2006/main">
              <a:ext uri="{FF2B5EF4-FFF2-40B4-BE49-F238E27FC236}">
                <a16:creationId xmlns:a16="http://schemas.microsoft.com/office/drawing/2014/main" id="{996DEB60-666A-4FB7-A53C-0DB612B4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neutral-page-title">
            <a:extLst xmlns:a="http://schemas.openxmlformats.org/drawingml/2006/main">
              <a:ext uri="{FF2B5EF4-FFF2-40B4-BE49-F238E27FC236}">
                <a16:creationId xmlns:a16="http://schemas.microsoft.com/office/drawing/2014/main" id="{A382D231-734C-433B-BF0C-2ABFDF78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10753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模拟：工作日按需提供服务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33B84-3DAD-499A-8827-A99A5DCB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neutral-footer-label">
            <a:extLst xmlns:a="http://schemas.openxmlformats.org/drawingml/2006/main">
              <a:ext uri="{FF2B5EF4-FFF2-40B4-BE49-F238E27FC236}">
                <a16:creationId xmlns:a16="http://schemas.microsoft.com/office/drawing/2014/main" id="{331883C1-A200-47ED-AB1A-3F3D4590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灰稿交接 · 正式生成</a:t>
            </a:r>
          </a:p>
        </p:txBody>
      </p:sp>
      <p:sp>
        <p:nvSpPr>
          <p:cNvPr id="5" name="neutral-folio">
            <a:extLst xmlns:a="http://schemas.openxmlformats.org/drawingml/2006/main">
              <a:ext uri="{FF2B5EF4-FFF2-40B4-BE49-F238E27FC236}">
                <a16:creationId xmlns:a16="http://schemas.microsoft.com/office/drawing/2014/main" id="{51147574-7AD2-4616-B104-CF601D07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6" name="region-service-heading">
            <a:extLst xmlns:a="http://schemas.openxmlformats.org/drawingml/2006/main">
              <a:ext uri="{FF2B5EF4-FFF2-40B4-BE49-F238E27FC236}">
                <a16:creationId xmlns:a16="http://schemas.microsoft.com/office/drawing/2014/main" id="{8D92B2CC-0C5C-4F29-A99F-5130E489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674876"/>
            <a:ext cx="106984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0">
                <a:solidFill>
                  <a:srgbClr val="4D4A42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0">
                <a:solidFill>
                  <a:srgbClr val="4D4A42"/>
                </a:solidFill>
                <a:latin typeface="Noto Serif SC"/>
                <a:ea typeface="Noto Serif SC"/>
                <a:cs typeface="Noto Serif SC"/>
              </a:rPr>
              <a:t>服务项目</a:t>
            </a:r>
          </a:p>
        </p:txBody>
      </p:sp>
      <p:sp>
        <p:nvSpPr>
          <p:cNvPr id="7" name="region-service-body-0">
            <a:extLst xmlns:a="http://schemas.openxmlformats.org/drawingml/2006/main">
              <a:ext uri="{FF2B5EF4-FFF2-40B4-BE49-F238E27FC236}">
                <a16:creationId xmlns:a16="http://schemas.microsoft.com/office/drawing/2014/main" id="{093FD5F1-7BA3-4301-8CD4-D90FF672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2518410"/>
            <a:ext cx="5126355" cy="140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咨询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工作人员回答资料检索与使用方面的问题。</a:t>
            </a:r>
          </a:p>
        </p:txBody>
      </p:sp>
      <p:sp>
        <p:nvSpPr>
          <p:cNvPr id="8" name="region-service-body-1">
            <a:extLst xmlns:a="http://schemas.openxmlformats.org/drawingml/2006/main">
              <a:ext uri="{FF2B5EF4-FFF2-40B4-BE49-F238E27FC236}">
                <a16:creationId xmlns:a16="http://schemas.microsoft.com/office/drawing/2014/main" id="{0C1DA56B-4BCD-4FDF-9442-56C4B26D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4064889"/>
            <a:ext cx="5126355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咨询需要提前预约。</a:t>
            </a:r>
          </a:p>
        </p:txBody>
      </p:sp>
      <p:sp>
        <p:nvSpPr>
          <p:cNvPr id="9" name="region-service-body-2">
            <a:extLst xmlns:a="http://schemas.openxmlformats.org/drawingml/2006/main">
              <a:ext uri="{FF2B5EF4-FFF2-40B4-BE49-F238E27FC236}">
                <a16:creationId xmlns:a16="http://schemas.microsoft.com/office/drawing/2014/main" id="{4DA431A4-2C4F-4A93-9F3F-96F35ACD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885" y="2518410"/>
            <a:ext cx="5126355" cy="2015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资料借阅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登记资料名称和使用人后办理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借阅，归还时核对登记记录。</a:t>
            </a:r>
          </a:p>
        </p:txBody>
      </p:sp>
      <p:sp>
        <p:nvSpPr>
          <p:cNvPr id="10" name="region-service-body-3">
            <a:extLst xmlns:a="http://schemas.openxmlformats.org/drawingml/2006/main">
              <a:ext uri="{FF2B5EF4-FFF2-40B4-BE49-F238E27FC236}">
                <a16:creationId xmlns:a16="http://schemas.microsoft.com/office/drawing/2014/main" id="{B1F235D9-2AEC-41BC-9D3E-E464909A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4955286"/>
            <a:ext cx="10698480" cy="843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两项服务均在工作日提供。</a:t>
            </a:r>
          </a:p>
        </p:txBody>
      </p:sp>
      <p:sp>
        <p:nvSpPr>
          <p:cNvPr id="11" name="PPAGENT_QA|parent=gray-region-service|domains=gray-regions">
            <a:extLst xmlns:a="http://schemas.openxmlformats.org/drawingml/2006/main">
              <a:ext uri="{FF2B5EF4-FFF2-40B4-BE49-F238E27FC236}">
                <a16:creationId xmlns:a16="http://schemas.microsoft.com/office/drawing/2014/main" id="{06E89E8D-D13F-4675-A97F-1718F542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oundRect">
            <a:avLst>
              <a:gd name="adj" fmla="val 243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PPAGENT_QA|parent=gray-region-service-content-0|within=gray-region-service|domains=gray-region-service-content">
            <a:extLst xmlns:a="http://schemas.openxmlformats.org/drawingml/2006/main">
              <a:ext uri="{FF2B5EF4-FFF2-40B4-BE49-F238E27FC236}">
                <a16:creationId xmlns:a16="http://schemas.microsoft.com/office/drawing/2014/main" id="{D83E6FCD-2C32-4DE9-8456-4CC8B529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674876"/>
            <a:ext cx="10698480" cy="468630"/>
          </a:xfrm>
          <a:prstGeom xmlns:a="http://schemas.openxmlformats.org/drawingml/2006/main" prst="roundRect">
            <a:avLst>
              <a:gd name="adj" fmla="val 2439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PPAGENT_QA|parent=gray-region-service-content-1|within=gray-region-service|domains=gray-region-service-content">
            <a:extLst xmlns:a="http://schemas.openxmlformats.org/drawingml/2006/main">
              <a:ext uri="{FF2B5EF4-FFF2-40B4-BE49-F238E27FC236}">
                <a16:creationId xmlns:a16="http://schemas.microsoft.com/office/drawing/2014/main" id="{FBBE78A2-95B1-4FBC-8DAB-B7A86AFB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2518410"/>
            <a:ext cx="5126355" cy="1405890"/>
          </a:xfrm>
          <a:prstGeom xmlns:a="http://schemas.openxmlformats.org/drawingml/2006/main" prst="roundRect">
            <a:avLst>
              <a:gd name="adj" fmla="val 813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PPAGENT_QA|parent=gray-region-service-content-2|within=gray-region-service|domains=gray-region-service-content">
            <a:extLst xmlns:a="http://schemas.openxmlformats.org/drawingml/2006/main">
              <a:ext uri="{FF2B5EF4-FFF2-40B4-BE49-F238E27FC236}">
                <a16:creationId xmlns:a16="http://schemas.microsoft.com/office/drawing/2014/main" id="{154E9024-F46C-44B7-9BED-57C4E276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4064889"/>
            <a:ext cx="5126355" cy="468630"/>
          </a:xfrm>
          <a:prstGeom xmlns:a="http://schemas.openxmlformats.org/drawingml/2006/main" prst="roundRect">
            <a:avLst>
              <a:gd name="adj" fmla="val 2439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PPAGENT_QA|parent=gray-region-service-content-3|within=gray-region-service|domains=gray-region-service-content">
            <a:extLst xmlns:a="http://schemas.openxmlformats.org/drawingml/2006/main">
              <a:ext uri="{FF2B5EF4-FFF2-40B4-BE49-F238E27FC236}">
                <a16:creationId xmlns:a16="http://schemas.microsoft.com/office/drawing/2014/main" id="{15E5B4BF-CA55-4FEF-8DB1-32C74846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885" y="2518410"/>
            <a:ext cx="5126355" cy="2015109"/>
          </a:xfrm>
          <a:prstGeom xmlns:a="http://schemas.openxmlformats.org/drawingml/2006/main" prst="roundRect">
            <a:avLst>
              <a:gd name="adj" fmla="val 5672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PPAGENT_QA|parent=gray-region-service-content-4|within=gray-region-service|domains=gray-region-service-content">
            <a:extLst xmlns:a="http://schemas.openxmlformats.org/drawingml/2006/main">
              <a:ext uri="{FF2B5EF4-FFF2-40B4-BE49-F238E27FC236}">
                <a16:creationId xmlns:a16="http://schemas.microsoft.com/office/drawing/2014/main" id="{9CDB40B0-1F73-4D4D-9569-00281F2B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4955286"/>
            <a:ext cx="10698480" cy="843534"/>
          </a:xfrm>
          <a:prstGeom xmlns:a="http://schemas.openxmlformats.org/drawingml/2006/main" prst="roundRect">
            <a:avLst>
              <a:gd name="adj" fmla="val 1355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256497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neutral-section-number">
            <a:extLst xmlns:a="http://schemas.openxmlformats.org/drawingml/2006/main">
              <a:ext uri="{FF2B5EF4-FFF2-40B4-BE49-F238E27FC236}">
                <a16:creationId xmlns:a16="http://schemas.microsoft.com/office/drawing/2014/main" id="{E335888A-7C6E-447F-9DF6-267C2D3D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neutral-page-title">
            <a:extLst xmlns:a="http://schemas.openxmlformats.org/drawingml/2006/main">
              <a:ext uri="{FF2B5EF4-FFF2-40B4-BE49-F238E27FC236}">
                <a16:creationId xmlns:a16="http://schemas.microsoft.com/office/drawing/2014/main" id="{7FCC8AEE-A5A9-4617-A7A7-C29CC0A4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10753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模拟：两类记录分别维护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36378-8153-4318-895E-8E38C70B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neutral-footer-label">
            <a:extLst xmlns:a="http://schemas.openxmlformats.org/drawingml/2006/main">
              <a:ext uri="{FF2B5EF4-FFF2-40B4-BE49-F238E27FC236}">
                <a16:creationId xmlns:a16="http://schemas.microsoft.com/office/drawing/2014/main" id="{36FDCD4B-23EE-40CC-9C13-5FCDAA5D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灰稿交接 · 正式生成</a:t>
            </a:r>
          </a:p>
        </p:txBody>
      </p:sp>
      <p:sp>
        <p:nvSpPr>
          <p:cNvPr id="5" name="neutral-folio">
            <a:extLst xmlns:a="http://schemas.openxmlformats.org/drawingml/2006/main">
              <a:ext uri="{FF2B5EF4-FFF2-40B4-BE49-F238E27FC236}">
                <a16:creationId xmlns:a16="http://schemas.microsoft.com/office/drawing/2014/main" id="{21885833-2CCC-4F93-AEE5-AEDA08EC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6" name="region-record-heading">
            <a:extLst xmlns:a="http://schemas.openxmlformats.org/drawingml/2006/main">
              <a:ext uri="{FF2B5EF4-FFF2-40B4-BE49-F238E27FC236}">
                <a16:creationId xmlns:a16="http://schemas.microsoft.com/office/drawing/2014/main" id="{36A276BD-A2E2-4B55-BFB7-8D6E3D43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674876"/>
            <a:ext cx="106984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0">
                <a:solidFill>
                  <a:srgbClr val="4D4A42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0">
                <a:solidFill>
                  <a:srgbClr val="4D4A42"/>
                </a:solidFill>
                <a:latin typeface="Noto Serif SC"/>
                <a:ea typeface="Noto Serif SC"/>
                <a:cs typeface="Noto Serif SC"/>
              </a:rPr>
              <a:t>记录管理</a:t>
            </a:r>
          </a:p>
        </p:txBody>
      </p:sp>
      <p:sp>
        <p:nvSpPr>
          <p:cNvPr id="7" name="region-record-body-0">
            <a:extLst xmlns:a="http://schemas.openxmlformats.org/drawingml/2006/main">
              <a:ext uri="{FF2B5EF4-FFF2-40B4-BE49-F238E27FC236}">
                <a16:creationId xmlns:a16="http://schemas.microsoft.com/office/drawing/2014/main" id="{3841D1E3-AD72-4DA7-8882-4EFDD0CD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2330958"/>
            <a:ext cx="10698480" cy="609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两类记录均供项目成员查阅，外发前需负责人确认。</a:t>
            </a:r>
          </a:p>
        </p:txBody>
      </p:sp>
      <p:sp>
        <p:nvSpPr>
          <p:cNvPr id="8" name="region-record-body-1">
            <a:extLst xmlns:a="http://schemas.openxmlformats.org/drawingml/2006/main">
              <a:ext uri="{FF2B5EF4-FFF2-40B4-BE49-F238E27FC236}">
                <a16:creationId xmlns:a16="http://schemas.microsoft.com/office/drawing/2014/main" id="{EC9AFE1E-41D0-402E-AF32-F0143BF1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221355"/>
            <a:ext cx="10698480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版本记录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记录文档版本、修改内容和修改人，保留此前版本供追溯。</a:t>
            </a:r>
          </a:p>
        </p:txBody>
      </p:sp>
      <p:sp>
        <p:nvSpPr>
          <p:cNvPr id="9" name="region-record-body-2">
            <a:extLst xmlns:a="http://schemas.openxmlformats.org/drawingml/2006/main">
              <a:ext uri="{FF2B5EF4-FFF2-40B4-BE49-F238E27FC236}">
                <a16:creationId xmlns:a16="http://schemas.microsoft.com/office/drawing/2014/main" id="{901886AD-3D53-4F27-9B2C-425CD01C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4533519"/>
            <a:ext cx="10698480" cy="1312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问题记录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记录问题现象、处理意见和处理状态。尚未核实的问题应标为待核实。</a:t>
            </a:r>
          </a:p>
        </p:txBody>
      </p:sp>
      <p:sp>
        <p:nvSpPr>
          <p:cNvPr id="10" name="PPAGENT_QA|parent=gray-region-record|domains=gray-regions">
            <a:extLst xmlns:a="http://schemas.openxmlformats.org/drawingml/2006/main">
              <a:ext uri="{FF2B5EF4-FFF2-40B4-BE49-F238E27FC236}">
                <a16:creationId xmlns:a16="http://schemas.microsoft.com/office/drawing/2014/main" id="{078E408B-144A-445D-B882-A7F6E90E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oundRect">
            <a:avLst>
              <a:gd name="adj" fmla="val 243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PPAGENT_QA|parent=gray-region-record-content-0|within=gray-region-record|domains=gray-region-record-content">
            <a:extLst xmlns:a="http://schemas.openxmlformats.org/drawingml/2006/main">
              <a:ext uri="{FF2B5EF4-FFF2-40B4-BE49-F238E27FC236}">
                <a16:creationId xmlns:a16="http://schemas.microsoft.com/office/drawing/2014/main" id="{C73CEC03-F487-475E-86EF-A3CB953A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674876"/>
            <a:ext cx="10698480" cy="468630"/>
          </a:xfrm>
          <a:prstGeom xmlns:a="http://schemas.openxmlformats.org/drawingml/2006/main" prst="roundRect">
            <a:avLst>
              <a:gd name="adj" fmla="val 2439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PPAGENT_QA|parent=gray-region-record-content-1|within=gray-region-record|domains=gray-region-record-content">
            <a:extLst xmlns:a="http://schemas.openxmlformats.org/drawingml/2006/main">
              <a:ext uri="{FF2B5EF4-FFF2-40B4-BE49-F238E27FC236}">
                <a16:creationId xmlns:a16="http://schemas.microsoft.com/office/drawing/2014/main" id="{C4BDFC44-E5FB-4A48-A950-320AE40C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2330958"/>
            <a:ext cx="10698480" cy="609219"/>
          </a:xfrm>
          <a:prstGeom xmlns:a="http://schemas.openxmlformats.org/drawingml/2006/main" prst="roundRect">
            <a:avLst>
              <a:gd name="adj" fmla="val 18762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PPAGENT_QA|parent=gray-region-record-content-2|within=gray-region-record|domains=gray-region-record-content">
            <a:extLst xmlns:a="http://schemas.openxmlformats.org/drawingml/2006/main">
              <a:ext uri="{FF2B5EF4-FFF2-40B4-BE49-F238E27FC236}">
                <a16:creationId xmlns:a16="http://schemas.microsoft.com/office/drawing/2014/main" id="{733CC47F-E080-40B8-903D-7915A85F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221355"/>
            <a:ext cx="10698480" cy="1030986"/>
          </a:xfrm>
          <a:prstGeom xmlns:a="http://schemas.openxmlformats.org/drawingml/2006/main" prst="roundRect">
            <a:avLst>
              <a:gd name="adj" fmla="val 11086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PPAGENT_QA|parent=gray-region-record-content-3|within=gray-region-record|domains=gray-region-record-content">
            <a:extLst xmlns:a="http://schemas.openxmlformats.org/drawingml/2006/main">
              <a:ext uri="{FF2B5EF4-FFF2-40B4-BE49-F238E27FC236}">
                <a16:creationId xmlns:a16="http://schemas.microsoft.com/office/drawing/2014/main" id="{7DF4A14E-FCD8-43CA-8EEC-8EF3720A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4533519"/>
            <a:ext cx="10698480" cy="1312164"/>
          </a:xfrm>
          <a:prstGeom xmlns:a="http://schemas.openxmlformats.org/drawingml/2006/main" prst="roundRect">
            <a:avLst>
              <a:gd name="adj" fmla="val 871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422709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2026-09-28T16:51:42.0570000Z</dcterms:created>
  <dcterms:modified xsi:type="dcterms:W3CDTF">2026-09-28T16:51:42.0570000Z</dcterms:modified>
</coreProperties>
</file>