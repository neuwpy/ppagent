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2527f793da428d" /><Relationship Type="http://schemas.openxmlformats.org/officeDocument/2006/relationships/extended-properties" Target="/docProps/app.xml" Id="R2267bf2f66d2466b" /><Relationship Type="http://schemas.openxmlformats.org/officeDocument/2006/relationships/officeDocument" Target="/ppt/presentation.xml" Id="R332210b413bd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691a006e54e14"/>
  </p:sldMasterIdLst>
  <p:notesMasterIdLst>
    <p:notesMasterId xmlns:r="http://schemas.openxmlformats.org/officeDocument/2006/relationships" r:id="R2df2f1f8ccc44f28"/>
  </p:notesMasterIdLst>
  <p:sldIdLst>
    <p:sldId xmlns:r="http://schemas.openxmlformats.org/officeDocument/2006/relationships" id="256" r:id="R6d75957d0a1b429c"/>
    <p:sldId xmlns:r="http://schemas.openxmlformats.org/officeDocument/2006/relationships" id="257" r:id="R5aa3f4afc50d4f90"/>
  </p:sldIdLst>
  <p:sldSz cx="11906250" cy="6115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c024adc6ec4310" /><Relationship Type="http://schemas.openxmlformats.org/officeDocument/2006/relationships/slideMaster" Target="/ppt/slideMasters/slideMaster1.xml" Id="R958691a006e54e14" /><Relationship Type="http://schemas.openxmlformats.org/officeDocument/2006/relationships/notesMaster" Target="/ppt/notesMasters/notesMaster1.xml" Id="R2df2f1f8ccc44f28" /><Relationship Type="http://schemas.openxmlformats.org/officeDocument/2006/relationships/presProps" Target="/ppt/presProps.xml" Id="Rd3d9d026b4454719" /><Relationship Type="http://schemas.openxmlformats.org/officeDocument/2006/relationships/tableStyles" Target="/ppt/tableStyles.xml" Id="R838048f997cb4160" /><Relationship Type="http://schemas.openxmlformats.org/officeDocument/2006/relationships/slide" Target="/ppt/slides/slide1.xml" Id="R6d75957d0a1b429c" /><Relationship Type="http://schemas.openxmlformats.org/officeDocument/2006/relationships/slide" Target="/ppt/slides/slide2.xml" Id="R5aa3f4afc50d4f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19414948a4e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80b9cc649e42ca" /><Relationship Type="http://schemas.openxmlformats.org/officeDocument/2006/relationships/notesMaster" Target="/ppt/notesMasters/notesMaster1.xml" Id="Rfbf5f1a70120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fb0799952546ab" /><Relationship Type="http://schemas.openxmlformats.org/officeDocument/2006/relationships/notesMaster" Target="/ppt/notesMasters/notesMaster1.xml" Id="R044da1999351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019be711349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c0239e44e6404f" /><Relationship Type="http://schemas.openxmlformats.org/officeDocument/2006/relationships/slideLayout" Target="/ppt/slideLayouts/slideLayout1.xml" Id="R0d87b7feaa4542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7b7feaa4542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c007d514d42f5" /><Relationship Type="http://schemas.openxmlformats.org/officeDocument/2006/relationships/notesSlide" Target="/ppt/notesSlides/notesSlide1.xml" Id="R61fdbac0caa64d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4c001f46741cf" /><Relationship Type="http://schemas.openxmlformats.org/officeDocument/2006/relationships/notesSlide" Target="/ppt/notesSlides/notesSlide2.xml" Id="R616686fb0f3b48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6DA64-C81D-4FE6-B1CE-3DFC58C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模拟：工作日按需提供服务</a:t>
            </a:r>
          </a:p>
        </p:txBody>
      </p:sp>
      <p:sp>
        <p:nvSpPr>
          <p:cNvPr id="2" name="region:service">
            <a:extLst xmlns:a="http://schemas.openxmlformats.org/drawingml/2006/main">
              <a:ext uri="{FF2B5EF4-FFF2-40B4-BE49-F238E27FC236}">
                <a16:creationId xmlns:a16="http://schemas.microsoft.com/office/drawing/2014/main" id="{CF6A514C-54AE-4BD7-A5E0-C4F2A463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51CEC-E86F-4E47-8AE6-76ECF39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服务项目</a:t>
            </a:r>
          </a:p>
        </p:txBody>
      </p:sp>
      <p:sp>
        <p:nvSpPr>
          <p:cNvPr id="4" name="block:service:advice-area:section-0">
            <a:extLst xmlns:a="http://schemas.openxmlformats.org/drawingml/2006/main">
              <a:ext uri="{FF2B5EF4-FFF2-40B4-BE49-F238E27FC236}">
                <a16:creationId xmlns:a16="http://schemas.microsoft.com/office/drawing/2014/main" id="{961E1391-8776-4BFB-8625-3BE7EBA5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3435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service:borrow-area:section-0">
            <a:extLst xmlns:a="http://schemas.openxmlformats.org/drawingml/2006/main">
              <a:ext uri="{FF2B5EF4-FFF2-40B4-BE49-F238E27FC236}">
                <a16:creationId xmlns:a16="http://schemas.microsoft.com/office/drawing/2014/main" id="{73F5EB17-41CD-485F-9027-5A68E49C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62100"/>
            <a:ext cx="53435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service:hours-band:section-0">
            <a:extLst xmlns:a="http://schemas.openxmlformats.org/drawingml/2006/main">
              <a:ext uri="{FF2B5EF4-FFF2-40B4-BE49-F238E27FC236}">
                <a16:creationId xmlns:a16="http://schemas.microsoft.com/office/drawing/2014/main" id="{9DF01C7C-4CC0-4F0B-9390-DFD9A5E3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28925"/>
            <a:ext cx="1083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1FF38-2E41-4241-89A6-841C1A98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一 咨询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47EFA-0B34-4279-AF42-886969F4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9293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工作人员回答资料检索与使用方面的问题。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F2A9C-E540-4B42-B069-61969547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191125" cy="154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咨询需要提前预约。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100B9-C5B6-4B36-969A-A27F1092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383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二 资料借阅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46A58-F356-4748-8AEB-397AA66D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59293"/>
            <a:ext cx="51911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登记资料名称和使用人后办理</a:t>
            </a:r>
          </a:p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借阅，归还时核对登记记录。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E9FBF-608E-4C20-AF9F-D4DAC929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两项服务均在工作日提供。</a:t>
            </a:r>
          </a:p>
        </p:txBody>
      </p:sp>
    </p:spTree>
    <p:extLst>
      <p:ext uri="{BB962C8B-B14F-4D97-AF65-F5344CB8AC3E}">
        <p14:creationId xmlns:p14="http://schemas.microsoft.com/office/powerpoint/2010/main" val="9488451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6030B-714E-4C31-8858-BF382D6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模拟：两类记录分别维护</a:t>
            </a:r>
          </a:p>
        </p:txBody>
      </p:sp>
      <p:sp>
        <p:nvSpPr>
          <p:cNvPr id="2" name="region:record">
            <a:extLst xmlns:a="http://schemas.openxmlformats.org/drawingml/2006/main">
              <a:ext uri="{FF2B5EF4-FFF2-40B4-BE49-F238E27FC236}">
                <a16:creationId xmlns:a16="http://schemas.microsoft.com/office/drawing/2014/main" id="{C2A4502D-6924-49DB-AD87-01AF192A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111442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D4D8D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C27EC-2F80-4964-9AF7-417BA9F8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记录管理</a:t>
            </a:r>
          </a:p>
        </p:txBody>
      </p:sp>
      <p:sp>
        <p:nvSpPr>
          <p:cNvPr id="4" name="block:record:scope-band:section-0">
            <a:extLst xmlns:a="http://schemas.openxmlformats.org/drawingml/2006/main">
              <a:ext uri="{FF2B5EF4-FFF2-40B4-BE49-F238E27FC236}">
                <a16:creationId xmlns:a16="http://schemas.microsoft.com/office/drawing/2014/main" id="{FA9DB0CF-443F-4C82-8458-79FA18F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83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5" name="block:record:version-area:section-0">
            <a:extLst xmlns:a="http://schemas.openxmlformats.org/drawingml/2006/main">
              <a:ext uri="{FF2B5EF4-FFF2-40B4-BE49-F238E27FC236}">
                <a16:creationId xmlns:a16="http://schemas.microsoft.com/office/drawing/2014/main" id="{699DE7CB-F574-4F0A-9F2A-51E340C3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6" name="block:record:issue-area:section-0">
            <a:extLst xmlns:a="http://schemas.openxmlformats.org/drawingml/2006/main">
              <a:ext uri="{FF2B5EF4-FFF2-40B4-BE49-F238E27FC236}">
                <a16:creationId xmlns:a16="http://schemas.microsoft.com/office/drawing/2014/main" id="{AFFF0435-BE59-4EAD-871E-FE5809E4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00E9E-4EC3-4C62-B2A7-15C65087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两类记录均供项目成员查阅，外发前需负责人确认。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E97B3-7252-494B-909D-6412E90D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一 版本记录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48C20-B504-41D0-8669-05A96F2B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98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记录文档版本、修改内容和修改人，保留此前版本供追溯。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CC07A-6E17-4C79-BB23-2C2B2617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二 问题记录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713DE-AD95-4782-9392-7433B358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262D"/>
                </a:solidFill>
                <a:latin typeface="Microsoft YaHei"/>
                <a:ea typeface="Microsoft YaHei"/>
                <a:cs typeface="Microsoft YaHei"/>
              </a:rPr>
              <a:t>记录问题现象、处理意见和处理状态。尚未核实的问题应标为待核实。</a:t>
            </a:r>
          </a:p>
        </p:txBody>
      </p:sp>
    </p:spTree>
    <p:extLst>
      <p:ext uri="{BB962C8B-B14F-4D97-AF65-F5344CB8AC3E}">
        <p14:creationId xmlns:p14="http://schemas.microsoft.com/office/powerpoint/2010/main" val="439869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2026-09-28T16:49:51.5540000Z</dcterms:created>
  <dcterms:modified xsi:type="dcterms:W3CDTF">2026-09-28T16:49:51.5540000Z</dcterms:modified>
</coreProperties>
</file>