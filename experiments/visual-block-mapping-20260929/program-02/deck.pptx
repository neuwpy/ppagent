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d4b4ef7d764fd8" /><Relationship Type="http://schemas.openxmlformats.org/officeDocument/2006/relationships/extended-properties" Target="/docProps/app.xml" Id="R53969f5947094826" /><Relationship Type="http://schemas.openxmlformats.org/officeDocument/2006/relationships/officeDocument" Target="/ppt/presentation.xml" Id="R881261d782444a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4b0d2501334074"/>
  </p:sldMasterIdLst>
  <p:notesMasterIdLst>
    <p:notesMasterId xmlns:r="http://schemas.openxmlformats.org/officeDocument/2006/relationships" r:id="R5ab04abd851042c8"/>
  </p:notesMasterIdLst>
  <p:sldIdLst>
    <p:sldId xmlns:r="http://schemas.openxmlformats.org/officeDocument/2006/relationships" id="256" r:id="R777e35ae5a5c4b8f"/>
    <p:sldId xmlns:r="http://schemas.openxmlformats.org/officeDocument/2006/relationships" id="257" r:id="R6d2db4e9cefb4c98"/>
    <p:sldId xmlns:r="http://schemas.openxmlformats.org/officeDocument/2006/relationships" id="258" r:id="R19b3138f74ec466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4ff39d34f44dfe" /><Relationship Type="http://schemas.openxmlformats.org/officeDocument/2006/relationships/slideMaster" Target="/ppt/slideMasters/slideMaster1.xml" Id="R7c4b0d2501334074" /><Relationship Type="http://schemas.openxmlformats.org/officeDocument/2006/relationships/notesMaster" Target="/ppt/notesMasters/notesMaster1.xml" Id="R5ab04abd851042c8" /><Relationship Type="http://schemas.openxmlformats.org/officeDocument/2006/relationships/presProps" Target="/ppt/presProps.xml" Id="R87a0886bff274ed3" /><Relationship Type="http://schemas.openxmlformats.org/officeDocument/2006/relationships/tableStyles" Target="/ppt/tableStyles.xml" Id="R8dc38864a6c54c29" /><Relationship Type="http://schemas.openxmlformats.org/officeDocument/2006/relationships/slide" Target="/ppt/slides/slide1.xml" Id="R777e35ae5a5c4b8f" /><Relationship Type="http://schemas.openxmlformats.org/officeDocument/2006/relationships/slide" Target="/ppt/slides/slide2.xml" Id="R6d2db4e9cefb4c98" /><Relationship Type="http://schemas.openxmlformats.org/officeDocument/2006/relationships/slide" Target="/ppt/slides/slide3.xml" Id="R19b3138f74ec466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eafe4e1bb2d463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6ef9b752a474a" /><Relationship Type="http://schemas.openxmlformats.org/officeDocument/2006/relationships/notesMaster" Target="/ppt/notesMasters/notesMaster1.xml" Id="R8e9d72bfac0b45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d13f96ab2b444f" /><Relationship Type="http://schemas.openxmlformats.org/officeDocument/2006/relationships/notesMaster" Target="/ppt/notesMasters/notesMaster1.xml" Id="Rb95caf38f4e840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e44ef4e431c4daf" /><Relationship Type="http://schemas.openxmlformats.org/officeDocument/2006/relationships/notesMaster" Target="/ppt/notesMasters/notesMaster1.xml" Id="R766482e7b2004c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灰稿：experiments/visual-block-mapping-20260929/run-03/state.json</a:t>
            </a:r>
          </a:p>
          <a:p xmlns:a="http://schemas.openxmlformats.org/drawingml/2006/main">
            <a:r>
              <a:t>- Skin：neutral-editorial-001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67d1994c994aa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70c7edf4cd44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e3aa5820ed44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4e0bb55332426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299c01de234e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b5d71ac41e4b5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024BACC-A5B3-47E9-BCAF-F0E9FFB21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26BD66B-0B28-4BBD-AE45-43620A77D8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81C5F303-86D4-4F16-9BBD-255B1770263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6BAB30D-7D81-4BBB-BDED-725D54F0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6EC0F63-0C5D-4A27-8749-DA84708719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C0BB734-E862-4683-AD27-58A665B8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B901E73-750C-40DC-A209-93160C89B9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81E849CC-CFE8-4168-8D84-D2024E5CF10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BBB3AA14-9019-494A-BE84-99CE9C2F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E112C0-99BE-40D1-A014-451A143821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4B6B9C-1B1B-43F6-8326-7168C6F0A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1D2526-0A4D-4C91-93D6-BB1A22A8F8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31AAC75E-3F39-4BAB-821B-CD64DC059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A89130B-9403-4053-9288-547BFFA803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55E88A3-75FC-40B9-9066-5BEE2F43A2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4e2774b66a84fa1" /><Relationship Type="http://schemas.openxmlformats.org/officeDocument/2006/relationships/slideLayout" Target="/ppt/slideLayouts/slideLayout1.xml" Id="R14046c9d9da74634" /><Relationship Type="http://schemas.openxmlformats.org/officeDocument/2006/relationships/slideLayout" Target="/ppt/slideLayouts/slideLayout2.xml" Id="R9d3cb1703d8c47a4" /><Relationship Type="http://schemas.openxmlformats.org/officeDocument/2006/relationships/slideLayout" Target="/ppt/slideLayouts/slideLayout3.xml" Id="R71937d6ecb3b4a2f" /><Relationship Type="http://schemas.openxmlformats.org/officeDocument/2006/relationships/slideLayout" Target="/ppt/slideLayouts/slideLayout4.xml" Id="R4d2c8be321384bf1" /><Relationship Type="http://schemas.openxmlformats.org/officeDocument/2006/relationships/slideLayout" Target="/ppt/slideLayouts/slideLayout5.xml" Id="Re5f4433d4cd24991" /><Relationship Type="http://schemas.openxmlformats.org/officeDocument/2006/relationships/slideLayout" Target="/ppt/slideLayouts/slideLayout6.xml" Id="Rb76bdf96400c40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046c9d9da74634"/>
    <p:sldLayoutId xmlns:r="http://schemas.openxmlformats.org/officeDocument/2006/relationships" id="2147483650" r:id="R9d3cb1703d8c47a4"/>
    <p:sldLayoutId xmlns:r="http://schemas.openxmlformats.org/officeDocument/2006/relationships" id="2147483651" r:id="R71937d6ecb3b4a2f"/>
    <p:sldLayoutId xmlns:r="http://schemas.openxmlformats.org/officeDocument/2006/relationships" id="2147483652" r:id="R4d2c8be321384bf1"/>
    <p:sldLayoutId xmlns:r="http://schemas.openxmlformats.org/officeDocument/2006/relationships" id="2147483653" r:id="Re5f4433d4cd24991"/>
    <p:sldLayoutId xmlns:r="http://schemas.openxmlformats.org/officeDocument/2006/relationships" id="2147483654" r:id="Rb76bdf96400c40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27a21891eb4d9e" /><Relationship Type="http://schemas.openxmlformats.org/officeDocument/2006/relationships/notesSlide" Target="/ppt/notesSlides/notesSlide1.xml" Id="R2511bea393bb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e6dc7787444558" /><Relationship Type="http://schemas.openxmlformats.org/officeDocument/2006/relationships/notesSlide" Target="/ppt/notesSlides/notesSlide2.xml" Id="R8bb1c7c17ded495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ca57d805c0491e" /><Relationship Type="http://schemas.openxmlformats.org/officeDocument/2006/relationships/notesSlide" Target="/ppt/notesSlides/notesSlide3.xml" Id="R440ac080139947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74FD5517-E39E-402E-9C9D-D7C85B53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E8D10F28-A50C-49E7-A7EF-D20D6FA0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组内视觉分区建设样本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17874-A274-4F7F-9E98-BC0257B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98939510-5CCB-4C1C-BD72-457F05CC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0A008743-2214-4A05-B81C-10AAF4FA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97874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8361C71E-04A6-4750-9D09-9E4186274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4072795D-9016-44A7-A96B-EF517E9F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模拟：工作日按需提供服务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07665E-99B8-45DC-BFFF-F62B390E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32524010-586B-4C9F-A09B-32FA9701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0359DF6D-E62B-4F26-9025-82934B76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PPAGENT_QA|parent=text-program-service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700A963-C9F6-4192-AF45-F8AB2ABB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service|role=heading">
            <a:extLst xmlns:a="http://schemas.openxmlformats.org/drawingml/2006/main">
              <a:ext uri="{FF2B5EF4-FFF2-40B4-BE49-F238E27FC236}">
                <a16:creationId xmlns:a16="http://schemas.microsoft.com/office/drawing/2014/main" id="{1928F42A-AEFC-4A06-8A52-A29F7DB6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服务项目</a:t>
            </a:r>
          </a:p>
        </p:txBody>
      </p:sp>
      <p:sp>
        <p:nvSpPr>
          <p:cNvPr id="8" name="PPAGENT_QA|within=text-program-service|role=body-0">
            <a:extLst xmlns:a="http://schemas.openxmlformats.org/drawingml/2006/main">
              <a:ext uri="{FF2B5EF4-FFF2-40B4-BE49-F238E27FC236}">
                <a16:creationId xmlns:a16="http://schemas.microsoft.com/office/drawing/2014/main" id="{5C28CBA7-158E-416F-975A-282FEBD1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咨询</a:t>
            </a:r>
          </a:p>
        </p:txBody>
      </p:sp>
      <p:sp>
        <p:nvSpPr>
          <p:cNvPr id="9" name="PPAGENT_QA|within=text-program-service|role=body-1">
            <a:extLst xmlns:a="http://schemas.openxmlformats.org/drawingml/2006/main">
              <a:ext uri="{FF2B5EF4-FFF2-40B4-BE49-F238E27FC236}">
                <a16:creationId xmlns:a16="http://schemas.microsoft.com/office/drawing/2014/main" id="{57EBAF3B-1481-4C3B-BB5E-424767D1E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92693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工作人员回答资料检索与使用方面的问题。</a:t>
            </a:r>
          </a:p>
        </p:txBody>
      </p:sp>
      <p:sp>
        <p:nvSpPr>
          <p:cNvPr id="10" name="PPAGENT_QA|within=text-program-service|role=body-2">
            <a:extLst xmlns:a="http://schemas.openxmlformats.org/drawingml/2006/main">
              <a:ext uri="{FF2B5EF4-FFF2-40B4-BE49-F238E27FC236}">
                <a16:creationId xmlns:a16="http://schemas.microsoft.com/office/drawing/2014/main" id="{4D79F0C7-0149-431C-9650-C4A6D103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933700"/>
            <a:ext cx="5191125" cy="2057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defRPr>
            </a:pPr>
            <a:r>
              <a:rPr sz="1200" b="0">
                <a:solidFill>
                  <a:srgbClr val="84827A"/>
                </a:solidFill>
                <a:latin typeface="Noto Sans SC"/>
                <a:ea typeface="Noto Sans SC"/>
                <a:cs typeface="Noto Sans SC"/>
              </a:rPr>
              <a:t>咨询需要提前预约。</a:t>
            </a:r>
          </a:p>
        </p:txBody>
      </p:sp>
      <p:sp>
        <p:nvSpPr>
          <p:cNvPr id="11" name="PPAGENT_QA|within=text-program-service|role=body-3">
            <a:extLst xmlns:a="http://schemas.openxmlformats.org/drawingml/2006/main">
              <a:ext uri="{FF2B5EF4-FFF2-40B4-BE49-F238E27FC236}">
                <a16:creationId xmlns:a16="http://schemas.microsoft.com/office/drawing/2014/main" id="{DC99C084-0DB0-4A5E-AADB-8866D84ED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71700"/>
            <a:ext cx="5191125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资料借阅</a:t>
            </a:r>
          </a:p>
        </p:txBody>
      </p:sp>
      <p:sp>
        <p:nvSpPr>
          <p:cNvPr id="12" name="PPAGENT_QA|within=text-program-service|role=body-4">
            <a:extLst xmlns:a="http://schemas.openxmlformats.org/drawingml/2006/main">
              <a:ext uri="{FF2B5EF4-FFF2-40B4-BE49-F238E27FC236}">
                <a16:creationId xmlns:a16="http://schemas.microsoft.com/office/drawing/2014/main" id="{A6678479-EDD5-41EB-A475-B558E10C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92693"/>
            <a:ext cx="5191125" cy="5657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登记资料名称和使用人后办理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借阅，归还时核对登记记录。</a:t>
            </a:r>
          </a:p>
        </p:txBody>
      </p:sp>
      <p:sp>
        <p:nvSpPr>
          <p:cNvPr id="13" name="PPAGENT_QA|within=text-program-service|role=body-5">
            <a:extLst xmlns:a="http://schemas.openxmlformats.org/drawingml/2006/main">
              <a:ext uri="{FF2B5EF4-FFF2-40B4-BE49-F238E27FC236}">
                <a16:creationId xmlns:a16="http://schemas.microsoft.com/office/drawing/2014/main" id="{56837FF2-4E71-4291-8092-D3C2CCA3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4861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两项服务均在工作日提供。</a:t>
            </a:r>
          </a:p>
        </p:txBody>
      </p:sp>
    </p:spTree>
    <p:extLst>
      <p:ext uri="{BB962C8B-B14F-4D97-AF65-F5344CB8AC3E}">
        <p14:creationId xmlns:p14="http://schemas.microsoft.com/office/powerpoint/2010/main" val="28724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neutral-section-number">
            <a:extLst xmlns:a="http://schemas.openxmlformats.org/drawingml/2006/main">
              <a:ext uri="{FF2B5EF4-FFF2-40B4-BE49-F238E27FC236}">
                <a16:creationId xmlns:a16="http://schemas.microsoft.com/office/drawing/2014/main" id="{A2E0482F-2CCF-46BA-9388-FEA1FC605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2" name="neutral-page-title">
            <a:extLst xmlns:a="http://schemas.openxmlformats.org/drawingml/2006/main">
              <a:ext uri="{FF2B5EF4-FFF2-40B4-BE49-F238E27FC236}">
                <a16:creationId xmlns:a16="http://schemas.microsoft.com/office/drawing/2014/main" id="{027F05F3-CF02-4688-924E-EB7C2021C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419100"/>
            <a:ext cx="10753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1F1D"/>
                </a:solidFill>
                <a:latin typeface="Noto Serif SC"/>
                <a:ea typeface="Noto Serif SC"/>
                <a:cs typeface="Noto Serif SC"/>
              </a:rPr>
              <a:t>模拟：两类记录分别维护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73488-C94B-4487-B534-DFAC66C0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287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4CA"/>
            </a:solidFill>
            <a:prstDash val="solid"/>
          </a:ln>
        </p:spPr>
      </p:sp>
      <p:sp>
        <p:nvSpPr>
          <p:cNvPr id="4" name="neutral-footer-label">
            <a:extLst xmlns:a="http://schemas.openxmlformats.org/drawingml/2006/main">
              <a:ext uri="{FF2B5EF4-FFF2-40B4-BE49-F238E27FC236}">
                <a16:creationId xmlns:a16="http://schemas.microsoft.com/office/drawing/2014/main" id="{E492B4C6-3E7D-4128-B5ED-1692B6BC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灰稿交接 · 正式生成</a:t>
            </a:r>
          </a:p>
        </p:txBody>
      </p:sp>
      <p:sp>
        <p:nvSpPr>
          <p:cNvPr id="5" name="neutral-folio">
            <a:extLst xmlns:a="http://schemas.openxmlformats.org/drawingml/2006/main">
              <a:ext uri="{FF2B5EF4-FFF2-40B4-BE49-F238E27FC236}">
                <a16:creationId xmlns:a16="http://schemas.microsoft.com/office/drawing/2014/main" id="{302867CF-2063-4D11-A75A-B76380C3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67475"/>
            <a:ext cx="247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900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PPAGENT_QA|parent=text-program-record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16B7B12-55E0-430B-98BE-187E0848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oundRect">
            <a:avLst>
              <a:gd name="adj" fmla="val 2439"/>
            </a:avLst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" name="PPAGENT_QA|within=text-program-record|role=heading">
            <a:extLst xmlns:a="http://schemas.openxmlformats.org/drawingml/2006/main">
              <a:ext uri="{FF2B5EF4-FFF2-40B4-BE49-F238E27FC236}">
                <a16:creationId xmlns:a16="http://schemas.microsoft.com/office/drawing/2014/main" id="{D27ECD37-16C6-4705-A9CB-7010388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695450"/>
            <a:ext cx="10839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9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记录管理</a:t>
            </a:r>
          </a:p>
        </p:txBody>
      </p:sp>
      <p:sp>
        <p:nvSpPr>
          <p:cNvPr id="8" name="PPAGENT_QA|within=text-program-record|role=body-0">
            <a:extLst xmlns:a="http://schemas.openxmlformats.org/drawingml/2006/main">
              <a:ext uri="{FF2B5EF4-FFF2-40B4-BE49-F238E27FC236}">
                <a16:creationId xmlns:a16="http://schemas.microsoft.com/office/drawing/2014/main" id="{7F4DEFD4-B86E-43DC-9003-97939F21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17170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两类记录均供项目成员查阅，外发前需负责人确认。</a:t>
            </a:r>
          </a:p>
        </p:txBody>
      </p:sp>
      <p:sp>
        <p:nvSpPr>
          <p:cNvPr id="9" name="PPAGENT_QA|within=text-program-record|role=body-1">
            <a:extLst xmlns:a="http://schemas.openxmlformats.org/drawingml/2006/main">
              <a:ext uri="{FF2B5EF4-FFF2-40B4-BE49-F238E27FC236}">
                <a16:creationId xmlns:a16="http://schemas.microsoft.com/office/drawing/2014/main" id="{F5060A6F-FA03-44B3-835D-92681F553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一 版本记录</a:t>
            </a:r>
          </a:p>
        </p:txBody>
      </p:sp>
      <p:sp>
        <p:nvSpPr>
          <p:cNvPr id="10" name="PPAGENT_QA|within=text-program-record|role=body-2">
            <a:extLst xmlns:a="http://schemas.openxmlformats.org/drawingml/2006/main">
              <a:ext uri="{FF2B5EF4-FFF2-40B4-BE49-F238E27FC236}">
                <a16:creationId xmlns:a16="http://schemas.microsoft.com/office/drawing/2014/main" id="{94E808AA-54B1-4418-B7DA-656505E6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0832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记录文档版本、修改内容和修改人，保留此前版本供追溯。</a:t>
            </a:r>
          </a:p>
        </p:txBody>
      </p:sp>
      <p:sp>
        <p:nvSpPr>
          <p:cNvPr id="11" name="PPAGENT_QA|within=text-program-record|role=body-3">
            <a:extLst xmlns:a="http://schemas.openxmlformats.org/drawingml/2006/main">
              <a:ext uri="{FF2B5EF4-FFF2-40B4-BE49-F238E27FC236}">
                <a16:creationId xmlns:a16="http://schemas.microsoft.com/office/drawing/2014/main" id="{119D399D-4E12-4803-BD12-A920690FF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76650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1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二 问题记录</a:t>
            </a:r>
          </a:p>
        </p:txBody>
      </p:sp>
      <p:sp>
        <p:nvSpPr>
          <p:cNvPr id="12" name="PPAGENT_QA|within=text-program-record|role=body-4">
            <a:extLst xmlns:a="http://schemas.openxmlformats.org/drawingml/2006/main">
              <a:ext uri="{FF2B5EF4-FFF2-40B4-BE49-F238E27FC236}">
                <a16:creationId xmlns:a16="http://schemas.microsoft.com/office/drawing/2014/main" id="{488F92BA-C580-4363-BA62-451C9148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997643"/>
            <a:ext cx="10687050" cy="282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defRPr>
            </a:pPr>
            <a:r>
              <a:rPr sz="1650" b="0">
                <a:solidFill>
                  <a:srgbClr val="4D4A42"/>
                </a:solidFill>
                <a:latin typeface="Noto Sans SC"/>
                <a:ea typeface="Noto Sans SC"/>
                <a:cs typeface="Noto Sans SC"/>
              </a:rPr>
              <a:t>记录问题现象、处理意见和处理状态。尚未核实的问题应标为待核实。</a:t>
            </a:r>
          </a:p>
        </p:txBody>
      </p:sp>
    </p:spTree>
    <p:extLst>
      <p:ext uri="{BB962C8B-B14F-4D97-AF65-F5344CB8AC3E}">
        <p14:creationId xmlns:p14="http://schemas.microsoft.com/office/powerpoint/2010/main" val="9079432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2026-09-28T23:26:43.8080000Z</dcterms:created>
  <dcterms:modified xsi:type="dcterms:W3CDTF">2026-09-28T23:26:43.8080000Z</dcterms:modified>
</coreProperties>
</file>