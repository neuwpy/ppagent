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0ba87739b4ef6" /><Relationship Type="http://schemas.openxmlformats.org/officeDocument/2006/relationships/extended-properties" Target="/docProps/app.xml" Id="R4a33f12cd87a45ad" /><Relationship Type="http://schemas.openxmlformats.org/officeDocument/2006/relationships/officeDocument" Target="/ppt/presentation.xml" Id="Rae95009afb71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97c4fdbfa4da9"/>
  </p:sldMasterIdLst>
  <p:notesMasterIdLst>
    <p:notesMasterId xmlns:r="http://schemas.openxmlformats.org/officeDocument/2006/relationships" r:id="Red053530c47a47c4"/>
  </p:notesMasterIdLst>
  <p:sldIdLst>
    <p:sldId xmlns:r="http://schemas.openxmlformats.org/officeDocument/2006/relationships" id="256" r:id="R9dc73dd685d740ae"/>
    <p:sldId xmlns:r="http://schemas.openxmlformats.org/officeDocument/2006/relationships" id="257" r:id="R8d15dc763f2b4181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f97a2bb5d407e" /><Relationship Type="http://schemas.openxmlformats.org/officeDocument/2006/relationships/slideMaster" Target="/ppt/slideMasters/slideMaster1.xml" Id="Rc6c97c4fdbfa4da9" /><Relationship Type="http://schemas.openxmlformats.org/officeDocument/2006/relationships/notesMaster" Target="/ppt/notesMasters/notesMaster1.xml" Id="Red053530c47a47c4" /><Relationship Type="http://schemas.openxmlformats.org/officeDocument/2006/relationships/presProps" Target="/ppt/presProps.xml" Id="R7580facd134148cc" /><Relationship Type="http://schemas.openxmlformats.org/officeDocument/2006/relationships/tableStyles" Target="/ppt/tableStyles.xml" Id="R8c8bdc6640da49ab" /><Relationship Type="http://schemas.openxmlformats.org/officeDocument/2006/relationships/slide" Target="/ppt/slides/slide1.xml" Id="R9dc73dd685d740ae" /><Relationship Type="http://schemas.openxmlformats.org/officeDocument/2006/relationships/slide" Target="/ppt/slides/slide2.xml" Id="R8d15dc763f2b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e0f349db0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e8612a05a42c7" /><Relationship Type="http://schemas.openxmlformats.org/officeDocument/2006/relationships/notesMaster" Target="/ppt/notesMasters/notesMaster1.xml" Id="Rb3bc7cb76037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7b094bd9004b1d" /><Relationship Type="http://schemas.openxmlformats.org/officeDocument/2006/relationships/notesMaster" Target="/ppt/notesMasters/notesMaster1.xml" Id="R7201acb3a8ff4c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d14a4615a48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61f118c9f4b6f" /><Relationship Type="http://schemas.openxmlformats.org/officeDocument/2006/relationships/slideLayout" Target="/ppt/slideLayouts/slideLayout1.xml" Id="R7f201ed7a78143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201ed7a78143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3edea13784b02" /><Relationship Type="http://schemas.openxmlformats.org/officeDocument/2006/relationships/notesSlide" Target="/ppt/notesSlides/notesSlide1.xml" Id="Rd94022326aba4c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d05690e94c74" /><Relationship Type="http://schemas.openxmlformats.org/officeDocument/2006/relationships/notesSlide" Target="/ppt/notesSlides/notesSlide2.xml" Id="R33fa49e9a66e47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649C9-CD15-45FD-9750-55AB050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模拟：工作日按需提供服务</a:t>
            </a:r>
          </a:p>
        </p:txBody>
      </p:sp>
      <p:sp>
        <p:nvSpPr>
          <p:cNvPr id="2" name="region:service">
            <a:extLst xmlns:a="http://schemas.openxmlformats.org/drawingml/2006/main">
              <a:ext uri="{FF2B5EF4-FFF2-40B4-BE49-F238E27FC236}">
                <a16:creationId xmlns:a16="http://schemas.microsoft.com/office/drawing/2014/main" id="{0D38699B-5058-4D3B-BE13-0509C3C0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FA895-9ACA-4A5B-8DEE-EB721D96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服务项目</a:t>
            </a:r>
          </a:p>
        </p:txBody>
      </p:sp>
      <p:sp>
        <p:nvSpPr>
          <p:cNvPr id="4" name="block:service:advice-area:section-0">
            <a:extLst xmlns:a="http://schemas.openxmlformats.org/drawingml/2006/main">
              <a:ext uri="{FF2B5EF4-FFF2-40B4-BE49-F238E27FC236}">
                <a16:creationId xmlns:a16="http://schemas.microsoft.com/office/drawing/2014/main" id="{37939804-4D6B-4406-B1A5-641A70A8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435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service:borrow-area:section-0">
            <a:extLst xmlns:a="http://schemas.openxmlformats.org/drawingml/2006/main">
              <a:ext uri="{FF2B5EF4-FFF2-40B4-BE49-F238E27FC236}">
                <a16:creationId xmlns:a16="http://schemas.microsoft.com/office/drawing/2014/main" id="{D0FD2C20-379D-42AC-B43B-B3C5076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62100"/>
            <a:ext cx="5343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service:hours-band:section-0">
            <a:extLst xmlns:a="http://schemas.openxmlformats.org/drawingml/2006/main">
              <a:ext uri="{FF2B5EF4-FFF2-40B4-BE49-F238E27FC236}">
                <a16:creationId xmlns:a16="http://schemas.microsoft.com/office/drawing/2014/main" id="{9FE39615-3760-48DB-BCA7-1E7075C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0160-7293-4FEF-9099-2353914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咨询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12D2A-2BC2-45B8-9ED1-DFED478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92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工作人员回答资料检索与使用方面的问题。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B1911-AB8D-4A51-A20B-1E7E593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91125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咨询需要提前预约。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285BE-AFE9-48FD-8759-0F2EF534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资料借阅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65140-5D44-4DA9-B6CD-C07D29C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592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登记资料名称和使用人后办理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借阅，归还时核对登记记录。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E2C75-3A17-471F-A823-50BDBF91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780165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DABEA-62FA-4629-A543-356C76E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模拟：两类记录分别维护</a:t>
            </a:r>
          </a:p>
        </p:txBody>
      </p:sp>
      <p:sp>
        <p:nvSpPr>
          <p:cNvPr id="2" name="region:record">
            <a:extLst xmlns:a="http://schemas.openxmlformats.org/drawingml/2006/main">
              <a:ext uri="{FF2B5EF4-FFF2-40B4-BE49-F238E27FC236}">
                <a16:creationId xmlns:a16="http://schemas.microsoft.com/office/drawing/2014/main" id="{8EE30D10-FDC2-42BE-9D22-1A52EF3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02145-F5C6-467A-971F-B567C253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记录管理</a:t>
            </a:r>
          </a:p>
        </p:txBody>
      </p:sp>
      <p:sp>
        <p:nvSpPr>
          <p:cNvPr id="4" name="block:record:scope-band:section-0">
            <a:extLst xmlns:a="http://schemas.openxmlformats.org/drawingml/2006/main">
              <a:ext uri="{FF2B5EF4-FFF2-40B4-BE49-F238E27FC236}">
                <a16:creationId xmlns:a16="http://schemas.microsoft.com/office/drawing/2014/main" id="{F285528D-682A-40FC-9016-E2583F07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record:version-area:section-0">
            <a:extLst xmlns:a="http://schemas.openxmlformats.org/drawingml/2006/main">
              <a:ext uri="{FF2B5EF4-FFF2-40B4-BE49-F238E27FC236}">
                <a16:creationId xmlns:a16="http://schemas.microsoft.com/office/drawing/2014/main" id="{C8DCD943-209D-4E1B-861E-E8A3AAA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record:issue-area:section-0">
            <a:extLst xmlns:a="http://schemas.openxmlformats.org/drawingml/2006/main">
              <a:ext uri="{FF2B5EF4-FFF2-40B4-BE49-F238E27FC236}">
                <a16:creationId xmlns:a16="http://schemas.microsoft.com/office/drawing/2014/main" id="{3672C40C-DEDB-4274-8338-4D795D6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56FD4-41BA-4016-90CD-B4CE0026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两类记录均供项目成员查阅，外发前需负责人确认。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B2BB1-8EA4-49DA-B010-349D4A6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版本记录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4CF3F-253E-443D-BFD1-6C4B8DE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98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记录文档版本、修改内容和修改人，保留此前版本供追溯。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556A3-8ED6-4144-A3C2-F2770F7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问题记录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DE1DF-94EA-4536-9DFB-E2FBFEA3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1509967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2026-09-28T16:48:11.9300000Z</dcterms:created>
  <dcterms:modified xsi:type="dcterms:W3CDTF">2026-09-28T16:48:11.9300000Z</dcterms:modified>
</coreProperties>
</file>