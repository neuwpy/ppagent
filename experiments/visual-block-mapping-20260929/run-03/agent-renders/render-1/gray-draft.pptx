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3c6dc04c2409d" /><Relationship Type="http://schemas.openxmlformats.org/officeDocument/2006/relationships/extended-properties" Target="/docProps/app.xml" Id="R4c137f733a3747ca" /><Relationship Type="http://schemas.openxmlformats.org/officeDocument/2006/relationships/officeDocument" Target="/ppt/presentation.xml" Id="R990627c32888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3c26eb6764345"/>
  </p:sldMasterIdLst>
  <p:notesMasterIdLst>
    <p:notesMasterId xmlns:r="http://schemas.openxmlformats.org/officeDocument/2006/relationships" r:id="R51b281e408714443"/>
  </p:notesMasterIdLst>
  <p:sldIdLst>
    <p:sldId xmlns:r="http://schemas.openxmlformats.org/officeDocument/2006/relationships" id="256" r:id="R91c79270bdc146ca"/>
    <p:sldId xmlns:r="http://schemas.openxmlformats.org/officeDocument/2006/relationships" id="257" r:id="Rdefeb528b1864edd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9a8f77953041f5" /><Relationship Type="http://schemas.openxmlformats.org/officeDocument/2006/relationships/slideMaster" Target="/ppt/slideMasters/slideMaster1.xml" Id="Rdfc3c26eb6764345" /><Relationship Type="http://schemas.openxmlformats.org/officeDocument/2006/relationships/notesMaster" Target="/ppt/notesMasters/notesMaster1.xml" Id="R51b281e408714443" /><Relationship Type="http://schemas.openxmlformats.org/officeDocument/2006/relationships/presProps" Target="/ppt/presProps.xml" Id="R0410d823cd524766" /><Relationship Type="http://schemas.openxmlformats.org/officeDocument/2006/relationships/tableStyles" Target="/ppt/tableStyles.xml" Id="Rd35efad199854f72" /><Relationship Type="http://schemas.openxmlformats.org/officeDocument/2006/relationships/slide" Target="/ppt/slides/slide1.xml" Id="R91c79270bdc146ca" /><Relationship Type="http://schemas.openxmlformats.org/officeDocument/2006/relationships/slide" Target="/ppt/slides/slide2.xml" Id="Rdefeb528b186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f16ca2dfc41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50a1cfa8e4e78" /><Relationship Type="http://schemas.openxmlformats.org/officeDocument/2006/relationships/notesMaster" Target="/ppt/notesMasters/notesMaster1.xml" Id="R935c24c519d0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0a1871e4a140ea" /><Relationship Type="http://schemas.openxmlformats.org/officeDocument/2006/relationships/notesMaster" Target="/ppt/notesMasters/notesMaster1.xml" Id="R14480fc1e7fc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04143b729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68f93e8d74ebc" /><Relationship Type="http://schemas.openxmlformats.org/officeDocument/2006/relationships/slideLayout" Target="/ppt/slideLayouts/slideLayout1.xml" Id="R564e554c2a4f40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4e554c2a4f40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beab6b2654a0f" /><Relationship Type="http://schemas.openxmlformats.org/officeDocument/2006/relationships/notesSlide" Target="/ppt/notesSlides/notesSlide1.xml" Id="R397e4945acdd4d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42662a6a04588" /><Relationship Type="http://schemas.openxmlformats.org/officeDocument/2006/relationships/notesSlide" Target="/ppt/notesSlides/notesSlide2.xml" Id="R46709b486cd04f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90194-BC2E-4784-BD32-995BDDB9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模拟：工作日按需提供服务</a:t>
            </a:r>
          </a:p>
        </p:txBody>
      </p:sp>
      <p:sp>
        <p:nvSpPr>
          <p:cNvPr id="2" name="region:service">
            <a:extLst xmlns:a="http://schemas.openxmlformats.org/drawingml/2006/main">
              <a:ext uri="{FF2B5EF4-FFF2-40B4-BE49-F238E27FC236}">
                <a16:creationId xmlns:a16="http://schemas.microsoft.com/office/drawing/2014/main" id="{2AC18A18-3F4F-4CE7-BD75-15FCA8EB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AFFBD-A93E-4920-9D41-A7EA0CA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服务项目</a:t>
            </a:r>
          </a:p>
        </p:txBody>
      </p:sp>
      <p:sp>
        <p:nvSpPr>
          <p:cNvPr id="4" name="block:service:advice-area:section-0">
            <a:extLst xmlns:a="http://schemas.openxmlformats.org/drawingml/2006/main">
              <a:ext uri="{FF2B5EF4-FFF2-40B4-BE49-F238E27FC236}">
                <a16:creationId xmlns:a16="http://schemas.microsoft.com/office/drawing/2014/main" id="{75B839BE-5BF4-428A-8A72-D6A80C9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435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service:borrow-area:section-0">
            <a:extLst xmlns:a="http://schemas.openxmlformats.org/drawingml/2006/main">
              <a:ext uri="{FF2B5EF4-FFF2-40B4-BE49-F238E27FC236}">
                <a16:creationId xmlns:a16="http://schemas.microsoft.com/office/drawing/2014/main" id="{460DE7C8-119A-4834-9E31-72BB77F0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62100"/>
            <a:ext cx="5343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service:hours-band:section-0">
            <a:extLst xmlns:a="http://schemas.openxmlformats.org/drawingml/2006/main">
              <a:ext uri="{FF2B5EF4-FFF2-40B4-BE49-F238E27FC236}">
                <a16:creationId xmlns:a16="http://schemas.microsoft.com/office/drawing/2014/main" id="{17001CD4-DDBC-4EDD-A28C-30D555F2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083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A5E8-8974-4849-A9BA-075239C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 咨询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73603-ADF1-41DB-B8D8-B2B2C602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9293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工作人员回答资料检索与使用方面的问题。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1D0AE-4DCD-4F51-AF10-DB1F979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91125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咨询需要提前预约。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811D0-B14F-4349-8A3E-653AFE09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383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二 资料借阅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E8EE1-A14C-405B-82D9-3FDBAC6C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59293"/>
            <a:ext cx="51911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登记资料名称和使用人后办理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借阅，归还时核对登记记录。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58442-3BC4-4381-B592-85859F1F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20213960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7FDE4-EB03-4E48-9F19-5A0A2E04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模拟：两类记录分别维护</a:t>
            </a:r>
          </a:p>
        </p:txBody>
      </p:sp>
      <p:sp>
        <p:nvSpPr>
          <p:cNvPr id="2" name="region:record">
            <a:extLst xmlns:a="http://schemas.openxmlformats.org/drawingml/2006/main">
              <a:ext uri="{FF2B5EF4-FFF2-40B4-BE49-F238E27FC236}">
                <a16:creationId xmlns:a16="http://schemas.microsoft.com/office/drawing/2014/main" id="{6EAEB4D1-C3AD-4A6D-97CC-9A76CFE1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2A131-7233-4A26-8C0E-0E1783D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记录管理</a:t>
            </a:r>
          </a:p>
        </p:txBody>
      </p:sp>
      <p:sp>
        <p:nvSpPr>
          <p:cNvPr id="4" name="block:record:scope-band:section-0">
            <a:extLst xmlns:a="http://schemas.openxmlformats.org/drawingml/2006/main">
              <a:ext uri="{FF2B5EF4-FFF2-40B4-BE49-F238E27FC236}">
                <a16:creationId xmlns:a16="http://schemas.microsoft.com/office/drawing/2014/main" id="{1FD93A76-52DB-4DB9-B450-521BB90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record:version-area:section-0">
            <a:extLst xmlns:a="http://schemas.openxmlformats.org/drawingml/2006/main">
              <a:ext uri="{FF2B5EF4-FFF2-40B4-BE49-F238E27FC236}">
                <a16:creationId xmlns:a16="http://schemas.microsoft.com/office/drawing/2014/main" id="{21B3C90E-A5AD-478C-B808-8A40BE8D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record:issue-area:section-0">
            <a:extLst xmlns:a="http://schemas.openxmlformats.org/drawingml/2006/main">
              <a:ext uri="{FF2B5EF4-FFF2-40B4-BE49-F238E27FC236}">
                <a16:creationId xmlns:a16="http://schemas.microsoft.com/office/drawing/2014/main" id="{4EE3F7D9-6DA6-4358-B5A8-BBB4F96A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CBD48-9CCB-4DF3-9647-756E6F27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两类记录均供项目成员查阅，外发前需负责人确认。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FC5F8-CA53-4040-A7DA-55638CB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 版本记录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438BA-B327-47DE-B461-30F8D530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98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记录文档版本、修改内容和修改人，保留此前版本供追溯。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E9B8B-3BBF-4789-A714-0BFAFD2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二 问题记录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014D6-DA11-4BE8-B15D-55CFB5B2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2021181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2026-09-28T16:51:45.7370000Z</dcterms:created>
  <dcterms:modified xsi:type="dcterms:W3CDTF">2026-09-28T16:51:45.7370000Z</dcterms:modified>
</coreProperties>
</file>