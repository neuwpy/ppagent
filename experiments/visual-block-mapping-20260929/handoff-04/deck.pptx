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74a6a76fab40a5" /><Relationship Type="http://schemas.openxmlformats.org/officeDocument/2006/relationships/extended-properties" Target="/docProps/app.xml" Id="R990228d6ccf5462b" /><Relationship Type="http://schemas.openxmlformats.org/officeDocument/2006/relationships/officeDocument" Target="/ppt/presentation.xml" Id="Radcade0a047d46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f605eeb6554af6"/>
  </p:sldMasterIdLst>
  <p:notesMasterIdLst>
    <p:notesMasterId xmlns:r="http://schemas.openxmlformats.org/officeDocument/2006/relationships" r:id="R33665b3f4a8844fe"/>
  </p:notesMasterIdLst>
  <p:sldIdLst>
    <p:sldId xmlns:r="http://schemas.openxmlformats.org/officeDocument/2006/relationships" id="256" r:id="R063da0024f8549af"/>
    <p:sldId xmlns:r="http://schemas.openxmlformats.org/officeDocument/2006/relationships" id="257" r:id="R4b22a685f11e4604"/>
    <p:sldId xmlns:r="http://schemas.openxmlformats.org/officeDocument/2006/relationships" id="258" r:id="Rd8ce0003bb3146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8247bd0d2f4713" /><Relationship Type="http://schemas.openxmlformats.org/officeDocument/2006/relationships/slideMaster" Target="/ppt/slideMasters/slideMaster1.xml" Id="R75f605eeb6554af6" /><Relationship Type="http://schemas.openxmlformats.org/officeDocument/2006/relationships/notesMaster" Target="/ppt/notesMasters/notesMaster1.xml" Id="R33665b3f4a8844fe" /><Relationship Type="http://schemas.openxmlformats.org/officeDocument/2006/relationships/presProps" Target="/ppt/presProps.xml" Id="R0833b90b80b54743" /><Relationship Type="http://schemas.openxmlformats.org/officeDocument/2006/relationships/tableStyles" Target="/ppt/tableStyles.xml" Id="R6c71ad5f8f644c84" /><Relationship Type="http://schemas.openxmlformats.org/officeDocument/2006/relationships/slide" Target="/ppt/slides/slide1.xml" Id="R063da0024f8549af" /><Relationship Type="http://schemas.openxmlformats.org/officeDocument/2006/relationships/slide" Target="/ppt/slides/slide2.xml" Id="R4b22a685f11e4604" /><Relationship Type="http://schemas.openxmlformats.org/officeDocument/2006/relationships/slide" Target="/ppt/slides/slide3.xml" Id="Rd8ce0003bb3146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db3287621a40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5a2a3a9bd64bde" /><Relationship Type="http://schemas.openxmlformats.org/officeDocument/2006/relationships/notesMaster" Target="/ppt/notesMasters/notesMaster1.xml" Id="R46f1f55028df49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8333d44593408b" /><Relationship Type="http://schemas.openxmlformats.org/officeDocument/2006/relationships/notesMaster" Target="/ppt/notesMasters/notesMaster1.xml" Id="R7c1a7fd4980843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48f7a1075e414c" /><Relationship Type="http://schemas.openxmlformats.org/officeDocument/2006/relationships/notesMaster" Target="/ppt/notesMasters/notesMaster1.xml" Id="R136417e8ff7145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灰稿：experiments/visual-block-mapping-20260929/run-01/state.json</a:t>
            </a:r>
          </a:p>
          <a:p xmlns:a="http://schemas.openxmlformats.org/drawingml/2006/main">
            <a:r>
              <a:t>- Skin：neutral-editorial-001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灰稿：experiments/visual-block-mapping-20260929/run-01/state.json</a:t>
            </a:r>
          </a:p>
          <a:p xmlns:a="http://schemas.openxmlformats.org/drawingml/2006/main">
            <a:r>
              <a:t>- Skin：neutral-editorial-001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灰稿：experiments/visual-block-mapping-20260929/run-01/state.json</a:t>
            </a:r>
          </a:p>
          <a:p xmlns:a="http://schemas.openxmlformats.org/drawingml/2006/main">
            <a:r>
              <a:t>- Skin：neutral-editorial-001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d91540ffcd40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e45370c2884184" /><Relationship Type="http://schemas.openxmlformats.org/officeDocument/2006/relationships/slideLayout" Target="/ppt/slideLayouts/slideLayout1.xml" Id="Rfc95fb9f3aa44a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95fb9f3aa44a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cc8c799ea4254" /><Relationship Type="http://schemas.openxmlformats.org/officeDocument/2006/relationships/notesSlide" Target="/ppt/notesSlides/notesSlide1.xml" Id="R1bc811dc18cd4b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827a908dd4040" /><Relationship Type="http://schemas.openxmlformats.org/officeDocument/2006/relationships/notesSlide" Target="/ppt/notesSlides/notesSlide2.xml" Id="Rcfabcbe85a4a4c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464e81fa34d1b" /><Relationship Type="http://schemas.openxmlformats.org/officeDocument/2006/relationships/notesSlide" Target="/ppt/notesSlides/notesSlide3.xml" Id="R2a7b60e103cf47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eutral-section-number">
            <a:extLst xmlns:a="http://schemas.openxmlformats.org/drawingml/2006/main">
              <a:ext uri="{FF2B5EF4-FFF2-40B4-BE49-F238E27FC236}">
                <a16:creationId xmlns:a16="http://schemas.microsoft.com/office/drawing/2014/main" id="{8ACF03FE-DD70-48DB-8B56-8E7246B5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neutral-page-title">
            <a:extLst xmlns:a="http://schemas.openxmlformats.org/drawingml/2006/main">
              <a:ext uri="{FF2B5EF4-FFF2-40B4-BE49-F238E27FC236}">
                <a16:creationId xmlns:a16="http://schemas.microsoft.com/office/drawing/2014/main" id="{843952E8-6A53-41D9-AC7F-69A1EBC6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10753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组内视觉分区建设样本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A8882-4DA1-4085-B89C-6CFC66CC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neutral-footer-label">
            <a:extLst xmlns:a="http://schemas.openxmlformats.org/drawingml/2006/main">
              <a:ext uri="{FF2B5EF4-FFF2-40B4-BE49-F238E27FC236}">
                <a16:creationId xmlns:a16="http://schemas.microsoft.com/office/drawing/2014/main" id="{1401E341-2131-41E8-988F-B1FBDA2A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灰稿交接 · 正式生成</a:t>
            </a:r>
          </a:p>
        </p:txBody>
      </p:sp>
      <p:sp>
        <p:nvSpPr>
          <p:cNvPr id="5" name="neutral-folio">
            <a:extLst xmlns:a="http://schemas.openxmlformats.org/drawingml/2006/main">
              <a:ext uri="{FF2B5EF4-FFF2-40B4-BE49-F238E27FC236}">
                <a16:creationId xmlns:a16="http://schemas.microsoft.com/office/drawing/2014/main" id="{3C2D8807-233B-464C-A03A-3494B8FF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375437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neutral-section-number">
            <a:extLst xmlns:a="http://schemas.openxmlformats.org/drawingml/2006/main">
              <a:ext uri="{FF2B5EF4-FFF2-40B4-BE49-F238E27FC236}">
                <a16:creationId xmlns:a16="http://schemas.microsoft.com/office/drawing/2014/main" id="{1E80D5F5-9240-4740-8F5B-2E9EE7D7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neutral-page-title">
            <a:extLst xmlns:a="http://schemas.openxmlformats.org/drawingml/2006/main">
              <a:ext uri="{FF2B5EF4-FFF2-40B4-BE49-F238E27FC236}">
                <a16:creationId xmlns:a16="http://schemas.microsoft.com/office/drawing/2014/main" id="{FEF895CD-86B9-41F6-A8E8-BBD3317A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10753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模拟：工作日按需提供服务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A68594-8EB5-4165-9795-A7EA84B9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neutral-footer-label">
            <a:extLst xmlns:a="http://schemas.openxmlformats.org/drawingml/2006/main">
              <a:ext uri="{FF2B5EF4-FFF2-40B4-BE49-F238E27FC236}">
                <a16:creationId xmlns:a16="http://schemas.microsoft.com/office/drawing/2014/main" id="{45386160-A893-4379-9D04-0670D55D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灰稿交接 · 正式生成</a:t>
            </a:r>
          </a:p>
        </p:txBody>
      </p:sp>
      <p:sp>
        <p:nvSpPr>
          <p:cNvPr id="5" name="neutral-folio">
            <a:extLst xmlns:a="http://schemas.openxmlformats.org/drawingml/2006/main">
              <a:ext uri="{FF2B5EF4-FFF2-40B4-BE49-F238E27FC236}">
                <a16:creationId xmlns:a16="http://schemas.microsoft.com/office/drawing/2014/main" id="{9A070888-471D-4DDE-BB1D-543E6D39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6" name="region-service-heading">
            <a:extLst xmlns:a="http://schemas.openxmlformats.org/drawingml/2006/main">
              <a:ext uri="{FF2B5EF4-FFF2-40B4-BE49-F238E27FC236}">
                <a16:creationId xmlns:a16="http://schemas.microsoft.com/office/drawing/2014/main" id="{CDD3525D-5C97-4A0D-99D1-B5AFE1D6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674876"/>
            <a:ext cx="106984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0">
                <a:solidFill>
                  <a:srgbClr val="4D4A42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0">
                <a:solidFill>
                  <a:srgbClr val="4D4A42"/>
                </a:solidFill>
                <a:latin typeface="Noto Serif SC"/>
                <a:ea typeface="Noto Serif SC"/>
                <a:cs typeface="Noto Serif SC"/>
              </a:rPr>
              <a:t>服务项目</a:t>
            </a:r>
          </a:p>
        </p:txBody>
      </p:sp>
      <p:sp>
        <p:nvSpPr>
          <p:cNvPr id="7" name="region-service-body-0">
            <a:extLst xmlns:a="http://schemas.openxmlformats.org/drawingml/2006/main">
              <a:ext uri="{FF2B5EF4-FFF2-40B4-BE49-F238E27FC236}">
                <a16:creationId xmlns:a16="http://schemas.microsoft.com/office/drawing/2014/main" id="{1695152F-7BAC-4BD8-9797-36CE5CDC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2518410"/>
            <a:ext cx="5126355" cy="1405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咨询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工作人员回答资料检索与使用方面的问题。</a:t>
            </a:r>
          </a:p>
        </p:txBody>
      </p:sp>
      <p:sp>
        <p:nvSpPr>
          <p:cNvPr id="8" name="region-service-body-1">
            <a:extLst xmlns:a="http://schemas.openxmlformats.org/drawingml/2006/main">
              <a:ext uri="{FF2B5EF4-FFF2-40B4-BE49-F238E27FC236}">
                <a16:creationId xmlns:a16="http://schemas.microsoft.com/office/drawing/2014/main" id="{67E9F88C-7AA7-463D-A262-E9A66330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4064889"/>
            <a:ext cx="5126355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咨询需要提前预约。</a:t>
            </a:r>
          </a:p>
        </p:txBody>
      </p:sp>
      <p:sp>
        <p:nvSpPr>
          <p:cNvPr id="9" name="region-service-body-2">
            <a:extLst xmlns:a="http://schemas.openxmlformats.org/drawingml/2006/main">
              <a:ext uri="{FF2B5EF4-FFF2-40B4-BE49-F238E27FC236}">
                <a16:creationId xmlns:a16="http://schemas.microsoft.com/office/drawing/2014/main" id="{39F321EE-0046-4553-B5A1-DB663661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885" y="2518410"/>
            <a:ext cx="5126355" cy="2015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资料借阅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登记资料名称和使用人后办理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借阅，归还时核对登记记录。</a:t>
            </a:r>
          </a:p>
        </p:txBody>
      </p:sp>
      <p:sp>
        <p:nvSpPr>
          <p:cNvPr id="10" name="region-service-body-3">
            <a:extLst xmlns:a="http://schemas.openxmlformats.org/drawingml/2006/main">
              <a:ext uri="{FF2B5EF4-FFF2-40B4-BE49-F238E27FC236}">
                <a16:creationId xmlns:a16="http://schemas.microsoft.com/office/drawing/2014/main" id="{2499B6F7-F961-4FD3-A9A0-AE4BB6CE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4955286"/>
            <a:ext cx="10698480" cy="843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两项服务均在工作日提供。</a:t>
            </a:r>
          </a:p>
        </p:txBody>
      </p:sp>
      <p:sp>
        <p:nvSpPr>
          <p:cNvPr id="11" name="PPAGENT_QA|parent=gray-region-service|domains=gray-regions">
            <a:extLst xmlns:a="http://schemas.openxmlformats.org/drawingml/2006/main">
              <a:ext uri="{FF2B5EF4-FFF2-40B4-BE49-F238E27FC236}">
                <a16:creationId xmlns:a16="http://schemas.microsoft.com/office/drawing/2014/main" id="{C66FA4D9-48D6-4935-80E8-7694E968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oundRect">
            <a:avLst>
              <a:gd name="adj" fmla="val 243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PPAGENT_QA|parent=gray-region-service-content-0|within=gray-region-service|domains=gray-region-service-content">
            <a:extLst xmlns:a="http://schemas.openxmlformats.org/drawingml/2006/main">
              <a:ext uri="{FF2B5EF4-FFF2-40B4-BE49-F238E27FC236}">
                <a16:creationId xmlns:a16="http://schemas.microsoft.com/office/drawing/2014/main" id="{02A9A495-9D21-408C-A098-E0CE5E37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674876"/>
            <a:ext cx="10698480" cy="468630"/>
          </a:xfrm>
          <a:prstGeom xmlns:a="http://schemas.openxmlformats.org/drawingml/2006/main" prst="roundRect">
            <a:avLst>
              <a:gd name="adj" fmla="val 2439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PPAGENT_QA|parent=gray-region-service-content-1|within=gray-region-service|domains=gray-region-service-content">
            <a:extLst xmlns:a="http://schemas.openxmlformats.org/drawingml/2006/main">
              <a:ext uri="{FF2B5EF4-FFF2-40B4-BE49-F238E27FC236}">
                <a16:creationId xmlns:a16="http://schemas.microsoft.com/office/drawing/2014/main" id="{16EE44B5-5269-4147-890F-821E82D9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2518410"/>
            <a:ext cx="5126355" cy="1405890"/>
          </a:xfrm>
          <a:prstGeom xmlns:a="http://schemas.openxmlformats.org/drawingml/2006/main" prst="roundRect">
            <a:avLst>
              <a:gd name="adj" fmla="val 813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PPAGENT_QA|parent=gray-region-service-content-2|within=gray-region-service|domains=gray-region-service-content">
            <a:extLst xmlns:a="http://schemas.openxmlformats.org/drawingml/2006/main">
              <a:ext uri="{FF2B5EF4-FFF2-40B4-BE49-F238E27FC236}">
                <a16:creationId xmlns:a16="http://schemas.microsoft.com/office/drawing/2014/main" id="{3DFCBFA3-B4AF-466F-A797-D4AF0478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4064889"/>
            <a:ext cx="5126355" cy="468630"/>
          </a:xfrm>
          <a:prstGeom xmlns:a="http://schemas.openxmlformats.org/drawingml/2006/main" prst="roundRect">
            <a:avLst>
              <a:gd name="adj" fmla="val 2439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PPAGENT_QA|parent=gray-region-service-content-3|within=gray-region-service|domains=gray-region-service-content">
            <a:extLst xmlns:a="http://schemas.openxmlformats.org/drawingml/2006/main">
              <a:ext uri="{FF2B5EF4-FFF2-40B4-BE49-F238E27FC236}">
                <a16:creationId xmlns:a16="http://schemas.microsoft.com/office/drawing/2014/main" id="{26051A81-019D-4468-98DF-B8DB0B48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885" y="2518410"/>
            <a:ext cx="5126355" cy="2015109"/>
          </a:xfrm>
          <a:prstGeom xmlns:a="http://schemas.openxmlformats.org/drawingml/2006/main" prst="roundRect">
            <a:avLst>
              <a:gd name="adj" fmla="val 5672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PPAGENT_QA|parent=gray-region-service-content-4|within=gray-region-service|domains=gray-region-service-content">
            <a:extLst xmlns:a="http://schemas.openxmlformats.org/drawingml/2006/main">
              <a:ext uri="{FF2B5EF4-FFF2-40B4-BE49-F238E27FC236}">
                <a16:creationId xmlns:a16="http://schemas.microsoft.com/office/drawing/2014/main" id="{1046C125-3E37-470A-A1B2-825040E0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4955286"/>
            <a:ext cx="10698480" cy="843534"/>
          </a:xfrm>
          <a:prstGeom xmlns:a="http://schemas.openxmlformats.org/drawingml/2006/main" prst="roundRect">
            <a:avLst>
              <a:gd name="adj" fmla="val 1355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050573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neutral-section-number">
            <a:extLst xmlns:a="http://schemas.openxmlformats.org/drawingml/2006/main">
              <a:ext uri="{FF2B5EF4-FFF2-40B4-BE49-F238E27FC236}">
                <a16:creationId xmlns:a16="http://schemas.microsoft.com/office/drawing/2014/main" id="{8601E6FC-0027-4F4A-B648-FA35FC15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neutral-page-title">
            <a:extLst xmlns:a="http://schemas.openxmlformats.org/drawingml/2006/main">
              <a:ext uri="{FF2B5EF4-FFF2-40B4-BE49-F238E27FC236}">
                <a16:creationId xmlns:a16="http://schemas.microsoft.com/office/drawing/2014/main" id="{2D528329-8DAE-4853-9256-69C57B65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10753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模拟：两类记录分别维护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A2B81-B6F8-4E3F-B75E-1063175E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neutral-footer-label">
            <a:extLst xmlns:a="http://schemas.openxmlformats.org/drawingml/2006/main">
              <a:ext uri="{FF2B5EF4-FFF2-40B4-BE49-F238E27FC236}">
                <a16:creationId xmlns:a16="http://schemas.microsoft.com/office/drawing/2014/main" id="{5CF87A46-7A8D-47E1-8C26-3A1710FC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灰稿交接 · 正式生成</a:t>
            </a:r>
          </a:p>
        </p:txBody>
      </p:sp>
      <p:sp>
        <p:nvSpPr>
          <p:cNvPr id="5" name="neutral-folio">
            <a:extLst xmlns:a="http://schemas.openxmlformats.org/drawingml/2006/main">
              <a:ext uri="{FF2B5EF4-FFF2-40B4-BE49-F238E27FC236}">
                <a16:creationId xmlns:a16="http://schemas.microsoft.com/office/drawing/2014/main" id="{47600FFD-1693-4EE0-855F-201D6450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6" name="region-record-heading">
            <a:extLst xmlns:a="http://schemas.openxmlformats.org/drawingml/2006/main">
              <a:ext uri="{FF2B5EF4-FFF2-40B4-BE49-F238E27FC236}">
                <a16:creationId xmlns:a16="http://schemas.microsoft.com/office/drawing/2014/main" id="{5831DA86-3347-4B6E-85EA-D4944DE5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674876"/>
            <a:ext cx="10698480" cy="4686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0">
                <a:solidFill>
                  <a:srgbClr val="4D4A42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0">
                <a:solidFill>
                  <a:srgbClr val="4D4A42"/>
                </a:solidFill>
                <a:latin typeface="Noto Serif SC"/>
                <a:ea typeface="Noto Serif SC"/>
                <a:cs typeface="Noto Serif SC"/>
              </a:rPr>
              <a:t>记录管理</a:t>
            </a:r>
          </a:p>
        </p:txBody>
      </p:sp>
      <p:sp>
        <p:nvSpPr>
          <p:cNvPr id="7" name="region-record-body-0">
            <a:extLst xmlns:a="http://schemas.openxmlformats.org/drawingml/2006/main">
              <a:ext uri="{FF2B5EF4-FFF2-40B4-BE49-F238E27FC236}">
                <a16:creationId xmlns:a16="http://schemas.microsoft.com/office/drawing/2014/main" id="{A6980AAB-2939-4C9B-89CE-EB2FDDDA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2330958"/>
            <a:ext cx="10698480" cy="609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两类记录均供项目成员查阅，外发前需负责人确认。</a:t>
            </a:r>
          </a:p>
        </p:txBody>
      </p:sp>
      <p:sp>
        <p:nvSpPr>
          <p:cNvPr id="8" name="region-record-body-1">
            <a:extLst xmlns:a="http://schemas.openxmlformats.org/drawingml/2006/main">
              <a:ext uri="{FF2B5EF4-FFF2-40B4-BE49-F238E27FC236}">
                <a16:creationId xmlns:a16="http://schemas.microsoft.com/office/drawing/2014/main" id="{85C90C39-7998-4A45-BE10-9B4BCDFD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221355"/>
            <a:ext cx="10698480" cy="1030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版本记录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记录文档版本、修改内容和修改人，保留此前版本供追溯。</a:t>
            </a:r>
          </a:p>
        </p:txBody>
      </p:sp>
      <p:sp>
        <p:nvSpPr>
          <p:cNvPr id="9" name="region-record-body-2">
            <a:extLst xmlns:a="http://schemas.openxmlformats.org/drawingml/2006/main">
              <a:ext uri="{FF2B5EF4-FFF2-40B4-BE49-F238E27FC236}">
                <a16:creationId xmlns:a16="http://schemas.microsoft.com/office/drawing/2014/main" id="{691D1411-8D9A-41C2-AC05-21AECE77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4533519"/>
            <a:ext cx="10698480" cy="1312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问题记录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记录问题现象、处理意见和处理状态。尚未核实的问题应标为待核实。</a:t>
            </a:r>
          </a:p>
        </p:txBody>
      </p:sp>
      <p:sp>
        <p:nvSpPr>
          <p:cNvPr id="10" name="PPAGENT_QA|parent=gray-region-record|domains=gray-regions">
            <a:extLst xmlns:a="http://schemas.openxmlformats.org/drawingml/2006/main">
              <a:ext uri="{FF2B5EF4-FFF2-40B4-BE49-F238E27FC236}">
                <a16:creationId xmlns:a16="http://schemas.microsoft.com/office/drawing/2014/main" id="{6F4D16F0-1C48-43F2-A019-AB8FF017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oundRect">
            <a:avLst>
              <a:gd name="adj" fmla="val 243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PPAGENT_QA|parent=gray-region-record-content-0|within=gray-region-record|domains=gray-region-record-content">
            <a:extLst xmlns:a="http://schemas.openxmlformats.org/drawingml/2006/main">
              <a:ext uri="{FF2B5EF4-FFF2-40B4-BE49-F238E27FC236}">
                <a16:creationId xmlns:a16="http://schemas.microsoft.com/office/drawing/2014/main" id="{A9E4062E-1C9F-4FD0-AE0B-A776131B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674876"/>
            <a:ext cx="10698480" cy="468630"/>
          </a:xfrm>
          <a:prstGeom xmlns:a="http://schemas.openxmlformats.org/drawingml/2006/main" prst="roundRect">
            <a:avLst>
              <a:gd name="adj" fmla="val 2439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PPAGENT_QA|parent=gray-region-record-content-1|within=gray-region-record|domains=gray-region-record-content">
            <a:extLst xmlns:a="http://schemas.openxmlformats.org/drawingml/2006/main">
              <a:ext uri="{FF2B5EF4-FFF2-40B4-BE49-F238E27FC236}">
                <a16:creationId xmlns:a16="http://schemas.microsoft.com/office/drawing/2014/main" id="{BF754DA5-1AEC-4143-8EC6-6FB82036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2330958"/>
            <a:ext cx="10698480" cy="609219"/>
          </a:xfrm>
          <a:prstGeom xmlns:a="http://schemas.openxmlformats.org/drawingml/2006/main" prst="roundRect">
            <a:avLst>
              <a:gd name="adj" fmla="val 18762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PPAGENT_QA|parent=gray-region-record-content-2|within=gray-region-record|domains=gray-region-record-content">
            <a:extLst xmlns:a="http://schemas.openxmlformats.org/drawingml/2006/main">
              <a:ext uri="{FF2B5EF4-FFF2-40B4-BE49-F238E27FC236}">
                <a16:creationId xmlns:a16="http://schemas.microsoft.com/office/drawing/2014/main" id="{AE3DD0E6-B0EE-4DA0-8CED-8BEAFC17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221355"/>
            <a:ext cx="10698480" cy="1030986"/>
          </a:xfrm>
          <a:prstGeom xmlns:a="http://schemas.openxmlformats.org/drawingml/2006/main" prst="roundRect">
            <a:avLst>
              <a:gd name="adj" fmla="val 11086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PPAGENT_QA|parent=gray-region-record-content-3|within=gray-region-record|domains=gray-region-record-content">
            <a:extLst xmlns:a="http://schemas.openxmlformats.org/drawingml/2006/main">
              <a:ext uri="{FF2B5EF4-FFF2-40B4-BE49-F238E27FC236}">
                <a16:creationId xmlns:a16="http://schemas.microsoft.com/office/drawing/2014/main" id="{29181F85-8423-4A65-940C-710569F2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4533519"/>
            <a:ext cx="10698480" cy="1312164"/>
          </a:xfrm>
          <a:prstGeom xmlns:a="http://schemas.openxmlformats.org/drawingml/2006/main" prst="roundRect">
            <a:avLst>
              <a:gd name="adj" fmla="val 871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36676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2026-09-28T23:05:04.1460000Z</dcterms:created>
  <dcterms:modified xsi:type="dcterms:W3CDTF">2026-09-28T23:05:04.1460000Z</dcterms:modified>
</coreProperties>
</file>