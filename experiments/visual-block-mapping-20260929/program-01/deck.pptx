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25bc4006cb4c98" /><Relationship Type="http://schemas.openxmlformats.org/officeDocument/2006/relationships/extended-properties" Target="/docProps/app.xml" Id="R717e33d03cde41dc" /><Relationship Type="http://schemas.openxmlformats.org/officeDocument/2006/relationships/officeDocument" Target="/ppt/presentation.xml" Id="R1d775748ca6a49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1cbc855da84b53"/>
  </p:sldMasterIdLst>
  <p:notesMasterIdLst>
    <p:notesMasterId xmlns:r="http://schemas.openxmlformats.org/officeDocument/2006/relationships" r:id="Re6f029b36099453f"/>
  </p:notesMasterIdLst>
  <p:sldIdLst>
    <p:sldId xmlns:r="http://schemas.openxmlformats.org/officeDocument/2006/relationships" id="256" r:id="R6a975f58aba34cc8"/>
    <p:sldId xmlns:r="http://schemas.openxmlformats.org/officeDocument/2006/relationships" id="257" r:id="Rae7df655af67473e"/>
    <p:sldId xmlns:r="http://schemas.openxmlformats.org/officeDocument/2006/relationships" id="258" r:id="R40c2d5e226d844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e111683b3a4495" /><Relationship Type="http://schemas.openxmlformats.org/officeDocument/2006/relationships/slideMaster" Target="/ppt/slideMasters/slideMaster1.xml" Id="R9a1cbc855da84b53" /><Relationship Type="http://schemas.openxmlformats.org/officeDocument/2006/relationships/notesMaster" Target="/ppt/notesMasters/notesMaster1.xml" Id="Re6f029b36099453f" /><Relationship Type="http://schemas.openxmlformats.org/officeDocument/2006/relationships/presProps" Target="/ppt/presProps.xml" Id="R02f1a03cbb3a4673" /><Relationship Type="http://schemas.openxmlformats.org/officeDocument/2006/relationships/tableStyles" Target="/ppt/tableStyles.xml" Id="Rd7f4f23168c5468c" /><Relationship Type="http://schemas.openxmlformats.org/officeDocument/2006/relationships/slide" Target="/ppt/slides/slide1.xml" Id="R6a975f58aba34cc8" /><Relationship Type="http://schemas.openxmlformats.org/officeDocument/2006/relationships/slide" Target="/ppt/slides/slide2.xml" Id="Rae7df655af67473e" /><Relationship Type="http://schemas.openxmlformats.org/officeDocument/2006/relationships/slide" Target="/ppt/slides/slide3.xml" Id="R40c2d5e226d844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523ceb3f9749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4f47dbe0944455" /><Relationship Type="http://schemas.openxmlformats.org/officeDocument/2006/relationships/notesMaster" Target="/ppt/notesMasters/notesMaster1.xml" Id="R55cb44c4be8e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4d23178ac94904" /><Relationship Type="http://schemas.openxmlformats.org/officeDocument/2006/relationships/notesMaster" Target="/ppt/notesMasters/notesMaster1.xml" Id="R2d592574dec346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402368f4b64841" /><Relationship Type="http://schemas.openxmlformats.org/officeDocument/2006/relationships/notesMaster" Target="/ppt/notesMasters/notesMaster1.xml" Id="R43c2dd20d3c14f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灰稿：experiments/visual-block-mapping-20260929/run-03/state.json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灰稿：experiments/visual-block-mapping-20260929/run-03/state.json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灰稿：experiments/visual-block-mapping-20260929/run-03/state.json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28cc158e74a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33015cf134e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b981a3b7146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e9c42e0f747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fa440276743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80a0c4d4e4d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32ACDBC-AAAC-4F11-9C20-F98E4E5D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1EE4FF-7017-41D7-B107-3A5E6B2E2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5135C23-DAB5-42B4-95CD-505208E2A1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6965884-472F-4988-89D9-61976869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552CEE-1945-4DA9-86B8-98C8A64AD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BC33564-E5ED-4934-BD1B-0A9F9019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EEDA1B-0255-4A90-9815-DD546CBFB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D332BB9-ABAE-4DCC-BA6E-681E53A5ED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1DAC84A-23B0-45A4-A50C-29C673B5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87BAF8-A2C3-452F-BF4B-1C54698B8C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41B1A5-B28B-41C9-B16D-7CA6CA1C2C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6C62F0-58A9-4383-BCE7-6E4E54214C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78591FF-7E40-44F6-A6D6-6BCA1030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AA7986-9795-443A-8864-6A97EBE131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3F60AB-308F-4E5E-B3F2-402E4EC5C2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c9bee762ce4869" /><Relationship Type="http://schemas.openxmlformats.org/officeDocument/2006/relationships/slideLayout" Target="/ppt/slideLayouts/slideLayout1.xml" Id="Rff2e6ed7548d462d" /><Relationship Type="http://schemas.openxmlformats.org/officeDocument/2006/relationships/slideLayout" Target="/ppt/slideLayouts/slideLayout2.xml" Id="R55f607ca82744668" /><Relationship Type="http://schemas.openxmlformats.org/officeDocument/2006/relationships/slideLayout" Target="/ppt/slideLayouts/slideLayout3.xml" Id="Rdc2d00a37a744f8a" /><Relationship Type="http://schemas.openxmlformats.org/officeDocument/2006/relationships/slideLayout" Target="/ppt/slideLayouts/slideLayout4.xml" Id="R68889af5b23e4e9f" /><Relationship Type="http://schemas.openxmlformats.org/officeDocument/2006/relationships/slideLayout" Target="/ppt/slideLayouts/slideLayout5.xml" Id="Rff119bc4e8184495" /><Relationship Type="http://schemas.openxmlformats.org/officeDocument/2006/relationships/slideLayout" Target="/ppt/slideLayouts/slideLayout6.xml" Id="Rc870ff9cd98044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e6ed7548d462d"/>
    <p:sldLayoutId xmlns:r="http://schemas.openxmlformats.org/officeDocument/2006/relationships" id="2147483650" r:id="R55f607ca82744668"/>
    <p:sldLayoutId xmlns:r="http://schemas.openxmlformats.org/officeDocument/2006/relationships" id="2147483651" r:id="Rdc2d00a37a744f8a"/>
    <p:sldLayoutId xmlns:r="http://schemas.openxmlformats.org/officeDocument/2006/relationships" id="2147483652" r:id="R68889af5b23e4e9f"/>
    <p:sldLayoutId xmlns:r="http://schemas.openxmlformats.org/officeDocument/2006/relationships" id="2147483653" r:id="Rff119bc4e8184495"/>
    <p:sldLayoutId xmlns:r="http://schemas.openxmlformats.org/officeDocument/2006/relationships" id="2147483654" r:id="Rc870ff9cd98044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648960f7a04dce" /><Relationship Type="http://schemas.openxmlformats.org/officeDocument/2006/relationships/notesSlide" Target="/ppt/notesSlides/notesSlide1.xml" Id="Rbb2a30d736bf49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e92fa37e74e7f" /><Relationship Type="http://schemas.openxmlformats.org/officeDocument/2006/relationships/notesSlide" Target="/ppt/notesSlides/notesSlide2.xml" Id="R7af69f4364da49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492b940cf4f87" /><Relationship Type="http://schemas.openxmlformats.org/officeDocument/2006/relationships/notesSlide" Target="/ppt/notesSlides/notesSlide3.xml" Id="R0c54d83e62c54c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E9EAB4F1-EBB3-4F85-B0A8-6FB2177B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CE391A6F-B6CE-444D-8A44-4AD3948F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组内视觉分区建设样本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19A63-D6FC-4173-8E31-DA339C06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2F7506EF-A827-4076-82EF-A9AB3B4D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8BCF8FD5-50D0-4DAA-882E-9586EB00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8693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4D40A198-20E4-4BEA-B0AC-AF119BC1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86064D4A-CC07-4063-A97F-DD9A316D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模拟：工作日按需提供服务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21713-6AFA-421A-A49E-D61D7FAB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FCEAF34A-431C-4D1A-9FF0-8C9CB267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FDC0B299-67B5-40BB-9C13-5A307532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PPAGENT_QA|parent=text-program-service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7F5A958-1D2C-482A-B5B3-3DD2C3AE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oundRect">
            <a:avLst>
              <a:gd name="adj" fmla="val 243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PAGENT_QA|within=text-program-service|role=heading">
            <a:extLst xmlns:a="http://schemas.openxmlformats.org/drawingml/2006/main">
              <a:ext uri="{FF2B5EF4-FFF2-40B4-BE49-F238E27FC236}">
                <a16:creationId xmlns:a16="http://schemas.microsoft.com/office/drawing/2014/main" id="{32E3201C-591B-4E3B-B9FF-F21D24A8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954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服务项目</a:t>
            </a:r>
          </a:p>
        </p:txBody>
      </p:sp>
      <p:sp>
        <p:nvSpPr>
          <p:cNvPr id="8" name="PPAGENT_QA|within=text-program-service|role=body-0">
            <a:extLst xmlns:a="http://schemas.openxmlformats.org/drawingml/2006/main">
              <a:ext uri="{FF2B5EF4-FFF2-40B4-BE49-F238E27FC236}">
                <a16:creationId xmlns:a16="http://schemas.microsoft.com/office/drawing/2014/main" id="{9C53F04B-1E65-444C-B054-ED4DE287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 咨询</a:t>
            </a:r>
          </a:p>
        </p:txBody>
      </p:sp>
      <p:sp>
        <p:nvSpPr>
          <p:cNvPr id="9" name="PPAGENT_QA|within=text-program-service|role=body-1">
            <a:extLst xmlns:a="http://schemas.openxmlformats.org/drawingml/2006/main">
              <a:ext uri="{FF2B5EF4-FFF2-40B4-BE49-F238E27FC236}">
                <a16:creationId xmlns:a16="http://schemas.microsoft.com/office/drawing/2014/main" id="{ABA017BA-42F2-4893-A4D5-C78FF480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92693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工作人员回答资料检索与使用方面的问题。</a:t>
            </a:r>
          </a:p>
        </p:txBody>
      </p:sp>
      <p:sp>
        <p:nvSpPr>
          <p:cNvPr id="10" name="PPAGENT_QA|within=text-program-service|role=body-2">
            <a:extLst xmlns:a="http://schemas.openxmlformats.org/drawingml/2006/main">
              <a:ext uri="{FF2B5EF4-FFF2-40B4-BE49-F238E27FC236}">
                <a16:creationId xmlns:a16="http://schemas.microsoft.com/office/drawing/2014/main" id="{89B18EBA-1B26-4560-B521-ABFB223C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33700"/>
            <a:ext cx="5191125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咨询需要提前预约。</a:t>
            </a:r>
          </a:p>
        </p:txBody>
      </p:sp>
      <p:sp>
        <p:nvSpPr>
          <p:cNvPr id="11" name="PPAGENT_QA|within=text-program-service|role=body-3">
            <a:extLst xmlns:a="http://schemas.openxmlformats.org/drawingml/2006/main">
              <a:ext uri="{FF2B5EF4-FFF2-40B4-BE49-F238E27FC236}">
                <a16:creationId xmlns:a16="http://schemas.microsoft.com/office/drawing/2014/main" id="{12A3D3D6-970F-4448-AB79-A079C5E5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二 资料借阅</a:t>
            </a:r>
          </a:p>
        </p:txBody>
      </p:sp>
      <p:sp>
        <p:nvSpPr>
          <p:cNvPr id="12" name="PPAGENT_QA|within=text-program-service|role=body-4">
            <a:extLst xmlns:a="http://schemas.openxmlformats.org/drawingml/2006/main">
              <a:ext uri="{FF2B5EF4-FFF2-40B4-BE49-F238E27FC236}">
                <a16:creationId xmlns:a16="http://schemas.microsoft.com/office/drawing/2014/main" id="{FADEF57F-BB5D-4BC6-8C96-21E09126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2693"/>
            <a:ext cx="51911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登记资料名称和使用人后办理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借阅，归还时核对登记记录。</a:t>
            </a:r>
          </a:p>
        </p:txBody>
      </p:sp>
      <p:sp>
        <p:nvSpPr>
          <p:cNvPr id="13" name="PPAGENT_QA|within=text-program-service|role=body-5">
            <a:extLst xmlns:a="http://schemas.openxmlformats.org/drawingml/2006/main">
              <a:ext uri="{FF2B5EF4-FFF2-40B4-BE49-F238E27FC236}">
                <a16:creationId xmlns:a16="http://schemas.microsoft.com/office/drawing/2014/main" id="{C2C58E2C-7446-484D-BE82-7A94E03F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861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两项服务均在工作日提供。</a:t>
            </a:r>
          </a:p>
        </p:txBody>
      </p:sp>
    </p:spTree>
    <p:extLst>
      <p:ext uri="{BB962C8B-B14F-4D97-AF65-F5344CB8AC3E}">
        <p14:creationId xmlns:p14="http://schemas.microsoft.com/office/powerpoint/2010/main" val="729901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98A67697-34B1-427A-8639-9EDD87B5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89810912-8002-4AD8-AE65-896B57CE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模拟：两类记录分别维护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7A388-6431-471F-A7AA-9B8E3A0C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CF7C1441-C183-450E-87E8-B20D1EFC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3D78D04F-6D78-49D5-92FE-CEC81898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PPAGENT_QA|parent=text-program-recor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6A08D61-3811-4936-BDA1-F6FEC412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oundRect">
            <a:avLst>
              <a:gd name="adj" fmla="val 243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PAGENT_QA|within=text-program-record|role=heading">
            <a:extLst xmlns:a="http://schemas.openxmlformats.org/drawingml/2006/main">
              <a:ext uri="{FF2B5EF4-FFF2-40B4-BE49-F238E27FC236}">
                <a16:creationId xmlns:a16="http://schemas.microsoft.com/office/drawing/2014/main" id="{E37C9B57-68A9-4261-AD6B-368AC1BE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954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记录管理</a:t>
            </a:r>
          </a:p>
        </p:txBody>
      </p:sp>
      <p:sp>
        <p:nvSpPr>
          <p:cNvPr id="8" name="PPAGENT_QA|within=text-program-record|role=body-0">
            <a:extLst xmlns:a="http://schemas.openxmlformats.org/drawingml/2006/main">
              <a:ext uri="{FF2B5EF4-FFF2-40B4-BE49-F238E27FC236}">
                <a16:creationId xmlns:a16="http://schemas.microsoft.com/office/drawing/2014/main" id="{4DD4D16C-CD1A-4397-9FBB-5B273D36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两类记录均供项目成员查阅，外发前需负责人确认。</a:t>
            </a:r>
          </a:p>
        </p:txBody>
      </p:sp>
      <p:sp>
        <p:nvSpPr>
          <p:cNvPr id="9" name="PPAGENT_QA|within=text-program-record|role=body-1">
            <a:extLst xmlns:a="http://schemas.openxmlformats.org/drawingml/2006/main">
              <a:ext uri="{FF2B5EF4-FFF2-40B4-BE49-F238E27FC236}">
                <a16:creationId xmlns:a16="http://schemas.microsoft.com/office/drawing/2014/main" id="{0871A162-CA90-4AD5-9065-2A245AC4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622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 版本记录</a:t>
            </a:r>
          </a:p>
        </p:txBody>
      </p:sp>
      <p:sp>
        <p:nvSpPr>
          <p:cNvPr id="10" name="PPAGENT_QA|within=text-program-record|role=body-2">
            <a:extLst xmlns:a="http://schemas.openxmlformats.org/drawingml/2006/main">
              <a:ext uri="{FF2B5EF4-FFF2-40B4-BE49-F238E27FC236}">
                <a16:creationId xmlns:a16="http://schemas.microsoft.com/office/drawing/2014/main" id="{04EEE830-AD93-4518-A17A-569107FE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832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记录文档版本、修改内容和修改人，保留此前版本供追溯。</a:t>
            </a:r>
          </a:p>
        </p:txBody>
      </p:sp>
      <p:sp>
        <p:nvSpPr>
          <p:cNvPr id="11" name="PPAGENT_QA|within=text-program-record|role=body-3">
            <a:extLst xmlns:a="http://schemas.openxmlformats.org/drawingml/2006/main">
              <a:ext uri="{FF2B5EF4-FFF2-40B4-BE49-F238E27FC236}">
                <a16:creationId xmlns:a16="http://schemas.microsoft.com/office/drawing/2014/main" id="{F845E378-77C1-4033-B72D-44DE099B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766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二 问题记录</a:t>
            </a:r>
          </a:p>
        </p:txBody>
      </p:sp>
      <p:sp>
        <p:nvSpPr>
          <p:cNvPr id="12" name="PPAGENT_QA|within=text-program-record|role=body-4">
            <a:extLst xmlns:a="http://schemas.openxmlformats.org/drawingml/2006/main">
              <a:ext uri="{FF2B5EF4-FFF2-40B4-BE49-F238E27FC236}">
                <a16:creationId xmlns:a16="http://schemas.microsoft.com/office/drawing/2014/main" id="{A5EF7657-894B-457F-8E6B-9222AADE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76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记录问题现象、处理意见和处理状态。尚未核实的问题应标为待核实。</a:t>
            </a:r>
          </a:p>
        </p:txBody>
      </p:sp>
    </p:spTree>
    <p:extLst>
      <p:ext uri="{BB962C8B-B14F-4D97-AF65-F5344CB8AC3E}">
        <p14:creationId xmlns:p14="http://schemas.microsoft.com/office/powerpoint/2010/main" val="1871840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2026-09-28T23:23:48.8840000Z</dcterms:created>
  <dcterms:modified xsi:type="dcterms:W3CDTF">2026-09-28T23:23:48.8840000Z</dcterms:modified>
</coreProperties>
</file>