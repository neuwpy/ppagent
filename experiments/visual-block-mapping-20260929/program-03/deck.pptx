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28e5bd2b584fca" /><Relationship Type="http://schemas.openxmlformats.org/officeDocument/2006/relationships/extended-properties" Target="/docProps/app.xml" Id="Rf6b34c686e954d9c" /><Relationship Type="http://schemas.openxmlformats.org/officeDocument/2006/relationships/officeDocument" Target="/ppt/presentation.xml" Id="R111af317b0814a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286bf2386f45f0"/>
  </p:sldMasterIdLst>
  <p:notesMasterIdLst>
    <p:notesMasterId xmlns:r="http://schemas.openxmlformats.org/officeDocument/2006/relationships" r:id="R0028c0321f4e41ed"/>
  </p:notesMasterIdLst>
  <p:sldIdLst>
    <p:sldId xmlns:r="http://schemas.openxmlformats.org/officeDocument/2006/relationships" id="256" r:id="R1e71461c77864cda"/>
    <p:sldId xmlns:r="http://schemas.openxmlformats.org/officeDocument/2006/relationships" id="257" r:id="R580a2d89ad094f49"/>
    <p:sldId xmlns:r="http://schemas.openxmlformats.org/officeDocument/2006/relationships" id="258" r:id="R0ee7e8bf67c544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159fb90d3248ed" /><Relationship Type="http://schemas.openxmlformats.org/officeDocument/2006/relationships/slideMaster" Target="/ppt/slideMasters/slideMaster1.xml" Id="R7c286bf2386f45f0" /><Relationship Type="http://schemas.openxmlformats.org/officeDocument/2006/relationships/notesMaster" Target="/ppt/notesMasters/notesMaster1.xml" Id="R0028c0321f4e41ed" /><Relationship Type="http://schemas.openxmlformats.org/officeDocument/2006/relationships/presProps" Target="/ppt/presProps.xml" Id="R5aff57c6e3bd4acf" /><Relationship Type="http://schemas.openxmlformats.org/officeDocument/2006/relationships/tableStyles" Target="/ppt/tableStyles.xml" Id="Rae0113fff9c44462" /><Relationship Type="http://schemas.openxmlformats.org/officeDocument/2006/relationships/slide" Target="/ppt/slides/slide1.xml" Id="R1e71461c77864cda" /><Relationship Type="http://schemas.openxmlformats.org/officeDocument/2006/relationships/slide" Target="/ppt/slides/slide2.xml" Id="R580a2d89ad094f49" /><Relationship Type="http://schemas.openxmlformats.org/officeDocument/2006/relationships/slide" Target="/ppt/slides/slide3.xml" Id="R0ee7e8bf67c544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b50c84ec0245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0b311c75744e2a" /><Relationship Type="http://schemas.openxmlformats.org/officeDocument/2006/relationships/notesMaster" Target="/ppt/notesMasters/notesMaster1.xml" Id="R22741dfaccd44a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5b0f2e95d14a19" /><Relationship Type="http://schemas.openxmlformats.org/officeDocument/2006/relationships/notesMaster" Target="/ppt/notesMasters/notesMaster1.xml" Id="R50713e27fa874f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9a99152eee44aa" /><Relationship Type="http://schemas.openxmlformats.org/officeDocument/2006/relationships/notesMaster" Target="/ppt/notesMasters/notesMaster1.xml" Id="R111eb0ce2ced43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灰稿：experiments/visual-block-mapping-20260929/run-03/state.json</a:t>
            </a:r>
          </a:p>
          <a:p xmlns:a="http://schemas.openxmlformats.org/drawingml/2006/main">
            <a:r>
              <a:t>- Skin：neutral-editorial-001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灰稿：experiments/visual-block-mapping-20260929/run-03/state.json</a:t>
            </a:r>
          </a:p>
          <a:p xmlns:a="http://schemas.openxmlformats.org/drawingml/2006/main">
            <a:r>
              <a:t>- Skin：neutral-editorial-001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灰稿：experiments/visual-block-mapping-20260929/run-03/state.json</a:t>
            </a:r>
          </a:p>
          <a:p xmlns:a="http://schemas.openxmlformats.org/drawingml/2006/main">
            <a:r>
              <a:t>- Skin：neutral-editorial-001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2f34364ef46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0d2e2ad044b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b1569926346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720e341324c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8dce9235e540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d7f93f8004e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17D95DF-68AD-4CED-B5B9-81270CA7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5BF1BE8-820C-41A4-9623-6540A73BE9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4CBAE9A-A479-439E-BDC2-5217E4592F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2CDF8A4-6C1A-4D26-ACB0-AD245D6E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85E7664-B606-4CF3-B361-3F0166BB46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1635166-8BEB-4F35-9134-FDC1D2F4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03184A-1260-45B4-9BDE-D8DBDC6A8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52FF7E8-762F-4C25-A4F1-34423047A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BE52354-D7A5-4A86-ACE7-7B374F05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26C3ABE-E832-4C0B-90C6-37C416C06D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2A5BE3-BBE7-4004-B682-3A20AF5B52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4ADB42-B6C5-4BFB-BDAB-AFA791FAE9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E2205C9-7080-464E-921B-5AF573A6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0314B36-D50C-413B-89D3-249F1962F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DC7EAC-C2C6-49F1-BF13-433C14CEBF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06ef35499e429e" /><Relationship Type="http://schemas.openxmlformats.org/officeDocument/2006/relationships/slideLayout" Target="/ppt/slideLayouts/slideLayout1.xml" Id="R23ce7a23ba224bdb" /><Relationship Type="http://schemas.openxmlformats.org/officeDocument/2006/relationships/slideLayout" Target="/ppt/slideLayouts/slideLayout2.xml" Id="R1453968a7b5e494d" /><Relationship Type="http://schemas.openxmlformats.org/officeDocument/2006/relationships/slideLayout" Target="/ppt/slideLayouts/slideLayout3.xml" Id="R180ff47c3a5043f7" /><Relationship Type="http://schemas.openxmlformats.org/officeDocument/2006/relationships/slideLayout" Target="/ppt/slideLayouts/slideLayout4.xml" Id="Rb6d5c4e8ffbb4ef7" /><Relationship Type="http://schemas.openxmlformats.org/officeDocument/2006/relationships/slideLayout" Target="/ppt/slideLayouts/slideLayout5.xml" Id="R7993f913c1874880" /><Relationship Type="http://schemas.openxmlformats.org/officeDocument/2006/relationships/slideLayout" Target="/ppt/slideLayouts/slideLayout6.xml" Id="R02b2c257d4d34d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ce7a23ba224bdb"/>
    <p:sldLayoutId xmlns:r="http://schemas.openxmlformats.org/officeDocument/2006/relationships" id="2147483650" r:id="R1453968a7b5e494d"/>
    <p:sldLayoutId xmlns:r="http://schemas.openxmlformats.org/officeDocument/2006/relationships" id="2147483651" r:id="R180ff47c3a5043f7"/>
    <p:sldLayoutId xmlns:r="http://schemas.openxmlformats.org/officeDocument/2006/relationships" id="2147483652" r:id="Rb6d5c4e8ffbb4ef7"/>
    <p:sldLayoutId xmlns:r="http://schemas.openxmlformats.org/officeDocument/2006/relationships" id="2147483653" r:id="R7993f913c1874880"/>
    <p:sldLayoutId xmlns:r="http://schemas.openxmlformats.org/officeDocument/2006/relationships" id="2147483654" r:id="R02b2c257d4d34d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b2f8a6cab24ab2" /><Relationship Type="http://schemas.openxmlformats.org/officeDocument/2006/relationships/notesSlide" Target="/ppt/notesSlides/notesSlide1.xml" Id="R2aef581cad234b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7a4714f4d44602" /><Relationship Type="http://schemas.openxmlformats.org/officeDocument/2006/relationships/notesSlide" Target="/ppt/notesSlides/notesSlide2.xml" Id="Ra7607a55af784a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c4ccecfe634259" /><Relationship Type="http://schemas.openxmlformats.org/officeDocument/2006/relationships/notesSlide" Target="/ppt/notesSlides/notesSlide3.xml" Id="Rb82e76644fb748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eutral-section-number">
            <a:extLst xmlns:a="http://schemas.openxmlformats.org/drawingml/2006/main">
              <a:ext uri="{FF2B5EF4-FFF2-40B4-BE49-F238E27FC236}">
                <a16:creationId xmlns:a16="http://schemas.microsoft.com/office/drawing/2014/main" id="{ECC26B07-FBBC-4FC4-B547-FEC7ADF0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neutral-page-title">
            <a:extLst xmlns:a="http://schemas.openxmlformats.org/drawingml/2006/main">
              <a:ext uri="{FF2B5EF4-FFF2-40B4-BE49-F238E27FC236}">
                <a16:creationId xmlns:a16="http://schemas.microsoft.com/office/drawing/2014/main" id="{3EEE9606-CEE5-4676-8A8E-F824DA16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10753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组内视觉分区建设样本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4E007-E4F7-4508-95E7-910C2D3B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neutral-footer-label">
            <a:extLst xmlns:a="http://schemas.openxmlformats.org/drawingml/2006/main">
              <a:ext uri="{FF2B5EF4-FFF2-40B4-BE49-F238E27FC236}">
                <a16:creationId xmlns:a16="http://schemas.microsoft.com/office/drawing/2014/main" id="{120B0180-D84C-4F4A-A343-FE1C1F49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灰稿交接 · 正式生成</a:t>
            </a:r>
          </a:p>
        </p:txBody>
      </p:sp>
      <p:sp>
        <p:nvSpPr>
          <p:cNvPr id="5" name="neutral-folio">
            <a:extLst xmlns:a="http://schemas.openxmlformats.org/drawingml/2006/main">
              <a:ext uri="{FF2B5EF4-FFF2-40B4-BE49-F238E27FC236}">
                <a16:creationId xmlns:a16="http://schemas.microsoft.com/office/drawing/2014/main" id="{E947019D-54BD-4994-9508-610D3BCC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363698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eutral-section-number">
            <a:extLst xmlns:a="http://schemas.openxmlformats.org/drawingml/2006/main">
              <a:ext uri="{FF2B5EF4-FFF2-40B4-BE49-F238E27FC236}">
                <a16:creationId xmlns:a16="http://schemas.microsoft.com/office/drawing/2014/main" id="{F97E6707-6394-411A-9813-60733189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neutral-page-title">
            <a:extLst xmlns:a="http://schemas.openxmlformats.org/drawingml/2006/main">
              <a:ext uri="{FF2B5EF4-FFF2-40B4-BE49-F238E27FC236}">
                <a16:creationId xmlns:a16="http://schemas.microsoft.com/office/drawing/2014/main" id="{D5DE6802-AC6A-4EDF-AFFD-3BDCFE4A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10753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模拟：工作日按需提供服务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3E13F-5F86-43A6-AEDF-ACB6C7BB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neutral-footer-label">
            <a:extLst xmlns:a="http://schemas.openxmlformats.org/drawingml/2006/main">
              <a:ext uri="{FF2B5EF4-FFF2-40B4-BE49-F238E27FC236}">
                <a16:creationId xmlns:a16="http://schemas.microsoft.com/office/drawing/2014/main" id="{CDE86E6E-ED2F-42AC-8583-E756B9FD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灰稿交接 · 正式生成</a:t>
            </a:r>
          </a:p>
        </p:txBody>
      </p:sp>
      <p:sp>
        <p:nvSpPr>
          <p:cNvPr id="5" name="neutral-folio">
            <a:extLst xmlns:a="http://schemas.openxmlformats.org/drawingml/2006/main">
              <a:ext uri="{FF2B5EF4-FFF2-40B4-BE49-F238E27FC236}">
                <a16:creationId xmlns:a16="http://schemas.microsoft.com/office/drawing/2014/main" id="{FC13DC5C-A7D6-4FF4-B364-9D0446BE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6" name="PPAGENT_QA|parent=text-program-service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F334978-A3A5-4F5B-9284-C57BA42A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oundRect">
            <a:avLst>
              <a:gd name="adj" fmla="val 243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PPAGENT_QA|within=text-program-service|role=heading">
            <a:extLst xmlns:a="http://schemas.openxmlformats.org/drawingml/2006/main">
              <a:ext uri="{FF2B5EF4-FFF2-40B4-BE49-F238E27FC236}">
                <a16:creationId xmlns:a16="http://schemas.microsoft.com/office/drawing/2014/main" id="{F596CE32-A90D-4C7E-B3B4-ABBC14CA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954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服务项目</a:t>
            </a:r>
          </a:p>
        </p:txBody>
      </p:sp>
      <p:sp>
        <p:nvSpPr>
          <p:cNvPr id="8" name="PPAGENT_QA|within=text-program-service|role=body-0">
            <a:extLst xmlns:a="http://schemas.openxmlformats.org/drawingml/2006/main">
              <a:ext uri="{FF2B5EF4-FFF2-40B4-BE49-F238E27FC236}">
                <a16:creationId xmlns:a16="http://schemas.microsoft.com/office/drawing/2014/main" id="{6CD40A80-404E-483E-B4B3-44299EB8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51911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一 咨询</a:t>
            </a:r>
          </a:p>
        </p:txBody>
      </p:sp>
      <p:sp>
        <p:nvSpPr>
          <p:cNvPr id="9" name="PPAGENT_QA|within=text-program-service|role=body-1">
            <a:extLst xmlns:a="http://schemas.openxmlformats.org/drawingml/2006/main">
              <a:ext uri="{FF2B5EF4-FFF2-40B4-BE49-F238E27FC236}">
                <a16:creationId xmlns:a16="http://schemas.microsoft.com/office/drawing/2014/main" id="{0C833FFB-EC27-4B24-AAFE-6DED3904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92693"/>
            <a:ext cx="51911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工作人员回答资料检索与使用方面的问题。</a:t>
            </a:r>
          </a:p>
        </p:txBody>
      </p:sp>
      <p:sp>
        <p:nvSpPr>
          <p:cNvPr id="10" name="PPAGENT_QA|within=text-program-service|role=body-2">
            <a:extLst xmlns:a="http://schemas.openxmlformats.org/drawingml/2006/main">
              <a:ext uri="{FF2B5EF4-FFF2-40B4-BE49-F238E27FC236}">
                <a16:creationId xmlns:a16="http://schemas.microsoft.com/office/drawing/2014/main" id="{7627C040-938C-478B-BCCD-F14E811E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33700"/>
            <a:ext cx="5191125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咨询需要提前预约。</a:t>
            </a:r>
          </a:p>
        </p:txBody>
      </p:sp>
      <p:sp>
        <p:nvSpPr>
          <p:cNvPr id="11" name="PPAGENT_QA|within=text-program-service|role=body-3">
            <a:extLst xmlns:a="http://schemas.openxmlformats.org/drawingml/2006/main">
              <a:ext uri="{FF2B5EF4-FFF2-40B4-BE49-F238E27FC236}">
                <a16:creationId xmlns:a16="http://schemas.microsoft.com/office/drawing/2014/main" id="{A1D8DB92-F6F1-46D4-B096-11733D10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51911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二 资料借阅</a:t>
            </a:r>
          </a:p>
        </p:txBody>
      </p:sp>
      <p:sp>
        <p:nvSpPr>
          <p:cNvPr id="12" name="PPAGENT_QA|within=text-program-service|role=body-4">
            <a:extLst xmlns:a="http://schemas.openxmlformats.org/drawingml/2006/main">
              <a:ext uri="{FF2B5EF4-FFF2-40B4-BE49-F238E27FC236}">
                <a16:creationId xmlns:a16="http://schemas.microsoft.com/office/drawing/2014/main" id="{99B79265-1258-45C5-87F4-23994FBB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2693"/>
            <a:ext cx="51911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登记资料名称和使用人后办理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借阅，归还时核对登记记录。</a:t>
            </a:r>
          </a:p>
        </p:txBody>
      </p:sp>
      <p:sp>
        <p:nvSpPr>
          <p:cNvPr id="13" name="PPAGENT_QA|within=text-program-service|role=body-5">
            <a:extLst xmlns:a="http://schemas.openxmlformats.org/drawingml/2006/main">
              <a:ext uri="{FF2B5EF4-FFF2-40B4-BE49-F238E27FC236}">
                <a16:creationId xmlns:a16="http://schemas.microsoft.com/office/drawing/2014/main" id="{71023BF7-6A36-47C3-B578-E95F71CE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8615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两项服务均在工作日提供。</a:t>
            </a:r>
          </a:p>
        </p:txBody>
      </p:sp>
    </p:spTree>
    <p:extLst>
      <p:ext uri="{BB962C8B-B14F-4D97-AF65-F5344CB8AC3E}">
        <p14:creationId xmlns:p14="http://schemas.microsoft.com/office/powerpoint/2010/main" val="278613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neutral-section-number">
            <a:extLst xmlns:a="http://schemas.openxmlformats.org/drawingml/2006/main">
              <a:ext uri="{FF2B5EF4-FFF2-40B4-BE49-F238E27FC236}">
                <a16:creationId xmlns:a16="http://schemas.microsoft.com/office/drawing/2014/main" id="{95E3FEAA-7F83-4BAD-B77A-A27B14D9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neutral-page-title">
            <a:extLst xmlns:a="http://schemas.openxmlformats.org/drawingml/2006/main">
              <a:ext uri="{FF2B5EF4-FFF2-40B4-BE49-F238E27FC236}">
                <a16:creationId xmlns:a16="http://schemas.microsoft.com/office/drawing/2014/main" id="{F3E02E1F-C79C-40CB-9789-A68C7AF0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10753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模拟：两类记录分别维护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F0644-BAC3-4A86-AD5E-9711D848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neutral-footer-label">
            <a:extLst xmlns:a="http://schemas.openxmlformats.org/drawingml/2006/main">
              <a:ext uri="{FF2B5EF4-FFF2-40B4-BE49-F238E27FC236}">
                <a16:creationId xmlns:a16="http://schemas.microsoft.com/office/drawing/2014/main" id="{D44FC0BF-BF51-4C82-8F25-20F49128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灰稿交接 · 正式生成</a:t>
            </a:r>
          </a:p>
        </p:txBody>
      </p:sp>
      <p:sp>
        <p:nvSpPr>
          <p:cNvPr id="5" name="neutral-folio">
            <a:extLst xmlns:a="http://schemas.openxmlformats.org/drawingml/2006/main">
              <a:ext uri="{FF2B5EF4-FFF2-40B4-BE49-F238E27FC236}">
                <a16:creationId xmlns:a16="http://schemas.microsoft.com/office/drawing/2014/main" id="{D55D0B5E-4CD8-45FC-99DD-6DC78488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6" name="PPAGENT_QA|parent=text-program-recor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D6F96F8-5387-44EB-B089-CF5F5A6A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oundRect">
            <a:avLst>
              <a:gd name="adj" fmla="val 243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PPAGENT_QA|within=text-program-record|role=heading">
            <a:extLst xmlns:a="http://schemas.openxmlformats.org/drawingml/2006/main">
              <a:ext uri="{FF2B5EF4-FFF2-40B4-BE49-F238E27FC236}">
                <a16:creationId xmlns:a16="http://schemas.microsoft.com/office/drawing/2014/main" id="{7D5BFF87-DB6D-4F49-9864-C28037FB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954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记录管理</a:t>
            </a:r>
          </a:p>
        </p:txBody>
      </p:sp>
      <p:sp>
        <p:nvSpPr>
          <p:cNvPr id="8" name="PPAGENT_QA|within=text-program-record|role=body-0">
            <a:extLst xmlns:a="http://schemas.openxmlformats.org/drawingml/2006/main">
              <a:ext uri="{FF2B5EF4-FFF2-40B4-BE49-F238E27FC236}">
                <a16:creationId xmlns:a16="http://schemas.microsoft.com/office/drawing/2014/main" id="{9A9AF5B2-F22C-415F-A433-F2283909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两类记录均供项目成员查阅，外发前需负责人确认。</a:t>
            </a:r>
          </a:p>
        </p:txBody>
      </p:sp>
      <p:sp>
        <p:nvSpPr>
          <p:cNvPr id="9" name="PPAGENT_QA|within=text-program-record|role=body-1">
            <a:extLst xmlns:a="http://schemas.openxmlformats.org/drawingml/2006/main">
              <a:ext uri="{FF2B5EF4-FFF2-40B4-BE49-F238E27FC236}">
                <a16:creationId xmlns:a16="http://schemas.microsoft.com/office/drawing/2014/main" id="{09222091-52E7-48C5-8D64-DA3E9765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6225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一 版本记录</a:t>
            </a:r>
          </a:p>
        </p:txBody>
      </p:sp>
      <p:sp>
        <p:nvSpPr>
          <p:cNvPr id="10" name="PPAGENT_QA|within=text-program-record|role=body-2">
            <a:extLst xmlns:a="http://schemas.openxmlformats.org/drawingml/2006/main">
              <a:ext uri="{FF2B5EF4-FFF2-40B4-BE49-F238E27FC236}">
                <a16:creationId xmlns:a16="http://schemas.microsoft.com/office/drawing/2014/main" id="{62CD9177-0E91-4E4D-8946-D1D4CBA4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83243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记录文档版本、修改内容和修改人，保留此前版本供追溯。</a:t>
            </a:r>
          </a:p>
        </p:txBody>
      </p:sp>
      <p:sp>
        <p:nvSpPr>
          <p:cNvPr id="11" name="PPAGENT_QA|within=text-program-record|role=body-3">
            <a:extLst xmlns:a="http://schemas.openxmlformats.org/drawingml/2006/main">
              <a:ext uri="{FF2B5EF4-FFF2-40B4-BE49-F238E27FC236}">
                <a16:creationId xmlns:a16="http://schemas.microsoft.com/office/drawing/2014/main" id="{C5AF8869-58DA-4090-8FC3-BDFEC422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7665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二 问题记录</a:t>
            </a:r>
          </a:p>
        </p:txBody>
      </p:sp>
      <p:sp>
        <p:nvSpPr>
          <p:cNvPr id="12" name="PPAGENT_QA|within=text-program-record|role=body-4">
            <a:extLst xmlns:a="http://schemas.openxmlformats.org/drawingml/2006/main">
              <a:ext uri="{FF2B5EF4-FFF2-40B4-BE49-F238E27FC236}">
                <a16:creationId xmlns:a16="http://schemas.microsoft.com/office/drawing/2014/main" id="{25407C3A-E2DD-441E-A191-D665FB4E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97643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记录问题现象、处理意见和处理状态。尚未核实的问题应标为待核实。</a:t>
            </a:r>
          </a:p>
        </p:txBody>
      </p:sp>
    </p:spTree>
    <p:extLst>
      <p:ext uri="{BB962C8B-B14F-4D97-AF65-F5344CB8AC3E}">
        <p14:creationId xmlns:p14="http://schemas.microsoft.com/office/powerpoint/2010/main" val="327210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2026-09-28T23:27:04.5530000Z</dcterms:created>
  <dcterms:modified xsi:type="dcterms:W3CDTF">2026-09-28T23:27:04.5530000Z</dcterms:modified>
</coreProperties>
</file>