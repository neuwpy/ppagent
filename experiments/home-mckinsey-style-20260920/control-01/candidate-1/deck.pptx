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a38cf250674a95" /><Relationship Type="http://schemas.openxmlformats.org/officeDocument/2006/relationships/extended-properties" Target="/docProps/app.xml" Id="Ra7216c9cc4494b26" /><Relationship Type="http://schemas.openxmlformats.org/officeDocument/2006/relationships/officeDocument" Target="/ppt/presentation.xml" Id="R1b8e1b47385c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93beb31a14e82"/>
    <p:sldMasterId xmlns:r="http://schemas.openxmlformats.org/officeDocument/2006/relationships" id="2147483660" r:id="Rf31993a99d1e41c2"/>
    <p:sldMasterId xmlns:r="http://schemas.openxmlformats.org/officeDocument/2006/relationships" id="2147483663" r:id="R5524f1d4e8414c8d"/>
  </p:sldMasterIdLst>
  <p:notesMasterIdLst>
    <p:notesMasterId xmlns:r="http://schemas.openxmlformats.org/officeDocument/2006/relationships" r:id="Rcf2ac09eca8d4576"/>
  </p:notesMasterIdLst>
  <p:sldIdLst>
    <p:sldId xmlns:r="http://schemas.openxmlformats.org/officeDocument/2006/relationships" id="256" r:id="Rdb2807c86f74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2f1c0e67e427b" /><Relationship Type="http://schemas.openxmlformats.org/officeDocument/2006/relationships/slideMaster" Target="/ppt/slideMasters/slideMaster1.xml" Id="Rac693beb31a14e82" /><Relationship Type="http://schemas.openxmlformats.org/officeDocument/2006/relationships/slideMaster" Target="/ppt/slideMasters/slideMaster2.xml" Id="Rf31993a99d1e41c2" /><Relationship Type="http://schemas.openxmlformats.org/officeDocument/2006/relationships/slideMaster" Target="/ppt/slideMasters/slideMaster3.xml" Id="R5524f1d4e8414c8d" /><Relationship Type="http://schemas.openxmlformats.org/officeDocument/2006/relationships/notesMaster" Target="/ppt/notesMasters/notesMaster1.xml" Id="Rcf2ac09eca8d4576" /><Relationship Type="http://schemas.openxmlformats.org/officeDocument/2006/relationships/presProps" Target="/ppt/presProps.xml" Id="R8880058b750a4003" /><Relationship Type="http://schemas.openxmlformats.org/officeDocument/2006/relationships/viewProps" Target="/ppt/viewProps.xml" Id="R35109d8b883a42aa" /><Relationship Type="http://schemas.openxmlformats.org/officeDocument/2006/relationships/tableStyles" Target="/ppt/tableStyles.xml" Id="Rde572a5358144a27" /><Relationship Type="http://schemas.openxmlformats.org/officeDocument/2006/relationships/slide" Target="/ppt/slides/slide1.xml" Id="Rdb2807c86f74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930e7f0d647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a77f7e9d643ca" /><Relationship Type="http://schemas.openxmlformats.org/officeDocument/2006/relationships/notesMaster" Target="/ppt/notesMasters/notesMaster1.xml" Id="R422c29f37733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1be7e1f084178" /><Relationship Type="http://schemas.openxmlformats.org/officeDocument/2006/relationships/image" Target="/ppt/media/image.jpeg" Id="Rbb4bd67bae344767" /><Relationship Type="http://schemas.openxmlformats.org/officeDocument/2006/relationships/image" Target="/ppt/media/image.png" Id="R0b008b930d16402d" /><Relationship Type="http://schemas.openxmlformats.org/officeDocument/2006/relationships/image" Target="/ppt/media/image2.png" Id="Rb9ee379d56e3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468fe9e1e4e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4149881f0413a" /><Relationship Type="http://schemas.openxmlformats.org/officeDocument/2006/relationships/image" Target="/ppt/media/image3.png" Id="R3bb6ab14b55d49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eb57c8de34ae1" /><Relationship Type="http://schemas.openxmlformats.org/officeDocument/2006/relationships/image" Target="/ppt/media/image4.png" Id="R64258347288649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ff5035f094c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4ff9e322846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719a5e6f94d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7cd35a34f4e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3c84a726745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e9b70a34042f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06f819f9444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209c0799ce410f" /><Relationship Type="http://schemas.openxmlformats.org/officeDocument/2006/relationships/image" Target="/ppt/media/image5.png" Id="Rdc077944a1094e6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91b32b2f434fb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2c6a122e5a44f10" /><Relationship Type="http://schemas.openxmlformats.org/officeDocument/2006/relationships/image" Target="/ppt/media/image5.png" Id="R1f6bbd3298eb44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1e5b8b86d1438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bd67bae34476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08b930d16402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e379d56e3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6ab14b55d49e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58347288649b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77944a1094e6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bbd3298eb448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9b43a96b240b8" /><Relationship Type="http://schemas.openxmlformats.org/officeDocument/2006/relationships/slideLayout" Target="/ppt/slideLayouts/slideLayout1.xml" Id="R6128a5a020734f50" /><Relationship Type="http://schemas.openxmlformats.org/officeDocument/2006/relationships/slideLayout" Target="/ppt/slideLayouts/slideLayout2.xml" Id="Ra38578b074f04a88" /><Relationship Type="http://schemas.openxmlformats.org/officeDocument/2006/relationships/slideLayout" Target="/ppt/slideLayouts/slideLayout3.xml" Id="R0fca78f32923461e" /><Relationship Type="http://schemas.openxmlformats.org/officeDocument/2006/relationships/slideLayout" Target="/ppt/slideLayouts/slideLayout4.xml" Id="R13f6fc3e34c745e6" /><Relationship Type="http://schemas.openxmlformats.org/officeDocument/2006/relationships/slideLayout" Target="/ppt/slideLayouts/slideLayout5.xml" Id="R63b79303887e4396" /><Relationship Type="http://schemas.openxmlformats.org/officeDocument/2006/relationships/slideLayout" Target="/ppt/slideLayouts/slideLayout6.xml" Id="R8594c804796b4c35" /><Relationship Type="http://schemas.openxmlformats.org/officeDocument/2006/relationships/slideLayout" Target="/ppt/slideLayouts/slideLayout7.xml" Id="R8a433f91dc374570" /><Relationship Type="http://schemas.openxmlformats.org/officeDocument/2006/relationships/slideLayout" Target="/ppt/slideLayouts/slideLayout8.xml" Id="R84f457f23af048da" /><Relationship Type="http://schemas.openxmlformats.org/officeDocument/2006/relationships/slideLayout" Target="/ppt/slideLayouts/slideLayout9.xml" Id="R3df6c1a229c840f8" /><Relationship Type="http://schemas.openxmlformats.org/officeDocument/2006/relationships/slideLayout" Target="/ppt/slideLayouts/slideLayout10.xml" Id="R40252b8e0c8a460f" /><Relationship Type="http://schemas.openxmlformats.org/officeDocument/2006/relationships/slideLayout" Target="/ppt/slideLayouts/slideLayout11.xml" Id="Re5bc04049586425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45eaef62b1c4111" /><Relationship Type="http://schemas.openxmlformats.org/officeDocument/2006/relationships/slideLayout" Target="/ppt/slideLayouts/slideLayout12.xml" Id="R11bafc5c4fcd4d1a" /><Relationship Type="http://schemas.openxmlformats.org/officeDocument/2006/relationships/slideLayout" Target="/ppt/slideLayouts/slideLayout13.xml" Id="R5163d48ea79a45b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cebf4eddc574d73" /><Relationship Type="http://schemas.openxmlformats.org/officeDocument/2006/relationships/slideLayout" Target="/ppt/slideLayouts/slideLayout14.xml" Id="R2e6ab781f697425c" /><Relationship Type="http://schemas.openxmlformats.org/officeDocument/2006/relationships/slideLayout" Target="/ppt/slideLayouts/slideLayout15.xml" Id="R14573d933ade4c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8a5a020734f50"/>
    <p:sldLayoutId xmlns:r="http://schemas.openxmlformats.org/officeDocument/2006/relationships" id="2147483650" r:id="Ra38578b074f04a88"/>
    <p:sldLayoutId xmlns:r="http://schemas.openxmlformats.org/officeDocument/2006/relationships" id="2147483651" r:id="R0fca78f32923461e"/>
    <p:sldLayoutId xmlns:r="http://schemas.openxmlformats.org/officeDocument/2006/relationships" id="2147483652" r:id="R13f6fc3e34c745e6"/>
    <p:sldLayoutId xmlns:r="http://schemas.openxmlformats.org/officeDocument/2006/relationships" id="2147483653" r:id="R63b79303887e4396"/>
    <p:sldLayoutId xmlns:r="http://schemas.openxmlformats.org/officeDocument/2006/relationships" id="2147483654" r:id="R8594c804796b4c35"/>
    <p:sldLayoutId xmlns:r="http://schemas.openxmlformats.org/officeDocument/2006/relationships" id="2147483655" r:id="R8a433f91dc374570"/>
    <p:sldLayoutId xmlns:r="http://schemas.openxmlformats.org/officeDocument/2006/relationships" id="2147483656" r:id="R84f457f23af048da"/>
    <p:sldLayoutId xmlns:r="http://schemas.openxmlformats.org/officeDocument/2006/relationships" id="2147483657" r:id="R3df6c1a229c840f8"/>
    <p:sldLayoutId xmlns:r="http://schemas.openxmlformats.org/officeDocument/2006/relationships" id="2147483658" r:id="R40252b8e0c8a460f"/>
    <p:sldLayoutId xmlns:r="http://schemas.openxmlformats.org/officeDocument/2006/relationships" id="2147483659" r:id="Re5bc04049586425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1bafc5c4fcd4d1a"/>
    <p:sldLayoutId xmlns:r="http://schemas.openxmlformats.org/officeDocument/2006/relationships" id="2147483662" r:id="R5163d48ea79a45b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e6ab781f697425c"/>
    <p:sldLayoutId xmlns:r="http://schemas.openxmlformats.org/officeDocument/2006/relationships" id="2147483665" r:id="R14573d933ade4cf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20490424304238" /><Relationship Type="http://schemas.openxmlformats.org/officeDocument/2006/relationships/notesSlide" Target="/ppt/notesSlides/notesSlide1.xml" Id="R8713fe494c654d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34F635DB-5621-4F79-894F-17F2735E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06E17-879B-4D2F-9565-EF50376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E8ABB540-76CE-4AA3-8ED0-7FFB707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960BD5EA-3E9C-4615-90CE-9021B65E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6F495829-70C1-4B81-ABD3-B76C836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060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CA4C4F2C-04A8-4BF8-9179-5D65F2A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05733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0"/>
                </a:moveTo>
                <a:lnTo>
                  <a:pt x="28135" y="905"/>
                </a:lnTo>
                <a:lnTo>
                  <a:pt x="55926" y="3569"/>
                </a:lnTo>
                <a:lnTo>
                  <a:pt x="83382" y="7916"/>
                </a:lnTo>
                <a:lnTo>
                  <a:pt x="110514" y="13869"/>
                </a:lnTo>
                <a:lnTo>
                  <a:pt x="137332" y="21351"/>
                </a:lnTo>
                <a:lnTo>
                  <a:pt x="163845" y="30287"/>
                </a:lnTo>
                <a:lnTo>
                  <a:pt x="190063" y="40599"/>
                </a:lnTo>
                <a:lnTo>
                  <a:pt x="215996" y="52211"/>
                </a:lnTo>
                <a:lnTo>
                  <a:pt x="241653" y="65047"/>
                </a:lnTo>
                <a:lnTo>
                  <a:pt x="267046" y="79030"/>
                </a:lnTo>
                <a:lnTo>
                  <a:pt x="292182" y="94085"/>
                </a:lnTo>
                <a:lnTo>
                  <a:pt x="317073" y="110133"/>
                </a:lnTo>
                <a:lnTo>
                  <a:pt x="341728" y="127099"/>
                </a:lnTo>
                <a:lnTo>
                  <a:pt x="366157" y="144906"/>
                </a:lnTo>
                <a:lnTo>
                  <a:pt x="390370" y="163478"/>
                </a:lnTo>
                <a:lnTo>
                  <a:pt x="414376" y="182739"/>
                </a:lnTo>
                <a:lnTo>
                  <a:pt x="438186" y="202611"/>
                </a:lnTo>
                <a:lnTo>
                  <a:pt x="461809" y="223019"/>
                </a:lnTo>
                <a:lnTo>
                  <a:pt x="485255" y="243886"/>
                </a:lnTo>
                <a:lnTo>
                  <a:pt x="508534" y="265135"/>
                </a:lnTo>
                <a:lnTo>
                  <a:pt x="531655" y="286689"/>
                </a:lnTo>
                <a:lnTo>
                  <a:pt x="554629" y="308474"/>
                </a:lnTo>
                <a:lnTo>
                  <a:pt x="577466" y="330411"/>
                </a:lnTo>
                <a:lnTo>
                  <a:pt x="600174" y="352425"/>
                </a:lnTo>
                <a:lnTo>
                  <a:pt x="622765" y="374439"/>
                </a:lnTo>
                <a:lnTo>
                  <a:pt x="645248" y="396376"/>
                </a:lnTo>
                <a:lnTo>
                  <a:pt x="667632" y="418161"/>
                </a:lnTo>
                <a:lnTo>
                  <a:pt x="689928" y="439715"/>
                </a:lnTo>
                <a:lnTo>
                  <a:pt x="712145" y="460964"/>
                </a:lnTo>
                <a:lnTo>
                  <a:pt x="734294" y="481831"/>
                </a:lnTo>
                <a:lnTo>
                  <a:pt x="756383" y="502239"/>
                </a:lnTo>
                <a:lnTo>
                  <a:pt x="778423" y="522111"/>
                </a:lnTo>
                <a:lnTo>
                  <a:pt x="800424" y="541372"/>
                </a:lnTo>
                <a:lnTo>
                  <a:pt x="822396" y="559944"/>
                </a:lnTo>
                <a:lnTo>
                  <a:pt x="844348" y="577751"/>
                </a:lnTo>
                <a:lnTo>
                  <a:pt x="866289" y="594717"/>
                </a:lnTo>
                <a:lnTo>
                  <a:pt x="888231" y="610765"/>
                </a:lnTo>
                <a:lnTo>
                  <a:pt x="910183" y="625820"/>
                </a:lnTo>
                <a:lnTo>
                  <a:pt x="932155" y="639803"/>
                </a:lnTo>
                <a:lnTo>
                  <a:pt x="954156" y="652639"/>
                </a:lnTo>
                <a:lnTo>
                  <a:pt x="976196" y="664251"/>
                </a:lnTo>
                <a:lnTo>
                  <a:pt x="998285" y="674563"/>
                </a:lnTo>
                <a:lnTo>
                  <a:pt x="1020434" y="683499"/>
                </a:lnTo>
                <a:lnTo>
                  <a:pt x="1042651" y="690981"/>
                </a:lnTo>
                <a:lnTo>
                  <a:pt x="1064947" y="696934"/>
                </a:lnTo>
                <a:lnTo>
                  <a:pt x="1087331" y="701281"/>
                </a:lnTo>
                <a:lnTo>
                  <a:pt x="1109814" y="703945"/>
                </a:lnTo>
                <a:lnTo>
                  <a:pt x="113240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AE7103CC-B1CE-4676-BB77-3DAFEF7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9525"/>
          </a:xfrm>
          <a:custGeom xmlns:a="http://schemas.openxmlformats.org/drawingml/2006/main">
            <a:pathLst>
              <a:path w="1132405" h="9525">
                <a:moveTo>
                  <a:pt x="0" y="0"/>
                </a:moveTo>
                <a:lnTo>
                  <a:pt x="28135" y="0"/>
                </a:lnTo>
                <a:lnTo>
                  <a:pt x="55926" y="0"/>
                </a:lnTo>
                <a:lnTo>
                  <a:pt x="83382" y="0"/>
                </a:lnTo>
                <a:lnTo>
                  <a:pt x="110514" y="0"/>
                </a:lnTo>
                <a:lnTo>
                  <a:pt x="137332" y="0"/>
                </a:lnTo>
                <a:lnTo>
                  <a:pt x="163845" y="0"/>
                </a:lnTo>
                <a:lnTo>
                  <a:pt x="190063" y="0"/>
                </a:lnTo>
                <a:lnTo>
                  <a:pt x="215996" y="0"/>
                </a:lnTo>
                <a:lnTo>
                  <a:pt x="241653" y="0"/>
                </a:lnTo>
                <a:lnTo>
                  <a:pt x="267046" y="0"/>
                </a:lnTo>
                <a:lnTo>
                  <a:pt x="292182" y="0"/>
                </a:lnTo>
                <a:lnTo>
                  <a:pt x="317073" y="0"/>
                </a:lnTo>
                <a:lnTo>
                  <a:pt x="341728" y="0"/>
                </a:lnTo>
                <a:lnTo>
                  <a:pt x="366157" y="0"/>
                </a:lnTo>
                <a:lnTo>
                  <a:pt x="390370" y="0"/>
                </a:lnTo>
                <a:lnTo>
                  <a:pt x="414376" y="0"/>
                </a:lnTo>
                <a:lnTo>
                  <a:pt x="438186" y="0"/>
                </a:lnTo>
                <a:lnTo>
                  <a:pt x="461809" y="0"/>
                </a:lnTo>
                <a:lnTo>
                  <a:pt x="485255" y="0"/>
                </a:lnTo>
                <a:lnTo>
                  <a:pt x="508534" y="0"/>
                </a:lnTo>
                <a:lnTo>
                  <a:pt x="531655" y="0"/>
                </a:lnTo>
                <a:lnTo>
                  <a:pt x="554629" y="0"/>
                </a:lnTo>
                <a:lnTo>
                  <a:pt x="577466" y="0"/>
                </a:lnTo>
                <a:lnTo>
                  <a:pt x="600174" y="0"/>
                </a:lnTo>
                <a:lnTo>
                  <a:pt x="622765" y="0"/>
                </a:lnTo>
                <a:lnTo>
                  <a:pt x="645248" y="0"/>
                </a:lnTo>
                <a:lnTo>
                  <a:pt x="667632" y="0"/>
                </a:lnTo>
                <a:lnTo>
                  <a:pt x="689928" y="0"/>
                </a:lnTo>
                <a:lnTo>
                  <a:pt x="712145" y="0"/>
                </a:lnTo>
                <a:lnTo>
                  <a:pt x="734294" y="0"/>
                </a:lnTo>
                <a:lnTo>
                  <a:pt x="756383" y="0"/>
                </a:lnTo>
                <a:lnTo>
                  <a:pt x="778423" y="0"/>
                </a:lnTo>
                <a:lnTo>
                  <a:pt x="800424" y="0"/>
                </a:lnTo>
                <a:lnTo>
                  <a:pt x="822396" y="0"/>
                </a:lnTo>
                <a:lnTo>
                  <a:pt x="844348" y="0"/>
                </a:lnTo>
                <a:lnTo>
                  <a:pt x="866289" y="0"/>
                </a:lnTo>
                <a:lnTo>
                  <a:pt x="888231" y="0"/>
                </a:lnTo>
                <a:lnTo>
                  <a:pt x="910183" y="0"/>
                </a:lnTo>
                <a:lnTo>
                  <a:pt x="932155" y="0"/>
                </a:lnTo>
                <a:lnTo>
                  <a:pt x="954156" y="0"/>
                </a:lnTo>
                <a:lnTo>
                  <a:pt x="976196" y="0"/>
                </a:lnTo>
                <a:lnTo>
                  <a:pt x="998285" y="0"/>
                </a:lnTo>
                <a:lnTo>
                  <a:pt x="1020434" y="0"/>
                </a:lnTo>
                <a:lnTo>
                  <a:pt x="1042651" y="0"/>
                </a:lnTo>
                <a:lnTo>
                  <a:pt x="1064947" y="0"/>
                </a:lnTo>
                <a:lnTo>
                  <a:pt x="1087331" y="0"/>
                </a:lnTo>
                <a:lnTo>
                  <a:pt x="1109814" y="0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FD5734A0-3509-4F8D-85AE-952E48E0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704850"/>
                </a:moveTo>
                <a:lnTo>
                  <a:pt x="28135" y="703945"/>
                </a:lnTo>
                <a:lnTo>
                  <a:pt x="55926" y="701281"/>
                </a:lnTo>
                <a:lnTo>
                  <a:pt x="83382" y="696934"/>
                </a:lnTo>
                <a:lnTo>
                  <a:pt x="110514" y="690981"/>
                </a:lnTo>
                <a:lnTo>
                  <a:pt x="137332" y="683499"/>
                </a:lnTo>
                <a:lnTo>
                  <a:pt x="163845" y="674563"/>
                </a:lnTo>
                <a:lnTo>
                  <a:pt x="190063" y="664251"/>
                </a:lnTo>
                <a:lnTo>
                  <a:pt x="215996" y="652639"/>
                </a:lnTo>
                <a:lnTo>
                  <a:pt x="241653" y="639803"/>
                </a:lnTo>
                <a:lnTo>
                  <a:pt x="267046" y="625820"/>
                </a:lnTo>
                <a:lnTo>
                  <a:pt x="292182" y="610765"/>
                </a:lnTo>
                <a:lnTo>
                  <a:pt x="317073" y="594717"/>
                </a:lnTo>
                <a:lnTo>
                  <a:pt x="341728" y="577751"/>
                </a:lnTo>
                <a:lnTo>
                  <a:pt x="366157" y="559944"/>
                </a:lnTo>
                <a:lnTo>
                  <a:pt x="390370" y="541372"/>
                </a:lnTo>
                <a:lnTo>
                  <a:pt x="414376" y="522111"/>
                </a:lnTo>
                <a:lnTo>
                  <a:pt x="438186" y="502239"/>
                </a:lnTo>
                <a:lnTo>
                  <a:pt x="461809" y="481831"/>
                </a:lnTo>
                <a:lnTo>
                  <a:pt x="485255" y="460964"/>
                </a:lnTo>
                <a:lnTo>
                  <a:pt x="508534" y="439715"/>
                </a:lnTo>
                <a:lnTo>
                  <a:pt x="531655" y="418161"/>
                </a:lnTo>
                <a:lnTo>
                  <a:pt x="554629" y="396376"/>
                </a:lnTo>
                <a:lnTo>
                  <a:pt x="577466" y="374439"/>
                </a:lnTo>
                <a:lnTo>
                  <a:pt x="600174" y="352425"/>
                </a:lnTo>
                <a:lnTo>
                  <a:pt x="622765" y="330411"/>
                </a:lnTo>
                <a:lnTo>
                  <a:pt x="645248" y="308474"/>
                </a:lnTo>
                <a:lnTo>
                  <a:pt x="667632" y="286689"/>
                </a:lnTo>
                <a:lnTo>
                  <a:pt x="689928" y="265135"/>
                </a:lnTo>
                <a:lnTo>
                  <a:pt x="712145" y="243886"/>
                </a:lnTo>
                <a:lnTo>
                  <a:pt x="734294" y="223019"/>
                </a:lnTo>
                <a:lnTo>
                  <a:pt x="756383" y="202611"/>
                </a:lnTo>
                <a:lnTo>
                  <a:pt x="778423" y="182739"/>
                </a:lnTo>
                <a:lnTo>
                  <a:pt x="800424" y="163478"/>
                </a:lnTo>
                <a:lnTo>
                  <a:pt x="822396" y="144906"/>
                </a:lnTo>
                <a:lnTo>
                  <a:pt x="844348" y="127099"/>
                </a:lnTo>
                <a:lnTo>
                  <a:pt x="866289" y="110133"/>
                </a:lnTo>
                <a:lnTo>
                  <a:pt x="888231" y="94085"/>
                </a:lnTo>
                <a:lnTo>
                  <a:pt x="910183" y="79030"/>
                </a:lnTo>
                <a:lnTo>
                  <a:pt x="932155" y="65047"/>
                </a:lnTo>
                <a:lnTo>
                  <a:pt x="954156" y="52211"/>
                </a:lnTo>
                <a:lnTo>
                  <a:pt x="976196" y="40599"/>
                </a:lnTo>
                <a:lnTo>
                  <a:pt x="998285" y="30287"/>
                </a:lnTo>
                <a:lnTo>
                  <a:pt x="1020434" y="21351"/>
                </a:lnTo>
                <a:lnTo>
                  <a:pt x="1042651" y="13869"/>
                </a:lnTo>
                <a:lnTo>
                  <a:pt x="1064947" y="7916"/>
                </a:lnTo>
                <a:lnTo>
                  <a:pt x="1087331" y="3569"/>
                </a:lnTo>
                <a:lnTo>
                  <a:pt x="1109814" y="905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299F13E8-1254-46CA-85EB-24F3B65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4453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5072CD30-2198-4528-8009-7530F27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0168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12707DFD-6F2D-4CED-A845-A62B87B9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20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2D3509E0-0E59-4A2F-8AAC-E9811DC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5733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CD0D0369-E95E-4649-893C-96FBEA6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4938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056C0DC1-DF68-4C8D-8AE4-42C53B3A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0653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9FC0E838-C3E2-4B89-859D-FD1CB6BF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55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F6441353-65C9-42CC-90E3-B526CAE8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18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99091844-A7F3-4F05-9873-FD5FD3F8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435"/>
            <a:ext cx="2361184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CE278179-37B8-411F-9E1A-1C9FB353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9558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08926ACB-0767-4FC5-9102-8CBBAD3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8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86C9077E-0B50-4C1C-A0BE-FF0B89A4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4" y="3285935"/>
            <a:ext cx="132515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7D41004E-B0F3-45D9-A2E6-6837CB5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525584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937B548D-7950-4F67-B529-FC0DC90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762185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6209D9-7B9A-4A02-96E0-37F67CF4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76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EFD02961-5AE6-4948-B5E1-9BB70F4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1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BAEA6269-1AC0-423A-B992-28138E0D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635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7C9F9F79-FD64-440A-9771-E289DEEE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934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2017年巡视整改取得一定成效，也暴露人力条线基础管理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B676B2CB-D0E1-490F-847A-9270C20F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6699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薄弱：认识待提升、作风待转变、能力待增强、协同待深化。</a:t>
            </a:r>
          </a:p>
        </p:txBody>
      </p:sp>
      <p:sp>
        <p:nvSpPr>
          <p:cNvPr id="42" name="insights-0">
            <a:extLst xmlns:a="http://schemas.openxmlformats.org/drawingml/2006/main">
              <a:ext uri="{FF2B5EF4-FFF2-40B4-BE49-F238E27FC236}">
                <a16:creationId xmlns:a16="http://schemas.microsoft.com/office/drawing/2014/main" id="{0DD8E394-777D-4602-9B4E-D35BFF9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24E0EF-E7C2-4ED8-B226-FFD2CA2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4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DE184F5F-9705-4022-AF8F-23DFB9A0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DF7AF469-795C-44C3-830F-0C33589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038350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4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936EF520-472D-473A-88E6-770A8A2A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38106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47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42F5E1C8-A54B-4742-8D9C-7B2A7EC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62871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BDD5F3-7E58-4954-BC24-DB5F255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9066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BDB33AE4-B5A6-426E-A155-C0BF4F71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4151CDD6-1376-4408-87BB-8949DB2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133535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3FB82D24-8DFD-4F33-9071-FF76445C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476244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871F7F-C2B1-4513-9A1C-E632EC1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838194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0D33C8A5-3CB8-478A-A585-1E4DF3F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99059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ADC7136F-B4EA-4887-8ED5-0B19CC07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981069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5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42B9341F-735F-4A2C-A20F-32AB222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32377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5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2BABE09B-5E74-41D8-BF1C-DDCF8088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57142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7DED82-78C0-4124-8252-CC820A40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933379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DA396768-FC77-4461-BB88-1CC31801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085779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9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5822155E-DBB2-4762-9215-776F9A0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076254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0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633E0E3C-91A8-420C-8198-C42D465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41896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1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9B7F7E22-902C-4439-AA15-6E98AF9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66661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2026-09-19T20:53:05.4370000Z</dcterms:created>
  <dcterms:modified xsi:type="dcterms:W3CDTF">2026-09-19T20:53:05.4370000Z</dcterms:modified>
</coreProperties>
</file>