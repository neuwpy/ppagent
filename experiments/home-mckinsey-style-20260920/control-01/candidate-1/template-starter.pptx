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bdb5536324fd5" /><Relationship Type="http://schemas.openxmlformats.org/officeDocument/2006/relationships/extended-properties" Target="/docProps/app.xml" Id="R30df27a042b44827" /><Relationship Type="http://schemas.openxmlformats.org/officeDocument/2006/relationships/officeDocument" Target="/ppt/presentation.xml" Id="Rcec9205c84bd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e9d39a39f4b7e"/>
    <p:sldMasterId xmlns:r="http://schemas.openxmlformats.org/officeDocument/2006/relationships" id="2147483660" r:id="R1b2d352c19714cc7"/>
    <p:sldMasterId xmlns:r="http://schemas.openxmlformats.org/officeDocument/2006/relationships" id="2147483663" r:id="R983f01b964294166"/>
  </p:sldMasterIdLst>
  <p:notesMasterIdLst>
    <p:notesMasterId xmlns:r="http://schemas.openxmlformats.org/officeDocument/2006/relationships" r:id="Rc78b0be0c25c4dcb"/>
  </p:notesMasterIdLst>
  <p:sldIdLst>
    <p:sldId xmlns:r="http://schemas.openxmlformats.org/officeDocument/2006/relationships" id="256" r:id="R2e6712b33858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425cca60b4ba2" /><Relationship Type="http://schemas.openxmlformats.org/officeDocument/2006/relationships/slideMaster" Target="/ppt/slideMasters/slideMaster1.xml" Id="R300e9d39a39f4b7e" /><Relationship Type="http://schemas.openxmlformats.org/officeDocument/2006/relationships/slideMaster" Target="/ppt/slideMasters/slideMaster2.xml" Id="R1b2d352c19714cc7" /><Relationship Type="http://schemas.openxmlformats.org/officeDocument/2006/relationships/slideMaster" Target="/ppt/slideMasters/slideMaster3.xml" Id="R983f01b964294166" /><Relationship Type="http://schemas.openxmlformats.org/officeDocument/2006/relationships/notesMaster" Target="/ppt/notesMasters/notesMaster1.xml" Id="Rc78b0be0c25c4dcb" /><Relationship Type="http://schemas.openxmlformats.org/officeDocument/2006/relationships/presProps" Target="/ppt/presProps.xml" Id="Rf164f0b03a144fa8" /><Relationship Type="http://schemas.openxmlformats.org/officeDocument/2006/relationships/viewProps" Target="/ppt/viewProps.xml" Id="R02d1ed29653141e5" /><Relationship Type="http://schemas.openxmlformats.org/officeDocument/2006/relationships/tableStyles" Target="/ppt/tableStyles.xml" Id="Rd146d382885f4751" /><Relationship Type="http://schemas.openxmlformats.org/officeDocument/2006/relationships/slide" Target="/ppt/slides/slide1.xml" Id="R2e6712b33858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5212a28b7cb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1d37898e2440b7" /><Relationship Type="http://schemas.openxmlformats.org/officeDocument/2006/relationships/notesMaster" Target="/ppt/notesMasters/notesMaster1.xml" Id="Re8ea1bd19c9940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a558c57f04fb6" /><Relationship Type="http://schemas.openxmlformats.org/officeDocument/2006/relationships/image" Target="/ppt/media/image.jpeg" Id="Rdc674adc063448bb" /><Relationship Type="http://schemas.openxmlformats.org/officeDocument/2006/relationships/image" Target="/ppt/media/image.png" Id="R941980127ba743ec" /><Relationship Type="http://schemas.openxmlformats.org/officeDocument/2006/relationships/image" Target="/ppt/media/image2.png" Id="R1b4e959af30a48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f593d08db48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a64e7e7374516" /><Relationship Type="http://schemas.openxmlformats.org/officeDocument/2006/relationships/image" Target="/ppt/media/image3.png" Id="R080e509e066f46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ee3e03e1544ba" /><Relationship Type="http://schemas.openxmlformats.org/officeDocument/2006/relationships/image" Target="/ppt/media/image4.png" Id="R0dbd5c18d36842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0b5a5eea045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0212aa7004a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58294b1d442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51cc3c7f941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74a368994499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77dd101084a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7d163891141f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e0ce746cc049b4" /><Relationship Type="http://schemas.openxmlformats.org/officeDocument/2006/relationships/image" Target="/ppt/media/image5.png" Id="R1bfb91b7aa2c42b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55010a862a419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c4471ab305940d2" /><Relationship Type="http://schemas.openxmlformats.org/officeDocument/2006/relationships/image" Target="/ppt/media/image5.png" Id="Rdb0cef808eea46a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560019d5a9400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74adc063448b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980127ba743e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e959af30a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e509e066f46b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d5c18d368423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b91b7aa2c42b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cef808eea46a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24e82323942d7" /><Relationship Type="http://schemas.openxmlformats.org/officeDocument/2006/relationships/slideLayout" Target="/ppt/slideLayouts/slideLayout1.xml" Id="Rf8d9fa70e240464c" /><Relationship Type="http://schemas.openxmlformats.org/officeDocument/2006/relationships/slideLayout" Target="/ppt/slideLayouts/slideLayout2.xml" Id="R5a5327ed38fe4c78" /><Relationship Type="http://schemas.openxmlformats.org/officeDocument/2006/relationships/slideLayout" Target="/ppt/slideLayouts/slideLayout3.xml" Id="Rd851af74addf4e2f" /><Relationship Type="http://schemas.openxmlformats.org/officeDocument/2006/relationships/slideLayout" Target="/ppt/slideLayouts/slideLayout4.xml" Id="R1b93e0fe07f342bc" /><Relationship Type="http://schemas.openxmlformats.org/officeDocument/2006/relationships/slideLayout" Target="/ppt/slideLayouts/slideLayout5.xml" Id="R846cc4bc26174464" /><Relationship Type="http://schemas.openxmlformats.org/officeDocument/2006/relationships/slideLayout" Target="/ppt/slideLayouts/slideLayout6.xml" Id="R632b9385f61642ed" /><Relationship Type="http://schemas.openxmlformats.org/officeDocument/2006/relationships/slideLayout" Target="/ppt/slideLayouts/slideLayout7.xml" Id="Rd38d99b119cc45b5" /><Relationship Type="http://schemas.openxmlformats.org/officeDocument/2006/relationships/slideLayout" Target="/ppt/slideLayouts/slideLayout8.xml" Id="Ra1e221b58c0d4aed" /><Relationship Type="http://schemas.openxmlformats.org/officeDocument/2006/relationships/slideLayout" Target="/ppt/slideLayouts/slideLayout9.xml" Id="Raa8050c441274596" /><Relationship Type="http://schemas.openxmlformats.org/officeDocument/2006/relationships/slideLayout" Target="/ppt/slideLayouts/slideLayout10.xml" Id="R5d260b82ea6740ab" /><Relationship Type="http://schemas.openxmlformats.org/officeDocument/2006/relationships/slideLayout" Target="/ppt/slideLayouts/slideLayout11.xml" Id="Rdbd34c15420c4a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3371ef1a751494a" /><Relationship Type="http://schemas.openxmlformats.org/officeDocument/2006/relationships/slideLayout" Target="/ppt/slideLayouts/slideLayout12.xml" Id="R1f9e17317b924f93" /><Relationship Type="http://schemas.openxmlformats.org/officeDocument/2006/relationships/slideLayout" Target="/ppt/slideLayouts/slideLayout13.xml" Id="R4d2fce9c7d68427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90e0a4bb6f24c49" /><Relationship Type="http://schemas.openxmlformats.org/officeDocument/2006/relationships/slideLayout" Target="/ppt/slideLayouts/slideLayout14.xml" Id="Reda4aaffb5364603" /><Relationship Type="http://schemas.openxmlformats.org/officeDocument/2006/relationships/slideLayout" Target="/ppt/slideLayouts/slideLayout15.xml" Id="R430200c9ba7046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d9fa70e240464c"/>
    <p:sldLayoutId xmlns:r="http://schemas.openxmlformats.org/officeDocument/2006/relationships" id="2147483650" r:id="R5a5327ed38fe4c78"/>
    <p:sldLayoutId xmlns:r="http://schemas.openxmlformats.org/officeDocument/2006/relationships" id="2147483651" r:id="Rd851af74addf4e2f"/>
    <p:sldLayoutId xmlns:r="http://schemas.openxmlformats.org/officeDocument/2006/relationships" id="2147483652" r:id="R1b93e0fe07f342bc"/>
    <p:sldLayoutId xmlns:r="http://schemas.openxmlformats.org/officeDocument/2006/relationships" id="2147483653" r:id="R846cc4bc26174464"/>
    <p:sldLayoutId xmlns:r="http://schemas.openxmlformats.org/officeDocument/2006/relationships" id="2147483654" r:id="R632b9385f61642ed"/>
    <p:sldLayoutId xmlns:r="http://schemas.openxmlformats.org/officeDocument/2006/relationships" id="2147483655" r:id="Rd38d99b119cc45b5"/>
    <p:sldLayoutId xmlns:r="http://schemas.openxmlformats.org/officeDocument/2006/relationships" id="2147483656" r:id="Ra1e221b58c0d4aed"/>
    <p:sldLayoutId xmlns:r="http://schemas.openxmlformats.org/officeDocument/2006/relationships" id="2147483657" r:id="Raa8050c441274596"/>
    <p:sldLayoutId xmlns:r="http://schemas.openxmlformats.org/officeDocument/2006/relationships" id="2147483658" r:id="R5d260b82ea6740ab"/>
    <p:sldLayoutId xmlns:r="http://schemas.openxmlformats.org/officeDocument/2006/relationships" id="2147483659" r:id="Rdbd34c15420c4a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f9e17317b924f93"/>
    <p:sldLayoutId xmlns:r="http://schemas.openxmlformats.org/officeDocument/2006/relationships" id="2147483662" r:id="R4d2fce9c7d68427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da4aaffb5364603"/>
    <p:sldLayoutId xmlns:r="http://schemas.openxmlformats.org/officeDocument/2006/relationships" id="2147483665" r:id="R430200c9ba70465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27e6d4d0714a38" /><Relationship Type="http://schemas.openxmlformats.org/officeDocument/2006/relationships/image" Target="/ppt/media/image6.png" Id="Rae6c4c26ca954f41" /><Relationship Type="http://schemas.openxmlformats.org/officeDocument/2006/relationships/notesSlide" Target="/ppt/notesSlides/notesSlide1.xml" Id="R227886e7b33444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c4c26ca95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2026-09-19T20:53:04.3690000Z</dcterms:created>
  <dcterms:modified xsi:type="dcterms:W3CDTF">2026-09-19T20:53:04.3690000Z</dcterms:modified>
</coreProperties>
</file>