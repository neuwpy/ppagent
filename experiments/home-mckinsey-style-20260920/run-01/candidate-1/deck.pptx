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bbc5c60c974eca" /><Relationship Type="http://schemas.openxmlformats.org/officeDocument/2006/relationships/extended-properties" Target="/docProps/app.xml" Id="Re679515576574125" /><Relationship Type="http://schemas.openxmlformats.org/officeDocument/2006/relationships/officeDocument" Target="/ppt/presentation.xml" Id="R15b121d7e1ac41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469a0aa3e444ae"/>
    <p:sldMasterId xmlns:r="http://schemas.openxmlformats.org/officeDocument/2006/relationships" id="2147483660" r:id="Rbac38a9bc9c247ed"/>
    <p:sldMasterId xmlns:r="http://schemas.openxmlformats.org/officeDocument/2006/relationships" id="2147483663" r:id="R42fce3d54fbc45de"/>
  </p:sldMasterIdLst>
  <p:notesMasterIdLst>
    <p:notesMasterId xmlns:r="http://schemas.openxmlformats.org/officeDocument/2006/relationships" r:id="Rce7bba0823fe4bbe"/>
  </p:notesMasterIdLst>
  <p:sldIdLst>
    <p:sldId xmlns:r="http://schemas.openxmlformats.org/officeDocument/2006/relationships" id="256" r:id="Rdc5b27f8657f4d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431dfd5cbb425c" /><Relationship Type="http://schemas.openxmlformats.org/officeDocument/2006/relationships/slideMaster" Target="/ppt/slideMasters/slideMaster1.xml" Id="R54469a0aa3e444ae" /><Relationship Type="http://schemas.openxmlformats.org/officeDocument/2006/relationships/slideMaster" Target="/ppt/slideMasters/slideMaster2.xml" Id="Rbac38a9bc9c247ed" /><Relationship Type="http://schemas.openxmlformats.org/officeDocument/2006/relationships/slideMaster" Target="/ppt/slideMasters/slideMaster3.xml" Id="R42fce3d54fbc45de" /><Relationship Type="http://schemas.openxmlformats.org/officeDocument/2006/relationships/notesMaster" Target="/ppt/notesMasters/notesMaster1.xml" Id="Rce7bba0823fe4bbe" /><Relationship Type="http://schemas.openxmlformats.org/officeDocument/2006/relationships/presProps" Target="/ppt/presProps.xml" Id="Rcf902f6bba56488b" /><Relationship Type="http://schemas.openxmlformats.org/officeDocument/2006/relationships/viewProps" Target="/ppt/viewProps.xml" Id="R646f6aa8c10d432b" /><Relationship Type="http://schemas.openxmlformats.org/officeDocument/2006/relationships/tableStyles" Target="/ppt/tableStyles.xml" Id="Raec3d3a969684e6a" /><Relationship Type="http://schemas.openxmlformats.org/officeDocument/2006/relationships/slide" Target="/ppt/slides/slide1.xml" Id="Rdc5b27f8657f4d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5895544e31544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74e9174439453e" /><Relationship Type="http://schemas.openxmlformats.org/officeDocument/2006/relationships/notesMaster" Target="/ppt/notesMasters/notesMaster1.xml" Id="R37727a9ed6da44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d684175fd48ad" /><Relationship Type="http://schemas.openxmlformats.org/officeDocument/2006/relationships/image" Target="/ppt/media/image.jpeg" Id="Ree63dfe04b8c439a" /><Relationship Type="http://schemas.openxmlformats.org/officeDocument/2006/relationships/image" Target="/ppt/media/image.png" Id="Rdc369611f3894adf" /><Relationship Type="http://schemas.openxmlformats.org/officeDocument/2006/relationships/image" Target="/ppt/media/image2.png" Id="R201c91f076f74c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2c881409f40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e9e560d4e411c" /><Relationship Type="http://schemas.openxmlformats.org/officeDocument/2006/relationships/image" Target="/ppt/media/image3.png" Id="Rf0c7a55bb5cb4e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c7a6d622d46c4" /><Relationship Type="http://schemas.openxmlformats.org/officeDocument/2006/relationships/image" Target="/ppt/media/image4.png" Id="R4f32721301344b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245e5b36a44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a730e9a3b454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b8039cb58448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3d38c4283409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7f48f64464da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e8377dc2044b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b1bb69d20445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f6a12ca1df41df" /><Relationship Type="http://schemas.openxmlformats.org/officeDocument/2006/relationships/image" Target="/ppt/media/image5.png" Id="R2e7e358e2152485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b6eef5d171416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5be4c0dc7be4a4b" /><Relationship Type="http://schemas.openxmlformats.org/officeDocument/2006/relationships/image" Target="/ppt/media/image5.png" Id="R2635507851f6406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13dc84228d8440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3dfe04b8c439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69611f3894adf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c91f076f74c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7a55bb5cb4ea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2721301344b8f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e358e2152485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5507851f6406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f4d6966d594115" /><Relationship Type="http://schemas.openxmlformats.org/officeDocument/2006/relationships/slideLayout" Target="/ppt/slideLayouts/slideLayout1.xml" Id="Rf60b10c676564bdf" /><Relationship Type="http://schemas.openxmlformats.org/officeDocument/2006/relationships/slideLayout" Target="/ppt/slideLayouts/slideLayout2.xml" Id="R336ee8ca680c4ce3" /><Relationship Type="http://schemas.openxmlformats.org/officeDocument/2006/relationships/slideLayout" Target="/ppt/slideLayouts/slideLayout3.xml" Id="R954d86ad043642d3" /><Relationship Type="http://schemas.openxmlformats.org/officeDocument/2006/relationships/slideLayout" Target="/ppt/slideLayouts/slideLayout4.xml" Id="Rb1efc14f50864999" /><Relationship Type="http://schemas.openxmlformats.org/officeDocument/2006/relationships/slideLayout" Target="/ppt/slideLayouts/slideLayout5.xml" Id="R0bba7da339e24055" /><Relationship Type="http://schemas.openxmlformats.org/officeDocument/2006/relationships/slideLayout" Target="/ppt/slideLayouts/slideLayout6.xml" Id="R85130cb3768f4c7a" /><Relationship Type="http://schemas.openxmlformats.org/officeDocument/2006/relationships/slideLayout" Target="/ppt/slideLayouts/slideLayout7.xml" Id="R5f1229f187684196" /><Relationship Type="http://schemas.openxmlformats.org/officeDocument/2006/relationships/slideLayout" Target="/ppt/slideLayouts/slideLayout8.xml" Id="Rf3531ad803354320" /><Relationship Type="http://schemas.openxmlformats.org/officeDocument/2006/relationships/slideLayout" Target="/ppt/slideLayouts/slideLayout9.xml" Id="Ra91f76e40f5d48a4" /><Relationship Type="http://schemas.openxmlformats.org/officeDocument/2006/relationships/slideLayout" Target="/ppt/slideLayouts/slideLayout10.xml" Id="Rcbc99eb90d064257" /><Relationship Type="http://schemas.openxmlformats.org/officeDocument/2006/relationships/slideLayout" Target="/ppt/slideLayouts/slideLayout11.xml" Id="Rdc4272cefb3e406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f9129bef9ae4d5d" /><Relationship Type="http://schemas.openxmlformats.org/officeDocument/2006/relationships/slideLayout" Target="/ppt/slideLayouts/slideLayout12.xml" Id="R27f3f42fba264ee0" /><Relationship Type="http://schemas.openxmlformats.org/officeDocument/2006/relationships/slideLayout" Target="/ppt/slideLayouts/slideLayout13.xml" Id="R8062f340faa4488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1733c6de7954ccd" /><Relationship Type="http://schemas.openxmlformats.org/officeDocument/2006/relationships/slideLayout" Target="/ppt/slideLayouts/slideLayout14.xml" Id="R3bd376e133a34541" /><Relationship Type="http://schemas.openxmlformats.org/officeDocument/2006/relationships/slideLayout" Target="/ppt/slideLayouts/slideLayout15.xml" Id="R10e41b2b5372431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0b10c676564bdf"/>
    <p:sldLayoutId xmlns:r="http://schemas.openxmlformats.org/officeDocument/2006/relationships" id="2147483650" r:id="R336ee8ca680c4ce3"/>
    <p:sldLayoutId xmlns:r="http://schemas.openxmlformats.org/officeDocument/2006/relationships" id="2147483651" r:id="R954d86ad043642d3"/>
    <p:sldLayoutId xmlns:r="http://schemas.openxmlformats.org/officeDocument/2006/relationships" id="2147483652" r:id="Rb1efc14f50864999"/>
    <p:sldLayoutId xmlns:r="http://schemas.openxmlformats.org/officeDocument/2006/relationships" id="2147483653" r:id="R0bba7da339e24055"/>
    <p:sldLayoutId xmlns:r="http://schemas.openxmlformats.org/officeDocument/2006/relationships" id="2147483654" r:id="R85130cb3768f4c7a"/>
    <p:sldLayoutId xmlns:r="http://schemas.openxmlformats.org/officeDocument/2006/relationships" id="2147483655" r:id="R5f1229f187684196"/>
    <p:sldLayoutId xmlns:r="http://schemas.openxmlformats.org/officeDocument/2006/relationships" id="2147483656" r:id="Rf3531ad803354320"/>
    <p:sldLayoutId xmlns:r="http://schemas.openxmlformats.org/officeDocument/2006/relationships" id="2147483657" r:id="Ra91f76e40f5d48a4"/>
    <p:sldLayoutId xmlns:r="http://schemas.openxmlformats.org/officeDocument/2006/relationships" id="2147483658" r:id="Rcbc99eb90d064257"/>
    <p:sldLayoutId xmlns:r="http://schemas.openxmlformats.org/officeDocument/2006/relationships" id="2147483659" r:id="Rdc4272cefb3e406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7f3f42fba264ee0"/>
    <p:sldLayoutId xmlns:r="http://schemas.openxmlformats.org/officeDocument/2006/relationships" id="2147483662" r:id="R8062f340faa44886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bd376e133a34541"/>
    <p:sldLayoutId xmlns:r="http://schemas.openxmlformats.org/officeDocument/2006/relationships" id="2147483665" r:id="R10e41b2b5372431d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855b8ea23248b7" /><Relationship Type="http://schemas.openxmlformats.org/officeDocument/2006/relationships/notesSlide" Target="/ppt/notesSlides/notesSlide1.xml" Id="Rc0a489cae9a949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变革落地仍存三项短板，合规基础管理亦待压实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不足感悟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D93ABA0E-EC79-4F5A-AE94-EBE45143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1616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59877-7A9D-419F-BA45-ADC07E03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1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60AF487F-441C-4B20-93AE-6E029067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897CA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7897CA"/>
                </a:solidFill>
                <a:latin typeface="HYWenRunSongYun U"/>
                <a:ea typeface="HYWenRunSongYun U"/>
                <a:cs typeface="HYWenRunSongYun U"/>
              </a:rPr>
              <a:t>01</a:t>
            </a:r>
          </a:p>
        </p:txBody>
      </p:sp>
      <p:sp>
        <p:nvSpPr>
          <p:cNvPr id="1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76648B16-810B-4852-908D-A09A684F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00250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1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8A6640E3-9FF6-4331-BF83-75013DA5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42960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CB656B7A-019E-4310-A2E1-C2339E39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2995422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0"/>
                </a:moveTo>
                <a:lnTo>
                  <a:pt x="27023" y="844"/>
                </a:lnTo>
                <a:lnTo>
                  <a:pt x="53715" y="3328"/>
                </a:lnTo>
                <a:lnTo>
                  <a:pt x="80086" y="7381"/>
                </a:lnTo>
                <a:lnTo>
                  <a:pt x="106145" y="12932"/>
                </a:lnTo>
                <a:lnTo>
                  <a:pt x="131903" y="19908"/>
                </a:lnTo>
                <a:lnTo>
                  <a:pt x="157367" y="28240"/>
                </a:lnTo>
                <a:lnTo>
                  <a:pt x="182549" y="37856"/>
                </a:lnTo>
                <a:lnTo>
                  <a:pt x="207457" y="48683"/>
                </a:lnTo>
                <a:lnTo>
                  <a:pt x="232100" y="60652"/>
                </a:lnTo>
                <a:lnTo>
                  <a:pt x="256488" y="73691"/>
                </a:lnTo>
                <a:lnTo>
                  <a:pt x="280631" y="87727"/>
                </a:lnTo>
                <a:lnTo>
                  <a:pt x="304538" y="102691"/>
                </a:lnTo>
                <a:lnTo>
                  <a:pt x="328219" y="118511"/>
                </a:lnTo>
                <a:lnTo>
                  <a:pt x="351682" y="135115"/>
                </a:lnTo>
                <a:lnTo>
                  <a:pt x="374937" y="152433"/>
                </a:lnTo>
                <a:lnTo>
                  <a:pt x="397995" y="170392"/>
                </a:lnTo>
                <a:lnTo>
                  <a:pt x="420863" y="188921"/>
                </a:lnTo>
                <a:lnTo>
                  <a:pt x="443552" y="207950"/>
                </a:lnTo>
                <a:lnTo>
                  <a:pt x="466071" y="227407"/>
                </a:lnTo>
                <a:lnTo>
                  <a:pt x="488430" y="247220"/>
                </a:lnTo>
                <a:lnTo>
                  <a:pt x="510637" y="267319"/>
                </a:lnTo>
                <a:lnTo>
                  <a:pt x="532703" y="287631"/>
                </a:lnTo>
                <a:lnTo>
                  <a:pt x="554637" y="308086"/>
                </a:lnTo>
                <a:lnTo>
                  <a:pt x="576448" y="328613"/>
                </a:lnTo>
                <a:lnTo>
                  <a:pt x="598145" y="349139"/>
                </a:lnTo>
                <a:lnTo>
                  <a:pt x="619739" y="369594"/>
                </a:lnTo>
                <a:lnTo>
                  <a:pt x="641239" y="389906"/>
                </a:lnTo>
                <a:lnTo>
                  <a:pt x="662653" y="410005"/>
                </a:lnTo>
                <a:lnTo>
                  <a:pt x="683992" y="429818"/>
                </a:lnTo>
                <a:lnTo>
                  <a:pt x="705265" y="449275"/>
                </a:lnTo>
                <a:lnTo>
                  <a:pt x="726481" y="468304"/>
                </a:lnTo>
                <a:lnTo>
                  <a:pt x="747650" y="486833"/>
                </a:lnTo>
                <a:lnTo>
                  <a:pt x="768781" y="504792"/>
                </a:lnTo>
                <a:lnTo>
                  <a:pt x="789884" y="522110"/>
                </a:lnTo>
                <a:lnTo>
                  <a:pt x="810968" y="538714"/>
                </a:lnTo>
                <a:lnTo>
                  <a:pt x="832042" y="554534"/>
                </a:lnTo>
                <a:lnTo>
                  <a:pt x="853117" y="569498"/>
                </a:lnTo>
                <a:lnTo>
                  <a:pt x="874201" y="583534"/>
                </a:lnTo>
                <a:lnTo>
                  <a:pt x="895304" y="596573"/>
                </a:lnTo>
                <a:lnTo>
                  <a:pt x="916435" y="608542"/>
                </a:lnTo>
                <a:lnTo>
                  <a:pt x="937604" y="619369"/>
                </a:lnTo>
                <a:lnTo>
                  <a:pt x="958820" y="628985"/>
                </a:lnTo>
                <a:lnTo>
                  <a:pt x="980093" y="637317"/>
                </a:lnTo>
                <a:lnTo>
                  <a:pt x="1001432" y="644293"/>
                </a:lnTo>
                <a:lnTo>
                  <a:pt x="1022846" y="649844"/>
                </a:lnTo>
                <a:lnTo>
                  <a:pt x="1044346" y="653897"/>
                </a:lnTo>
                <a:lnTo>
                  <a:pt x="1065939" y="656381"/>
                </a:lnTo>
                <a:lnTo>
                  <a:pt x="1087637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8C8E3"/>
            </a:solidFill>
          </a:ln>
        </p:spPr>
      </p:sp>
      <p:sp>
        <p:nvSpPr>
          <p:cNvPr id="2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3F14BBC3-5B50-4491-967A-EBB48105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9525"/>
          </a:xfrm>
          <a:custGeom xmlns:a="http://schemas.openxmlformats.org/drawingml/2006/main">
            <a:pathLst>
              <a:path w="1087637" h="9525">
                <a:moveTo>
                  <a:pt x="0" y="0"/>
                </a:moveTo>
                <a:lnTo>
                  <a:pt x="27023" y="0"/>
                </a:lnTo>
                <a:lnTo>
                  <a:pt x="53715" y="0"/>
                </a:lnTo>
                <a:lnTo>
                  <a:pt x="80086" y="0"/>
                </a:lnTo>
                <a:lnTo>
                  <a:pt x="106145" y="0"/>
                </a:lnTo>
                <a:lnTo>
                  <a:pt x="131903" y="0"/>
                </a:lnTo>
                <a:lnTo>
                  <a:pt x="157367" y="0"/>
                </a:lnTo>
                <a:lnTo>
                  <a:pt x="182549" y="0"/>
                </a:lnTo>
                <a:lnTo>
                  <a:pt x="207457" y="0"/>
                </a:lnTo>
                <a:lnTo>
                  <a:pt x="232100" y="0"/>
                </a:lnTo>
                <a:lnTo>
                  <a:pt x="256488" y="0"/>
                </a:lnTo>
                <a:lnTo>
                  <a:pt x="280631" y="0"/>
                </a:lnTo>
                <a:lnTo>
                  <a:pt x="304538" y="0"/>
                </a:lnTo>
                <a:lnTo>
                  <a:pt x="328219" y="0"/>
                </a:lnTo>
                <a:lnTo>
                  <a:pt x="351682" y="0"/>
                </a:lnTo>
                <a:lnTo>
                  <a:pt x="374937" y="0"/>
                </a:lnTo>
                <a:lnTo>
                  <a:pt x="397995" y="0"/>
                </a:lnTo>
                <a:lnTo>
                  <a:pt x="420863" y="0"/>
                </a:lnTo>
                <a:lnTo>
                  <a:pt x="443552" y="0"/>
                </a:lnTo>
                <a:lnTo>
                  <a:pt x="466071" y="0"/>
                </a:lnTo>
                <a:lnTo>
                  <a:pt x="488430" y="0"/>
                </a:lnTo>
                <a:lnTo>
                  <a:pt x="510637" y="0"/>
                </a:lnTo>
                <a:lnTo>
                  <a:pt x="532703" y="0"/>
                </a:lnTo>
                <a:lnTo>
                  <a:pt x="554637" y="0"/>
                </a:lnTo>
                <a:lnTo>
                  <a:pt x="576448" y="0"/>
                </a:lnTo>
                <a:lnTo>
                  <a:pt x="598145" y="0"/>
                </a:lnTo>
                <a:lnTo>
                  <a:pt x="619739" y="0"/>
                </a:lnTo>
                <a:lnTo>
                  <a:pt x="641239" y="0"/>
                </a:lnTo>
                <a:lnTo>
                  <a:pt x="662653" y="0"/>
                </a:lnTo>
                <a:lnTo>
                  <a:pt x="683992" y="0"/>
                </a:lnTo>
                <a:lnTo>
                  <a:pt x="705265" y="0"/>
                </a:lnTo>
                <a:lnTo>
                  <a:pt x="726481" y="0"/>
                </a:lnTo>
                <a:lnTo>
                  <a:pt x="747650" y="0"/>
                </a:lnTo>
                <a:lnTo>
                  <a:pt x="768781" y="0"/>
                </a:lnTo>
                <a:lnTo>
                  <a:pt x="789884" y="0"/>
                </a:lnTo>
                <a:lnTo>
                  <a:pt x="810968" y="0"/>
                </a:lnTo>
                <a:lnTo>
                  <a:pt x="832042" y="0"/>
                </a:lnTo>
                <a:lnTo>
                  <a:pt x="853117" y="0"/>
                </a:lnTo>
                <a:lnTo>
                  <a:pt x="874201" y="0"/>
                </a:lnTo>
                <a:lnTo>
                  <a:pt x="895304" y="0"/>
                </a:lnTo>
                <a:lnTo>
                  <a:pt x="916435" y="0"/>
                </a:lnTo>
                <a:lnTo>
                  <a:pt x="937604" y="0"/>
                </a:lnTo>
                <a:lnTo>
                  <a:pt x="958820" y="0"/>
                </a:lnTo>
                <a:lnTo>
                  <a:pt x="980093" y="0"/>
                </a:lnTo>
                <a:lnTo>
                  <a:pt x="1001432" y="0"/>
                </a:lnTo>
                <a:lnTo>
                  <a:pt x="1022846" y="0"/>
                </a:lnTo>
                <a:lnTo>
                  <a:pt x="1044346" y="0"/>
                </a:lnTo>
                <a:lnTo>
                  <a:pt x="1065939" y="0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897CA"/>
            </a:solidFill>
          </a:ln>
        </p:spPr>
      </p:sp>
      <p:sp>
        <p:nvSpPr>
          <p:cNvPr id="2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2ED36002-CB75-48B4-B070-927E3770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657225"/>
                </a:moveTo>
                <a:lnTo>
                  <a:pt x="27023" y="656381"/>
                </a:lnTo>
                <a:lnTo>
                  <a:pt x="53715" y="653897"/>
                </a:lnTo>
                <a:lnTo>
                  <a:pt x="80086" y="649844"/>
                </a:lnTo>
                <a:lnTo>
                  <a:pt x="106145" y="644293"/>
                </a:lnTo>
                <a:lnTo>
                  <a:pt x="131903" y="637317"/>
                </a:lnTo>
                <a:lnTo>
                  <a:pt x="157367" y="628985"/>
                </a:lnTo>
                <a:lnTo>
                  <a:pt x="182549" y="619369"/>
                </a:lnTo>
                <a:lnTo>
                  <a:pt x="207457" y="608542"/>
                </a:lnTo>
                <a:lnTo>
                  <a:pt x="232100" y="596573"/>
                </a:lnTo>
                <a:lnTo>
                  <a:pt x="256488" y="583534"/>
                </a:lnTo>
                <a:lnTo>
                  <a:pt x="280631" y="569498"/>
                </a:lnTo>
                <a:lnTo>
                  <a:pt x="304538" y="554534"/>
                </a:lnTo>
                <a:lnTo>
                  <a:pt x="328219" y="538714"/>
                </a:lnTo>
                <a:lnTo>
                  <a:pt x="351682" y="522110"/>
                </a:lnTo>
                <a:lnTo>
                  <a:pt x="374937" y="504792"/>
                </a:lnTo>
                <a:lnTo>
                  <a:pt x="397995" y="486833"/>
                </a:lnTo>
                <a:lnTo>
                  <a:pt x="420863" y="468304"/>
                </a:lnTo>
                <a:lnTo>
                  <a:pt x="443552" y="449275"/>
                </a:lnTo>
                <a:lnTo>
                  <a:pt x="466071" y="429818"/>
                </a:lnTo>
                <a:lnTo>
                  <a:pt x="488430" y="410005"/>
                </a:lnTo>
                <a:lnTo>
                  <a:pt x="510637" y="389906"/>
                </a:lnTo>
                <a:lnTo>
                  <a:pt x="532703" y="369594"/>
                </a:lnTo>
                <a:lnTo>
                  <a:pt x="554637" y="349139"/>
                </a:lnTo>
                <a:lnTo>
                  <a:pt x="576448" y="328613"/>
                </a:lnTo>
                <a:lnTo>
                  <a:pt x="598145" y="308086"/>
                </a:lnTo>
                <a:lnTo>
                  <a:pt x="619739" y="287631"/>
                </a:lnTo>
                <a:lnTo>
                  <a:pt x="641239" y="267319"/>
                </a:lnTo>
                <a:lnTo>
                  <a:pt x="662653" y="247220"/>
                </a:lnTo>
                <a:lnTo>
                  <a:pt x="683992" y="227407"/>
                </a:lnTo>
                <a:lnTo>
                  <a:pt x="705265" y="207950"/>
                </a:lnTo>
                <a:lnTo>
                  <a:pt x="726481" y="188921"/>
                </a:lnTo>
                <a:lnTo>
                  <a:pt x="747650" y="170392"/>
                </a:lnTo>
                <a:lnTo>
                  <a:pt x="768781" y="152433"/>
                </a:lnTo>
                <a:lnTo>
                  <a:pt x="789884" y="135115"/>
                </a:lnTo>
                <a:lnTo>
                  <a:pt x="810968" y="118511"/>
                </a:lnTo>
                <a:lnTo>
                  <a:pt x="832042" y="102691"/>
                </a:lnTo>
                <a:lnTo>
                  <a:pt x="853117" y="87727"/>
                </a:lnTo>
                <a:lnTo>
                  <a:pt x="874201" y="73691"/>
                </a:lnTo>
                <a:lnTo>
                  <a:pt x="895304" y="60652"/>
                </a:lnTo>
                <a:lnTo>
                  <a:pt x="916435" y="48683"/>
                </a:lnTo>
                <a:lnTo>
                  <a:pt x="937604" y="37856"/>
                </a:lnTo>
                <a:lnTo>
                  <a:pt x="958820" y="28240"/>
                </a:lnTo>
                <a:lnTo>
                  <a:pt x="980093" y="19908"/>
                </a:lnTo>
                <a:lnTo>
                  <a:pt x="1001432" y="12932"/>
                </a:lnTo>
                <a:lnTo>
                  <a:pt x="1022846" y="7381"/>
                </a:lnTo>
                <a:lnTo>
                  <a:pt x="1044346" y="3328"/>
                </a:lnTo>
                <a:lnTo>
                  <a:pt x="1065939" y="844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87DBD"/>
            </a:solidFill>
          </a:ln>
        </p:spPr>
      </p:sp>
      <p:sp>
        <p:nvSpPr>
          <p:cNvPr id="2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C7102017-1811-4DC2-B7B2-18733D8B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04910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4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B052D907-4885-42B8-9BB6-2E1245A6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62060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</a:ln>
        </p:spPr>
      </p:sp>
      <p:sp>
        <p:nvSpPr>
          <p:cNvPr id="25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B308FB69-DF00-40A9-8070-F81174C5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81110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6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70FBEF2B-CC25-4515-A68E-1E68218B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995422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7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C02BF188-6ECD-4B55-87C0-DD3A61D3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62135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8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B455CDDB-18B3-4A69-B143-D0F5B727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19285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</a:ln>
        </p:spPr>
      </p:sp>
      <p:sp>
        <p:nvSpPr>
          <p:cNvPr id="29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D3071C40-F598-4267-B776-B058CCAD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38335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0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4C7091D3-6520-4815-89F3-D3B56BC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2647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1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A80439AE-DF21-4995-8172-40FDC3D5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1272"/>
            <a:ext cx="2267839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2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8AB5EC10-3E8F-465F-9861-094F2986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38422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DBD"/>
          </a:solidFill>
          <a:ln xmlns:a="http://schemas.openxmlformats.org/drawingml/2006/main" w="0">
            <a:noFill/>
          </a:ln>
        </p:spPr>
      </p:sp>
      <p:sp>
        <p:nvSpPr>
          <p:cNvPr id="33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662C3D07-4521-4AE6-A5B5-8741EC86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02716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4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786D5B9C-B130-4146-8158-9DF75C2A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751" y="3176397"/>
            <a:ext cx="1272767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5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047C4185-6473-496D-AC2F-0A5C99C6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438335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6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513E3C65-2144-43C8-B6E3-91115522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652647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9A73FA-E1DE-4BB3-A577-71A4C1F3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21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8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DD3BCE98-C143-4EAF-8CF7-5BF4863E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310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897CA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7897CA"/>
                </a:solidFill>
                <a:latin typeface="HYWenRunSongYun U"/>
                <a:ea typeface="HYWenRunSongYun U"/>
                <a:cs typeface="HYWenRunSongYun U"/>
              </a:rPr>
              <a:t>02</a:t>
            </a:r>
          </a:p>
        </p:txBody>
      </p:sp>
      <p:sp>
        <p:nvSpPr>
          <p:cNvPr id="39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2C3A79A7-7676-4D08-9C11-AF9E8E87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09935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0" name="compliance-body-0">
            <a:extLst xmlns:a="http://schemas.openxmlformats.org/drawingml/2006/main">
              <a:ext uri="{FF2B5EF4-FFF2-40B4-BE49-F238E27FC236}">
                <a16:creationId xmlns:a16="http://schemas.microsoft.com/office/drawing/2014/main" id="{66938B83-E2E3-4566-BE77-26F2641D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5264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2017年巡视整改取得一定成效，也暴露</a:t>
            </a:r>
          </a:p>
        </p:txBody>
      </p:sp>
      <p:sp>
        <p:nvSpPr>
          <p:cNvPr id="41" name="compliance-body-1">
            <a:extLst xmlns:a="http://schemas.openxmlformats.org/drawingml/2006/main">
              <a:ext uri="{FF2B5EF4-FFF2-40B4-BE49-F238E27FC236}">
                <a16:creationId xmlns:a16="http://schemas.microsoft.com/office/drawing/2014/main" id="{AA8AAB20-1C44-486C-B7F3-513C8745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0029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人力条线基础管理薄弱：认识待提升、</a:t>
            </a:r>
          </a:p>
        </p:txBody>
      </p:sp>
      <p:sp>
        <p:nvSpPr>
          <p:cNvPr id="42" name="compliance-body-2">
            <a:extLst xmlns:a="http://schemas.openxmlformats.org/drawingml/2006/main">
              <a:ext uri="{FF2B5EF4-FFF2-40B4-BE49-F238E27FC236}">
                <a16:creationId xmlns:a16="http://schemas.microsoft.com/office/drawing/2014/main" id="{54195EA4-CE2A-4FE6-B826-412C6008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4794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作风待转变、能力待增强、协同待深化。</a:t>
            </a:r>
          </a:p>
        </p:txBody>
      </p:sp>
      <p:sp>
        <p:nvSpPr>
          <p:cNvPr id="43" name="insights-0">
            <a:extLst xmlns:a="http://schemas.openxmlformats.org/drawingml/2006/main">
              <a:ext uri="{FF2B5EF4-FFF2-40B4-BE49-F238E27FC236}">
                <a16:creationId xmlns:a16="http://schemas.microsoft.com/office/drawing/2014/main" id="{99D2C0AB-C44D-4632-BAF9-353D4AA3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581150"/>
            <a:ext cx="56778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9722A3-5B45-404C-B0A6-A704F3A2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0500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45" name="group-divider-1">
            <a:extLst xmlns:a="http://schemas.openxmlformats.org/drawingml/2006/main">
              <a:ext uri="{FF2B5EF4-FFF2-40B4-BE49-F238E27FC236}">
                <a16:creationId xmlns:a16="http://schemas.microsoft.com/office/drawing/2014/main" id="{9E88ECCC-78F7-4520-9627-4F4440BA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918" y="1600200"/>
            <a:ext cx="0" cy="466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46" name="index-rail-insights">
            <a:extLst xmlns:a="http://schemas.openxmlformats.org/drawingml/2006/main">
              <a:ext uri="{FF2B5EF4-FFF2-40B4-BE49-F238E27FC236}">
                <a16:creationId xmlns:a16="http://schemas.microsoft.com/office/drawing/2014/main" id="{951B90A5-AF52-4761-B537-B056F8AE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768" y="2171700"/>
            <a:ext cx="0" cy="32950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47" name="language-index-backing">
            <a:extLst xmlns:a="http://schemas.openxmlformats.org/drawingml/2006/main">
              <a:ext uri="{FF2B5EF4-FFF2-40B4-BE49-F238E27FC236}">
                <a16:creationId xmlns:a16="http://schemas.microsoft.com/office/drawing/2014/main" id="{6245F9FA-ECCF-4AA7-9062-4E8E20FA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621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8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1D83A163-6003-43E4-97A9-F4376398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52625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rPr>
              <a:t>01</a:t>
            </a:r>
          </a:p>
        </p:txBody>
      </p:sp>
      <p:sp>
        <p:nvSpPr>
          <p:cNvPr id="49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42FBF6FE-D5F4-4327-B25A-8109309B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000250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50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7299FDF2-E351-4A15-A7CA-C3550797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342960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51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5292B667-261D-45F9-9D5F-A992809B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590610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827D85-DDC9-4C67-9C08-22FE43F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009710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3" name="criterion-index-backing">
            <a:extLst xmlns:a="http://schemas.openxmlformats.org/drawingml/2006/main">
              <a:ext uri="{FF2B5EF4-FFF2-40B4-BE49-F238E27FC236}">
                <a16:creationId xmlns:a16="http://schemas.microsoft.com/office/drawing/2014/main" id="{6951F758-E386-49FF-8730-149BE275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14306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4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7F549E54-B727-4368-B3A3-28DAEF8A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133535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rPr>
              <a:t>02</a:t>
            </a:r>
          </a:p>
        </p:txBody>
      </p:sp>
      <p:sp>
        <p:nvSpPr>
          <p:cNvPr id="55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2280B79F-C69D-4096-8F37-8F47598F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181160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56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9B12ECDF-4FBC-4B9C-8B31-18AFE9F5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52386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83B409-8180-4FBB-B3F7-030AE8C0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942969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8" name="iteration-index-backing">
            <a:extLst xmlns:a="http://schemas.openxmlformats.org/drawingml/2006/main">
              <a:ext uri="{FF2B5EF4-FFF2-40B4-BE49-F238E27FC236}">
                <a16:creationId xmlns:a16="http://schemas.microsoft.com/office/drawing/2014/main" id="{1F5E572C-9193-4BAB-A6CF-BD28076E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076319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20C29CF5-F62D-4BB1-864D-FBBC8FA5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066794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rPr>
              <a:t>03</a:t>
            </a:r>
          </a:p>
        </p:txBody>
      </p:sp>
      <p:sp>
        <p:nvSpPr>
          <p:cNvPr id="60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684C275E-4253-4D38-AA2E-C2279A82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114419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61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042AF315-4C67-4A49-9FF2-B864C25B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45712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</p:txBody>
      </p:sp>
      <p:sp>
        <p:nvSpPr>
          <p:cNvPr id="62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B614972D-9EA6-4658-8FC8-0BBDD567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70477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AA3680-A0BA-4DDA-8972-C8CE6B0A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123879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64" name="coordination-index-backing">
            <a:extLst xmlns:a="http://schemas.openxmlformats.org/drawingml/2006/main">
              <a:ext uri="{FF2B5EF4-FFF2-40B4-BE49-F238E27FC236}">
                <a16:creationId xmlns:a16="http://schemas.microsoft.com/office/drawing/2014/main" id="{8C0908FF-A72D-48B7-A04B-86135A9D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5257229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5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F5B9AF25-92B7-40C2-B67D-0EB089B9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5247704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rPr>
              <a:t>04</a:t>
            </a:r>
          </a:p>
        </p:txBody>
      </p:sp>
      <p:sp>
        <p:nvSpPr>
          <p:cNvPr id="66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7D06A8F0-980E-4AEE-9F6E-9B1920DC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295329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67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EFD1FDF5-2926-481A-BF01-06BB4342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638038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变革是硬道理，合规是硬要求，作风是硬标准；以规范管理的</a:t>
            </a:r>
          </a:p>
        </p:txBody>
      </p:sp>
      <p:sp>
        <p:nvSpPr>
          <p:cNvPr id="68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E5E7D7D0-9EDD-4417-9B60-57F71B32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885688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2026-09-19T20:53:31.5980000Z</dcterms:created>
  <dcterms:modified xsi:type="dcterms:W3CDTF">2026-09-19T20:53:31.5980000Z</dcterms:modified>
</coreProperties>
</file>