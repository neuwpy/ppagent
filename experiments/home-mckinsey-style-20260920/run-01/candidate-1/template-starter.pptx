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70b3c5635a4195" /><Relationship Type="http://schemas.openxmlformats.org/officeDocument/2006/relationships/extended-properties" Target="/docProps/app.xml" Id="Rff402aed2f2b4220" /><Relationship Type="http://schemas.openxmlformats.org/officeDocument/2006/relationships/officeDocument" Target="/ppt/presentation.xml" Id="R6214c1da505c46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c7ebfea48c440f"/>
    <p:sldMasterId xmlns:r="http://schemas.openxmlformats.org/officeDocument/2006/relationships" id="2147483660" r:id="Rf3b421a582814149"/>
    <p:sldMasterId xmlns:r="http://schemas.openxmlformats.org/officeDocument/2006/relationships" id="2147483663" r:id="R222f349ce06e405e"/>
  </p:sldMasterIdLst>
  <p:notesMasterIdLst>
    <p:notesMasterId xmlns:r="http://schemas.openxmlformats.org/officeDocument/2006/relationships" r:id="Rd3135e8520804411"/>
  </p:notesMasterIdLst>
  <p:sldIdLst>
    <p:sldId xmlns:r="http://schemas.openxmlformats.org/officeDocument/2006/relationships" id="256" r:id="R4d521484462748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63e02dc53048ac" /><Relationship Type="http://schemas.openxmlformats.org/officeDocument/2006/relationships/slideMaster" Target="/ppt/slideMasters/slideMaster1.xml" Id="R27c7ebfea48c440f" /><Relationship Type="http://schemas.openxmlformats.org/officeDocument/2006/relationships/slideMaster" Target="/ppt/slideMasters/slideMaster2.xml" Id="Rf3b421a582814149" /><Relationship Type="http://schemas.openxmlformats.org/officeDocument/2006/relationships/slideMaster" Target="/ppt/slideMasters/slideMaster3.xml" Id="R222f349ce06e405e" /><Relationship Type="http://schemas.openxmlformats.org/officeDocument/2006/relationships/notesMaster" Target="/ppt/notesMasters/notesMaster1.xml" Id="Rd3135e8520804411" /><Relationship Type="http://schemas.openxmlformats.org/officeDocument/2006/relationships/presProps" Target="/ppt/presProps.xml" Id="R2fd4c5d7b1a44f5e" /><Relationship Type="http://schemas.openxmlformats.org/officeDocument/2006/relationships/viewProps" Target="/ppt/viewProps.xml" Id="Rf87b0b010fb34623" /><Relationship Type="http://schemas.openxmlformats.org/officeDocument/2006/relationships/tableStyles" Target="/ppt/tableStyles.xml" Id="Rb2a774d656c54d08" /><Relationship Type="http://schemas.openxmlformats.org/officeDocument/2006/relationships/slide" Target="/ppt/slides/slide1.xml" Id="R4d521484462748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c32c3d895534b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37254b5eb4410" /><Relationship Type="http://schemas.openxmlformats.org/officeDocument/2006/relationships/notesMaster" Target="/ppt/notesMasters/notesMaster1.xml" Id="R52e3a9fd435c44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ec084877d437c" /><Relationship Type="http://schemas.openxmlformats.org/officeDocument/2006/relationships/image" Target="/ppt/media/image.jpeg" Id="Rcd5f58a6891f434e" /><Relationship Type="http://schemas.openxmlformats.org/officeDocument/2006/relationships/image" Target="/ppt/media/image.png" Id="Rbcc3be2d7c134d45" /><Relationship Type="http://schemas.openxmlformats.org/officeDocument/2006/relationships/image" Target="/ppt/media/image2.png" Id="Rcd868ac33e6c4c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53bf0476744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a72df3a5a4f19" /><Relationship Type="http://schemas.openxmlformats.org/officeDocument/2006/relationships/image" Target="/ppt/media/image3.png" Id="R3088c9fe3e2843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36ad2fdf04c6d" /><Relationship Type="http://schemas.openxmlformats.org/officeDocument/2006/relationships/image" Target="/ppt/media/image4.png" Id="R4309df22afa348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8d676b83c42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29ab0bedd427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c08188b76414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90abbc4d549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3854c8fbd45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c8e6d041e40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b4dfef5374bc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9772cd876842a8" /><Relationship Type="http://schemas.openxmlformats.org/officeDocument/2006/relationships/image" Target="/ppt/media/image5.png" Id="R7a6b33a29731431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604094c0784ec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4e6fc99751a4e63" /><Relationship Type="http://schemas.openxmlformats.org/officeDocument/2006/relationships/image" Target="/ppt/media/image5.png" Id="Rabfcb5448fdd45a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ef6bbcd2e80495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f58a6891f434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3be2d7c134d4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68ac33e6c4c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8c9fe3e2843a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9df22afa348f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b33a29731431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cb5448fdd45a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2c72f8dcfa4ce2" /><Relationship Type="http://schemas.openxmlformats.org/officeDocument/2006/relationships/slideLayout" Target="/ppt/slideLayouts/slideLayout1.xml" Id="Rd7db593cfd1c4914" /><Relationship Type="http://schemas.openxmlformats.org/officeDocument/2006/relationships/slideLayout" Target="/ppt/slideLayouts/slideLayout2.xml" Id="R9c8131331efc4545" /><Relationship Type="http://schemas.openxmlformats.org/officeDocument/2006/relationships/slideLayout" Target="/ppt/slideLayouts/slideLayout3.xml" Id="Rc71144aa30d34433" /><Relationship Type="http://schemas.openxmlformats.org/officeDocument/2006/relationships/slideLayout" Target="/ppt/slideLayouts/slideLayout4.xml" Id="Rabc80ae178bb4272" /><Relationship Type="http://schemas.openxmlformats.org/officeDocument/2006/relationships/slideLayout" Target="/ppt/slideLayouts/slideLayout5.xml" Id="R2bc1b037b6864536" /><Relationship Type="http://schemas.openxmlformats.org/officeDocument/2006/relationships/slideLayout" Target="/ppt/slideLayouts/slideLayout6.xml" Id="Rb987de3ae6da40f6" /><Relationship Type="http://schemas.openxmlformats.org/officeDocument/2006/relationships/slideLayout" Target="/ppt/slideLayouts/slideLayout7.xml" Id="R6a3823f15c8b4ce8" /><Relationship Type="http://schemas.openxmlformats.org/officeDocument/2006/relationships/slideLayout" Target="/ppt/slideLayouts/slideLayout8.xml" Id="R7b1167b3e8a049bd" /><Relationship Type="http://schemas.openxmlformats.org/officeDocument/2006/relationships/slideLayout" Target="/ppt/slideLayouts/slideLayout9.xml" Id="R78a4818415dc484d" /><Relationship Type="http://schemas.openxmlformats.org/officeDocument/2006/relationships/slideLayout" Target="/ppt/slideLayouts/slideLayout10.xml" Id="Reb3eefb6337e440b" /><Relationship Type="http://schemas.openxmlformats.org/officeDocument/2006/relationships/slideLayout" Target="/ppt/slideLayouts/slideLayout11.xml" Id="Ra9a9bc2766e8460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48bbd6e36cc415b" /><Relationship Type="http://schemas.openxmlformats.org/officeDocument/2006/relationships/slideLayout" Target="/ppt/slideLayouts/slideLayout12.xml" Id="Re241ef14e9794179" /><Relationship Type="http://schemas.openxmlformats.org/officeDocument/2006/relationships/slideLayout" Target="/ppt/slideLayouts/slideLayout13.xml" Id="Ra5185b77806b4f5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fe8765a0358467f" /><Relationship Type="http://schemas.openxmlformats.org/officeDocument/2006/relationships/slideLayout" Target="/ppt/slideLayouts/slideLayout14.xml" Id="R4cfadc59dd5a4b5b" /><Relationship Type="http://schemas.openxmlformats.org/officeDocument/2006/relationships/slideLayout" Target="/ppt/slideLayouts/slideLayout15.xml" Id="Ree97bcee4c2844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db593cfd1c4914"/>
    <p:sldLayoutId xmlns:r="http://schemas.openxmlformats.org/officeDocument/2006/relationships" id="2147483650" r:id="R9c8131331efc4545"/>
    <p:sldLayoutId xmlns:r="http://schemas.openxmlformats.org/officeDocument/2006/relationships" id="2147483651" r:id="Rc71144aa30d34433"/>
    <p:sldLayoutId xmlns:r="http://schemas.openxmlformats.org/officeDocument/2006/relationships" id="2147483652" r:id="Rabc80ae178bb4272"/>
    <p:sldLayoutId xmlns:r="http://schemas.openxmlformats.org/officeDocument/2006/relationships" id="2147483653" r:id="R2bc1b037b6864536"/>
    <p:sldLayoutId xmlns:r="http://schemas.openxmlformats.org/officeDocument/2006/relationships" id="2147483654" r:id="Rb987de3ae6da40f6"/>
    <p:sldLayoutId xmlns:r="http://schemas.openxmlformats.org/officeDocument/2006/relationships" id="2147483655" r:id="R6a3823f15c8b4ce8"/>
    <p:sldLayoutId xmlns:r="http://schemas.openxmlformats.org/officeDocument/2006/relationships" id="2147483656" r:id="R7b1167b3e8a049bd"/>
    <p:sldLayoutId xmlns:r="http://schemas.openxmlformats.org/officeDocument/2006/relationships" id="2147483657" r:id="R78a4818415dc484d"/>
    <p:sldLayoutId xmlns:r="http://schemas.openxmlformats.org/officeDocument/2006/relationships" id="2147483658" r:id="Reb3eefb6337e440b"/>
    <p:sldLayoutId xmlns:r="http://schemas.openxmlformats.org/officeDocument/2006/relationships" id="2147483659" r:id="Ra9a9bc2766e8460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241ef14e9794179"/>
    <p:sldLayoutId xmlns:r="http://schemas.openxmlformats.org/officeDocument/2006/relationships" id="2147483662" r:id="Ra5185b77806b4f5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cfadc59dd5a4b5b"/>
    <p:sldLayoutId xmlns:r="http://schemas.openxmlformats.org/officeDocument/2006/relationships" id="2147483665" r:id="Ree97bcee4c28441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5d77b81b294823" /><Relationship Type="http://schemas.openxmlformats.org/officeDocument/2006/relationships/image" Target="/ppt/media/image6.png" Id="Ree0e6c5600604f3d" /><Relationship Type="http://schemas.openxmlformats.org/officeDocument/2006/relationships/notesSlide" Target="/ppt/notesSlides/notesSlide1.xml" Id="R15bcbd4d62f74a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e6c5600604f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2026-09-19T20:53:30.6910000Z</dcterms:created>
  <dcterms:modified xsi:type="dcterms:W3CDTF">2026-09-19T20:53:30.6910000Z</dcterms:modified>
</coreProperties>
</file>