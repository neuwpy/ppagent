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ecb305dfc4dfd" /><Relationship Type="http://schemas.openxmlformats.org/officeDocument/2006/relationships/extended-properties" Target="/docProps/app.xml" Id="Rd14eea9d54ca4dce" /><Relationship Type="http://schemas.openxmlformats.org/officeDocument/2006/relationships/officeDocument" Target="/ppt/presentation.xml" Id="R4210343e028f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46b6fe7a6c49ae"/>
    <p:sldMasterId xmlns:r="http://schemas.openxmlformats.org/officeDocument/2006/relationships" id="2147483660" r:id="R73b98ad37da4497c"/>
    <p:sldMasterId xmlns:r="http://schemas.openxmlformats.org/officeDocument/2006/relationships" id="2147483663" r:id="Ra6522087b27c40d7"/>
  </p:sldMasterIdLst>
  <p:notesMasterIdLst>
    <p:notesMasterId xmlns:r="http://schemas.openxmlformats.org/officeDocument/2006/relationships" r:id="R9d3ae79561f8437b"/>
  </p:notesMasterIdLst>
  <p:sldIdLst>
    <p:sldId xmlns:r="http://schemas.openxmlformats.org/officeDocument/2006/relationships" id="256" r:id="R71aa2ba39b3b45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4c2d1851f4d4b" /><Relationship Type="http://schemas.openxmlformats.org/officeDocument/2006/relationships/slideMaster" Target="/ppt/slideMasters/slideMaster1.xml" Id="R5546b6fe7a6c49ae" /><Relationship Type="http://schemas.openxmlformats.org/officeDocument/2006/relationships/slideMaster" Target="/ppt/slideMasters/slideMaster2.xml" Id="R73b98ad37da4497c" /><Relationship Type="http://schemas.openxmlformats.org/officeDocument/2006/relationships/slideMaster" Target="/ppt/slideMasters/slideMaster3.xml" Id="Ra6522087b27c40d7" /><Relationship Type="http://schemas.openxmlformats.org/officeDocument/2006/relationships/notesMaster" Target="/ppt/notesMasters/notesMaster1.xml" Id="R9d3ae79561f8437b" /><Relationship Type="http://schemas.openxmlformats.org/officeDocument/2006/relationships/presProps" Target="/ppt/presProps.xml" Id="R6d366ed4e7954b2d" /><Relationship Type="http://schemas.openxmlformats.org/officeDocument/2006/relationships/viewProps" Target="/ppt/viewProps.xml" Id="Rcfad1d64b60e4ce4" /><Relationship Type="http://schemas.openxmlformats.org/officeDocument/2006/relationships/tableStyles" Target="/ppt/tableStyles.xml" Id="R9a0626292e3a40ff" /><Relationship Type="http://schemas.openxmlformats.org/officeDocument/2006/relationships/slide" Target="/ppt/slides/slide1.xml" Id="R71aa2ba39b3b45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5bb7a5218334b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68732ac4ce4350" /><Relationship Type="http://schemas.openxmlformats.org/officeDocument/2006/relationships/notesMaster" Target="/ppt/notesMasters/notesMaster1.xml" Id="Rbe77c764af46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Visual direction: docs/方向讨论/20260920.md and user image Pasted image 20260920005649.png; visual principles only, no added factual copy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73228d5df4e24" /><Relationship Type="http://schemas.openxmlformats.org/officeDocument/2006/relationships/image" Target="/ppt/media/image.jpeg" Id="R70f2b775e7c64a38" /><Relationship Type="http://schemas.openxmlformats.org/officeDocument/2006/relationships/image" Target="/ppt/media/image.png" Id="Ra5751d2d7d374c74" /><Relationship Type="http://schemas.openxmlformats.org/officeDocument/2006/relationships/image" Target="/ppt/media/image2.png" Id="R52c0ae98116d48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5804e52e449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d24eddebb4f75" /><Relationship Type="http://schemas.openxmlformats.org/officeDocument/2006/relationships/image" Target="/ppt/media/image3.png" Id="R0a59e045284249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018b8f02b4c23" /><Relationship Type="http://schemas.openxmlformats.org/officeDocument/2006/relationships/image" Target="/ppt/media/image4.png" Id="R1aa2e4272c8044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07f19c6774a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956ef18044d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4b527abe147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c2cc1b4024b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60cee41ea42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462bb06a4450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f07b5adc2457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accb2123014fdc" /><Relationship Type="http://schemas.openxmlformats.org/officeDocument/2006/relationships/image" Target="/ppt/media/image5.png" Id="Rbb00adf9f3874cc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0fe6f7154f431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3b8d80a19b4e1f" /><Relationship Type="http://schemas.openxmlformats.org/officeDocument/2006/relationships/image" Target="/ppt/media/image5.png" Id="R0776b5a59b5c458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434eed414c49ad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2b775e7c64a3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51d2d7d374c7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0ae98116d4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9e0452842497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2e4272c80443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0adf9f3874cc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6b5a59b5c458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f266f8e6a2473c" /><Relationship Type="http://schemas.openxmlformats.org/officeDocument/2006/relationships/slideLayout" Target="/ppt/slideLayouts/slideLayout1.xml" Id="R5ca45a6b2ec645f7" /><Relationship Type="http://schemas.openxmlformats.org/officeDocument/2006/relationships/slideLayout" Target="/ppt/slideLayouts/slideLayout2.xml" Id="R87d004f55bd045ec" /><Relationship Type="http://schemas.openxmlformats.org/officeDocument/2006/relationships/slideLayout" Target="/ppt/slideLayouts/slideLayout3.xml" Id="R1830bbbe83d74362" /><Relationship Type="http://schemas.openxmlformats.org/officeDocument/2006/relationships/slideLayout" Target="/ppt/slideLayouts/slideLayout4.xml" Id="R8ec2d0b5f9bd4036" /><Relationship Type="http://schemas.openxmlformats.org/officeDocument/2006/relationships/slideLayout" Target="/ppt/slideLayouts/slideLayout5.xml" Id="Rc569cb7599b74b55" /><Relationship Type="http://schemas.openxmlformats.org/officeDocument/2006/relationships/slideLayout" Target="/ppt/slideLayouts/slideLayout6.xml" Id="Rb2d5cee24d2b4c33" /><Relationship Type="http://schemas.openxmlformats.org/officeDocument/2006/relationships/slideLayout" Target="/ppt/slideLayouts/slideLayout7.xml" Id="R85f871a8588343b5" /><Relationship Type="http://schemas.openxmlformats.org/officeDocument/2006/relationships/slideLayout" Target="/ppt/slideLayouts/slideLayout8.xml" Id="R252b8852922a4ae7" /><Relationship Type="http://schemas.openxmlformats.org/officeDocument/2006/relationships/slideLayout" Target="/ppt/slideLayouts/slideLayout9.xml" Id="Rab5da878d97948d3" /><Relationship Type="http://schemas.openxmlformats.org/officeDocument/2006/relationships/slideLayout" Target="/ppt/slideLayouts/slideLayout10.xml" Id="Rb7d6574451a1497f" /><Relationship Type="http://schemas.openxmlformats.org/officeDocument/2006/relationships/slideLayout" Target="/ppt/slideLayouts/slideLayout11.xml" Id="R6eee2aa916ba4ed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939eb222b624e50" /><Relationship Type="http://schemas.openxmlformats.org/officeDocument/2006/relationships/slideLayout" Target="/ppt/slideLayouts/slideLayout12.xml" Id="R71ba29cc686645e4" /><Relationship Type="http://schemas.openxmlformats.org/officeDocument/2006/relationships/slideLayout" Target="/ppt/slideLayouts/slideLayout13.xml" Id="R731b5b0b5d7a4a2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4431f8f04e7413e" /><Relationship Type="http://schemas.openxmlformats.org/officeDocument/2006/relationships/slideLayout" Target="/ppt/slideLayouts/slideLayout14.xml" Id="R404fb71769c4427b" /><Relationship Type="http://schemas.openxmlformats.org/officeDocument/2006/relationships/slideLayout" Target="/ppt/slideLayouts/slideLayout15.xml" Id="R739647cc318049d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a45a6b2ec645f7"/>
    <p:sldLayoutId xmlns:r="http://schemas.openxmlformats.org/officeDocument/2006/relationships" id="2147483650" r:id="R87d004f55bd045ec"/>
    <p:sldLayoutId xmlns:r="http://schemas.openxmlformats.org/officeDocument/2006/relationships" id="2147483651" r:id="R1830bbbe83d74362"/>
    <p:sldLayoutId xmlns:r="http://schemas.openxmlformats.org/officeDocument/2006/relationships" id="2147483652" r:id="R8ec2d0b5f9bd4036"/>
    <p:sldLayoutId xmlns:r="http://schemas.openxmlformats.org/officeDocument/2006/relationships" id="2147483653" r:id="Rc569cb7599b74b55"/>
    <p:sldLayoutId xmlns:r="http://schemas.openxmlformats.org/officeDocument/2006/relationships" id="2147483654" r:id="Rb2d5cee24d2b4c33"/>
    <p:sldLayoutId xmlns:r="http://schemas.openxmlformats.org/officeDocument/2006/relationships" id="2147483655" r:id="R85f871a8588343b5"/>
    <p:sldLayoutId xmlns:r="http://schemas.openxmlformats.org/officeDocument/2006/relationships" id="2147483656" r:id="R252b8852922a4ae7"/>
    <p:sldLayoutId xmlns:r="http://schemas.openxmlformats.org/officeDocument/2006/relationships" id="2147483657" r:id="Rab5da878d97948d3"/>
    <p:sldLayoutId xmlns:r="http://schemas.openxmlformats.org/officeDocument/2006/relationships" id="2147483658" r:id="Rb7d6574451a1497f"/>
    <p:sldLayoutId xmlns:r="http://schemas.openxmlformats.org/officeDocument/2006/relationships" id="2147483659" r:id="R6eee2aa916ba4ed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1ba29cc686645e4"/>
    <p:sldLayoutId xmlns:r="http://schemas.openxmlformats.org/officeDocument/2006/relationships" id="2147483662" r:id="R731b5b0b5d7a4a2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04fb71769c4427b"/>
    <p:sldLayoutId xmlns:r="http://schemas.openxmlformats.org/officeDocument/2006/relationships" id="2147483665" r:id="R739647cc318049d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d7644553d145ce" /><Relationship Type="http://schemas.openxmlformats.org/officeDocument/2006/relationships/notesSlide" Target="/ppt/notesSlides/notesSlide1.xml" Id="R288e88b5ca8b4a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22746763-FCAB-4476-A6E8-27A45472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BA8F0-1994-439E-BC93-597AA0FB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3C5A568F-F28F-40CA-8FD0-31FE0BF6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C000C234-6CAB-4303-8D62-59B131A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F91E1C64-C4C6-4E3E-8EBC-D86C5039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824E34D3-9F7A-48C4-87BB-25BE1731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2995422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0"/>
                </a:moveTo>
                <a:lnTo>
                  <a:pt x="27023" y="844"/>
                </a:lnTo>
                <a:lnTo>
                  <a:pt x="53715" y="3328"/>
                </a:lnTo>
                <a:lnTo>
                  <a:pt x="80086" y="7381"/>
                </a:lnTo>
                <a:lnTo>
                  <a:pt x="106145" y="12932"/>
                </a:lnTo>
                <a:lnTo>
                  <a:pt x="131903" y="19908"/>
                </a:lnTo>
                <a:lnTo>
                  <a:pt x="157367" y="28240"/>
                </a:lnTo>
                <a:lnTo>
                  <a:pt x="182549" y="37856"/>
                </a:lnTo>
                <a:lnTo>
                  <a:pt x="207457" y="48683"/>
                </a:lnTo>
                <a:lnTo>
                  <a:pt x="232100" y="60652"/>
                </a:lnTo>
                <a:lnTo>
                  <a:pt x="256488" y="73691"/>
                </a:lnTo>
                <a:lnTo>
                  <a:pt x="280631" y="87727"/>
                </a:lnTo>
                <a:lnTo>
                  <a:pt x="304538" y="102691"/>
                </a:lnTo>
                <a:lnTo>
                  <a:pt x="328219" y="118511"/>
                </a:lnTo>
                <a:lnTo>
                  <a:pt x="351682" y="135115"/>
                </a:lnTo>
                <a:lnTo>
                  <a:pt x="374937" y="152433"/>
                </a:lnTo>
                <a:lnTo>
                  <a:pt x="397995" y="170392"/>
                </a:lnTo>
                <a:lnTo>
                  <a:pt x="420863" y="188921"/>
                </a:lnTo>
                <a:lnTo>
                  <a:pt x="443552" y="207950"/>
                </a:lnTo>
                <a:lnTo>
                  <a:pt x="466071" y="227407"/>
                </a:lnTo>
                <a:lnTo>
                  <a:pt x="488430" y="247220"/>
                </a:lnTo>
                <a:lnTo>
                  <a:pt x="510637" y="267319"/>
                </a:lnTo>
                <a:lnTo>
                  <a:pt x="532703" y="287631"/>
                </a:lnTo>
                <a:lnTo>
                  <a:pt x="554637" y="308086"/>
                </a:lnTo>
                <a:lnTo>
                  <a:pt x="576448" y="328613"/>
                </a:lnTo>
                <a:lnTo>
                  <a:pt x="598145" y="349139"/>
                </a:lnTo>
                <a:lnTo>
                  <a:pt x="619739" y="369594"/>
                </a:lnTo>
                <a:lnTo>
                  <a:pt x="641239" y="389906"/>
                </a:lnTo>
                <a:lnTo>
                  <a:pt x="662653" y="410005"/>
                </a:lnTo>
                <a:lnTo>
                  <a:pt x="683992" y="429818"/>
                </a:lnTo>
                <a:lnTo>
                  <a:pt x="705265" y="449275"/>
                </a:lnTo>
                <a:lnTo>
                  <a:pt x="726481" y="468304"/>
                </a:lnTo>
                <a:lnTo>
                  <a:pt x="747650" y="486833"/>
                </a:lnTo>
                <a:lnTo>
                  <a:pt x="768781" y="504792"/>
                </a:lnTo>
                <a:lnTo>
                  <a:pt x="789884" y="522110"/>
                </a:lnTo>
                <a:lnTo>
                  <a:pt x="810968" y="538714"/>
                </a:lnTo>
                <a:lnTo>
                  <a:pt x="832042" y="554534"/>
                </a:lnTo>
                <a:lnTo>
                  <a:pt x="853117" y="569498"/>
                </a:lnTo>
                <a:lnTo>
                  <a:pt x="874201" y="583534"/>
                </a:lnTo>
                <a:lnTo>
                  <a:pt x="895304" y="596573"/>
                </a:lnTo>
                <a:lnTo>
                  <a:pt x="916435" y="608542"/>
                </a:lnTo>
                <a:lnTo>
                  <a:pt x="937604" y="619369"/>
                </a:lnTo>
                <a:lnTo>
                  <a:pt x="958820" y="628985"/>
                </a:lnTo>
                <a:lnTo>
                  <a:pt x="980093" y="637317"/>
                </a:lnTo>
                <a:lnTo>
                  <a:pt x="1001432" y="644293"/>
                </a:lnTo>
                <a:lnTo>
                  <a:pt x="1022846" y="649844"/>
                </a:lnTo>
                <a:lnTo>
                  <a:pt x="1044346" y="653897"/>
                </a:lnTo>
                <a:lnTo>
                  <a:pt x="1065939" y="656381"/>
                </a:lnTo>
                <a:lnTo>
                  <a:pt x="1087637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CB33486D-29DE-4196-9CD7-7E4EC4B9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9525"/>
          </a:xfrm>
          <a:custGeom xmlns:a="http://schemas.openxmlformats.org/drawingml/2006/main">
            <a:pathLst>
              <a:path w="1087637" h="9525">
                <a:moveTo>
                  <a:pt x="0" y="0"/>
                </a:moveTo>
                <a:lnTo>
                  <a:pt x="27023" y="0"/>
                </a:lnTo>
                <a:lnTo>
                  <a:pt x="53715" y="0"/>
                </a:lnTo>
                <a:lnTo>
                  <a:pt x="80086" y="0"/>
                </a:lnTo>
                <a:lnTo>
                  <a:pt x="106145" y="0"/>
                </a:lnTo>
                <a:lnTo>
                  <a:pt x="131903" y="0"/>
                </a:lnTo>
                <a:lnTo>
                  <a:pt x="157367" y="0"/>
                </a:lnTo>
                <a:lnTo>
                  <a:pt x="182549" y="0"/>
                </a:lnTo>
                <a:lnTo>
                  <a:pt x="207457" y="0"/>
                </a:lnTo>
                <a:lnTo>
                  <a:pt x="232100" y="0"/>
                </a:lnTo>
                <a:lnTo>
                  <a:pt x="256488" y="0"/>
                </a:lnTo>
                <a:lnTo>
                  <a:pt x="280631" y="0"/>
                </a:lnTo>
                <a:lnTo>
                  <a:pt x="304538" y="0"/>
                </a:lnTo>
                <a:lnTo>
                  <a:pt x="328219" y="0"/>
                </a:lnTo>
                <a:lnTo>
                  <a:pt x="351682" y="0"/>
                </a:lnTo>
                <a:lnTo>
                  <a:pt x="374937" y="0"/>
                </a:lnTo>
                <a:lnTo>
                  <a:pt x="397995" y="0"/>
                </a:lnTo>
                <a:lnTo>
                  <a:pt x="420863" y="0"/>
                </a:lnTo>
                <a:lnTo>
                  <a:pt x="443552" y="0"/>
                </a:lnTo>
                <a:lnTo>
                  <a:pt x="466071" y="0"/>
                </a:lnTo>
                <a:lnTo>
                  <a:pt x="488430" y="0"/>
                </a:lnTo>
                <a:lnTo>
                  <a:pt x="510637" y="0"/>
                </a:lnTo>
                <a:lnTo>
                  <a:pt x="532703" y="0"/>
                </a:lnTo>
                <a:lnTo>
                  <a:pt x="554637" y="0"/>
                </a:lnTo>
                <a:lnTo>
                  <a:pt x="576448" y="0"/>
                </a:lnTo>
                <a:lnTo>
                  <a:pt x="598145" y="0"/>
                </a:lnTo>
                <a:lnTo>
                  <a:pt x="619739" y="0"/>
                </a:lnTo>
                <a:lnTo>
                  <a:pt x="641239" y="0"/>
                </a:lnTo>
                <a:lnTo>
                  <a:pt x="662653" y="0"/>
                </a:lnTo>
                <a:lnTo>
                  <a:pt x="683992" y="0"/>
                </a:lnTo>
                <a:lnTo>
                  <a:pt x="705265" y="0"/>
                </a:lnTo>
                <a:lnTo>
                  <a:pt x="726481" y="0"/>
                </a:lnTo>
                <a:lnTo>
                  <a:pt x="747650" y="0"/>
                </a:lnTo>
                <a:lnTo>
                  <a:pt x="768781" y="0"/>
                </a:lnTo>
                <a:lnTo>
                  <a:pt x="789884" y="0"/>
                </a:lnTo>
                <a:lnTo>
                  <a:pt x="810968" y="0"/>
                </a:lnTo>
                <a:lnTo>
                  <a:pt x="832042" y="0"/>
                </a:lnTo>
                <a:lnTo>
                  <a:pt x="853117" y="0"/>
                </a:lnTo>
                <a:lnTo>
                  <a:pt x="874201" y="0"/>
                </a:lnTo>
                <a:lnTo>
                  <a:pt x="895304" y="0"/>
                </a:lnTo>
                <a:lnTo>
                  <a:pt x="916435" y="0"/>
                </a:lnTo>
                <a:lnTo>
                  <a:pt x="937604" y="0"/>
                </a:lnTo>
                <a:lnTo>
                  <a:pt x="958820" y="0"/>
                </a:lnTo>
                <a:lnTo>
                  <a:pt x="980093" y="0"/>
                </a:lnTo>
                <a:lnTo>
                  <a:pt x="1001432" y="0"/>
                </a:lnTo>
                <a:lnTo>
                  <a:pt x="1022846" y="0"/>
                </a:lnTo>
                <a:lnTo>
                  <a:pt x="1044346" y="0"/>
                </a:lnTo>
                <a:lnTo>
                  <a:pt x="1065939" y="0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6033F2E6-4A17-488F-8099-98BAE3E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657225"/>
                </a:moveTo>
                <a:lnTo>
                  <a:pt x="27023" y="656381"/>
                </a:lnTo>
                <a:lnTo>
                  <a:pt x="53715" y="653897"/>
                </a:lnTo>
                <a:lnTo>
                  <a:pt x="80086" y="649844"/>
                </a:lnTo>
                <a:lnTo>
                  <a:pt x="106145" y="644293"/>
                </a:lnTo>
                <a:lnTo>
                  <a:pt x="131903" y="637317"/>
                </a:lnTo>
                <a:lnTo>
                  <a:pt x="157367" y="628985"/>
                </a:lnTo>
                <a:lnTo>
                  <a:pt x="182549" y="619369"/>
                </a:lnTo>
                <a:lnTo>
                  <a:pt x="207457" y="608542"/>
                </a:lnTo>
                <a:lnTo>
                  <a:pt x="232100" y="596573"/>
                </a:lnTo>
                <a:lnTo>
                  <a:pt x="256488" y="583534"/>
                </a:lnTo>
                <a:lnTo>
                  <a:pt x="280631" y="569498"/>
                </a:lnTo>
                <a:lnTo>
                  <a:pt x="304538" y="554534"/>
                </a:lnTo>
                <a:lnTo>
                  <a:pt x="328219" y="538714"/>
                </a:lnTo>
                <a:lnTo>
                  <a:pt x="351682" y="522110"/>
                </a:lnTo>
                <a:lnTo>
                  <a:pt x="374937" y="504792"/>
                </a:lnTo>
                <a:lnTo>
                  <a:pt x="397995" y="486833"/>
                </a:lnTo>
                <a:lnTo>
                  <a:pt x="420863" y="468304"/>
                </a:lnTo>
                <a:lnTo>
                  <a:pt x="443552" y="449275"/>
                </a:lnTo>
                <a:lnTo>
                  <a:pt x="466071" y="429818"/>
                </a:lnTo>
                <a:lnTo>
                  <a:pt x="488430" y="410005"/>
                </a:lnTo>
                <a:lnTo>
                  <a:pt x="510637" y="389906"/>
                </a:lnTo>
                <a:lnTo>
                  <a:pt x="532703" y="369594"/>
                </a:lnTo>
                <a:lnTo>
                  <a:pt x="554637" y="349139"/>
                </a:lnTo>
                <a:lnTo>
                  <a:pt x="576448" y="328613"/>
                </a:lnTo>
                <a:lnTo>
                  <a:pt x="598145" y="308086"/>
                </a:lnTo>
                <a:lnTo>
                  <a:pt x="619739" y="287631"/>
                </a:lnTo>
                <a:lnTo>
                  <a:pt x="641239" y="267319"/>
                </a:lnTo>
                <a:lnTo>
                  <a:pt x="662653" y="247220"/>
                </a:lnTo>
                <a:lnTo>
                  <a:pt x="683992" y="227407"/>
                </a:lnTo>
                <a:lnTo>
                  <a:pt x="705265" y="207950"/>
                </a:lnTo>
                <a:lnTo>
                  <a:pt x="726481" y="188921"/>
                </a:lnTo>
                <a:lnTo>
                  <a:pt x="747650" y="170392"/>
                </a:lnTo>
                <a:lnTo>
                  <a:pt x="768781" y="152433"/>
                </a:lnTo>
                <a:lnTo>
                  <a:pt x="789884" y="135115"/>
                </a:lnTo>
                <a:lnTo>
                  <a:pt x="810968" y="118511"/>
                </a:lnTo>
                <a:lnTo>
                  <a:pt x="832042" y="102691"/>
                </a:lnTo>
                <a:lnTo>
                  <a:pt x="853117" y="87727"/>
                </a:lnTo>
                <a:lnTo>
                  <a:pt x="874201" y="73691"/>
                </a:lnTo>
                <a:lnTo>
                  <a:pt x="895304" y="60652"/>
                </a:lnTo>
                <a:lnTo>
                  <a:pt x="916435" y="48683"/>
                </a:lnTo>
                <a:lnTo>
                  <a:pt x="937604" y="37856"/>
                </a:lnTo>
                <a:lnTo>
                  <a:pt x="958820" y="28240"/>
                </a:lnTo>
                <a:lnTo>
                  <a:pt x="980093" y="19908"/>
                </a:lnTo>
                <a:lnTo>
                  <a:pt x="1001432" y="12932"/>
                </a:lnTo>
                <a:lnTo>
                  <a:pt x="1022846" y="7381"/>
                </a:lnTo>
                <a:lnTo>
                  <a:pt x="1044346" y="3328"/>
                </a:lnTo>
                <a:lnTo>
                  <a:pt x="1065939" y="844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1BDE3162-2F2A-4B74-B918-DE6DB2E7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2CDC0A05-663F-4007-AE6F-F61CCB79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9EBF0265-1D2D-4561-984B-3DFF3D63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7EC13AA9-9C89-47D7-A342-B33920FD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62D4625A-D5DA-45F1-BDCB-9D41197B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0063D2BE-D092-447B-9005-F99FB18A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4A33AF9C-AAAD-46F1-96A6-E88852A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B9DAEE63-1F39-424F-8E4B-416B9BD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79961729-4697-4DDF-95D8-D48AB85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2267839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025FC551-20C8-461B-AE5D-80602E86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80A3620A-47C1-4D76-9E48-FDBFDEE0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068B8117-BA88-4401-B870-52EC8A24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751" y="3176397"/>
            <a:ext cx="1272767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7831C42E-D2DC-4273-9D84-F7A33263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438335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B53F6005-D13C-42AB-8F98-573A9855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652647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AC1F8C-6C54-4721-9D78-0D033B58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A02DA464-AC92-4552-9C49-2D82F6C6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C906273B-3334-4C28-A49E-E4D26A05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intro-0">
            <a:extLst xmlns:a="http://schemas.openxmlformats.org/drawingml/2006/main">
              <a:ext uri="{FF2B5EF4-FFF2-40B4-BE49-F238E27FC236}">
                <a16:creationId xmlns:a16="http://schemas.microsoft.com/office/drawing/2014/main" id="{F7834E7B-EF81-4C7A-AA81-3A4EA748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</a:t>
            </a:r>
          </a:p>
        </p:txBody>
      </p:sp>
      <p:sp>
        <p:nvSpPr>
          <p:cNvPr id="41" name="compliance-intro-1">
            <a:extLst xmlns:a="http://schemas.openxmlformats.org/drawingml/2006/main">
              <a:ext uri="{FF2B5EF4-FFF2-40B4-BE49-F238E27FC236}">
                <a16:creationId xmlns:a16="http://schemas.microsoft.com/office/drawing/2014/main" id="{27988AA3-84F8-4FC4-94CF-144BD2EB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也暴露人力条线基础管理薄弱：</a:t>
            </a:r>
          </a:p>
        </p:txBody>
      </p:sp>
      <p:sp>
        <p:nvSpPr>
          <p:cNvPr id="42" name="compliance-detail-strip">
            <a:extLst xmlns:a="http://schemas.openxmlformats.org/drawingml/2006/main">
              <a:ext uri="{FF2B5EF4-FFF2-40B4-BE49-F238E27FC236}">
                <a16:creationId xmlns:a16="http://schemas.microsoft.com/office/drawing/2014/main" id="{7B01E88B-C7C9-481C-BF7C-7923A009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144"/>
            <a:ext cx="516164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43" name="compliance-detail-label-0-0">
            <a:extLst xmlns:a="http://schemas.openxmlformats.org/drawingml/2006/main">
              <a:ext uri="{FF2B5EF4-FFF2-40B4-BE49-F238E27FC236}">
                <a16:creationId xmlns:a16="http://schemas.microsoft.com/office/drawing/2014/main" id="{B9E3D371-23FA-4AF7-A15E-D046F7D9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认识</a:t>
            </a:r>
          </a:p>
        </p:txBody>
      </p:sp>
      <p:sp>
        <p:nvSpPr>
          <p:cNvPr id="44" name="compliance-detail-body-0-0">
            <a:extLst xmlns:a="http://schemas.openxmlformats.org/drawingml/2006/main">
              <a:ext uri="{FF2B5EF4-FFF2-40B4-BE49-F238E27FC236}">
                <a16:creationId xmlns:a16="http://schemas.microsoft.com/office/drawing/2014/main" id="{3941FB77-9894-4F23-9178-DB00F575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待提升</a:t>
            </a:r>
          </a:p>
        </p:txBody>
      </p:sp>
      <p:sp>
        <p:nvSpPr>
          <p:cNvPr id="45" name="compliance-detail-label-1-0">
            <a:extLst xmlns:a="http://schemas.openxmlformats.org/drawingml/2006/main">
              <a:ext uri="{FF2B5EF4-FFF2-40B4-BE49-F238E27FC236}">
                <a16:creationId xmlns:a16="http://schemas.microsoft.com/office/drawing/2014/main" id="{6C040889-086B-4C0C-ABC8-C71CCDCC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作风</a:t>
            </a:r>
          </a:p>
        </p:txBody>
      </p:sp>
      <p:sp>
        <p:nvSpPr>
          <p:cNvPr id="46" name="compliance-detail-body-1-0">
            <a:extLst xmlns:a="http://schemas.openxmlformats.org/drawingml/2006/main">
              <a:ext uri="{FF2B5EF4-FFF2-40B4-BE49-F238E27FC236}">
                <a16:creationId xmlns:a16="http://schemas.microsoft.com/office/drawing/2014/main" id="{9E2E3C3D-D1E2-4E23-A008-1E802B5E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待转变</a:t>
            </a:r>
          </a:p>
        </p:txBody>
      </p:sp>
      <p:sp>
        <p:nvSpPr>
          <p:cNvPr id="47" name="compliance-detail-divider-1">
            <a:extLst xmlns:a="http://schemas.openxmlformats.org/drawingml/2006/main">
              <a:ext uri="{FF2B5EF4-FFF2-40B4-BE49-F238E27FC236}">
                <a16:creationId xmlns:a16="http://schemas.microsoft.com/office/drawing/2014/main" id="{53879716-03BA-4FB6-B8DD-BD4EBE1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28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48" name="compliance-detail-label-2-0">
            <a:extLst xmlns:a="http://schemas.openxmlformats.org/drawingml/2006/main">
              <a:ext uri="{FF2B5EF4-FFF2-40B4-BE49-F238E27FC236}">
                <a16:creationId xmlns:a16="http://schemas.microsoft.com/office/drawing/2014/main" id="{D3E02ECA-E2EE-4520-821D-CB09CB74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896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49" name="compliance-detail-body-2-0">
            <a:extLst xmlns:a="http://schemas.openxmlformats.org/drawingml/2006/main">
              <a:ext uri="{FF2B5EF4-FFF2-40B4-BE49-F238E27FC236}">
                <a16:creationId xmlns:a16="http://schemas.microsoft.com/office/drawing/2014/main" id="{2C91030C-0BD8-4029-A487-10161AB2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896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待增强</a:t>
            </a:r>
          </a:p>
        </p:txBody>
      </p:sp>
      <p:sp>
        <p:nvSpPr>
          <p:cNvPr id="50" name="compliance-detail-divider-2">
            <a:extLst xmlns:a="http://schemas.openxmlformats.org/drawingml/2006/main">
              <a:ext uri="{FF2B5EF4-FFF2-40B4-BE49-F238E27FC236}">
                <a16:creationId xmlns:a16="http://schemas.microsoft.com/office/drawing/2014/main" id="{4B98BD3F-600A-4486-82D4-77507D45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1" name="compliance-detail-label-3-0">
            <a:extLst xmlns:a="http://schemas.openxmlformats.org/drawingml/2006/main">
              <a:ext uri="{FF2B5EF4-FFF2-40B4-BE49-F238E27FC236}">
                <a16:creationId xmlns:a16="http://schemas.microsoft.com/office/drawing/2014/main" id="{FDDB2FBB-4CFD-4FAD-B0FC-D42C70F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307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52" name="compliance-detail-body-3-0">
            <a:extLst xmlns:a="http://schemas.openxmlformats.org/drawingml/2006/main">
              <a:ext uri="{FF2B5EF4-FFF2-40B4-BE49-F238E27FC236}">
                <a16:creationId xmlns:a16="http://schemas.microsoft.com/office/drawing/2014/main" id="{990266DD-80EB-45CA-BB8F-E5E775A1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307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待深化</a:t>
            </a:r>
          </a:p>
        </p:txBody>
      </p:sp>
      <p:sp>
        <p:nvSpPr>
          <p:cNvPr id="53" name="compliance-detail-divider-3">
            <a:extLst xmlns:a="http://schemas.openxmlformats.org/drawingml/2006/main">
              <a:ext uri="{FF2B5EF4-FFF2-40B4-BE49-F238E27FC236}">
                <a16:creationId xmlns:a16="http://schemas.microsoft.com/office/drawing/2014/main" id="{672DD366-05CC-4C25-AF13-6A100E0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107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4" name="insights-0">
            <a:extLst xmlns:a="http://schemas.openxmlformats.org/drawingml/2006/main">
              <a:ext uri="{FF2B5EF4-FFF2-40B4-BE49-F238E27FC236}">
                <a16:creationId xmlns:a16="http://schemas.microsoft.com/office/drawing/2014/main" id="{5A96FC56-BED3-497F-82F7-80B4549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C2D30C-5928-4842-AC41-FA251F58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6" name="group-divider-1">
            <a:extLst xmlns:a="http://schemas.openxmlformats.org/drawingml/2006/main">
              <a:ext uri="{FF2B5EF4-FFF2-40B4-BE49-F238E27FC236}">
                <a16:creationId xmlns:a16="http://schemas.microsoft.com/office/drawing/2014/main" id="{47B986B6-CC34-45A4-A334-4F7998BB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918" y="1600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7" name="index-rail-insights">
            <a:extLst xmlns:a="http://schemas.openxmlformats.org/drawingml/2006/main">
              <a:ext uri="{FF2B5EF4-FFF2-40B4-BE49-F238E27FC236}">
                <a16:creationId xmlns:a16="http://schemas.microsoft.com/office/drawing/2014/main" id="{BB18A602-E698-4002-84F4-8DB0ABF8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118" y="2228850"/>
            <a:ext cx="0" cy="3086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DDD"/>
            </a:solidFill>
          </a:ln>
        </p:spPr>
      </p:sp>
      <p:sp>
        <p:nvSpPr>
          <p:cNvPr id="58" name="language-reading-band">
            <a:extLst xmlns:a="http://schemas.openxmlformats.org/drawingml/2006/main">
              <a:ext uri="{FF2B5EF4-FFF2-40B4-BE49-F238E27FC236}">
                <a16:creationId xmlns:a16="http://schemas.microsoft.com/office/drawing/2014/main" id="{E13AC4C9-3262-4086-8CCA-4844A2CF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18" y="2000250"/>
            <a:ext cx="5068207" cy="933259"/>
          </a:xfrm>
          <a:custGeom xmlns:a="http://schemas.openxmlformats.org/drawingml/2006/main">
            <a:pathLst>
              <a:path w="5068207" h="933259">
                <a:moveTo>
                  <a:pt x="0" y="0"/>
                </a:moveTo>
                <a:lnTo>
                  <a:pt x="4953907" y="0"/>
                </a:lnTo>
                <a:lnTo>
                  <a:pt x="5068207" y="466630"/>
                </a:lnTo>
                <a:lnTo>
                  <a:pt x="4953907" y="933259"/>
                </a:lnTo>
                <a:lnTo>
                  <a:pt x="0" y="933259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F0F3F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9" name="language-index-circle">
            <a:extLst xmlns:a="http://schemas.openxmlformats.org/drawingml/2006/main">
              <a:ext uri="{FF2B5EF4-FFF2-40B4-BE49-F238E27FC236}">
                <a16:creationId xmlns:a16="http://schemas.microsoft.com/office/drawing/2014/main" id="{07275B25-0B5E-434D-8D7F-556BE4DF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2000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6F2"/>
          </a:solidFill>
          <a:ln xmlns:a="http://schemas.openxmlformats.org/drawingml/2006/main" w="0">
            <a:noFill/>
          </a:ln>
        </p:spPr>
      </p:sp>
      <p:sp>
        <p:nvSpPr>
          <p:cNvPr id="60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5CD065AA-A671-4149-860D-99813772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2057972"/>
            <a:ext cx="457200" cy="34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1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D332D3CA-7CEB-48DA-93BD-8C7DEA45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2047875"/>
            <a:ext cx="48777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62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39B59C44-552D-4145-B898-45F963D8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239058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63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B00CBDE5-094A-4344-A6BA-C38B91DE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263823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45F13A-FEDC-45BD-8BD5-F1965BF3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3022537"/>
            <a:ext cx="49920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5" name="criterion-reading-band">
            <a:extLst xmlns:a="http://schemas.openxmlformats.org/drawingml/2006/main">
              <a:ext uri="{FF2B5EF4-FFF2-40B4-BE49-F238E27FC236}">
                <a16:creationId xmlns:a16="http://schemas.microsoft.com/office/drawing/2014/main" id="{8E7FFB14-EE6E-46C2-B551-7055A922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18" y="3111564"/>
            <a:ext cx="5068207" cy="685609"/>
          </a:xfrm>
          <a:custGeom xmlns:a="http://schemas.openxmlformats.org/drawingml/2006/main">
            <a:pathLst>
              <a:path w="5068207" h="685609">
                <a:moveTo>
                  <a:pt x="0" y="0"/>
                </a:moveTo>
                <a:lnTo>
                  <a:pt x="4953907" y="0"/>
                </a:lnTo>
                <a:lnTo>
                  <a:pt x="5068207" y="342805"/>
                </a:lnTo>
                <a:lnTo>
                  <a:pt x="4953907" y="685609"/>
                </a:lnTo>
                <a:lnTo>
                  <a:pt x="0" y="685609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F0F3F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6" name="criterion-index-circle">
            <a:extLst xmlns:a="http://schemas.openxmlformats.org/drawingml/2006/main">
              <a:ext uri="{FF2B5EF4-FFF2-40B4-BE49-F238E27FC236}">
                <a16:creationId xmlns:a16="http://schemas.microsoft.com/office/drawing/2014/main" id="{4BD80B0A-94E1-450A-B8BC-7070A2F6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31115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6F2"/>
          </a:solidFill>
          <a:ln xmlns:a="http://schemas.openxmlformats.org/drawingml/2006/main" w="0">
            <a:noFill/>
          </a:ln>
        </p:spPr>
      </p:sp>
      <p:sp>
        <p:nvSpPr>
          <p:cNvPr id="67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BE17FCCF-8762-475C-8589-5124B766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3169285"/>
            <a:ext cx="457200" cy="34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8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5E3306CB-E132-40AB-9B99-72F6D071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3159189"/>
            <a:ext cx="48777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69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0629A053-37FF-4B04-8D7B-9779B7DA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3501898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3B020B-A6D3-4AE3-B16A-98A3C398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3886200"/>
            <a:ext cx="49920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1" name="iteration-reading-band">
            <a:extLst xmlns:a="http://schemas.openxmlformats.org/drawingml/2006/main">
              <a:ext uri="{FF2B5EF4-FFF2-40B4-BE49-F238E27FC236}">
                <a16:creationId xmlns:a16="http://schemas.microsoft.com/office/drawing/2014/main" id="{348193EA-5A78-4A99-828F-3F8F7D8D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18" y="3975227"/>
            <a:ext cx="5068207" cy="933259"/>
          </a:xfrm>
          <a:custGeom xmlns:a="http://schemas.openxmlformats.org/drawingml/2006/main">
            <a:pathLst>
              <a:path w="5068207" h="933259">
                <a:moveTo>
                  <a:pt x="0" y="0"/>
                </a:moveTo>
                <a:lnTo>
                  <a:pt x="4953907" y="0"/>
                </a:lnTo>
                <a:lnTo>
                  <a:pt x="5068207" y="466630"/>
                </a:lnTo>
                <a:lnTo>
                  <a:pt x="4953907" y="933259"/>
                </a:lnTo>
                <a:lnTo>
                  <a:pt x="0" y="933259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F0F3F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2" name="iteration-index-circle">
            <a:extLst xmlns:a="http://schemas.openxmlformats.org/drawingml/2006/main">
              <a:ext uri="{FF2B5EF4-FFF2-40B4-BE49-F238E27FC236}">
                <a16:creationId xmlns:a16="http://schemas.microsoft.com/office/drawing/2014/main" id="{816CB13A-4F1B-4522-8CC7-B188B7CE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3975227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6F2"/>
          </a:solidFill>
          <a:ln xmlns:a="http://schemas.openxmlformats.org/drawingml/2006/main" w="0">
            <a:noFill/>
          </a:ln>
        </p:spPr>
      </p:sp>
      <p:sp>
        <p:nvSpPr>
          <p:cNvPr id="7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8B5BA83B-B4DE-4B50-AE13-D4E9C9F6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4032949"/>
            <a:ext cx="457200" cy="34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6E345A2A-472E-461D-B7E5-689372F1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4022852"/>
            <a:ext cx="48777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7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2F3B6627-F432-4C35-82BE-E0ACBE94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4365562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7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ED585DFE-3718-4B4C-AD5F-AFE46CF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4613212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B3DCEF-8AC8-4C31-A7F8-1DCFD3F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4997514"/>
            <a:ext cx="49920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8" name="coordination-reading-band">
            <a:extLst xmlns:a="http://schemas.openxmlformats.org/drawingml/2006/main">
              <a:ext uri="{FF2B5EF4-FFF2-40B4-BE49-F238E27FC236}">
                <a16:creationId xmlns:a16="http://schemas.microsoft.com/office/drawing/2014/main" id="{B22576EC-8FCC-4DE6-8BD6-B501B3B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18" y="5086541"/>
            <a:ext cx="5068207" cy="1180910"/>
          </a:xfrm>
          <a:custGeom xmlns:a="http://schemas.openxmlformats.org/drawingml/2006/main">
            <a:pathLst>
              <a:path w="5068207" h="1180910">
                <a:moveTo>
                  <a:pt x="0" y="0"/>
                </a:moveTo>
                <a:lnTo>
                  <a:pt x="4953907" y="0"/>
                </a:lnTo>
                <a:lnTo>
                  <a:pt x="5068207" y="590455"/>
                </a:lnTo>
                <a:lnTo>
                  <a:pt x="4953907" y="1180910"/>
                </a:lnTo>
                <a:lnTo>
                  <a:pt x="0" y="118091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F0F3F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9" name="coordination-index-circle">
            <a:extLst xmlns:a="http://schemas.openxmlformats.org/drawingml/2006/main">
              <a:ext uri="{FF2B5EF4-FFF2-40B4-BE49-F238E27FC236}">
                <a16:creationId xmlns:a16="http://schemas.microsoft.com/office/drawing/2014/main" id="{305731FA-6DEE-4A48-9C60-7489D8E4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508654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6F2"/>
          </a:solidFill>
          <a:ln xmlns:a="http://schemas.openxmlformats.org/drawingml/2006/main" w="0">
            <a:noFill/>
          </a:ln>
        </p:spPr>
      </p:sp>
      <p:sp>
        <p:nvSpPr>
          <p:cNvPr id="80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7FA6E6DF-C85F-405E-BB7D-394AFAB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5144262"/>
            <a:ext cx="457200" cy="34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1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FDDF79D2-B023-46BC-B5D9-742974ED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5134166"/>
            <a:ext cx="48777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82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0729289E-D702-44B6-BBF7-30BF8A93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547687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</a:t>
            </a:r>
          </a:p>
        </p:txBody>
      </p:sp>
      <p:sp>
        <p:nvSpPr>
          <p:cNvPr id="83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8B4AF531-284D-46D3-BB38-517818B9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572452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标准；以规范管理的效率强化转型力度，</a:t>
            </a:r>
          </a:p>
        </p:txBody>
      </p:sp>
      <p:sp>
        <p:nvSpPr>
          <p:cNvPr id="84" name="coordination-body-2">
            <a:extLst xmlns:a="http://schemas.openxmlformats.org/drawingml/2006/main">
              <a:ext uri="{FF2B5EF4-FFF2-40B4-BE49-F238E27FC236}">
                <a16:creationId xmlns:a16="http://schemas.microsoft.com/office/drawing/2014/main" id="{07BC9A69-8446-4821-B238-DCD402A4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597217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2026-09-20T02:02:27.1150000Z</dcterms:created>
  <dcterms:modified xsi:type="dcterms:W3CDTF">2026-09-20T02:02:27.1150000Z</dcterms:modified>
</coreProperties>
</file>