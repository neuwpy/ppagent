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172d7f69a844fb" /><Relationship Type="http://schemas.openxmlformats.org/officeDocument/2006/relationships/extended-properties" Target="/docProps/app.xml" Id="Re628b00264294a91" /><Relationship Type="http://schemas.openxmlformats.org/officeDocument/2006/relationships/officeDocument" Target="/ppt/presentation.xml" Id="Rbf44011d466746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30d506ced24d7b"/>
    <p:sldMasterId xmlns:r="http://schemas.openxmlformats.org/officeDocument/2006/relationships" id="2147483660" r:id="Re411c1887c2d4994"/>
    <p:sldMasterId xmlns:r="http://schemas.openxmlformats.org/officeDocument/2006/relationships" id="2147483663" r:id="R5b0d4b0e90984dcf"/>
  </p:sldMasterIdLst>
  <p:notesMasterIdLst>
    <p:notesMasterId xmlns:r="http://schemas.openxmlformats.org/officeDocument/2006/relationships" r:id="R2d7108bef6664413"/>
  </p:notesMasterIdLst>
  <p:sldIdLst>
    <p:sldId xmlns:r="http://schemas.openxmlformats.org/officeDocument/2006/relationships" id="256" r:id="Rd3ebe2afa7684e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60408ca1bd4122" /><Relationship Type="http://schemas.openxmlformats.org/officeDocument/2006/relationships/slideMaster" Target="/ppt/slideMasters/slideMaster1.xml" Id="Rfc30d506ced24d7b" /><Relationship Type="http://schemas.openxmlformats.org/officeDocument/2006/relationships/slideMaster" Target="/ppt/slideMasters/slideMaster2.xml" Id="Re411c1887c2d4994" /><Relationship Type="http://schemas.openxmlformats.org/officeDocument/2006/relationships/slideMaster" Target="/ppt/slideMasters/slideMaster3.xml" Id="R5b0d4b0e90984dcf" /><Relationship Type="http://schemas.openxmlformats.org/officeDocument/2006/relationships/notesMaster" Target="/ppt/notesMasters/notesMaster1.xml" Id="R2d7108bef6664413" /><Relationship Type="http://schemas.openxmlformats.org/officeDocument/2006/relationships/presProps" Target="/ppt/presProps.xml" Id="R25f70c110e614778" /><Relationship Type="http://schemas.openxmlformats.org/officeDocument/2006/relationships/viewProps" Target="/ppt/viewProps.xml" Id="R385fadd4137540fa" /><Relationship Type="http://schemas.openxmlformats.org/officeDocument/2006/relationships/tableStyles" Target="/ppt/tableStyles.xml" Id="R418d3fa24ff14395" /><Relationship Type="http://schemas.openxmlformats.org/officeDocument/2006/relationships/slide" Target="/ppt/slides/slide1.xml" Id="Rd3ebe2afa7684e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2bf34cbf2d6744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6a8d6609034e97" /><Relationship Type="http://schemas.openxmlformats.org/officeDocument/2006/relationships/notesMaster" Target="/ppt/notesMasters/notesMaster1.xml" Id="R888bf072b51a47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e4f73ce1ea47c4" /><Relationship Type="http://schemas.openxmlformats.org/officeDocument/2006/relationships/image" Target="/ppt/media/image.jpeg" Id="R7c5f1a8eb8cd43b2" /><Relationship Type="http://schemas.openxmlformats.org/officeDocument/2006/relationships/image" Target="/ppt/media/image.png" Id="Rd3073167843a40d0" /><Relationship Type="http://schemas.openxmlformats.org/officeDocument/2006/relationships/image" Target="/ppt/media/image2.png" Id="R3832655ee9954a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afd30c892a44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00bbd2ee1b4f74" /><Relationship Type="http://schemas.openxmlformats.org/officeDocument/2006/relationships/image" Target="/ppt/media/image3.png" Id="R91ab41aa43e84f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63f21fa44d4d0f" /><Relationship Type="http://schemas.openxmlformats.org/officeDocument/2006/relationships/image" Target="/ppt/media/image4.png" Id="R65d97a39d305474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7910b108d5428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55693fbe3a4e3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5f79317b3243e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804f5d646a492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afd302d64a475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82d2d568ab4e7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220c295f1a4bd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a8201585582421d" /><Relationship Type="http://schemas.openxmlformats.org/officeDocument/2006/relationships/image" Target="/ppt/media/image5.png" Id="R1ccc24f5a6b1465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44332372dfc462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84f5f3c018e437d" /><Relationship Type="http://schemas.openxmlformats.org/officeDocument/2006/relationships/image" Target="/ppt/media/image5.png" Id="Rc7721615428e45c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164533811bb44be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f1a8eb8cd43b2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73167843a40d0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2655ee9954a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b41aa43e84fbd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d97a39d305474a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c24f5a6b1465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21615428e45c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586ce58f2a4d54" /><Relationship Type="http://schemas.openxmlformats.org/officeDocument/2006/relationships/slideLayout" Target="/ppt/slideLayouts/slideLayout1.xml" Id="R679abcf3a42d4428" /><Relationship Type="http://schemas.openxmlformats.org/officeDocument/2006/relationships/slideLayout" Target="/ppt/slideLayouts/slideLayout2.xml" Id="Rb8a1135ac17a4ed0" /><Relationship Type="http://schemas.openxmlformats.org/officeDocument/2006/relationships/slideLayout" Target="/ppt/slideLayouts/slideLayout3.xml" Id="R3a4ca715aeba40cc" /><Relationship Type="http://schemas.openxmlformats.org/officeDocument/2006/relationships/slideLayout" Target="/ppt/slideLayouts/slideLayout4.xml" Id="R568fe7e4cfcc47bf" /><Relationship Type="http://schemas.openxmlformats.org/officeDocument/2006/relationships/slideLayout" Target="/ppt/slideLayouts/slideLayout5.xml" Id="Re27d9492cd734dc3" /><Relationship Type="http://schemas.openxmlformats.org/officeDocument/2006/relationships/slideLayout" Target="/ppt/slideLayouts/slideLayout6.xml" Id="R90d840ad78b54b00" /><Relationship Type="http://schemas.openxmlformats.org/officeDocument/2006/relationships/slideLayout" Target="/ppt/slideLayouts/slideLayout7.xml" Id="R898d9898bab74c3e" /><Relationship Type="http://schemas.openxmlformats.org/officeDocument/2006/relationships/slideLayout" Target="/ppt/slideLayouts/slideLayout8.xml" Id="R754db6df728e4f27" /><Relationship Type="http://schemas.openxmlformats.org/officeDocument/2006/relationships/slideLayout" Target="/ppt/slideLayouts/slideLayout9.xml" Id="Re87cbaed6ada4595" /><Relationship Type="http://schemas.openxmlformats.org/officeDocument/2006/relationships/slideLayout" Target="/ppt/slideLayouts/slideLayout10.xml" Id="R91ae64fb156d4d6f" /><Relationship Type="http://schemas.openxmlformats.org/officeDocument/2006/relationships/slideLayout" Target="/ppt/slideLayouts/slideLayout11.xml" Id="R296e0b1a1b46418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2e4f1a5a0264380" /><Relationship Type="http://schemas.openxmlformats.org/officeDocument/2006/relationships/slideLayout" Target="/ppt/slideLayouts/slideLayout12.xml" Id="R06757095c82a4eb8" /><Relationship Type="http://schemas.openxmlformats.org/officeDocument/2006/relationships/slideLayout" Target="/ppt/slideLayouts/slideLayout13.xml" Id="Rcd46d8b040e048cd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f17fd9a543614ab6" /><Relationship Type="http://schemas.openxmlformats.org/officeDocument/2006/relationships/slideLayout" Target="/ppt/slideLayouts/slideLayout14.xml" Id="R4adc7109c7cf4441" /><Relationship Type="http://schemas.openxmlformats.org/officeDocument/2006/relationships/slideLayout" Target="/ppt/slideLayouts/slideLayout15.xml" Id="Ra803e2f08ae247f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9abcf3a42d4428"/>
    <p:sldLayoutId xmlns:r="http://schemas.openxmlformats.org/officeDocument/2006/relationships" id="2147483650" r:id="Rb8a1135ac17a4ed0"/>
    <p:sldLayoutId xmlns:r="http://schemas.openxmlformats.org/officeDocument/2006/relationships" id="2147483651" r:id="R3a4ca715aeba40cc"/>
    <p:sldLayoutId xmlns:r="http://schemas.openxmlformats.org/officeDocument/2006/relationships" id="2147483652" r:id="R568fe7e4cfcc47bf"/>
    <p:sldLayoutId xmlns:r="http://schemas.openxmlformats.org/officeDocument/2006/relationships" id="2147483653" r:id="Re27d9492cd734dc3"/>
    <p:sldLayoutId xmlns:r="http://schemas.openxmlformats.org/officeDocument/2006/relationships" id="2147483654" r:id="R90d840ad78b54b00"/>
    <p:sldLayoutId xmlns:r="http://schemas.openxmlformats.org/officeDocument/2006/relationships" id="2147483655" r:id="R898d9898bab74c3e"/>
    <p:sldLayoutId xmlns:r="http://schemas.openxmlformats.org/officeDocument/2006/relationships" id="2147483656" r:id="R754db6df728e4f27"/>
    <p:sldLayoutId xmlns:r="http://schemas.openxmlformats.org/officeDocument/2006/relationships" id="2147483657" r:id="Re87cbaed6ada4595"/>
    <p:sldLayoutId xmlns:r="http://schemas.openxmlformats.org/officeDocument/2006/relationships" id="2147483658" r:id="R91ae64fb156d4d6f"/>
    <p:sldLayoutId xmlns:r="http://schemas.openxmlformats.org/officeDocument/2006/relationships" id="2147483659" r:id="R296e0b1a1b46418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06757095c82a4eb8"/>
    <p:sldLayoutId xmlns:r="http://schemas.openxmlformats.org/officeDocument/2006/relationships" id="2147483662" r:id="Rcd46d8b040e048cd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4adc7109c7cf4441"/>
    <p:sldLayoutId xmlns:r="http://schemas.openxmlformats.org/officeDocument/2006/relationships" id="2147483665" r:id="Ra803e2f08ae247f5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129c49bb0df4e31" /><Relationship Type="http://schemas.openxmlformats.org/officeDocument/2006/relationships/image" Target="/ppt/media/image6.png" Id="Rc7026074e1ae4327" /><Relationship Type="http://schemas.openxmlformats.org/officeDocument/2006/relationships/notesSlide" Target="/ppt/notesSlides/notesSlide1.xml" Id="Rd82588adf0044c9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26074e1ae43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2026-09-20T02:02:26.0340000Z</dcterms:created>
  <dcterms:modified xsi:type="dcterms:W3CDTF">2026-09-20T02:02:26.0350000Z</dcterms:modified>
</coreProperties>
</file>