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0b698895b8431e" /><Relationship Type="http://schemas.openxmlformats.org/officeDocument/2006/relationships/extended-properties" Target="/docProps/app.xml" Id="R0786a4988e8c45f1" /><Relationship Type="http://schemas.openxmlformats.org/officeDocument/2006/relationships/officeDocument" Target="/ppt/presentation.xml" Id="R33731d336a7c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388b4caafd4093"/>
    <p:sldMasterId xmlns:r="http://schemas.openxmlformats.org/officeDocument/2006/relationships" id="2147483660" r:id="Rc4ccfbe9b7bf47cc"/>
    <p:sldMasterId xmlns:r="http://schemas.openxmlformats.org/officeDocument/2006/relationships" id="2147483663" r:id="R0935bf131a614858"/>
  </p:sldMasterIdLst>
  <p:notesMasterIdLst>
    <p:notesMasterId xmlns:r="http://schemas.openxmlformats.org/officeDocument/2006/relationships" r:id="R6d4c373ef3d64e39"/>
  </p:notesMasterIdLst>
  <p:sldIdLst>
    <p:sldId xmlns:r="http://schemas.openxmlformats.org/officeDocument/2006/relationships" id="256" r:id="Rd4ab7c006d3240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13ffd7b56f464e" /><Relationship Type="http://schemas.openxmlformats.org/officeDocument/2006/relationships/slideMaster" Target="/ppt/slideMasters/slideMaster1.xml" Id="Red388b4caafd4093" /><Relationship Type="http://schemas.openxmlformats.org/officeDocument/2006/relationships/slideMaster" Target="/ppt/slideMasters/slideMaster2.xml" Id="Rc4ccfbe9b7bf47cc" /><Relationship Type="http://schemas.openxmlformats.org/officeDocument/2006/relationships/slideMaster" Target="/ppt/slideMasters/slideMaster3.xml" Id="R0935bf131a614858" /><Relationship Type="http://schemas.openxmlformats.org/officeDocument/2006/relationships/notesMaster" Target="/ppt/notesMasters/notesMaster1.xml" Id="R6d4c373ef3d64e39" /><Relationship Type="http://schemas.openxmlformats.org/officeDocument/2006/relationships/presProps" Target="/ppt/presProps.xml" Id="Rab7791c07978478d" /><Relationship Type="http://schemas.openxmlformats.org/officeDocument/2006/relationships/viewProps" Target="/ppt/viewProps.xml" Id="Rdcd1c190ddc04b95" /><Relationship Type="http://schemas.openxmlformats.org/officeDocument/2006/relationships/tableStyles" Target="/ppt/tableStyles.xml" Id="R0ed8caa5563e414d" /><Relationship Type="http://schemas.openxmlformats.org/officeDocument/2006/relationships/slide" Target="/ppt/slides/slide1.xml" Id="Rd4ab7c006d3240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7d0a35041f640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1ea5f49ad04726" /><Relationship Type="http://schemas.openxmlformats.org/officeDocument/2006/relationships/notesMaster" Target="/ppt/notesMasters/notesMaster1.xml" Id="R2adfef52d019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ee61db36b45b5" /><Relationship Type="http://schemas.openxmlformats.org/officeDocument/2006/relationships/image" Target="/ppt/media/image.jpeg" Id="R946d3d317e054308" /><Relationship Type="http://schemas.openxmlformats.org/officeDocument/2006/relationships/image" Target="/ppt/media/image.png" Id="R343d8775dfcd4ba9" /><Relationship Type="http://schemas.openxmlformats.org/officeDocument/2006/relationships/image" Target="/ppt/media/image2.png" Id="R2d723cdea90b45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7eb67ee5647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88a37e442412b" /><Relationship Type="http://schemas.openxmlformats.org/officeDocument/2006/relationships/image" Target="/ppt/media/image3.png" Id="Rc85bfc6a1dea42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f7d6325b24488" /><Relationship Type="http://schemas.openxmlformats.org/officeDocument/2006/relationships/image" Target="/ppt/media/image4.png" Id="Rb12fe430197d4b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d5e47e3564f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1937e532846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281a1d295466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f1152ad9949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b42a49f1f49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73b75ed554c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c33a53ff5438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c627b962f340e3" /><Relationship Type="http://schemas.openxmlformats.org/officeDocument/2006/relationships/image" Target="/ppt/media/image5.png" Id="R71828a75808b44a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47e8d59ee1407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f5533d2af44606" /><Relationship Type="http://schemas.openxmlformats.org/officeDocument/2006/relationships/image" Target="/ppt/media/image5.png" Id="Rfb31dd17281b4ef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5f5e86453e441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d3d317e05430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d8775dfcd4ba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23cdea90b45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bfc6a1dea421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fe430197d4bd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28a75808b44a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1dd17281b4ef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210801e2224cac" /><Relationship Type="http://schemas.openxmlformats.org/officeDocument/2006/relationships/slideLayout" Target="/ppt/slideLayouts/slideLayout1.xml" Id="R8a89265632594cf0" /><Relationship Type="http://schemas.openxmlformats.org/officeDocument/2006/relationships/slideLayout" Target="/ppt/slideLayouts/slideLayout2.xml" Id="Rd7f82ee72b844070" /><Relationship Type="http://schemas.openxmlformats.org/officeDocument/2006/relationships/slideLayout" Target="/ppt/slideLayouts/slideLayout3.xml" Id="Rd086775e7f134116" /><Relationship Type="http://schemas.openxmlformats.org/officeDocument/2006/relationships/slideLayout" Target="/ppt/slideLayouts/slideLayout4.xml" Id="R20b703813f764240" /><Relationship Type="http://schemas.openxmlformats.org/officeDocument/2006/relationships/slideLayout" Target="/ppt/slideLayouts/slideLayout5.xml" Id="R91923f8f20634d4f" /><Relationship Type="http://schemas.openxmlformats.org/officeDocument/2006/relationships/slideLayout" Target="/ppt/slideLayouts/slideLayout6.xml" Id="Rced422aff8d44c8a" /><Relationship Type="http://schemas.openxmlformats.org/officeDocument/2006/relationships/slideLayout" Target="/ppt/slideLayouts/slideLayout7.xml" Id="R9d89a764edb945d9" /><Relationship Type="http://schemas.openxmlformats.org/officeDocument/2006/relationships/slideLayout" Target="/ppt/slideLayouts/slideLayout8.xml" Id="Re1642d1162604103" /><Relationship Type="http://schemas.openxmlformats.org/officeDocument/2006/relationships/slideLayout" Target="/ppt/slideLayouts/slideLayout9.xml" Id="Re029334bc8124ff3" /><Relationship Type="http://schemas.openxmlformats.org/officeDocument/2006/relationships/slideLayout" Target="/ppt/slideLayouts/slideLayout10.xml" Id="Rb81613c794404262" /><Relationship Type="http://schemas.openxmlformats.org/officeDocument/2006/relationships/slideLayout" Target="/ppt/slideLayouts/slideLayout11.xml" Id="R57610d30998d4e7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4c563b3e03f4958" /><Relationship Type="http://schemas.openxmlformats.org/officeDocument/2006/relationships/slideLayout" Target="/ppt/slideLayouts/slideLayout12.xml" Id="Rae9a0f4f307f4e22" /><Relationship Type="http://schemas.openxmlformats.org/officeDocument/2006/relationships/slideLayout" Target="/ppt/slideLayouts/slideLayout13.xml" Id="R61e28032530d4b9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b87d0d1846a4541" /><Relationship Type="http://schemas.openxmlformats.org/officeDocument/2006/relationships/slideLayout" Target="/ppt/slideLayouts/slideLayout14.xml" Id="R672631b3ca734a3e" /><Relationship Type="http://schemas.openxmlformats.org/officeDocument/2006/relationships/slideLayout" Target="/ppt/slideLayouts/slideLayout15.xml" Id="Rcd904792a6fc48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89265632594cf0"/>
    <p:sldLayoutId xmlns:r="http://schemas.openxmlformats.org/officeDocument/2006/relationships" id="2147483650" r:id="Rd7f82ee72b844070"/>
    <p:sldLayoutId xmlns:r="http://schemas.openxmlformats.org/officeDocument/2006/relationships" id="2147483651" r:id="Rd086775e7f134116"/>
    <p:sldLayoutId xmlns:r="http://schemas.openxmlformats.org/officeDocument/2006/relationships" id="2147483652" r:id="R20b703813f764240"/>
    <p:sldLayoutId xmlns:r="http://schemas.openxmlformats.org/officeDocument/2006/relationships" id="2147483653" r:id="R91923f8f20634d4f"/>
    <p:sldLayoutId xmlns:r="http://schemas.openxmlformats.org/officeDocument/2006/relationships" id="2147483654" r:id="Rced422aff8d44c8a"/>
    <p:sldLayoutId xmlns:r="http://schemas.openxmlformats.org/officeDocument/2006/relationships" id="2147483655" r:id="R9d89a764edb945d9"/>
    <p:sldLayoutId xmlns:r="http://schemas.openxmlformats.org/officeDocument/2006/relationships" id="2147483656" r:id="Re1642d1162604103"/>
    <p:sldLayoutId xmlns:r="http://schemas.openxmlformats.org/officeDocument/2006/relationships" id="2147483657" r:id="Re029334bc8124ff3"/>
    <p:sldLayoutId xmlns:r="http://schemas.openxmlformats.org/officeDocument/2006/relationships" id="2147483658" r:id="Rb81613c794404262"/>
    <p:sldLayoutId xmlns:r="http://schemas.openxmlformats.org/officeDocument/2006/relationships" id="2147483659" r:id="R57610d30998d4e7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e9a0f4f307f4e22"/>
    <p:sldLayoutId xmlns:r="http://schemas.openxmlformats.org/officeDocument/2006/relationships" id="2147483662" r:id="R61e28032530d4b9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72631b3ca734a3e"/>
    <p:sldLayoutId xmlns:r="http://schemas.openxmlformats.org/officeDocument/2006/relationships" id="2147483665" r:id="Rcd904792a6fc486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9f01a12e8944ad" /><Relationship Type="http://schemas.openxmlformats.org/officeDocument/2006/relationships/notesSlide" Target="/ppt/notesSlides/notesSlide1.xml" Id="R1a4cdeec770b41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131C25EF-2CBB-45FD-94D7-FEC31101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458010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FA83A-15D6-4298-ABD4-EEBD236D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45801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29DD9397-183C-44B0-960D-969AB9D8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49FFB56A-1F06-4DA3-9015-8D4E59A2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04670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CE332531-BB18-4C1F-9836-D27C27A4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0467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AE39BF37-DC3D-4966-A2F6-A2FEB27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161" y="2995422"/>
            <a:ext cx="950976" cy="657225"/>
          </a:xfrm>
          <a:custGeom xmlns:a="http://schemas.openxmlformats.org/drawingml/2006/main">
            <a:pathLst>
              <a:path w="950976" h="657225">
                <a:moveTo>
                  <a:pt x="0" y="0"/>
                </a:moveTo>
                <a:lnTo>
                  <a:pt x="23627" y="844"/>
                </a:lnTo>
                <a:lnTo>
                  <a:pt x="46965" y="3328"/>
                </a:lnTo>
                <a:lnTo>
                  <a:pt x="70023" y="7381"/>
                </a:lnTo>
                <a:lnTo>
                  <a:pt x="92808" y="12932"/>
                </a:lnTo>
                <a:lnTo>
                  <a:pt x="115329" y="19908"/>
                </a:lnTo>
                <a:lnTo>
                  <a:pt x="137594" y="28240"/>
                </a:lnTo>
                <a:lnTo>
                  <a:pt x="159612" y="37856"/>
                </a:lnTo>
                <a:lnTo>
                  <a:pt x="181390" y="48683"/>
                </a:lnTo>
                <a:lnTo>
                  <a:pt x="202937" y="60652"/>
                </a:lnTo>
                <a:lnTo>
                  <a:pt x="224261" y="73691"/>
                </a:lnTo>
                <a:lnTo>
                  <a:pt x="245370" y="87727"/>
                </a:lnTo>
                <a:lnTo>
                  <a:pt x="266273" y="102691"/>
                </a:lnTo>
                <a:lnTo>
                  <a:pt x="286978" y="118511"/>
                </a:lnTo>
                <a:lnTo>
                  <a:pt x="307493" y="135115"/>
                </a:lnTo>
                <a:lnTo>
                  <a:pt x="327827" y="152433"/>
                </a:lnTo>
                <a:lnTo>
                  <a:pt x="347987" y="170392"/>
                </a:lnTo>
                <a:lnTo>
                  <a:pt x="367982" y="188921"/>
                </a:lnTo>
                <a:lnTo>
                  <a:pt x="387820" y="207950"/>
                </a:lnTo>
                <a:lnTo>
                  <a:pt x="407509" y="227407"/>
                </a:lnTo>
                <a:lnTo>
                  <a:pt x="427059" y="247220"/>
                </a:lnTo>
                <a:lnTo>
                  <a:pt x="446476" y="267319"/>
                </a:lnTo>
                <a:lnTo>
                  <a:pt x="465769" y="287631"/>
                </a:lnTo>
                <a:lnTo>
                  <a:pt x="484947" y="308086"/>
                </a:lnTo>
                <a:lnTo>
                  <a:pt x="504017" y="328613"/>
                </a:lnTo>
                <a:lnTo>
                  <a:pt x="522989" y="349139"/>
                </a:lnTo>
                <a:lnTo>
                  <a:pt x="541869" y="369594"/>
                </a:lnTo>
                <a:lnTo>
                  <a:pt x="560667" y="389906"/>
                </a:lnTo>
                <a:lnTo>
                  <a:pt x="579391" y="410005"/>
                </a:lnTo>
                <a:lnTo>
                  <a:pt x="598049" y="429818"/>
                </a:lnTo>
                <a:lnTo>
                  <a:pt x="616649" y="449275"/>
                </a:lnTo>
                <a:lnTo>
                  <a:pt x="635199" y="468304"/>
                </a:lnTo>
                <a:lnTo>
                  <a:pt x="653708" y="486833"/>
                </a:lnTo>
                <a:lnTo>
                  <a:pt x="672184" y="504792"/>
                </a:lnTo>
                <a:lnTo>
                  <a:pt x="690635" y="522110"/>
                </a:lnTo>
                <a:lnTo>
                  <a:pt x="709070" y="538714"/>
                </a:lnTo>
                <a:lnTo>
                  <a:pt x="727497" y="554534"/>
                </a:lnTo>
                <a:lnTo>
                  <a:pt x="745923" y="569498"/>
                </a:lnTo>
                <a:lnTo>
                  <a:pt x="764358" y="583534"/>
                </a:lnTo>
                <a:lnTo>
                  <a:pt x="782809" y="596573"/>
                </a:lnTo>
                <a:lnTo>
                  <a:pt x="801285" y="608542"/>
                </a:lnTo>
                <a:lnTo>
                  <a:pt x="819794" y="619369"/>
                </a:lnTo>
                <a:lnTo>
                  <a:pt x="838345" y="628985"/>
                </a:lnTo>
                <a:lnTo>
                  <a:pt x="856945" y="637317"/>
                </a:lnTo>
                <a:lnTo>
                  <a:pt x="875602" y="644293"/>
                </a:lnTo>
                <a:lnTo>
                  <a:pt x="894326" y="649844"/>
                </a:lnTo>
                <a:lnTo>
                  <a:pt x="913124" y="653897"/>
                </a:lnTo>
                <a:lnTo>
                  <a:pt x="932005" y="656381"/>
                </a:lnTo>
                <a:lnTo>
                  <a:pt x="950976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F7061882-AA44-41A5-8576-56DA6B13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161" y="3652647"/>
            <a:ext cx="950976" cy="9525"/>
          </a:xfrm>
          <a:custGeom xmlns:a="http://schemas.openxmlformats.org/drawingml/2006/main">
            <a:pathLst>
              <a:path w="950976" h="9525">
                <a:moveTo>
                  <a:pt x="0" y="0"/>
                </a:moveTo>
                <a:lnTo>
                  <a:pt x="23627" y="0"/>
                </a:lnTo>
                <a:lnTo>
                  <a:pt x="46965" y="0"/>
                </a:lnTo>
                <a:lnTo>
                  <a:pt x="70023" y="0"/>
                </a:lnTo>
                <a:lnTo>
                  <a:pt x="92808" y="0"/>
                </a:lnTo>
                <a:lnTo>
                  <a:pt x="115329" y="0"/>
                </a:lnTo>
                <a:lnTo>
                  <a:pt x="137594" y="0"/>
                </a:lnTo>
                <a:lnTo>
                  <a:pt x="159612" y="0"/>
                </a:lnTo>
                <a:lnTo>
                  <a:pt x="181390" y="0"/>
                </a:lnTo>
                <a:lnTo>
                  <a:pt x="202937" y="0"/>
                </a:lnTo>
                <a:lnTo>
                  <a:pt x="224261" y="0"/>
                </a:lnTo>
                <a:lnTo>
                  <a:pt x="245370" y="0"/>
                </a:lnTo>
                <a:lnTo>
                  <a:pt x="266273" y="0"/>
                </a:lnTo>
                <a:lnTo>
                  <a:pt x="286978" y="0"/>
                </a:lnTo>
                <a:lnTo>
                  <a:pt x="307493" y="0"/>
                </a:lnTo>
                <a:lnTo>
                  <a:pt x="327827" y="0"/>
                </a:lnTo>
                <a:lnTo>
                  <a:pt x="347987" y="0"/>
                </a:lnTo>
                <a:lnTo>
                  <a:pt x="367982" y="0"/>
                </a:lnTo>
                <a:lnTo>
                  <a:pt x="387820" y="0"/>
                </a:lnTo>
                <a:lnTo>
                  <a:pt x="407509" y="0"/>
                </a:lnTo>
                <a:lnTo>
                  <a:pt x="427059" y="0"/>
                </a:lnTo>
                <a:lnTo>
                  <a:pt x="446476" y="0"/>
                </a:lnTo>
                <a:lnTo>
                  <a:pt x="465769" y="0"/>
                </a:lnTo>
                <a:lnTo>
                  <a:pt x="484947" y="0"/>
                </a:lnTo>
                <a:lnTo>
                  <a:pt x="504017" y="0"/>
                </a:lnTo>
                <a:lnTo>
                  <a:pt x="522989" y="0"/>
                </a:lnTo>
                <a:lnTo>
                  <a:pt x="541869" y="0"/>
                </a:lnTo>
                <a:lnTo>
                  <a:pt x="560667" y="0"/>
                </a:lnTo>
                <a:lnTo>
                  <a:pt x="579391" y="0"/>
                </a:lnTo>
                <a:lnTo>
                  <a:pt x="598049" y="0"/>
                </a:lnTo>
                <a:lnTo>
                  <a:pt x="616649" y="0"/>
                </a:lnTo>
                <a:lnTo>
                  <a:pt x="635199" y="0"/>
                </a:lnTo>
                <a:lnTo>
                  <a:pt x="653708" y="0"/>
                </a:lnTo>
                <a:lnTo>
                  <a:pt x="672184" y="0"/>
                </a:lnTo>
                <a:lnTo>
                  <a:pt x="690635" y="0"/>
                </a:lnTo>
                <a:lnTo>
                  <a:pt x="709070" y="0"/>
                </a:lnTo>
                <a:lnTo>
                  <a:pt x="727497" y="0"/>
                </a:lnTo>
                <a:lnTo>
                  <a:pt x="745923" y="0"/>
                </a:lnTo>
                <a:lnTo>
                  <a:pt x="764358" y="0"/>
                </a:lnTo>
                <a:lnTo>
                  <a:pt x="782809" y="0"/>
                </a:lnTo>
                <a:lnTo>
                  <a:pt x="801285" y="0"/>
                </a:lnTo>
                <a:lnTo>
                  <a:pt x="819794" y="0"/>
                </a:lnTo>
                <a:lnTo>
                  <a:pt x="838345" y="0"/>
                </a:lnTo>
                <a:lnTo>
                  <a:pt x="856945" y="0"/>
                </a:lnTo>
                <a:lnTo>
                  <a:pt x="875602" y="0"/>
                </a:lnTo>
                <a:lnTo>
                  <a:pt x="894326" y="0"/>
                </a:lnTo>
                <a:lnTo>
                  <a:pt x="913124" y="0"/>
                </a:lnTo>
                <a:lnTo>
                  <a:pt x="932005" y="0"/>
                </a:lnTo>
                <a:lnTo>
                  <a:pt x="9509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8D87D149-BEF3-46FF-B8D5-8975F481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161" y="3652647"/>
            <a:ext cx="950976" cy="657225"/>
          </a:xfrm>
          <a:custGeom xmlns:a="http://schemas.openxmlformats.org/drawingml/2006/main">
            <a:pathLst>
              <a:path w="950976" h="657225">
                <a:moveTo>
                  <a:pt x="0" y="657225"/>
                </a:moveTo>
                <a:lnTo>
                  <a:pt x="23627" y="656381"/>
                </a:lnTo>
                <a:lnTo>
                  <a:pt x="46965" y="653897"/>
                </a:lnTo>
                <a:lnTo>
                  <a:pt x="70023" y="649844"/>
                </a:lnTo>
                <a:lnTo>
                  <a:pt x="92808" y="644293"/>
                </a:lnTo>
                <a:lnTo>
                  <a:pt x="115329" y="637317"/>
                </a:lnTo>
                <a:lnTo>
                  <a:pt x="137594" y="628985"/>
                </a:lnTo>
                <a:lnTo>
                  <a:pt x="159612" y="619369"/>
                </a:lnTo>
                <a:lnTo>
                  <a:pt x="181390" y="608542"/>
                </a:lnTo>
                <a:lnTo>
                  <a:pt x="202937" y="596573"/>
                </a:lnTo>
                <a:lnTo>
                  <a:pt x="224261" y="583534"/>
                </a:lnTo>
                <a:lnTo>
                  <a:pt x="245370" y="569498"/>
                </a:lnTo>
                <a:lnTo>
                  <a:pt x="266273" y="554534"/>
                </a:lnTo>
                <a:lnTo>
                  <a:pt x="286978" y="538714"/>
                </a:lnTo>
                <a:lnTo>
                  <a:pt x="307493" y="522110"/>
                </a:lnTo>
                <a:lnTo>
                  <a:pt x="327827" y="504792"/>
                </a:lnTo>
                <a:lnTo>
                  <a:pt x="347987" y="486833"/>
                </a:lnTo>
                <a:lnTo>
                  <a:pt x="367982" y="468304"/>
                </a:lnTo>
                <a:lnTo>
                  <a:pt x="387820" y="449275"/>
                </a:lnTo>
                <a:lnTo>
                  <a:pt x="407509" y="429818"/>
                </a:lnTo>
                <a:lnTo>
                  <a:pt x="427059" y="410005"/>
                </a:lnTo>
                <a:lnTo>
                  <a:pt x="446476" y="389906"/>
                </a:lnTo>
                <a:lnTo>
                  <a:pt x="465769" y="369594"/>
                </a:lnTo>
                <a:lnTo>
                  <a:pt x="484947" y="349139"/>
                </a:lnTo>
                <a:lnTo>
                  <a:pt x="504017" y="328613"/>
                </a:lnTo>
                <a:lnTo>
                  <a:pt x="522989" y="308086"/>
                </a:lnTo>
                <a:lnTo>
                  <a:pt x="541869" y="287631"/>
                </a:lnTo>
                <a:lnTo>
                  <a:pt x="560667" y="267319"/>
                </a:lnTo>
                <a:lnTo>
                  <a:pt x="579391" y="247220"/>
                </a:lnTo>
                <a:lnTo>
                  <a:pt x="598049" y="227407"/>
                </a:lnTo>
                <a:lnTo>
                  <a:pt x="616649" y="207950"/>
                </a:lnTo>
                <a:lnTo>
                  <a:pt x="635199" y="188921"/>
                </a:lnTo>
                <a:lnTo>
                  <a:pt x="653708" y="170392"/>
                </a:lnTo>
                <a:lnTo>
                  <a:pt x="672184" y="152433"/>
                </a:lnTo>
                <a:lnTo>
                  <a:pt x="690635" y="135115"/>
                </a:lnTo>
                <a:lnTo>
                  <a:pt x="709070" y="118511"/>
                </a:lnTo>
                <a:lnTo>
                  <a:pt x="727497" y="102691"/>
                </a:lnTo>
                <a:lnTo>
                  <a:pt x="745923" y="87727"/>
                </a:lnTo>
                <a:lnTo>
                  <a:pt x="764358" y="73691"/>
                </a:lnTo>
                <a:lnTo>
                  <a:pt x="782809" y="60652"/>
                </a:lnTo>
                <a:lnTo>
                  <a:pt x="801285" y="48683"/>
                </a:lnTo>
                <a:lnTo>
                  <a:pt x="819794" y="37856"/>
                </a:lnTo>
                <a:lnTo>
                  <a:pt x="838345" y="28240"/>
                </a:lnTo>
                <a:lnTo>
                  <a:pt x="856945" y="19908"/>
                </a:lnTo>
                <a:lnTo>
                  <a:pt x="875602" y="12932"/>
                </a:lnTo>
                <a:lnTo>
                  <a:pt x="894326" y="7381"/>
                </a:lnTo>
                <a:lnTo>
                  <a:pt x="913124" y="3328"/>
                </a:lnTo>
                <a:lnTo>
                  <a:pt x="932005" y="844"/>
                </a:lnTo>
                <a:lnTo>
                  <a:pt x="9509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9D7899CB-D1E6-4548-860C-ABC36FD2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1982886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131195AD-393F-428E-8E47-1D6A84F0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D8FEB9F0-6A9D-42D6-92A9-1B7191CE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1754286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08B9017B-FBA1-4630-A4CA-5A8A6080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1754286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B0B07A71-9C94-42AF-9AF0-CC306923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1982886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C40DC505-2D95-463D-BBEA-7FFFDF3A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738CF469-7B97-480C-9582-8868BBBB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1754286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B1A55F28-18CA-4FE2-8D92-F9B7A921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1754286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B999174D-BE8C-433B-9F51-FE5C51C8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1982886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79383046-BADE-4DB4-ADB7-791CD5E0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80DAFFDF-BEAA-4640-B533-1F457B1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1754286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6A97DF66-5F15-4B98-90B2-8E47FF77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37" y="3176397"/>
            <a:ext cx="1112844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E52067A5-B4A9-4D97-AADA-F9097A2A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37" y="3438335"/>
            <a:ext cx="884244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11B904E6-814F-44F6-B0E3-A12D7290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37" y="3652647"/>
            <a:ext cx="884244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66811E-DB18-4304-9781-59429FD0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45801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427157BA-B3FE-47B6-BD43-E9F8891C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EF30451B-601F-41A5-887F-7292403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046706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intro-0">
            <a:extLst xmlns:a="http://schemas.openxmlformats.org/drawingml/2006/main">
              <a:ext uri="{FF2B5EF4-FFF2-40B4-BE49-F238E27FC236}">
                <a16:creationId xmlns:a16="http://schemas.microsoft.com/office/drawing/2014/main" id="{945D0E22-FC29-4843-B9E7-4E558DC2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0467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</a:t>
            </a:r>
          </a:p>
        </p:txBody>
      </p:sp>
      <p:sp>
        <p:nvSpPr>
          <p:cNvPr id="41" name="compliance-intro-1">
            <a:extLst xmlns:a="http://schemas.openxmlformats.org/drawingml/2006/main">
              <a:ext uri="{FF2B5EF4-FFF2-40B4-BE49-F238E27FC236}">
                <a16:creationId xmlns:a16="http://schemas.microsoft.com/office/drawing/2014/main" id="{7C0C7B21-351D-4FF6-896B-F39F4D24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0467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也暴露人力条线基础管理薄弱：</a:t>
            </a:r>
          </a:p>
        </p:txBody>
      </p:sp>
      <p:sp>
        <p:nvSpPr>
          <p:cNvPr id="42" name="compliance-detail-strip">
            <a:extLst xmlns:a="http://schemas.openxmlformats.org/drawingml/2006/main">
              <a:ext uri="{FF2B5EF4-FFF2-40B4-BE49-F238E27FC236}">
                <a16:creationId xmlns:a16="http://schemas.microsoft.com/office/drawing/2014/main" id="{E9E43C90-D93C-46C3-8ED5-212373BD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144"/>
            <a:ext cx="4580106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3" name="compliance-detail-label-0-0">
            <a:extLst xmlns:a="http://schemas.openxmlformats.org/drawingml/2006/main">
              <a:ext uri="{FF2B5EF4-FFF2-40B4-BE49-F238E27FC236}">
                <a16:creationId xmlns:a16="http://schemas.microsoft.com/office/drawing/2014/main" id="{EB3D5C73-3FB2-4CE0-AC21-8CA2EE81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62244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认识</a:t>
            </a:r>
          </a:p>
        </p:txBody>
      </p:sp>
      <p:sp>
        <p:nvSpPr>
          <p:cNvPr id="44" name="compliance-detail-body-0-0">
            <a:extLst xmlns:a="http://schemas.openxmlformats.org/drawingml/2006/main">
              <a:ext uri="{FF2B5EF4-FFF2-40B4-BE49-F238E27FC236}">
                <a16:creationId xmlns:a16="http://schemas.microsoft.com/office/drawing/2014/main" id="{A4ACECF5-9F43-4FB5-8985-FD4AFBE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76557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待提升</a:t>
            </a:r>
          </a:p>
        </p:txBody>
      </p:sp>
      <p:sp>
        <p:nvSpPr>
          <p:cNvPr id="45" name="compliance-detail-label-1-0">
            <a:extLst xmlns:a="http://schemas.openxmlformats.org/drawingml/2006/main">
              <a:ext uri="{FF2B5EF4-FFF2-40B4-BE49-F238E27FC236}">
                <a16:creationId xmlns:a16="http://schemas.microsoft.com/office/drawing/2014/main" id="{7A72CCE4-2327-4F6F-91DF-C0B28846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02" y="5762244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作风</a:t>
            </a:r>
          </a:p>
        </p:txBody>
      </p:sp>
      <p:sp>
        <p:nvSpPr>
          <p:cNvPr id="46" name="compliance-detail-body-1-0">
            <a:extLst xmlns:a="http://schemas.openxmlformats.org/drawingml/2006/main">
              <a:ext uri="{FF2B5EF4-FFF2-40B4-BE49-F238E27FC236}">
                <a16:creationId xmlns:a16="http://schemas.microsoft.com/office/drawing/2014/main" id="{340AF945-F8E5-4617-A04C-90DAE5AC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02" y="5976557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待转变</a:t>
            </a:r>
          </a:p>
        </p:txBody>
      </p:sp>
      <p:sp>
        <p:nvSpPr>
          <p:cNvPr id="47" name="compliance-detail-divider-1">
            <a:extLst xmlns:a="http://schemas.openxmlformats.org/drawingml/2006/main">
              <a:ext uri="{FF2B5EF4-FFF2-40B4-BE49-F238E27FC236}">
                <a16:creationId xmlns:a16="http://schemas.microsoft.com/office/drawing/2014/main" id="{4B1BF007-C61F-4FD4-959C-7E4F927B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02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48" name="compliance-detail-label-2-0">
            <a:extLst xmlns:a="http://schemas.openxmlformats.org/drawingml/2006/main">
              <a:ext uri="{FF2B5EF4-FFF2-40B4-BE49-F238E27FC236}">
                <a16:creationId xmlns:a16="http://schemas.microsoft.com/office/drawing/2014/main" id="{055C006F-013F-49E6-9EAE-FC4BF5E3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128" y="5762244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49" name="compliance-detail-body-2-0">
            <a:extLst xmlns:a="http://schemas.openxmlformats.org/drawingml/2006/main">
              <a:ext uri="{FF2B5EF4-FFF2-40B4-BE49-F238E27FC236}">
                <a16:creationId xmlns:a16="http://schemas.microsoft.com/office/drawing/2014/main" id="{76D89B85-1ED5-430B-B4FE-51A65139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128" y="5976557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待增强</a:t>
            </a:r>
          </a:p>
        </p:txBody>
      </p:sp>
      <p:sp>
        <p:nvSpPr>
          <p:cNvPr id="50" name="compliance-detail-divider-2">
            <a:extLst xmlns:a="http://schemas.openxmlformats.org/drawingml/2006/main">
              <a:ext uri="{FF2B5EF4-FFF2-40B4-BE49-F238E27FC236}">
                <a16:creationId xmlns:a16="http://schemas.microsoft.com/office/drawing/2014/main" id="{E0E7EBCD-252A-43E4-BF1A-0F3EE489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928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1" name="compliance-detail-label-3-0">
            <a:extLst xmlns:a="http://schemas.openxmlformats.org/drawingml/2006/main">
              <a:ext uri="{FF2B5EF4-FFF2-40B4-BE49-F238E27FC236}">
                <a16:creationId xmlns:a16="http://schemas.microsoft.com/office/drawing/2014/main" id="{3E7F6A1F-FE5F-425C-ABBF-303D998D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155" y="5762244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52" name="compliance-detail-body-3-0">
            <a:extLst xmlns:a="http://schemas.openxmlformats.org/drawingml/2006/main">
              <a:ext uri="{FF2B5EF4-FFF2-40B4-BE49-F238E27FC236}">
                <a16:creationId xmlns:a16="http://schemas.microsoft.com/office/drawing/2014/main" id="{54DD603B-42BF-4839-B398-E9E8CEC9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155" y="5976557"/>
            <a:ext cx="99262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待深化</a:t>
            </a:r>
          </a:p>
        </p:txBody>
      </p:sp>
      <p:sp>
        <p:nvSpPr>
          <p:cNvPr id="53" name="compliance-detail-divider-3">
            <a:extLst xmlns:a="http://schemas.openxmlformats.org/drawingml/2006/main">
              <a:ext uri="{FF2B5EF4-FFF2-40B4-BE49-F238E27FC236}">
                <a16:creationId xmlns:a16="http://schemas.microsoft.com/office/drawing/2014/main" id="{F05892E5-F005-41AD-AF4D-F37360A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955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4" name="insights-0">
            <a:extLst xmlns:a="http://schemas.openxmlformats.org/drawingml/2006/main">
              <a:ext uri="{FF2B5EF4-FFF2-40B4-BE49-F238E27FC236}">
                <a16:creationId xmlns:a16="http://schemas.microsoft.com/office/drawing/2014/main" id="{B429AE4A-A03F-4D8D-B8FD-71F2DE14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1581150"/>
            <a:ext cx="618314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666A70-C9E1-426F-9A71-34F4CF4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1905000"/>
            <a:ext cx="61831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6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22048696-7E8F-4B51-8E0C-8C7C640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481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7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916A7C55-4335-416C-9D47-94AFC9B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20097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8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92801D6B-D217-4A18-A90A-15A0F5C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2000250"/>
            <a:ext cx="584024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59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26E7AFD7-2678-4E3F-B2A4-69C1F199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2342960"/>
            <a:ext cx="58402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60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0719E772-E78A-47AF-91DD-1EC74798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2590610"/>
            <a:ext cx="58402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FB23FD-6C04-4401-B588-BA4677C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2923985"/>
            <a:ext cx="61831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2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D4E636A5-2BF3-429A-84C7-FEC1A81C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301923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3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B39C5637-3C2C-4797-8D53-735659FA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3009710"/>
            <a:ext cx="584024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64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8C60DD4C-03FD-4B07-A2F7-22E8FB3F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3352419"/>
            <a:ext cx="58402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96202B-B921-4FC0-A635-DAF9605F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3685794"/>
            <a:ext cx="61831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6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46C1AE84-D227-421B-A18A-AA25120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3781044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7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25F16841-C29F-4871-9AD4-60E88267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3771519"/>
            <a:ext cx="584024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68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3214B2D0-ED8F-4B2C-A521-1AE6FE1F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4114229"/>
            <a:ext cx="58402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加速试点、小步快跑；对标行业优秀实践，结合落地成效持续优化体系。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0256FA-347D-41B1-A3D3-5458CDE1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4447604"/>
            <a:ext cx="61831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0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22A4FCB0-86A4-45BF-91FC-111DCCF5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81" y="4542854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1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09AAC0D5-64CB-4A2A-B47B-10657A4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4533329"/>
            <a:ext cx="5840244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72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173CFCA0-95DA-4F72-AB6F-AB58B412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4876038"/>
            <a:ext cx="58402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73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D04BCB67-98BF-42E2-8864-B422AA9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881" y="5123688"/>
            <a:ext cx="58402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2026-09-19T20:54:15.2880000Z</dcterms:created>
  <dcterms:modified xsi:type="dcterms:W3CDTF">2026-09-19T20:54:15.2880000Z</dcterms:modified>
</coreProperties>
</file>