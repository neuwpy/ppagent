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11b47483446bb" /><Relationship Type="http://schemas.openxmlformats.org/officeDocument/2006/relationships/extended-properties" Target="/docProps/app.xml" Id="Rcee919da271c4365" /><Relationship Type="http://schemas.openxmlformats.org/officeDocument/2006/relationships/officeDocument" Target="/ppt/presentation.xml" Id="Rbc76877a7aa640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8cf3ae7c9948e1"/>
    <p:sldMasterId xmlns:r="http://schemas.openxmlformats.org/officeDocument/2006/relationships" id="2147483660" r:id="R2d11bce530b04556"/>
    <p:sldMasterId xmlns:r="http://schemas.openxmlformats.org/officeDocument/2006/relationships" id="2147483663" r:id="R6f244cff57d040d0"/>
  </p:sldMasterIdLst>
  <p:notesMasterIdLst>
    <p:notesMasterId xmlns:r="http://schemas.openxmlformats.org/officeDocument/2006/relationships" r:id="Rbea751ba7be74ed5"/>
  </p:notesMasterIdLst>
  <p:sldIdLst>
    <p:sldId xmlns:r="http://schemas.openxmlformats.org/officeDocument/2006/relationships" id="256" r:id="Rc8bf621667bc47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0430ddd344488" /><Relationship Type="http://schemas.openxmlformats.org/officeDocument/2006/relationships/slideMaster" Target="/ppt/slideMasters/slideMaster1.xml" Id="R238cf3ae7c9948e1" /><Relationship Type="http://schemas.openxmlformats.org/officeDocument/2006/relationships/slideMaster" Target="/ppt/slideMasters/slideMaster2.xml" Id="R2d11bce530b04556" /><Relationship Type="http://schemas.openxmlformats.org/officeDocument/2006/relationships/slideMaster" Target="/ppt/slideMasters/slideMaster3.xml" Id="R6f244cff57d040d0" /><Relationship Type="http://schemas.openxmlformats.org/officeDocument/2006/relationships/notesMaster" Target="/ppt/notesMasters/notesMaster1.xml" Id="Rbea751ba7be74ed5" /><Relationship Type="http://schemas.openxmlformats.org/officeDocument/2006/relationships/presProps" Target="/ppt/presProps.xml" Id="R187935abf1664e00" /><Relationship Type="http://schemas.openxmlformats.org/officeDocument/2006/relationships/viewProps" Target="/ppt/viewProps.xml" Id="Ra199f025cd6a4f16" /><Relationship Type="http://schemas.openxmlformats.org/officeDocument/2006/relationships/tableStyles" Target="/ppt/tableStyles.xml" Id="R1b92253a2f444f85" /><Relationship Type="http://schemas.openxmlformats.org/officeDocument/2006/relationships/slide" Target="/ppt/slides/slide1.xml" Id="Rc8bf621667bc47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149c8a834314b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38aac265944b8" /><Relationship Type="http://schemas.openxmlformats.org/officeDocument/2006/relationships/notesMaster" Target="/ppt/notesMasters/notesMaster1.xml" Id="R1d8ee3f29573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99d0ed73f40dc" /><Relationship Type="http://schemas.openxmlformats.org/officeDocument/2006/relationships/image" Target="/ppt/media/image.jpeg" Id="Ree295940b0114c6f" /><Relationship Type="http://schemas.openxmlformats.org/officeDocument/2006/relationships/image" Target="/ppt/media/image.png" Id="Rb27cc8788a564cd3" /><Relationship Type="http://schemas.openxmlformats.org/officeDocument/2006/relationships/image" Target="/ppt/media/image2.png" Id="R26f7c2c2ed4e44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426d9dcec4b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9bb6f8c2c44d0" /><Relationship Type="http://schemas.openxmlformats.org/officeDocument/2006/relationships/image" Target="/ppt/media/image3.png" Id="R5a3bc2a989e345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21ac9c1774aca" /><Relationship Type="http://schemas.openxmlformats.org/officeDocument/2006/relationships/image" Target="/ppt/media/image4.png" Id="R1ff55b26556b4c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03396e7064c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04bb7594942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9d91c2ea042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31ef98c9d4d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6b56998354f1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dfc2646ca44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e632265c04ad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f4e36f7a404e5d" /><Relationship Type="http://schemas.openxmlformats.org/officeDocument/2006/relationships/image" Target="/ppt/media/image5.png" Id="R2f20b4f7e1da443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261053b94a4f0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9ad1bd51ec84a99" /><Relationship Type="http://schemas.openxmlformats.org/officeDocument/2006/relationships/image" Target="/ppt/media/image5.png" Id="R676abfaac1204d8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d79cfda6d0f49c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95940b0114c6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cc8788a564cd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7c2c2ed4e4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bc2a989e345f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55b26556b4c1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0b4f7e1da443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abfaac1204d8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b23f1faae44b60" /><Relationship Type="http://schemas.openxmlformats.org/officeDocument/2006/relationships/slideLayout" Target="/ppt/slideLayouts/slideLayout1.xml" Id="R17d2cb984dc84250" /><Relationship Type="http://schemas.openxmlformats.org/officeDocument/2006/relationships/slideLayout" Target="/ppt/slideLayouts/slideLayout2.xml" Id="Rd680fa6b47a14290" /><Relationship Type="http://schemas.openxmlformats.org/officeDocument/2006/relationships/slideLayout" Target="/ppt/slideLayouts/slideLayout3.xml" Id="R7926572cbd2a4ffb" /><Relationship Type="http://schemas.openxmlformats.org/officeDocument/2006/relationships/slideLayout" Target="/ppt/slideLayouts/slideLayout4.xml" Id="Re80911c147554713" /><Relationship Type="http://schemas.openxmlformats.org/officeDocument/2006/relationships/slideLayout" Target="/ppt/slideLayouts/slideLayout5.xml" Id="R591aec1cc9714461" /><Relationship Type="http://schemas.openxmlformats.org/officeDocument/2006/relationships/slideLayout" Target="/ppt/slideLayouts/slideLayout6.xml" Id="Rf850540268974ede" /><Relationship Type="http://schemas.openxmlformats.org/officeDocument/2006/relationships/slideLayout" Target="/ppt/slideLayouts/slideLayout7.xml" Id="Rf4312f93ccf34c09" /><Relationship Type="http://schemas.openxmlformats.org/officeDocument/2006/relationships/slideLayout" Target="/ppt/slideLayouts/slideLayout8.xml" Id="Rc7d7cd3612674db5" /><Relationship Type="http://schemas.openxmlformats.org/officeDocument/2006/relationships/slideLayout" Target="/ppt/slideLayouts/slideLayout9.xml" Id="Rfdaad657b8374f5c" /><Relationship Type="http://schemas.openxmlformats.org/officeDocument/2006/relationships/slideLayout" Target="/ppt/slideLayouts/slideLayout10.xml" Id="Rc864a91558924618" /><Relationship Type="http://schemas.openxmlformats.org/officeDocument/2006/relationships/slideLayout" Target="/ppt/slideLayouts/slideLayout11.xml" Id="R66a13ef938904c4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324c331b4724c23" /><Relationship Type="http://schemas.openxmlformats.org/officeDocument/2006/relationships/slideLayout" Target="/ppt/slideLayouts/slideLayout12.xml" Id="R4191682d7a4241f8" /><Relationship Type="http://schemas.openxmlformats.org/officeDocument/2006/relationships/slideLayout" Target="/ppt/slideLayouts/slideLayout13.xml" Id="R8ac25164012f4e5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166373984d44c9c" /><Relationship Type="http://schemas.openxmlformats.org/officeDocument/2006/relationships/slideLayout" Target="/ppt/slideLayouts/slideLayout14.xml" Id="R56569ba5589a4098" /><Relationship Type="http://schemas.openxmlformats.org/officeDocument/2006/relationships/slideLayout" Target="/ppt/slideLayouts/slideLayout15.xml" Id="Rfd59bdcaadc7403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d2cb984dc84250"/>
    <p:sldLayoutId xmlns:r="http://schemas.openxmlformats.org/officeDocument/2006/relationships" id="2147483650" r:id="Rd680fa6b47a14290"/>
    <p:sldLayoutId xmlns:r="http://schemas.openxmlformats.org/officeDocument/2006/relationships" id="2147483651" r:id="R7926572cbd2a4ffb"/>
    <p:sldLayoutId xmlns:r="http://schemas.openxmlformats.org/officeDocument/2006/relationships" id="2147483652" r:id="Re80911c147554713"/>
    <p:sldLayoutId xmlns:r="http://schemas.openxmlformats.org/officeDocument/2006/relationships" id="2147483653" r:id="R591aec1cc9714461"/>
    <p:sldLayoutId xmlns:r="http://schemas.openxmlformats.org/officeDocument/2006/relationships" id="2147483654" r:id="Rf850540268974ede"/>
    <p:sldLayoutId xmlns:r="http://schemas.openxmlformats.org/officeDocument/2006/relationships" id="2147483655" r:id="Rf4312f93ccf34c09"/>
    <p:sldLayoutId xmlns:r="http://schemas.openxmlformats.org/officeDocument/2006/relationships" id="2147483656" r:id="Rc7d7cd3612674db5"/>
    <p:sldLayoutId xmlns:r="http://schemas.openxmlformats.org/officeDocument/2006/relationships" id="2147483657" r:id="Rfdaad657b8374f5c"/>
    <p:sldLayoutId xmlns:r="http://schemas.openxmlformats.org/officeDocument/2006/relationships" id="2147483658" r:id="Rc864a91558924618"/>
    <p:sldLayoutId xmlns:r="http://schemas.openxmlformats.org/officeDocument/2006/relationships" id="2147483659" r:id="R66a13ef938904c4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191682d7a4241f8"/>
    <p:sldLayoutId xmlns:r="http://schemas.openxmlformats.org/officeDocument/2006/relationships" id="2147483662" r:id="R8ac25164012f4e5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6569ba5589a4098"/>
    <p:sldLayoutId xmlns:r="http://schemas.openxmlformats.org/officeDocument/2006/relationships" id="2147483665" r:id="Rfd59bdcaadc7403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e6f06feb99457a" /><Relationship Type="http://schemas.openxmlformats.org/officeDocument/2006/relationships/image" Target="/ppt/media/image6.png" Id="R65dac6a225894699" /><Relationship Type="http://schemas.openxmlformats.org/officeDocument/2006/relationships/notesSlide" Target="/ppt/notesSlides/notesSlide1.xml" Id="R2fba0cdce5914a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ac6a225894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2026-09-19T20:54:14.3950000Z</dcterms:created>
  <dcterms:modified xsi:type="dcterms:W3CDTF">2026-09-19T20:54:14.3950000Z</dcterms:modified>
</coreProperties>
</file>