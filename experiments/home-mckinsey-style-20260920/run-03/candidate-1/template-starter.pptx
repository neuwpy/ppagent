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3c449364a6471a" /><Relationship Type="http://schemas.openxmlformats.org/officeDocument/2006/relationships/extended-properties" Target="/docProps/app.xml" Id="R394ac6feecca4159" /><Relationship Type="http://schemas.openxmlformats.org/officeDocument/2006/relationships/officeDocument" Target="/ppt/presentation.xml" Id="R1a87f1e181f240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f5abd6e76a4ff8"/>
    <p:sldMasterId xmlns:r="http://schemas.openxmlformats.org/officeDocument/2006/relationships" id="2147483660" r:id="R99a92d9365374959"/>
    <p:sldMasterId xmlns:r="http://schemas.openxmlformats.org/officeDocument/2006/relationships" id="2147483663" r:id="R653acec28e6f4cf7"/>
  </p:sldMasterIdLst>
  <p:notesMasterIdLst>
    <p:notesMasterId xmlns:r="http://schemas.openxmlformats.org/officeDocument/2006/relationships" r:id="Rf372462597a246c6"/>
  </p:notesMasterIdLst>
  <p:sldIdLst>
    <p:sldId xmlns:r="http://schemas.openxmlformats.org/officeDocument/2006/relationships" id="256" r:id="R1f56ab2b645841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a21fd57369b475f" /><Relationship Type="http://schemas.openxmlformats.org/officeDocument/2006/relationships/slideMaster" Target="/ppt/slideMasters/slideMaster1.xml" Id="Rfcf5abd6e76a4ff8" /><Relationship Type="http://schemas.openxmlformats.org/officeDocument/2006/relationships/slideMaster" Target="/ppt/slideMasters/slideMaster2.xml" Id="R99a92d9365374959" /><Relationship Type="http://schemas.openxmlformats.org/officeDocument/2006/relationships/slideMaster" Target="/ppt/slideMasters/slideMaster3.xml" Id="R653acec28e6f4cf7" /><Relationship Type="http://schemas.openxmlformats.org/officeDocument/2006/relationships/notesMaster" Target="/ppt/notesMasters/notesMaster1.xml" Id="Rf372462597a246c6" /><Relationship Type="http://schemas.openxmlformats.org/officeDocument/2006/relationships/presProps" Target="/ppt/presProps.xml" Id="R0475e4c1ffe544f0" /><Relationship Type="http://schemas.openxmlformats.org/officeDocument/2006/relationships/viewProps" Target="/ppt/viewProps.xml" Id="Ra826f86bd4ad48ea" /><Relationship Type="http://schemas.openxmlformats.org/officeDocument/2006/relationships/tableStyles" Target="/ppt/tableStyles.xml" Id="Rc850ee9eb07d42c8" /><Relationship Type="http://schemas.openxmlformats.org/officeDocument/2006/relationships/slide" Target="/ppt/slides/slide1.xml" Id="R1f56ab2b645841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00774c5427ed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b0adca77a14d10" /><Relationship Type="http://schemas.openxmlformats.org/officeDocument/2006/relationships/notesMaster" Target="/ppt/notesMasters/notesMaster1.xml" Id="R19a86b7aaf6e47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d09acdc404877" /><Relationship Type="http://schemas.openxmlformats.org/officeDocument/2006/relationships/image" Target="/ppt/media/image.jpeg" Id="Re6f39b11796e4a2b" /><Relationship Type="http://schemas.openxmlformats.org/officeDocument/2006/relationships/image" Target="/ppt/media/image.png" Id="Rb7281176a9ca4feb" /><Relationship Type="http://schemas.openxmlformats.org/officeDocument/2006/relationships/image" Target="/ppt/media/image2.png" Id="R07f3d13bac7044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587661fe3543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22bd94e534200" /><Relationship Type="http://schemas.openxmlformats.org/officeDocument/2006/relationships/image" Target="/ppt/media/image3.png" Id="Rd45c8f76fa6c45f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d3142af384182" /><Relationship Type="http://schemas.openxmlformats.org/officeDocument/2006/relationships/image" Target="/ppt/media/image4.png" Id="Rf764af175bf04f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ca6256ca6948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552baf7c24d9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d2f98cfa9443f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3f4196b2946b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1c6da83d44ad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a982ac1c948c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f5c1a7c324d6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0682f99c6a46a2" /><Relationship Type="http://schemas.openxmlformats.org/officeDocument/2006/relationships/image" Target="/ppt/media/image5.png" Id="R07df087d925e4f6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0aa18e7d67400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781e8e4b78d4672" /><Relationship Type="http://schemas.openxmlformats.org/officeDocument/2006/relationships/image" Target="/ppt/media/image5.png" Id="Rd7753da4ae9d433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b38adfe9e85404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f39b11796e4a2b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81176a9ca4feb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3d13bac7044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c8f76fa6c45fe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4af175bf04faa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f087d925e4f6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53da4ae9d433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a8248105864cd2" /><Relationship Type="http://schemas.openxmlformats.org/officeDocument/2006/relationships/slideLayout" Target="/ppt/slideLayouts/slideLayout1.xml" Id="R59bf55437f6b41f3" /><Relationship Type="http://schemas.openxmlformats.org/officeDocument/2006/relationships/slideLayout" Target="/ppt/slideLayouts/slideLayout2.xml" Id="R34c96a0e8ca541be" /><Relationship Type="http://schemas.openxmlformats.org/officeDocument/2006/relationships/slideLayout" Target="/ppt/slideLayouts/slideLayout3.xml" Id="R9770a897bd244ef6" /><Relationship Type="http://schemas.openxmlformats.org/officeDocument/2006/relationships/slideLayout" Target="/ppt/slideLayouts/slideLayout4.xml" Id="R55976832839b42d8" /><Relationship Type="http://schemas.openxmlformats.org/officeDocument/2006/relationships/slideLayout" Target="/ppt/slideLayouts/slideLayout5.xml" Id="R3fb97e45e610479b" /><Relationship Type="http://schemas.openxmlformats.org/officeDocument/2006/relationships/slideLayout" Target="/ppt/slideLayouts/slideLayout6.xml" Id="R1d3127bb0cd1447f" /><Relationship Type="http://schemas.openxmlformats.org/officeDocument/2006/relationships/slideLayout" Target="/ppt/slideLayouts/slideLayout7.xml" Id="R9f3ad60db2b841fe" /><Relationship Type="http://schemas.openxmlformats.org/officeDocument/2006/relationships/slideLayout" Target="/ppt/slideLayouts/slideLayout8.xml" Id="Rf356d93cff524b4c" /><Relationship Type="http://schemas.openxmlformats.org/officeDocument/2006/relationships/slideLayout" Target="/ppt/slideLayouts/slideLayout9.xml" Id="Rcb8b9855f16a465e" /><Relationship Type="http://schemas.openxmlformats.org/officeDocument/2006/relationships/slideLayout" Target="/ppt/slideLayouts/slideLayout10.xml" Id="Rb4ed2b6c5e5e454c" /><Relationship Type="http://schemas.openxmlformats.org/officeDocument/2006/relationships/slideLayout" Target="/ppt/slideLayouts/slideLayout11.xml" Id="R931d9de3b6a5457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8a55212b3184998" /><Relationship Type="http://schemas.openxmlformats.org/officeDocument/2006/relationships/slideLayout" Target="/ppt/slideLayouts/slideLayout12.xml" Id="R33563d38f6e84c4a" /><Relationship Type="http://schemas.openxmlformats.org/officeDocument/2006/relationships/slideLayout" Target="/ppt/slideLayouts/slideLayout13.xml" Id="Rbc61c8bc83c54ae6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5e73ae7674d4a71" /><Relationship Type="http://schemas.openxmlformats.org/officeDocument/2006/relationships/slideLayout" Target="/ppt/slideLayouts/slideLayout14.xml" Id="R2a8bdb96b7594d6e" /><Relationship Type="http://schemas.openxmlformats.org/officeDocument/2006/relationships/slideLayout" Target="/ppt/slideLayouts/slideLayout15.xml" Id="Ra0a8968afdd741d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bf55437f6b41f3"/>
    <p:sldLayoutId xmlns:r="http://schemas.openxmlformats.org/officeDocument/2006/relationships" id="2147483650" r:id="R34c96a0e8ca541be"/>
    <p:sldLayoutId xmlns:r="http://schemas.openxmlformats.org/officeDocument/2006/relationships" id="2147483651" r:id="R9770a897bd244ef6"/>
    <p:sldLayoutId xmlns:r="http://schemas.openxmlformats.org/officeDocument/2006/relationships" id="2147483652" r:id="R55976832839b42d8"/>
    <p:sldLayoutId xmlns:r="http://schemas.openxmlformats.org/officeDocument/2006/relationships" id="2147483653" r:id="R3fb97e45e610479b"/>
    <p:sldLayoutId xmlns:r="http://schemas.openxmlformats.org/officeDocument/2006/relationships" id="2147483654" r:id="R1d3127bb0cd1447f"/>
    <p:sldLayoutId xmlns:r="http://schemas.openxmlformats.org/officeDocument/2006/relationships" id="2147483655" r:id="R9f3ad60db2b841fe"/>
    <p:sldLayoutId xmlns:r="http://schemas.openxmlformats.org/officeDocument/2006/relationships" id="2147483656" r:id="Rf356d93cff524b4c"/>
    <p:sldLayoutId xmlns:r="http://schemas.openxmlformats.org/officeDocument/2006/relationships" id="2147483657" r:id="Rcb8b9855f16a465e"/>
    <p:sldLayoutId xmlns:r="http://schemas.openxmlformats.org/officeDocument/2006/relationships" id="2147483658" r:id="Rb4ed2b6c5e5e454c"/>
    <p:sldLayoutId xmlns:r="http://schemas.openxmlformats.org/officeDocument/2006/relationships" id="2147483659" r:id="R931d9de3b6a5457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33563d38f6e84c4a"/>
    <p:sldLayoutId xmlns:r="http://schemas.openxmlformats.org/officeDocument/2006/relationships" id="2147483662" r:id="Rbc61c8bc83c54ae6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2a8bdb96b7594d6e"/>
    <p:sldLayoutId xmlns:r="http://schemas.openxmlformats.org/officeDocument/2006/relationships" id="2147483665" r:id="Ra0a8968afdd741d1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6be9ea116784cfa" /><Relationship Type="http://schemas.openxmlformats.org/officeDocument/2006/relationships/image" Target="/ppt/media/image6.png" Id="R2e60237452ce4099" /><Relationship Type="http://schemas.openxmlformats.org/officeDocument/2006/relationships/notesSlide" Target="/ppt/notesSlides/notesSlide1.xml" Id="Rbc455f3e77c24e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0237452ce40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2026-09-19T20:55:27.9960000Z</dcterms:created>
  <dcterms:modified xsi:type="dcterms:W3CDTF">2026-09-19T20:55:27.9960000Z</dcterms:modified>
</coreProperties>
</file>