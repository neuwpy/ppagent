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d96b0361854b7c" /><Relationship Type="http://schemas.openxmlformats.org/officeDocument/2006/relationships/extended-properties" Target="/docProps/app.xml" Id="R2a43906171764fb1" /><Relationship Type="http://schemas.openxmlformats.org/officeDocument/2006/relationships/officeDocument" Target="/ppt/presentation.xml" Id="R19df39192d0d49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853b0ad1664e1b"/>
    <p:sldMasterId xmlns:r="http://schemas.openxmlformats.org/officeDocument/2006/relationships" id="2147483660" r:id="Re915c3fea61e4c42"/>
    <p:sldMasterId xmlns:r="http://schemas.openxmlformats.org/officeDocument/2006/relationships" id="2147483663" r:id="R9faa8781fbb64eb9"/>
  </p:sldMasterIdLst>
  <p:notesMasterIdLst>
    <p:notesMasterId xmlns:r="http://schemas.openxmlformats.org/officeDocument/2006/relationships" r:id="R9230e3fa7e214098"/>
  </p:notesMasterIdLst>
  <p:sldIdLst>
    <p:sldId xmlns:r="http://schemas.openxmlformats.org/officeDocument/2006/relationships" id="256" r:id="R7123dd43676c42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2a81e06f3f4ed4" /><Relationship Type="http://schemas.openxmlformats.org/officeDocument/2006/relationships/slideMaster" Target="/ppt/slideMasters/slideMaster1.xml" Id="R60853b0ad1664e1b" /><Relationship Type="http://schemas.openxmlformats.org/officeDocument/2006/relationships/slideMaster" Target="/ppt/slideMasters/slideMaster2.xml" Id="Re915c3fea61e4c42" /><Relationship Type="http://schemas.openxmlformats.org/officeDocument/2006/relationships/slideMaster" Target="/ppt/slideMasters/slideMaster3.xml" Id="R9faa8781fbb64eb9" /><Relationship Type="http://schemas.openxmlformats.org/officeDocument/2006/relationships/notesMaster" Target="/ppt/notesMasters/notesMaster1.xml" Id="R9230e3fa7e214098" /><Relationship Type="http://schemas.openxmlformats.org/officeDocument/2006/relationships/presProps" Target="/ppt/presProps.xml" Id="R532725f931a2483d" /><Relationship Type="http://schemas.openxmlformats.org/officeDocument/2006/relationships/viewProps" Target="/ppt/viewProps.xml" Id="R68e5048673294f0b" /><Relationship Type="http://schemas.openxmlformats.org/officeDocument/2006/relationships/tableStyles" Target="/ppt/tableStyles.xml" Id="R0c4c47bd0abd4b08" /><Relationship Type="http://schemas.openxmlformats.org/officeDocument/2006/relationships/slide" Target="/ppt/slides/slide1.xml" Id="R7123dd43676c42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0a3336347dd545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395a8d5c9740f1" /><Relationship Type="http://schemas.openxmlformats.org/officeDocument/2006/relationships/notesMaster" Target="/ppt/notesMasters/notesMaster1.xml" Id="R7fcaf87fc9b242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d36db8e7904b85" /><Relationship Type="http://schemas.openxmlformats.org/officeDocument/2006/relationships/image" Target="/ppt/media/image.jpeg" Id="R923daf80edcf4c91" /><Relationship Type="http://schemas.openxmlformats.org/officeDocument/2006/relationships/image" Target="/ppt/media/image.png" Id="R4014bb04f6fb4dcc" /><Relationship Type="http://schemas.openxmlformats.org/officeDocument/2006/relationships/image" Target="/ppt/media/image2.png" Id="R3fe10ee7f445478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8d696b39c24c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96358052c347d4" /><Relationship Type="http://schemas.openxmlformats.org/officeDocument/2006/relationships/image" Target="/ppt/media/image3.png" Id="Rb5012954b059401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fca4e240a74e35" /><Relationship Type="http://schemas.openxmlformats.org/officeDocument/2006/relationships/image" Target="/ppt/media/image4.png" Id="R7015a23cd4894e5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1e8e34816b44c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37c022d9f14d7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5516b33edb43f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4fc78e22cc4bd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8bb9d1f823479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e2a1c5b0c4ae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c79d5fd3a240f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7e51cf4df6542a1" /><Relationship Type="http://schemas.openxmlformats.org/officeDocument/2006/relationships/image" Target="/ppt/media/image5.png" Id="Rc1b83ebf16874b4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db12f88a4564a8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3c71df480164edc" /><Relationship Type="http://schemas.openxmlformats.org/officeDocument/2006/relationships/image" Target="/ppt/media/image5.png" Id="Rac1896b7ce8542a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3a9eb3535454ead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daf80edcf4c91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4bb04f6fb4dcc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10ee7f44547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12954b0594015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5a23cd4894e5c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83ebf16874b4d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896b7ce8542a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def45089b341a7" /><Relationship Type="http://schemas.openxmlformats.org/officeDocument/2006/relationships/slideLayout" Target="/ppt/slideLayouts/slideLayout1.xml" Id="Re228b7b75eb24cb3" /><Relationship Type="http://schemas.openxmlformats.org/officeDocument/2006/relationships/slideLayout" Target="/ppt/slideLayouts/slideLayout2.xml" Id="R1c57a281c35b43c5" /><Relationship Type="http://schemas.openxmlformats.org/officeDocument/2006/relationships/slideLayout" Target="/ppt/slideLayouts/slideLayout3.xml" Id="R9f5ce310f0c94cf3" /><Relationship Type="http://schemas.openxmlformats.org/officeDocument/2006/relationships/slideLayout" Target="/ppt/slideLayouts/slideLayout4.xml" Id="R8bec5387092640a8" /><Relationship Type="http://schemas.openxmlformats.org/officeDocument/2006/relationships/slideLayout" Target="/ppt/slideLayouts/slideLayout5.xml" Id="R2a7bf54bac434332" /><Relationship Type="http://schemas.openxmlformats.org/officeDocument/2006/relationships/slideLayout" Target="/ppt/slideLayouts/slideLayout6.xml" Id="R42da895ac3924506" /><Relationship Type="http://schemas.openxmlformats.org/officeDocument/2006/relationships/slideLayout" Target="/ppt/slideLayouts/slideLayout7.xml" Id="R941d07bacf444fb0" /><Relationship Type="http://schemas.openxmlformats.org/officeDocument/2006/relationships/slideLayout" Target="/ppt/slideLayouts/slideLayout8.xml" Id="R1a76c8a98c5742ad" /><Relationship Type="http://schemas.openxmlformats.org/officeDocument/2006/relationships/slideLayout" Target="/ppt/slideLayouts/slideLayout9.xml" Id="R099f8f0400f7443c" /><Relationship Type="http://schemas.openxmlformats.org/officeDocument/2006/relationships/slideLayout" Target="/ppt/slideLayouts/slideLayout10.xml" Id="R7d6c33b0d87543f2" /><Relationship Type="http://schemas.openxmlformats.org/officeDocument/2006/relationships/slideLayout" Target="/ppt/slideLayouts/slideLayout11.xml" Id="R77ff6674dae9479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29e789c8f694dee" /><Relationship Type="http://schemas.openxmlformats.org/officeDocument/2006/relationships/slideLayout" Target="/ppt/slideLayouts/slideLayout12.xml" Id="Re4a92d29ca304cba" /><Relationship Type="http://schemas.openxmlformats.org/officeDocument/2006/relationships/slideLayout" Target="/ppt/slideLayouts/slideLayout13.xml" Id="Rb51e781631e74edd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32076d0c14464dd3" /><Relationship Type="http://schemas.openxmlformats.org/officeDocument/2006/relationships/slideLayout" Target="/ppt/slideLayouts/slideLayout14.xml" Id="Rc27c623581f4491e" /><Relationship Type="http://schemas.openxmlformats.org/officeDocument/2006/relationships/slideLayout" Target="/ppt/slideLayouts/slideLayout15.xml" Id="Reef22a58d5bc4b1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28b7b75eb24cb3"/>
    <p:sldLayoutId xmlns:r="http://schemas.openxmlformats.org/officeDocument/2006/relationships" id="2147483650" r:id="R1c57a281c35b43c5"/>
    <p:sldLayoutId xmlns:r="http://schemas.openxmlformats.org/officeDocument/2006/relationships" id="2147483651" r:id="R9f5ce310f0c94cf3"/>
    <p:sldLayoutId xmlns:r="http://schemas.openxmlformats.org/officeDocument/2006/relationships" id="2147483652" r:id="R8bec5387092640a8"/>
    <p:sldLayoutId xmlns:r="http://schemas.openxmlformats.org/officeDocument/2006/relationships" id="2147483653" r:id="R2a7bf54bac434332"/>
    <p:sldLayoutId xmlns:r="http://schemas.openxmlformats.org/officeDocument/2006/relationships" id="2147483654" r:id="R42da895ac3924506"/>
    <p:sldLayoutId xmlns:r="http://schemas.openxmlformats.org/officeDocument/2006/relationships" id="2147483655" r:id="R941d07bacf444fb0"/>
    <p:sldLayoutId xmlns:r="http://schemas.openxmlformats.org/officeDocument/2006/relationships" id="2147483656" r:id="R1a76c8a98c5742ad"/>
    <p:sldLayoutId xmlns:r="http://schemas.openxmlformats.org/officeDocument/2006/relationships" id="2147483657" r:id="R099f8f0400f7443c"/>
    <p:sldLayoutId xmlns:r="http://schemas.openxmlformats.org/officeDocument/2006/relationships" id="2147483658" r:id="R7d6c33b0d87543f2"/>
    <p:sldLayoutId xmlns:r="http://schemas.openxmlformats.org/officeDocument/2006/relationships" id="2147483659" r:id="R77ff6674dae9479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4a92d29ca304cba"/>
    <p:sldLayoutId xmlns:r="http://schemas.openxmlformats.org/officeDocument/2006/relationships" id="2147483662" r:id="Rb51e781631e74edd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c27c623581f4491e"/>
    <p:sldLayoutId xmlns:r="http://schemas.openxmlformats.org/officeDocument/2006/relationships" id="2147483665" r:id="Reef22a58d5bc4b1a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dda391abe364fcf" /><Relationship Type="http://schemas.openxmlformats.org/officeDocument/2006/relationships/image" Target="/ppt/media/image6.png" Id="R3c3b16046e764328" /><Relationship Type="http://schemas.openxmlformats.org/officeDocument/2006/relationships/notesSlide" Target="/ppt/notesSlides/notesSlide1.xml" Id="Rbebc3d1e113f4c9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3b16046e7643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2026-09-20T02:03:44.8710000Z</dcterms:created>
  <dcterms:modified xsi:type="dcterms:W3CDTF">2026-09-20T02:03:44.8710000Z</dcterms:modified>
</coreProperties>
</file>