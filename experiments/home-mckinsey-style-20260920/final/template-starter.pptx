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91104953b34d24" /><Relationship Type="http://schemas.openxmlformats.org/officeDocument/2006/relationships/extended-properties" Target="/docProps/app.xml" Id="R275bfc7e16b747f3" /><Relationship Type="http://schemas.openxmlformats.org/officeDocument/2006/relationships/officeDocument" Target="/ppt/presentation.xml" Id="R6fa9f2bc05844b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b93efa56be42ef"/>
    <p:sldMasterId xmlns:r="http://schemas.openxmlformats.org/officeDocument/2006/relationships" id="2147483660" r:id="R3380d7aaee42416c"/>
    <p:sldMasterId xmlns:r="http://schemas.openxmlformats.org/officeDocument/2006/relationships" id="2147483663" r:id="R94cf028432af4d48"/>
  </p:sldMasterIdLst>
  <p:notesMasterIdLst>
    <p:notesMasterId xmlns:r="http://schemas.openxmlformats.org/officeDocument/2006/relationships" r:id="Rb6672e9791884188"/>
  </p:notesMasterIdLst>
  <p:sldIdLst>
    <p:sldId xmlns:r="http://schemas.openxmlformats.org/officeDocument/2006/relationships" id="256" r:id="R5da2bc83c633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6fef3688bb4d06" /><Relationship Type="http://schemas.openxmlformats.org/officeDocument/2006/relationships/slideMaster" Target="/ppt/slideMasters/slideMaster1.xml" Id="R54b93efa56be42ef" /><Relationship Type="http://schemas.openxmlformats.org/officeDocument/2006/relationships/slideMaster" Target="/ppt/slideMasters/slideMaster2.xml" Id="R3380d7aaee42416c" /><Relationship Type="http://schemas.openxmlformats.org/officeDocument/2006/relationships/slideMaster" Target="/ppt/slideMasters/slideMaster3.xml" Id="R94cf028432af4d48" /><Relationship Type="http://schemas.openxmlformats.org/officeDocument/2006/relationships/notesMaster" Target="/ppt/notesMasters/notesMaster1.xml" Id="Rb6672e9791884188" /><Relationship Type="http://schemas.openxmlformats.org/officeDocument/2006/relationships/presProps" Target="/ppt/presProps.xml" Id="Rcf7042e965c94c62" /><Relationship Type="http://schemas.openxmlformats.org/officeDocument/2006/relationships/viewProps" Target="/ppt/viewProps.xml" Id="R5b304537fa4b4b32" /><Relationship Type="http://schemas.openxmlformats.org/officeDocument/2006/relationships/tableStyles" Target="/ppt/tableStyles.xml" Id="R5f7696f9ca9e4ba2" /><Relationship Type="http://schemas.openxmlformats.org/officeDocument/2006/relationships/slide" Target="/ppt/slides/slide1.xml" Id="R5da2bc83c633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e65bcea96fd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93fcf813cc4e53" /><Relationship Type="http://schemas.openxmlformats.org/officeDocument/2006/relationships/notesMaster" Target="/ppt/notesMasters/notesMaster1.xml" Id="Rcdd4d4eee5d54e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3d0518d2c4d8d" /><Relationship Type="http://schemas.openxmlformats.org/officeDocument/2006/relationships/image" Target="/ppt/media/image.jpeg" Id="R4d41f8f5f5214880" /><Relationship Type="http://schemas.openxmlformats.org/officeDocument/2006/relationships/image" Target="/ppt/media/image.png" Id="R47b77514db364490" /><Relationship Type="http://schemas.openxmlformats.org/officeDocument/2006/relationships/image" Target="/ppt/media/image2.png" Id="R3ad24f15b24640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875e1233c4e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81add39934c6f" /><Relationship Type="http://schemas.openxmlformats.org/officeDocument/2006/relationships/image" Target="/ppt/media/image3.png" Id="Rec4f4673b1a84a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152e17dca4ea2" /><Relationship Type="http://schemas.openxmlformats.org/officeDocument/2006/relationships/image" Target="/ppt/media/image4.png" Id="R3cc78fc3f7b941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af9692a874a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e47a7af6745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e23ba017c473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413d11c0444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1cd4650c949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fe7e9fbb7489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c1e1b0cf845b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f15b142ba64a6f" /><Relationship Type="http://schemas.openxmlformats.org/officeDocument/2006/relationships/image" Target="/ppt/media/image5.png" Id="R1eba4b5812564bd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de7ea6f37d475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d4a77fbd5994640" /><Relationship Type="http://schemas.openxmlformats.org/officeDocument/2006/relationships/image" Target="/ppt/media/image5.png" Id="Rb8e1a7c90e184e5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314dd3cc38468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1f8f5f521488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77514db36449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24f15b24640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f4673b1a84ac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78fc3f7b941d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a4b5812564bd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1a7c90e184e5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5ef4606a0453f" /><Relationship Type="http://schemas.openxmlformats.org/officeDocument/2006/relationships/slideLayout" Target="/ppt/slideLayouts/slideLayout1.xml" Id="Rbf4c1bc5e4214b74" /><Relationship Type="http://schemas.openxmlformats.org/officeDocument/2006/relationships/slideLayout" Target="/ppt/slideLayouts/slideLayout2.xml" Id="R55a19c0218004d1e" /><Relationship Type="http://schemas.openxmlformats.org/officeDocument/2006/relationships/slideLayout" Target="/ppt/slideLayouts/slideLayout3.xml" Id="R36e46a8138774a8e" /><Relationship Type="http://schemas.openxmlformats.org/officeDocument/2006/relationships/slideLayout" Target="/ppt/slideLayouts/slideLayout4.xml" Id="R4c335f3d3f74469a" /><Relationship Type="http://schemas.openxmlformats.org/officeDocument/2006/relationships/slideLayout" Target="/ppt/slideLayouts/slideLayout5.xml" Id="Ra695131c94064ac4" /><Relationship Type="http://schemas.openxmlformats.org/officeDocument/2006/relationships/slideLayout" Target="/ppt/slideLayouts/slideLayout6.xml" Id="Rd09f2766cdc3437a" /><Relationship Type="http://schemas.openxmlformats.org/officeDocument/2006/relationships/slideLayout" Target="/ppt/slideLayouts/slideLayout7.xml" Id="Rcd4c84613f7e44ba" /><Relationship Type="http://schemas.openxmlformats.org/officeDocument/2006/relationships/slideLayout" Target="/ppt/slideLayouts/slideLayout8.xml" Id="Ree28c29a33d3466b" /><Relationship Type="http://schemas.openxmlformats.org/officeDocument/2006/relationships/slideLayout" Target="/ppt/slideLayouts/slideLayout9.xml" Id="Re0414e7123bd44a9" /><Relationship Type="http://schemas.openxmlformats.org/officeDocument/2006/relationships/slideLayout" Target="/ppt/slideLayouts/slideLayout10.xml" Id="R547e99f2490c4f8e" /><Relationship Type="http://schemas.openxmlformats.org/officeDocument/2006/relationships/slideLayout" Target="/ppt/slideLayouts/slideLayout11.xml" Id="R66a1ee19ad394ac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75e2821f24d41ca" /><Relationship Type="http://schemas.openxmlformats.org/officeDocument/2006/relationships/slideLayout" Target="/ppt/slideLayouts/slideLayout12.xml" Id="Ra1396f1edf5f4c7c" /><Relationship Type="http://schemas.openxmlformats.org/officeDocument/2006/relationships/slideLayout" Target="/ppt/slideLayouts/slideLayout13.xml" Id="R051fb78d6c8e40f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b44e9389a574493" /><Relationship Type="http://schemas.openxmlformats.org/officeDocument/2006/relationships/slideLayout" Target="/ppt/slideLayouts/slideLayout14.xml" Id="R6b8423d2d1af4926" /><Relationship Type="http://schemas.openxmlformats.org/officeDocument/2006/relationships/slideLayout" Target="/ppt/slideLayouts/slideLayout15.xml" Id="R3dd5cc5b0fe247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4c1bc5e4214b74"/>
    <p:sldLayoutId xmlns:r="http://schemas.openxmlformats.org/officeDocument/2006/relationships" id="2147483650" r:id="R55a19c0218004d1e"/>
    <p:sldLayoutId xmlns:r="http://schemas.openxmlformats.org/officeDocument/2006/relationships" id="2147483651" r:id="R36e46a8138774a8e"/>
    <p:sldLayoutId xmlns:r="http://schemas.openxmlformats.org/officeDocument/2006/relationships" id="2147483652" r:id="R4c335f3d3f74469a"/>
    <p:sldLayoutId xmlns:r="http://schemas.openxmlformats.org/officeDocument/2006/relationships" id="2147483653" r:id="Ra695131c94064ac4"/>
    <p:sldLayoutId xmlns:r="http://schemas.openxmlformats.org/officeDocument/2006/relationships" id="2147483654" r:id="Rd09f2766cdc3437a"/>
    <p:sldLayoutId xmlns:r="http://schemas.openxmlformats.org/officeDocument/2006/relationships" id="2147483655" r:id="Rcd4c84613f7e44ba"/>
    <p:sldLayoutId xmlns:r="http://schemas.openxmlformats.org/officeDocument/2006/relationships" id="2147483656" r:id="Ree28c29a33d3466b"/>
    <p:sldLayoutId xmlns:r="http://schemas.openxmlformats.org/officeDocument/2006/relationships" id="2147483657" r:id="Re0414e7123bd44a9"/>
    <p:sldLayoutId xmlns:r="http://schemas.openxmlformats.org/officeDocument/2006/relationships" id="2147483658" r:id="R547e99f2490c4f8e"/>
    <p:sldLayoutId xmlns:r="http://schemas.openxmlformats.org/officeDocument/2006/relationships" id="2147483659" r:id="R66a1ee19ad394ac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1396f1edf5f4c7c"/>
    <p:sldLayoutId xmlns:r="http://schemas.openxmlformats.org/officeDocument/2006/relationships" id="2147483662" r:id="R051fb78d6c8e40f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b8423d2d1af4926"/>
    <p:sldLayoutId xmlns:r="http://schemas.openxmlformats.org/officeDocument/2006/relationships" id="2147483665" r:id="R3dd5cc5b0fe247b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6bfebae93b49ef" /><Relationship Type="http://schemas.openxmlformats.org/officeDocument/2006/relationships/image" Target="/ppt/media/image6.png" Id="Rbf644138036c4d0e" /><Relationship Type="http://schemas.openxmlformats.org/officeDocument/2006/relationships/notesSlide" Target="/ppt/notesSlides/notesSlide1.xml" Id="R164a24142eb54c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44138036c4d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2026-09-19T21:02:43.1150000Z</dcterms:created>
  <dcterms:modified xsi:type="dcterms:W3CDTF">2026-09-19T21:02:43.1150000Z</dcterms:modified>
</coreProperties>
</file>