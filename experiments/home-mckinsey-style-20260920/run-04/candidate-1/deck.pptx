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eab0e0e4e84cb5" /><Relationship Type="http://schemas.openxmlformats.org/officeDocument/2006/relationships/extended-properties" Target="/docProps/app.xml" Id="R3f7036dfd552416b" /><Relationship Type="http://schemas.openxmlformats.org/officeDocument/2006/relationships/officeDocument" Target="/ppt/presentation.xml" Id="R7975f9cb093d42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11e3a92f1e425c"/>
    <p:sldMasterId xmlns:r="http://schemas.openxmlformats.org/officeDocument/2006/relationships" id="2147483660" r:id="R26d4ff77879b4aa5"/>
    <p:sldMasterId xmlns:r="http://schemas.openxmlformats.org/officeDocument/2006/relationships" id="2147483663" r:id="R37d65a6b56d5406f"/>
  </p:sldMasterIdLst>
  <p:notesMasterIdLst>
    <p:notesMasterId xmlns:r="http://schemas.openxmlformats.org/officeDocument/2006/relationships" r:id="Rb9dddba6bd1c43d1"/>
  </p:notesMasterIdLst>
  <p:sldIdLst>
    <p:sldId xmlns:r="http://schemas.openxmlformats.org/officeDocument/2006/relationships" id="256" r:id="Rbd46d52b7db545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e7cd95f2c04676" /><Relationship Type="http://schemas.openxmlformats.org/officeDocument/2006/relationships/slideMaster" Target="/ppt/slideMasters/slideMaster1.xml" Id="Rc511e3a92f1e425c" /><Relationship Type="http://schemas.openxmlformats.org/officeDocument/2006/relationships/slideMaster" Target="/ppt/slideMasters/slideMaster2.xml" Id="R26d4ff77879b4aa5" /><Relationship Type="http://schemas.openxmlformats.org/officeDocument/2006/relationships/slideMaster" Target="/ppt/slideMasters/slideMaster3.xml" Id="R37d65a6b56d5406f" /><Relationship Type="http://schemas.openxmlformats.org/officeDocument/2006/relationships/notesMaster" Target="/ppt/notesMasters/notesMaster1.xml" Id="Rb9dddba6bd1c43d1" /><Relationship Type="http://schemas.openxmlformats.org/officeDocument/2006/relationships/presProps" Target="/ppt/presProps.xml" Id="Rdb7a259617154b0d" /><Relationship Type="http://schemas.openxmlformats.org/officeDocument/2006/relationships/viewProps" Target="/ppt/viewProps.xml" Id="R3e91d76921e1479b" /><Relationship Type="http://schemas.openxmlformats.org/officeDocument/2006/relationships/tableStyles" Target="/ppt/tableStyles.xml" Id="R18f304529fcc4910" /><Relationship Type="http://schemas.openxmlformats.org/officeDocument/2006/relationships/slide" Target="/ppt/slides/slide1.xml" Id="Rbd46d52b7db545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b275a2ec7891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6ede6d55ef4d8b" /><Relationship Type="http://schemas.openxmlformats.org/officeDocument/2006/relationships/notesMaster" Target="/ppt/notesMasters/notesMaster1.xml" Id="Rfb0e0561b83c45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11853c7314939" /><Relationship Type="http://schemas.openxmlformats.org/officeDocument/2006/relationships/image" Target="/ppt/media/image.jpeg" Id="R3dc8a1c35e044f49" /><Relationship Type="http://schemas.openxmlformats.org/officeDocument/2006/relationships/image" Target="/ppt/media/image.png" Id="Rf108c192517e49ec" /><Relationship Type="http://schemas.openxmlformats.org/officeDocument/2006/relationships/image" Target="/ppt/media/image2.png" Id="R2837a872f56c40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5b3ac3e77946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9f50519397434e" /><Relationship Type="http://schemas.openxmlformats.org/officeDocument/2006/relationships/image" Target="/ppt/media/image3.png" Id="Rb01c500165e6464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9c08bffe04a3d" /><Relationship Type="http://schemas.openxmlformats.org/officeDocument/2006/relationships/image" Target="/ppt/media/image4.png" Id="Rf8ca970b564e47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3d7876b8f486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8140c7c264d3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bd753da284fe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4b427903344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8fac46d9c40e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5a0170c764c9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51f998b744f2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3d52e5314d44b2" /><Relationship Type="http://schemas.openxmlformats.org/officeDocument/2006/relationships/image" Target="/ppt/media/image5.png" Id="Rcc95ebef9aea43e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672cc45075421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af844f2dc604222" /><Relationship Type="http://schemas.openxmlformats.org/officeDocument/2006/relationships/image" Target="/ppt/media/image5.png" Id="Rc357ab506d3d487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f6dafaa849746b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c8a1c35e044f4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08c192517e49e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7a872f56c40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c500165e6464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a970b564e47c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5ebef9aea43e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7ab506d3d487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02e4dbb854654" /><Relationship Type="http://schemas.openxmlformats.org/officeDocument/2006/relationships/slideLayout" Target="/ppt/slideLayouts/slideLayout1.xml" Id="Ra957781844cf4800" /><Relationship Type="http://schemas.openxmlformats.org/officeDocument/2006/relationships/slideLayout" Target="/ppt/slideLayouts/slideLayout2.xml" Id="Rcb91185f1bf04250" /><Relationship Type="http://schemas.openxmlformats.org/officeDocument/2006/relationships/slideLayout" Target="/ppt/slideLayouts/slideLayout3.xml" Id="R93ef81dcf7f24e2d" /><Relationship Type="http://schemas.openxmlformats.org/officeDocument/2006/relationships/slideLayout" Target="/ppt/slideLayouts/slideLayout4.xml" Id="Rd8304009bd124f42" /><Relationship Type="http://schemas.openxmlformats.org/officeDocument/2006/relationships/slideLayout" Target="/ppt/slideLayouts/slideLayout5.xml" Id="R9d1738821d4a4e09" /><Relationship Type="http://schemas.openxmlformats.org/officeDocument/2006/relationships/slideLayout" Target="/ppt/slideLayouts/slideLayout6.xml" Id="Rad3e5f54b54540fb" /><Relationship Type="http://schemas.openxmlformats.org/officeDocument/2006/relationships/slideLayout" Target="/ppt/slideLayouts/slideLayout7.xml" Id="R8535eebc544d4f28" /><Relationship Type="http://schemas.openxmlformats.org/officeDocument/2006/relationships/slideLayout" Target="/ppt/slideLayouts/slideLayout8.xml" Id="R5595aa59071d4d4b" /><Relationship Type="http://schemas.openxmlformats.org/officeDocument/2006/relationships/slideLayout" Target="/ppt/slideLayouts/slideLayout9.xml" Id="Ra2b34f64d3254e8b" /><Relationship Type="http://schemas.openxmlformats.org/officeDocument/2006/relationships/slideLayout" Target="/ppt/slideLayouts/slideLayout10.xml" Id="R71a7b7ba293243ff" /><Relationship Type="http://schemas.openxmlformats.org/officeDocument/2006/relationships/slideLayout" Target="/ppt/slideLayouts/slideLayout11.xml" Id="R2c67c197f54f460f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2095c99057e4bbd" /><Relationship Type="http://schemas.openxmlformats.org/officeDocument/2006/relationships/slideLayout" Target="/ppt/slideLayouts/slideLayout12.xml" Id="R746044139bd94937" /><Relationship Type="http://schemas.openxmlformats.org/officeDocument/2006/relationships/slideLayout" Target="/ppt/slideLayouts/slideLayout13.xml" Id="Raaea07dfb9854cc5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c95b9d100d4432a" /><Relationship Type="http://schemas.openxmlformats.org/officeDocument/2006/relationships/slideLayout" Target="/ppt/slideLayouts/slideLayout14.xml" Id="R35e6d1e4f12b4a59" /><Relationship Type="http://schemas.openxmlformats.org/officeDocument/2006/relationships/slideLayout" Target="/ppt/slideLayouts/slideLayout15.xml" Id="Ra7e6360d59fb4ac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57781844cf4800"/>
    <p:sldLayoutId xmlns:r="http://schemas.openxmlformats.org/officeDocument/2006/relationships" id="2147483650" r:id="Rcb91185f1bf04250"/>
    <p:sldLayoutId xmlns:r="http://schemas.openxmlformats.org/officeDocument/2006/relationships" id="2147483651" r:id="R93ef81dcf7f24e2d"/>
    <p:sldLayoutId xmlns:r="http://schemas.openxmlformats.org/officeDocument/2006/relationships" id="2147483652" r:id="Rd8304009bd124f42"/>
    <p:sldLayoutId xmlns:r="http://schemas.openxmlformats.org/officeDocument/2006/relationships" id="2147483653" r:id="R9d1738821d4a4e09"/>
    <p:sldLayoutId xmlns:r="http://schemas.openxmlformats.org/officeDocument/2006/relationships" id="2147483654" r:id="Rad3e5f54b54540fb"/>
    <p:sldLayoutId xmlns:r="http://schemas.openxmlformats.org/officeDocument/2006/relationships" id="2147483655" r:id="R8535eebc544d4f28"/>
    <p:sldLayoutId xmlns:r="http://schemas.openxmlformats.org/officeDocument/2006/relationships" id="2147483656" r:id="R5595aa59071d4d4b"/>
    <p:sldLayoutId xmlns:r="http://schemas.openxmlformats.org/officeDocument/2006/relationships" id="2147483657" r:id="Ra2b34f64d3254e8b"/>
    <p:sldLayoutId xmlns:r="http://schemas.openxmlformats.org/officeDocument/2006/relationships" id="2147483658" r:id="R71a7b7ba293243ff"/>
    <p:sldLayoutId xmlns:r="http://schemas.openxmlformats.org/officeDocument/2006/relationships" id="2147483659" r:id="R2c67c197f54f460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46044139bd94937"/>
    <p:sldLayoutId xmlns:r="http://schemas.openxmlformats.org/officeDocument/2006/relationships" id="2147483662" r:id="Raaea07dfb9854cc5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5e6d1e4f12b4a59"/>
    <p:sldLayoutId xmlns:r="http://schemas.openxmlformats.org/officeDocument/2006/relationships" id="2147483665" r:id="Ra7e6360d59fb4acf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86bd7b9eb474670" /><Relationship Type="http://schemas.openxmlformats.org/officeDocument/2006/relationships/notesSlide" Target="/ppt/notesSlides/notesSlide1.xml" Id="Rd5351a26f1cc4d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273ADDF4-4C5D-4E45-BA25-A8A52BBF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5B1CE-2C53-48CD-B3FC-A66105C6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CC4C23CF-2998-415F-86FD-A9742ACD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8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E728DA8A-5360-449D-898A-821FF8DE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19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4616F77A-8C56-4F9A-98D4-E8E41C6A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0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45ED2D4F-5C49-48F7-95AB-06C1AC4F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2995422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0"/>
                </a:moveTo>
                <a:lnTo>
                  <a:pt x="27023" y="844"/>
                </a:lnTo>
                <a:lnTo>
                  <a:pt x="53715" y="3328"/>
                </a:lnTo>
                <a:lnTo>
                  <a:pt x="80086" y="7381"/>
                </a:lnTo>
                <a:lnTo>
                  <a:pt x="106145" y="12932"/>
                </a:lnTo>
                <a:lnTo>
                  <a:pt x="131903" y="19908"/>
                </a:lnTo>
                <a:lnTo>
                  <a:pt x="157367" y="28240"/>
                </a:lnTo>
                <a:lnTo>
                  <a:pt x="182549" y="37856"/>
                </a:lnTo>
                <a:lnTo>
                  <a:pt x="207457" y="48683"/>
                </a:lnTo>
                <a:lnTo>
                  <a:pt x="232100" y="60652"/>
                </a:lnTo>
                <a:lnTo>
                  <a:pt x="256488" y="73691"/>
                </a:lnTo>
                <a:lnTo>
                  <a:pt x="280631" y="87727"/>
                </a:lnTo>
                <a:lnTo>
                  <a:pt x="304538" y="102691"/>
                </a:lnTo>
                <a:lnTo>
                  <a:pt x="328219" y="118511"/>
                </a:lnTo>
                <a:lnTo>
                  <a:pt x="351682" y="135115"/>
                </a:lnTo>
                <a:lnTo>
                  <a:pt x="374937" y="152433"/>
                </a:lnTo>
                <a:lnTo>
                  <a:pt x="397995" y="170392"/>
                </a:lnTo>
                <a:lnTo>
                  <a:pt x="420863" y="188921"/>
                </a:lnTo>
                <a:lnTo>
                  <a:pt x="443552" y="207950"/>
                </a:lnTo>
                <a:lnTo>
                  <a:pt x="466071" y="227407"/>
                </a:lnTo>
                <a:lnTo>
                  <a:pt x="488430" y="247220"/>
                </a:lnTo>
                <a:lnTo>
                  <a:pt x="510637" y="267319"/>
                </a:lnTo>
                <a:lnTo>
                  <a:pt x="532703" y="287631"/>
                </a:lnTo>
                <a:lnTo>
                  <a:pt x="554637" y="308086"/>
                </a:lnTo>
                <a:lnTo>
                  <a:pt x="576448" y="328613"/>
                </a:lnTo>
                <a:lnTo>
                  <a:pt x="598145" y="349139"/>
                </a:lnTo>
                <a:lnTo>
                  <a:pt x="619739" y="369594"/>
                </a:lnTo>
                <a:lnTo>
                  <a:pt x="641239" y="389906"/>
                </a:lnTo>
                <a:lnTo>
                  <a:pt x="662653" y="410005"/>
                </a:lnTo>
                <a:lnTo>
                  <a:pt x="683992" y="429818"/>
                </a:lnTo>
                <a:lnTo>
                  <a:pt x="705265" y="449275"/>
                </a:lnTo>
                <a:lnTo>
                  <a:pt x="726481" y="468304"/>
                </a:lnTo>
                <a:lnTo>
                  <a:pt x="747650" y="486833"/>
                </a:lnTo>
                <a:lnTo>
                  <a:pt x="768781" y="504792"/>
                </a:lnTo>
                <a:lnTo>
                  <a:pt x="789884" y="522110"/>
                </a:lnTo>
                <a:lnTo>
                  <a:pt x="810968" y="538714"/>
                </a:lnTo>
                <a:lnTo>
                  <a:pt x="832042" y="554534"/>
                </a:lnTo>
                <a:lnTo>
                  <a:pt x="853117" y="569498"/>
                </a:lnTo>
                <a:lnTo>
                  <a:pt x="874201" y="583534"/>
                </a:lnTo>
                <a:lnTo>
                  <a:pt x="895304" y="596573"/>
                </a:lnTo>
                <a:lnTo>
                  <a:pt x="916435" y="608542"/>
                </a:lnTo>
                <a:lnTo>
                  <a:pt x="937604" y="619369"/>
                </a:lnTo>
                <a:lnTo>
                  <a:pt x="958820" y="628985"/>
                </a:lnTo>
                <a:lnTo>
                  <a:pt x="980093" y="637317"/>
                </a:lnTo>
                <a:lnTo>
                  <a:pt x="1001432" y="644293"/>
                </a:lnTo>
                <a:lnTo>
                  <a:pt x="1022846" y="649844"/>
                </a:lnTo>
                <a:lnTo>
                  <a:pt x="1044346" y="653897"/>
                </a:lnTo>
                <a:lnTo>
                  <a:pt x="1065939" y="656381"/>
                </a:lnTo>
                <a:lnTo>
                  <a:pt x="1087637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1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4A414499-5B44-42D5-9295-02C60FE0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9525"/>
          </a:xfrm>
          <a:custGeom xmlns:a="http://schemas.openxmlformats.org/drawingml/2006/main">
            <a:pathLst>
              <a:path w="1087637" h="9525">
                <a:moveTo>
                  <a:pt x="0" y="0"/>
                </a:moveTo>
                <a:lnTo>
                  <a:pt x="27023" y="0"/>
                </a:lnTo>
                <a:lnTo>
                  <a:pt x="53715" y="0"/>
                </a:lnTo>
                <a:lnTo>
                  <a:pt x="80086" y="0"/>
                </a:lnTo>
                <a:lnTo>
                  <a:pt x="106145" y="0"/>
                </a:lnTo>
                <a:lnTo>
                  <a:pt x="131903" y="0"/>
                </a:lnTo>
                <a:lnTo>
                  <a:pt x="157367" y="0"/>
                </a:lnTo>
                <a:lnTo>
                  <a:pt x="182549" y="0"/>
                </a:lnTo>
                <a:lnTo>
                  <a:pt x="207457" y="0"/>
                </a:lnTo>
                <a:lnTo>
                  <a:pt x="232100" y="0"/>
                </a:lnTo>
                <a:lnTo>
                  <a:pt x="256488" y="0"/>
                </a:lnTo>
                <a:lnTo>
                  <a:pt x="280631" y="0"/>
                </a:lnTo>
                <a:lnTo>
                  <a:pt x="304538" y="0"/>
                </a:lnTo>
                <a:lnTo>
                  <a:pt x="328219" y="0"/>
                </a:lnTo>
                <a:lnTo>
                  <a:pt x="351682" y="0"/>
                </a:lnTo>
                <a:lnTo>
                  <a:pt x="374937" y="0"/>
                </a:lnTo>
                <a:lnTo>
                  <a:pt x="397995" y="0"/>
                </a:lnTo>
                <a:lnTo>
                  <a:pt x="420863" y="0"/>
                </a:lnTo>
                <a:lnTo>
                  <a:pt x="443552" y="0"/>
                </a:lnTo>
                <a:lnTo>
                  <a:pt x="466071" y="0"/>
                </a:lnTo>
                <a:lnTo>
                  <a:pt x="488430" y="0"/>
                </a:lnTo>
                <a:lnTo>
                  <a:pt x="510637" y="0"/>
                </a:lnTo>
                <a:lnTo>
                  <a:pt x="532703" y="0"/>
                </a:lnTo>
                <a:lnTo>
                  <a:pt x="554637" y="0"/>
                </a:lnTo>
                <a:lnTo>
                  <a:pt x="576448" y="0"/>
                </a:lnTo>
                <a:lnTo>
                  <a:pt x="598145" y="0"/>
                </a:lnTo>
                <a:lnTo>
                  <a:pt x="619739" y="0"/>
                </a:lnTo>
                <a:lnTo>
                  <a:pt x="641239" y="0"/>
                </a:lnTo>
                <a:lnTo>
                  <a:pt x="662653" y="0"/>
                </a:lnTo>
                <a:lnTo>
                  <a:pt x="683992" y="0"/>
                </a:lnTo>
                <a:lnTo>
                  <a:pt x="705265" y="0"/>
                </a:lnTo>
                <a:lnTo>
                  <a:pt x="726481" y="0"/>
                </a:lnTo>
                <a:lnTo>
                  <a:pt x="747650" y="0"/>
                </a:lnTo>
                <a:lnTo>
                  <a:pt x="768781" y="0"/>
                </a:lnTo>
                <a:lnTo>
                  <a:pt x="789884" y="0"/>
                </a:lnTo>
                <a:lnTo>
                  <a:pt x="810968" y="0"/>
                </a:lnTo>
                <a:lnTo>
                  <a:pt x="832042" y="0"/>
                </a:lnTo>
                <a:lnTo>
                  <a:pt x="853117" y="0"/>
                </a:lnTo>
                <a:lnTo>
                  <a:pt x="874201" y="0"/>
                </a:lnTo>
                <a:lnTo>
                  <a:pt x="895304" y="0"/>
                </a:lnTo>
                <a:lnTo>
                  <a:pt x="916435" y="0"/>
                </a:lnTo>
                <a:lnTo>
                  <a:pt x="937604" y="0"/>
                </a:lnTo>
                <a:lnTo>
                  <a:pt x="958820" y="0"/>
                </a:lnTo>
                <a:lnTo>
                  <a:pt x="980093" y="0"/>
                </a:lnTo>
                <a:lnTo>
                  <a:pt x="1001432" y="0"/>
                </a:lnTo>
                <a:lnTo>
                  <a:pt x="1022846" y="0"/>
                </a:lnTo>
                <a:lnTo>
                  <a:pt x="1044346" y="0"/>
                </a:lnTo>
                <a:lnTo>
                  <a:pt x="1065939" y="0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2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B4B5EF09-1579-4606-AF48-4ED155C2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657225"/>
                </a:moveTo>
                <a:lnTo>
                  <a:pt x="27023" y="656381"/>
                </a:lnTo>
                <a:lnTo>
                  <a:pt x="53715" y="653897"/>
                </a:lnTo>
                <a:lnTo>
                  <a:pt x="80086" y="649844"/>
                </a:lnTo>
                <a:lnTo>
                  <a:pt x="106145" y="644293"/>
                </a:lnTo>
                <a:lnTo>
                  <a:pt x="131903" y="637317"/>
                </a:lnTo>
                <a:lnTo>
                  <a:pt x="157367" y="628985"/>
                </a:lnTo>
                <a:lnTo>
                  <a:pt x="182549" y="619369"/>
                </a:lnTo>
                <a:lnTo>
                  <a:pt x="207457" y="608542"/>
                </a:lnTo>
                <a:lnTo>
                  <a:pt x="232100" y="596573"/>
                </a:lnTo>
                <a:lnTo>
                  <a:pt x="256488" y="583534"/>
                </a:lnTo>
                <a:lnTo>
                  <a:pt x="280631" y="569498"/>
                </a:lnTo>
                <a:lnTo>
                  <a:pt x="304538" y="554534"/>
                </a:lnTo>
                <a:lnTo>
                  <a:pt x="328219" y="538714"/>
                </a:lnTo>
                <a:lnTo>
                  <a:pt x="351682" y="522110"/>
                </a:lnTo>
                <a:lnTo>
                  <a:pt x="374937" y="504792"/>
                </a:lnTo>
                <a:lnTo>
                  <a:pt x="397995" y="486833"/>
                </a:lnTo>
                <a:lnTo>
                  <a:pt x="420863" y="468304"/>
                </a:lnTo>
                <a:lnTo>
                  <a:pt x="443552" y="449275"/>
                </a:lnTo>
                <a:lnTo>
                  <a:pt x="466071" y="429818"/>
                </a:lnTo>
                <a:lnTo>
                  <a:pt x="488430" y="410005"/>
                </a:lnTo>
                <a:lnTo>
                  <a:pt x="510637" y="389906"/>
                </a:lnTo>
                <a:lnTo>
                  <a:pt x="532703" y="369594"/>
                </a:lnTo>
                <a:lnTo>
                  <a:pt x="554637" y="349139"/>
                </a:lnTo>
                <a:lnTo>
                  <a:pt x="576448" y="328613"/>
                </a:lnTo>
                <a:lnTo>
                  <a:pt x="598145" y="308086"/>
                </a:lnTo>
                <a:lnTo>
                  <a:pt x="619739" y="287631"/>
                </a:lnTo>
                <a:lnTo>
                  <a:pt x="641239" y="267319"/>
                </a:lnTo>
                <a:lnTo>
                  <a:pt x="662653" y="247220"/>
                </a:lnTo>
                <a:lnTo>
                  <a:pt x="683992" y="227407"/>
                </a:lnTo>
                <a:lnTo>
                  <a:pt x="705265" y="207950"/>
                </a:lnTo>
                <a:lnTo>
                  <a:pt x="726481" y="188921"/>
                </a:lnTo>
                <a:lnTo>
                  <a:pt x="747650" y="170392"/>
                </a:lnTo>
                <a:lnTo>
                  <a:pt x="768781" y="152433"/>
                </a:lnTo>
                <a:lnTo>
                  <a:pt x="789884" y="135115"/>
                </a:lnTo>
                <a:lnTo>
                  <a:pt x="810968" y="118511"/>
                </a:lnTo>
                <a:lnTo>
                  <a:pt x="832042" y="102691"/>
                </a:lnTo>
                <a:lnTo>
                  <a:pt x="853117" y="87727"/>
                </a:lnTo>
                <a:lnTo>
                  <a:pt x="874201" y="73691"/>
                </a:lnTo>
                <a:lnTo>
                  <a:pt x="895304" y="60652"/>
                </a:lnTo>
                <a:lnTo>
                  <a:pt x="916435" y="48683"/>
                </a:lnTo>
                <a:lnTo>
                  <a:pt x="937604" y="37856"/>
                </a:lnTo>
                <a:lnTo>
                  <a:pt x="958820" y="28240"/>
                </a:lnTo>
                <a:lnTo>
                  <a:pt x="980093" y="19908"/>
                </a:lnTo>
                <a:lnTo>
                  <a:pt x="1001432" y="12932"/>
                </a:lnTo>
                <a:lnTo>
                  <a:pt x="1022846" y="7381"/>
                </a:lnTo>
                <a:lnTo>
                  <a:pt x="1044346" y="3328"/>
                </a:lnTo>
                <a:lnTo>
                  <a:pt x="1065939" y="844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3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183CF430-2E96-4918-ADAC-4820AED8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4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CD71818D-CEB1-426F-BDF6-17AF838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5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366F59E6-2A4D-48C7-866E-2EADE42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6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2EE74D1C-E143-4F29-9105-4811D86E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7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9A365C53-71B2-4ED3-B257-6C3B80BB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8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DA692EA3-8FFA-4B8B-9CE1-40D89407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29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B9A5157D-B183-403C-897F-99B9D7BF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0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D952952A-F290-4E20-9B82-40D834F8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1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E9877965-948C-40C7-8253-71338CAF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2267839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2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B373ABFF-D8A3-4595-AA89-FA808E5E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3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B3469264-F1CF-4C3F-9BD3-54634DAF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4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8E7B7C7D-AE5D-4565-8170-E71BEA05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751" y="3176397"/>
            <a:ext cx="1272767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5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C18C8ACD-B6A7-4904-928C-023549A5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438335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6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1355B4A3-26AA-4CBD-A31A-E15929E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652647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282969-FF81-4804-8CC6-9FB7F7DE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8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E13C2AEA-04F2-4F81-85CA-7267F093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897C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6B63E987-DFBC-477D-8EA5-9C5B5FF5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0" name="compliance-intro-0">
            <a:extLst xmlns:a="http://schemas.openxmlformats.org/drawingml/2006/main">
              <a:ext uri="{FF2B5EF4-FFF2-40B4-BE49-F238E27FC236}">
                <a16:creationId xmlns:a16="http://schemas.microsoft.com/office/drawing/2014/main" id="{36E0536A-F30F-45BD-84B2-9F124AA2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</a:t>
            </a:r>
          </a:p>
        </p:txBody>
      </p:sp>
      <p:sp>
        <p:nvSpPr>
          <p:cNvPr id="41" name="compliance-intro-1">
            <a:extLst xmlns:a="http://schemas.openxmlformats.org/drawingml/2006/main">
              <a:ext uri="{FF2B5EF4-FFF2-40B4-BE49-F238E27FC236}">
                <a16:creationId xmlns:a16="http://schemas.microsoft.com/office/drawing/2014/main" id="{29D5931C-F4C7-4E68-A245-33EC7E5B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也暴露人力条线基础管理薄弱：</a:t>
            </a:r>
          </a:p>
        </p:txBody>
      </p:sp>
      <p:sp>
        <p:nvSpPr>
          <p:cNvPr id="42" name="compliance-detail-strip">
            <a:extLst xmlns:a="http://schemas.openxmlformats.org/drawingml/2006/main">
              <a:ext uri="{FF2B5EF4-FFF2-40B4-BE49-F238E27FC236}">
                <a16:creationId xmlns:a16="http://schemas.microsoft.com/office/drawing/2014/main" id="{5BCA7699-1B5E-4114-91CF-88E6C33D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24144"/>
            <a:ext cx="516164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43" name="compliance-detail-label-0-0">
            <a:extLst xmlns:a="http://schemas.openxmlformats.org/drawingml/2006/main">
              <a:ext uri="{FF2B5EF4-FFF2-40B4-BE49-F238E27FC236}">
                <a16:creationId xmlns:a16="http://schemas.microsoft.com/office/drawing/2014/main" id="{6F0E931D-1E72-497A-8BFF-F396EA71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认识</a:t>
            </a:r>
          </a:p>
        </p:txBody>
      </p:sp>
      <p:sp>
        <p:nvSpPr>
          <p:cNvPr id="44" name="compliance-detail-body-0-0">
            <a:extLst xmlns:a="http://schemas.openxmlformats.org/drawingml/2006/main">
              <a:ext uri="{FF2B5EF4-FFF2-40B4-BE49-F238E27FC236}">
                <a16:creationId xmlns:a16="http://schemas.microsoft.com/office/drawing/2014/main" id="{2C157FB4-2FD0-4DD9-993E-10D96187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待提升</a:t>
            </a:r>
          </a:p>
        </p:txBody>
      </p:sp>
      <p:sp>
        <p:nvSpPr>
          <p:cNvPr id="45" name="compliance-detail-label-1-0">
            <a:extLst xmlns:a="http://schemas.openxmlformats.org/drawingml/2006/main">
              <a:ext uri="{FF2B5EF4-FFF2-40B4-BE49-F238E27FC236}">
                <a16:creationId xmlns:a16="http://schemas.microsoft.com/office/drawing/2014/main" id="{203E4A2B-BF41-490F-A011-4FF803FE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作风</a:t>
            </a:r>
          </a:p>
        </p:txBody>
      </p:sp>
      <p:sp>
        <p:nvSpPr>
          <p:cNvPr id="46" name="compliance-detail-body-1-0">
            <a:extLst xmlns:a="http://schemas.openxmlformats.org/drawingml/2006/main">
              <a:ext uri="{FF2B5EF4-FFF2-40B4-BE49-F238E27FC236}">
                <a16:creationId xmlns:a16="http://schemas.microsoft.com/office/drawing/2014/main" id="{5D01162E-B55D-4F49-86B5-56201EF7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486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待转变</a:t>
            </a:r>
          </a:p>
        </p:txBody>
      </p:sp>
      <p:sp>
        <p:nvSpPr>
          <p:cNvPr id="47" name="compliance-detail-divider-1">
            <a:extLst xmlns:a="http://schemas.openxmlformats.org/drawingml/2006/main">
              <a:ext uri="{FF2B5EF4-FFF2-40B4-BE49-F238E27FC236}">
                <a16:creationId xmlns:a16="http://schemas.microsoft.com/office/drawing/2014/main" id="{9387278B-DBAE-4682-A087-97E5D676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28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48" name="compliance-detail-label-2-0">
            <a:extLst xmlns:a="http://schemas.openxmlformats.org/drawingml/2006/main">
              <a:ext uri="{FF2B5EF4-FFF2-40B4-BE49-F238E27FC236}">
                <a16:creationId xmlns:a16="http://schemas.microsoft.com/office/drawing/2014/main" id="{013D347C-AAAB-4411-A12C-24EC7AFF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896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能力</a:t>
            </a:r>
          </a:p>
        </p:txBody>
      </p:sp>
      <p:sp>
        <p:nvSpPr>
          <p:cNvPr id="49" name="compliance-detail-body-2-0">
            <a:extLst xmlns:a="http://schemas.openxmlformats.org/drawingml/2006/main">
              <a:ext uri="{FF2B5EF4-FFF2-40B4-BE49-F238E27FC236}">
                <a16:creationId xmlns:a16="http://schemas.microsoft.com/office/drawing/2014/main" id="{2D033BFE-5934-4926-8DBB-E64A6216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896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待增强</a:t>
            </a:r>
          </a:p>
        </p:txBody>
      </p:sp>
      <p:sp>
        <p:nvSpPr>
          <p:cNvPr id="50" name="compliance-detail-divider-2">
            <a:extLst xmlns:a="http://schemas.openxmlformats.org/drawingml/2006/main">
              <a:ext uri="{FF2B5EF4-FFF2-40B4-BE49-F238E27FC236}">
                <a16:creationId xmlns:a16="http://schemas.microsoft.com/office/drawing/2014/main" id="{3641AB40-402B-4904-A230-563DF40C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4696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1" name="compliance-detail-label-3-0">
            <a:extLst xmlns:a="http://schemas.openxmlformats.org/drawingml/2006/main">
              <a:ext uri="{FF2B5EF4-FFF2-40B4-BE49-F238E27FC236}">
                <a16:creationId xmlns:a16="http://schemas.microsoft.com/office/drawing/2014/main" id="{BDC818B4-7568-4AB6-9B92-EC7E66B8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307" y="5762244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协同</a:t>
            </a:r>
          </a:p>
        </p:txBody>
      </p:sp>
      <p:sp>
        <p:nvSpPr>
          <p:cNvPr id="52" name="compliance-detail-body-3-0">
            <a:extLst xmlns:a="http://schemas.openxmlformats.org/drawingml/2006/main">
              <a:ext uri="{FF2B5EF4-FFF2-40B4-BE49-F238E27FC236}">
                <a16:creationId xmlns:a16="http://schemas.microsoft.com/office/drawing/2014/main" id="{41272981-FA9E-44A7-9160-8299B963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307" y="5976557"/>
            <a:ext cx="1138011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待深化</a:t>
            </a:r>
          </a:p>
        </p:txBody>
      </p:sp>
      <p:sp>
        <p:nvSpPr>
          <p:cNvPr id="53" name="compliance-detail-divider-3">
            <a:extLst xmlns:a="http://schemas.openxmlformats.org/drawingml/2006/main">
              <a:ext uri="{FF2B5EF4-FFF2-40B4-BE49-F238E27FC236}">
                <a16:creationId xmlns:a16="http://schemas.microsoft.com/office/drawing/2014/main" id="{1533B3E4-520E-4EF2-A788-53BFAE53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5107" y="5800344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4" name="insights-0">
            <a:extLst xmlns:a="http://schemas.openxmlformats.org/drawingml/2006/main">
              <a:ext uri="{FF2B5EF4-FFF2-40B4-BE49-F238E27FC236}">
                <a16:creationId xmlns:a16="http://schemas.microsoft.com/office/drawing/2014/main" id="{8AB79DE6-183F-4160-A948-AB60062B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8101A68-119D-4F7B-BCB2-0844587B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6" name="group-divider-1">
            <a:extLst xmlns:a="http://schemas.openxmlformats.org/drawingml/2006/main">
              <a:ext uri="{FF2B5EF4-FFF2-40B4-BE49-F238E27FC236}">
                <a16:creationId xmlns:a16="http://schemas.microsoft.com/office/drawing/2014/main" id="{FDAA6F99-2902-4970-A577-7C64CB98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7918" y="1600200"/>
            <a:ext cx="0" cy="466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6C6E2"/>
            </a:solidFill>
          </a:ln>
        </p:spPr>
      </p:sp>
      <p:sp>
        <p:nvSpPr>
          <p:cNvPr id="57" name="index-rail-insights">
            <a:extLst xmlns:a="http://schemas.openxmlformats.org/drawingml/2006/main">
              <a:ext uri="{FF2B5EF4-FFF2-40B4-BE49-F238E27FC236}">
                <a16:creationId xmlns:a16="http://schemas.microsoft.com/office/drawing/2014/main" id="{6DE0146F-77A9-4FBF-BFDA-181E9B3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768" y="2171700"/>
            <a:ext cx="0" cy="278072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8" name="language-reading-wash">
            <a:extLst xmlns:a="http://schemas.openxmlformats.org/drawingml/2006/main">
              <a:ext uri="{FF2B5EF4-FFF2-40B4-BE49-F238E27FC236}">
                <a16:creationId xmlns:a16="http://schemas.microsoft.com/office/drawing/2014/main" id="{D469640F-869C-4919-A434-B526F9C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1981200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59" name="language-index-backing">
            <a:extLst xmlns:a="http://schemas.openxmlformats.org/drawingml/2006/main">
              <a:ext uri="{FF2B5EF4-FFF2-40B4-BE49-F238E27FC236}">
                <a16:creationId xmlns:a16="http://schemas.microsoft.com/office/drawing/2014/main" id="{ACB889D1-FFFA-42E8-84FA-F3FC8E6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621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C34775F2-A9A0-4167-8AE3-7A74ACB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5262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1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C983FFC2-3D45-48DB-84E0-A9523ADC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00025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62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624C2390-1B38-4648-97F9-49865EB8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34296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63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31B581EC-2083-4073-8DEF-476E874A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59061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01D6B0-1E96-4744-9DB2-63944510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923985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5" name="criterion-reading-wash">
            <a:extLst xmlns:a="http://schemas.openxmlformats.org/drawingml/2006/main">
              <a:ext uri="{FF2B5EF4-FFF2-40B4-BE49-F238E27FC236}">
                <a16:creationId xmlns:a16="http://schemas.microsoft.com/office/drawing/2014/main" id="{E9BA7A22-E03A-4A2D-9340-854059BD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2990660"/>
            <a:ext cx="5220607" cy="62845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66" name="criterion-index-backing">
            <a:extLst xmlns:a="http://schemas.openxmlformats.org/drawingml/2006/main">
              <a:ext uri="{FF2B5EF4-FFF2-40B4-BE49-F238E27FC236}">
                <a16:creationId xmlns:a16="http://schemas.microsoft.com/office/drawing/2014/main" id="{594FCCEF-00D6-453D-8FA4-ED20735F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97161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7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5D4CFC7F-B5F4-4C01-B858-292167BE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2962085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8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D956D22B-A10A-49D5-B696-27AE0483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00971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69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A36C8940-467C-4C75-944C-0EE14050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35241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E2BA63E-4586-421C-9CEA-7E291DEC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685794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1" name="iteration-reading-wash">
            <a:extLst xmlns:a="http://schemas.openxmlformats.org/drawingml/2006/main">
              <a:ext uri="{FF2B5EF4-FFF2-40B4-BE49-F238E27FC236}">
                <a16:creationId xmlns:a16="http://schemas.microsoft.com/office/drawing/2014/main" id="{E5835FF7-0682-471A-9967-1E6B19DC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3752469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2" name="iteration-index-backing">
            <a:extLst xmlns:a="http://schemas.openxmlformats.org/drawingml/2006/main">
              <a:ext uri="{FF2B5EF4-FFF2-40B4-BE49-F238E27FC236}">
                <a16:creationId xmlns:a16="http://schemas.microsoft.com/office/drawing/2014/main" id="{895BA0E0-1C9E-4D92-AACF-393F2A2B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73341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5E81CE06-AD81-4440-AA89-5E434593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723894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9B46385C-343C-40FF-863F-05BEC694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77151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7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270C61D2-BC06-4E49-8179-B3CA77EA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11422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7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6804C34B-FFF8-485E-A51B-A524A844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36187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6EE9027-57DC-4263-8843-2E508572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695254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78" name="coordination-reading-wash">
            <a:extLst xmlns:a="http://schemas.openxmlformats.org/drawingml/2006/main">
              <a:ext uri="{FF2B5EF4-FFF2-40B4-BE49-F238E27FC236}">
                <a16:creationId xmlns:a16="http://schemas.microsoft.com/office/drawing/2014/main" id="{9950BF7B-ACD2-41B1-8D23-CB3FA4A7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4761929"/>
            <a:ext cx="5220607" cy="87610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/>
              </a:gs>
              <a:gs pos="100000">
                <a:srgbClr val="E7ECF5"/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79" name="coordination-index-backing">
            <a:extLst xmlns:a="http://schemas.openxmlformats.org/drawingml/2006/main">
              <a:ext uri="{FF2B5EF4-FFF2-40B4-BE49-F238E27FC236}">
                <a16:creationId xmlns:a16="http://schemas.microsoft.com/office/drawing/2014/main" id="{E5024608-5A5C-4BD3-9099-77439122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74287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6E042DD4-7B52-4EDC-8A1D-1D479D98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733354"/>
            <a:ext cx="419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361A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1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5DB55B69-7948-45E0-838C-EA022DF1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78097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82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98039D91-CB77-4457-BD9B-09D73B3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12368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83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D1D922F3-8C16-460E-B61A-3288EB43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37133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2026-09-19T20:57:10.9590000Z</dcterms:created>
  <dcterms:modified xsi:type="dcterms:W3CDTF">2026-09-19T20:57:10.9590000Z</dcterms:modified>
</coreProperties>
</file>