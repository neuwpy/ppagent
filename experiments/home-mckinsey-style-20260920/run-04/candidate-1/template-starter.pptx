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024a26cb84494" /><Relationship Type="http://schemas.openxmlformats.org/officeDocument/2006/relationships/extended-properties" Target="/docProps/app.xml" Id="Re01ca52e6c9c41ac" /><Relationship Type="http://schemas.openxmlformats.org/officeDocument/2006/relationships/officeDocument" Target="/ppt/presentation.xml" Id="R90e9daa45143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d4b6603e44adc"/>
    <p:sldMasterId xmlns:r="http://schemas.openxmlformats.org/officeDocument/2006/relationships" id="2147483660" r:id="Rd6c21c1f427b4700"/>
    <p:sldMasterId xmlns:r="http://schemas.openxmlformats.org/officeDocument/2006/relationships" id="2147483663" r:id="R0e0ea1c7cbcd4829"/>
  </p:sldMasterIdLst>
  <p:notesMasterIdLst>
    <p:notesMasterId xmlns:r="http://schemas.openxmlformats.org/officeDocument/2006/relationships" r:id="R5e77fa236b984e36"/>
  </p:notesMasterIdLst>
  <p:sldIdLst>
    <p:sldId xmlns:r="http://schemas.openxmlformats.org/officeDocument/2006/relationships" id="256" r:id="Ra82b73544dbd47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7aaa04ae04271" /><Relationship Type="http://schemas.openxmlformats.org/officeDocument/2006/relationships/slideMaster" Target="/ppt/slideMasters/slideMaster1.xml" Id="Rfefd4b6603e44adc" /><Relationship Type="http://schemas.openxmlformats.org/officeDocument/2006/relationships/slideMaster" Target="/ppt/slideMasters/slideMaster2.xml" Id="Rd6c21c1f427b4700" /><Relationship Type="http://schemas.openxmlformats.org/officeDocument/2006/relationships/slideMaster" Target="/ppt/slideMasters/slideMaster3.xml" Id="R0e0ea1c7cbcd4829" /><Relationship Type="http://schemas.openxmlformats.org/officeDocument/2006/relationships/notesMaster" Target="/ppt/notesMasters/notesMaster1.xml" Id="R5e77fa236b984e36" /><Relationship Type="http://schemas.openxmlformats.org/officeDocument/2006/relationships/presProps" Target="/ppt/presProps.xml" Id="R22bc5847609b465a" /><Relationship Type="http://schemas.openxmlformats.org/officeDocument/2006/relationships/viewProps" Target="/ppt/viewProps.xml" Id="Re08e0efb361940cb" /><Relationship Type="http://schemas.openxmlformats.org/officeDocument/2006/relationships/tableStyles" Target="/ppt/tableStyles.xml" Id="Rd77a7d46f6f74ea1" /><Relationship Type="http://schemas.openxmlformats.org/officeDocument/2006/relationships/slide" Target="/ppt/slides/slide1.xml" Id="Ra82b73544dbd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0c276b3769c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8212d1ee141ef" /><Relationship Type="http://schemas.openxmlformats.org/officeDocument/2006/relationships/notesMaster" Target="/ppt/notesMasters/notesMaster1.xml" Id="R4ad2b05645c1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14895f52d4631" /><Relationship Type="http://schemas.openxmlformats.org/officeDocument/2006/relationships/image" Target="/ppt/media/image.jpeg" Id="R2d2732b04e974aaf" /><Relationship Type="http://schemas.openxmlformats.org/officeDocument/2006/relationships/image" Target="/ppt/media/image.png" Id="R4b5905a2bbd34fe1" /><Relationship Type="http://schemas.openxmlformats.org/officeDocument/2006/relationships/image" Target="/ppt/media/image2.png" Id="R35b824cc3adf40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c8667fe8c4f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c499b71b844a6" /><Relationship Type="http://schemas.openxmlformats.org/officeDocument/2006/relationships/image" Target="/ppt/media/image3.png" Id="R355365f09e6649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1bda04c034ec9" /><Relationship Type="http://schemas.openxmlformats.org/officeDocument/2006/relationships/image" Target="/ppt/media/image4.png" Id="R37b55c41759040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8b0afdc5646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4c403753d47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80a21d2b148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60347d5fe44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b5bc24804d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0f3782dc342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9cf4df834423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4f7441ca904f5d" /><Relationship Type="http://schemas.openxmlformats.org/officeDocument/2006/relationships/image" Target="/ppt/media/image5.png" Id="Rf5ec68c114e742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1c6cbfabae426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89fde0f1044418" /><Relationship Type="http://schemas.openxmlformats.org/officeDocument/2006/relationships/image" Target="/ppt/media/image5.png" Id="R368fe506a4c049a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5ba7d04153b4af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732b04e974aa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905a2bbd34fe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824cc3adf4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365f09e66498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55c417590401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c68c114e7422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fe506a4c049a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40a71cabb4f43" /><Relationship Type="http://schemas.openxmlformats.org/officeDocument/2006/relationships/slideLayout" Target="/ppt/slideLayouts/slideLayout1.xml" Id="R7835cdde4caa4864" /><Relationship Type="http://schemas.openxmlformats.org/officeDocument/2006/relationships/slideLayout" Target="/ppt/slideLayouts/slideLayout2.xml" Id="R72bd5f6b49bd442e" /><Relationship Type="http://schemas.openxmlformats.org/officeDocument/2006/relationships/slideLayout" Target="/ppt/slideLayouts/slideLayout3.xml" Id="R4e4d674b0d1148dc" /><Relationship Type="http://schemas.openxmlformats.org/officeDocument/2006/relationships/slideLayout" Target="/ppt/slideLayouts/slideLayout4.xml" Id="Red21881cd03c4fa8" /><Relationship Type="http://schemas.openxmlformats.org/officeDocument/2006/relationships/slideLayout" Target="/ppt/slideLayouts/slideLayout5.xml" Id="R3fafbdaf53d745ad" /><Relationship Type="http://schemas.openxmlformats.org/officeDocument/2006/relationships/slideLayout" Target="/ppt/slideLayouts/slideLayout6.xml" Id="Ra916e56d04bd4b46" /><Relationship Type="http://schemas.openxmlformats.org/officeDocument/2006/relationships/slideLayout" Target="/ppt/slideLayouts/slideLayout7.xml" Id="R35a4dbf5e049467a" /><Relationship Type="http://schemas.openxmlformats.org/officeDocument/2006/relationships/slideLayout" Target="/ppt/slideLayouts/slideLayout8.xml" Id="R84331ebde0dc4be9" /><Relationship Type="http://schemas.openxmlformats.org/officeDocument/2006/relationships/slideLayout" Target="/ppt/slideLayouts/slideLayout9.xml" Id="Rc5544a67f9b2434b" /><Relationship Type="http://schemas.openxmlformats.org/officeDocument/2006/relationships/slideLayout" Target="/ppt/slideLayouts/slideLayout10.xml" Id="Rc521dfc48dec4918" /><Relationship Type="http://schemas.openxmlformats.org/officeDocument/2006/relationships/slideLayout" Target="/ppt/slideLayouts/slideLayout11.xml" Id="Rbff6a97ba4ae415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e58284ca4624076" /><Relationship Type="http://schemas.openxmlformats.org/officeDocument/2006/relationships/slideLayout" Target="/ppt/slideLayouts/slideLayout12.xml" Id="Raf59528e060b4206" /><Relationship Type="http://schemas.openxmlformats.org/officeDocument/2006/relationships/slideLayout" Target="/ppt/slideLayouts/slideLayout13.xml" Id="R5522719d5884432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d1a5c6c9b864021" /><Relationship Type="http://schemas.openxmlformats.org/officeDocument/2006/relationships/slideLayout" Target="/ppt/slideLayouts/slideLayout14.xml" Id="R21ee54418900415a" /><Relationship Type="http://schemas.openxmlformats.org/officeDocument/2006/relationships/slideLayout" Target="/ppt/slideLayouts/slideLayout15.xml" Id="R6557a4ec1c654d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5cdde4caa4864"/>
    <p:sldLayoutId xmlns:r="http://schemas.openxmlformats.org/officeDocument/2006/relationships" id="2147483650" r:id="R72bd5f6b49bd442e"/>
    <p:sldLayoutId xmlns:r="http://schemas.openxmlformats.org/officeDocument/2006/relationships" id="2147483651" r:id="R4e4d674b0d1148dc"/>
    <p:sldLayoutId xmlns:r="http://schemas.openxmlformats.org/officeDocument/2006/relationships" id="2147483652" r:id="Red21881cd03c4fa8"/>
    <p:sldLayoutId xmlns:r="http://schemas.openxmlformats.org/officeDocument/2006/relationships" id="2147483653" r:id="R3fafbdaf53d745ad"/>
    <p:sldLayoutId xmlns:r="http://schemas.openxmlformats.org/officeDocument/2006/relationships" id="2147483654" r:id="Ra916e56d04bd4b46"/>
    <p:sldLayoutId xmlns:r="http://schemas.openxmlformats.org/officeDocument/2006/relationships" id="2147483655" r:id="R35a4dbf5e049467a"/>
    <p:sldLayoutId xmlns:r="http://schemas.openxmlformats.org/officeDocument/2006/relationships" id="2147483656" r:id="R84331ebde0dc4be9"/>
    <p:sldLayoutId xmlns:r="http://schemas.openxmlformats.org/officeDocument/2006/relationships" id="2147483657" r:id="Rc5544a67f9b2434b"/>
    <p:sldLayoutId xmlns:r="http://schemas.openxmlformats.org/officeDocument/2006/relationships" id="2147483658" r:id="Rc521dfc48dec4918"/>
    <p:sldLayoutId xmlns:r="http://schemas.openxmlformats.org/officeDocument/2006/relationships" id="2147483659" r:id="Rbff6a97ba4ae415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f59528e060b4206"/>
    <p:sldLayoutId xmlns:r="http://schemas.openxmlformats.org/officeDocument/2006/relationships" id="2147483662" r:id="R5522719d5884432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1ee54418900415a"/>
    <p:sldLayoutId xmlns:r="http://schemas.openxmlformats.org/officeDocument/2006/relationships" id="2147483665" r:id="R6557a4ec1c654d0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fe43cd2f46439d" /><Relationship Type="http://schemas.openxmlformats.org/officeDocument/2006/relationships/image" Target="/ppt/media/image6.png" Id="R549b1878be0545c6" /><Relationship Type="http://schemas.openxmlformats.org/officeDocument/2006/relationships/notesSlide" Target="/ppt/notesSlides/notesSlide1.xml" Id="Rcc24ca7c889042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b1878be0545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2026-09-19T20:57:09.9250000Z</dcterms:created>
  <dcterms:modified xsi:type="dcterms:W3CDTF">2026-09-19T20:57:09.9250000Z</dcterms:modified>
</coreProperties>
</file>