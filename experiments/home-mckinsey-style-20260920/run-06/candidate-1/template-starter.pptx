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8ae6df379f4ce2" /><Relationship Type="http://schemas.openxmlformats.org/officeDocument/2006/relationships/extended-properties" Target="/docProps/app.xml" Id="R53abc8f80e0b4aa4" /><Relationship Type="http://schemas.openxmlformats.org/officeDocument/2006/relationships/officeDocument" Target="/ppt/presentation.xml" Id="R0b2d533e657148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f35a1614f44332"/>
    <p:sldMasterId xmlns:r="http://schemas.openxmlformats.org/officeDocument/2006/relationships" id="2147483660" r:id="Rfd6aedc755eb470d"/>
    <p:sldMasterId xmlns:r="http://schemas.openxmlformats.org/officeDocument/2006/relationships" id="2147483663" r:id="R85983410d98b448b"/>
  </p:sldMasterIdLst>
  <p:notesMasterIdLst>
    <p:notesMasterId xmlns:r="http://schemas.openxmlformats.org/officeDocument/2006/relationships" r:id="Ra677cc7fd4414c02"/>
  </p:notesMasterIdLst>
  <p:sldIdLst>
    <p:sldId xmlns:r="http://schemas.openxmlformats.org/officeDocument/2006/relationships" id="256" r:id="R1201d4b7499644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56fbce380e4a09" /><Relationship Type="http://schemas.openxmlformats.org/officeDocument/2006/relationships/slideMaster" Target="/ppt/slideMasters/slideMaster1.xml" Id="R97f35a1614f44332" /><Relationship Type="http://schemas.openxmlformats.org/officeDocument/2006/relationships/slideMaster" Target="/ppt/slideMasters/slideMaster2.xml" Id="Rfd6aedc755eb470d" /><Relationship Type="http://schemas.openxmlformats.org/officeDocument/2006/relationships/slideMaster" Target="/ppt/slideMasters/slideMaster3.xml" Id="R85983410d98b448b" /><Relationship Type="http://schemas.openxmlformats.org/officeDocument/2006/relationships/notesMaster" Target="/ppt/notesMasters/notesMaster1.xml" Id="Ra677cc7fd4414c02" /><Relationship Type="http://schemas.openxmlformats.org/officeDocument/2006/relationships/presProps" Target="/ppt/presProps.xml" Id="Rfe5e9469f6924768" /><Relationship Type="http://schemas.openxmlformats.org/officeDocument/2006/relationships/viewProps" Target="/ppt/viewProps.xml" Id="Rea077d3822c541ee" /><Relationship Type="http://schemas.openxmlformats.org/officeDocument/2006/relationships/tableStyles" Target="/ppt/tableStyles.xml" Id="R6030bca9cf494103" /><Relationship Type="http://schemas.openxmlformats.org/officeDocument/2006/relationships/slide" Target="/ppt/slides/slide1.xml" Id="R1201d4b7499644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80e1ed5fd3349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39ec0d7d854930" /><Relationship Type="http://schemas.openxmlformats.org/officeDocument/2006/relationships/notesMaster" Target="/ppt/notesMasters/notesMaster1.xml" Id="Re05c5a3d8c7941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cafaf5e8d42f5" /><Relationship Type="http://schemas.openxmlformats.org/officeDocument/2006/relationships/image" Target="/ppt/media/image.jpeg" Id="R45f80a5af3dd4e4a" /><Relationship Type="http://schemas.openxmlformats.org/officeDocument/2006/relationships/image" Target="/ppt/media/image.png" Id="Rb965b1609592453f" /><Relationship Type="http://schemas.openxmlformats.org/officeDocument/2006/relationships/image" Target="/ppt/media/image2.png" Id="Rc9c32aac162643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1f03a8eec40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3b4f2a0d048a3" /><Relationship Type="http://schemas.openxmlformats.org/officeDocument/2006/relationships/image" Target="/ppt/media/image3.png" Id="R68535ce84d5d45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ed4796e014829" /><Relationship Type="http://schemas.openxmlformats.org/officeDocument/2006/relationships/image" Target="/ppt/media/image4.png" Id="R9038caa97e214f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c37c4227844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18ff7a105471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2288564164a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aa6ede68a417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9588b999748e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841a4865244b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d3e087d334c4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ee1e8011834aee" /><Relationship Type="http://schemas.openxmlformats.org/officeDocument/2006/relationships/image" Target="/ppt/media/image5.png" Id="Re104f97ebe1949a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41d34ab3c1446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f66c0b2c79f4c11" /><Relationship Type="http://schemas.openxmlformats.org/officeDocument/2006/relationships/image" Target="/ppt/media/image5.png" Id="R85b1760d9843450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c147733748543e4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80a5af3dd4e4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5b1609592453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32aac1626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35ce84d5d458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8caa97e214f4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4f97ebe1949a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1760d9843450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1f0bdcbbf94e8d" /><Relationship Type="http://schemas.openxmlformats.org/officeDocument/2006/relationships/slideLayout" Target="/ppt/slideLayouts/slideLayout1.xml" Id="Rb4c9c254a81e4396" /><Relationship Type="http://schemas.openxmlformats.org/officeDocument/2006/relationships/slideLayout" Target="/ppt/slideLayouts/slideLayout2.xml" Id="R11dac6450d5540f3" /><Relationship Type="http://schemas.openxmlformats.org/officeDocument/2006/relationships/slideLayout" Target="/ppt/slideLayouts/slideLayout3.xml" Id="R20830b48c01344bc" /><Relationship Type="http://schemas.openxmlformats.org/officeDocument/2006/relationships/slideLayout" Target="/ppt/slideLayouts/slideLayout4.xml" Id="Ref724c51ac144756" /><Relationship Type="http://schemas.openxmlformats.org/officeDocument/2006/relationships/slideLayout" Target="/ppt/slideLayouts/slideLayout5.xml" Id="R28622f2aaa7a44a2" /><Relationship Type="http://schemas.openxmlformats.org/officeDocument/2006/relationships/slideLayout" Target="/ppt/slideLayouts/slideLayout6.xml" Id="Re1a27f92cc5c4aab" /><Relationship Type="http://schemas.openxmlformats.org/officeDocument/2006/relationships/slideLayout" Target="/ppt/slideLayouts/slideLayout7.xml" Id="R2ff55c6896ac4f5f" /><Relationship Type="http://schemas.openxmlformats.org/officeDocument/2006/relationships/slideLayout" Target="/ppt/slideLayouts/slideLayout8.xml" Id="Rd3849e6b2ca84de1" /><Relationship Type="http://schemas.openxmlformats.org/officeDocument/2006/relationships/slideLayout" Target="/ppt/slideLayouts/slideLayout9.xml" Id="R8eb289d477f54c14" /><Relationship Type="http://schemas.openxmlformats.org/officeDocument/2006/relationships/slideLayout" Target="/ppt/slideLayouts/slideLayout10.xml" Id="R205299bee7ea4a22" /><Relationship Type="http://schemas.openxmlformats.org/officeDocument/2006/relationships/slideLayout" Target="/ppt/slideLayouts/slideLayout11.xml" Id="R182fda277c87422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55f193f313f47aa" /><Relationship Type="http://schemas.openxmlformats.org/officeDocument/2006/relationships/slideLayout" Target="/ppt/slideLayouts/slideLayout12.xml" Id="Rb638e76f933e4848" /><Relationship Type="http://schemas.openxmlformats.org/officeDocument/2006/relationships/slideLayout" Target="/ppt/slideLayouts/slideLayout13.xml" Id="Rd2d3960832214a5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07ef529d5da4965" /><Relationship Type="http://schemas.openxmlformats.org/officeDocument/2006/relationships/slideLayout" Target="/ppt/slideLayouts/slideLayout14.xml" Id="Rd019b95d3f324933" /><Relationship Type="http://schemas.openxmlformats.org/officeDocument/2006/relationships/slideLayout" Target="/ppt/slideLayouts/slideLayout15.xml" Id="Rf9fb0dd0deff446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c9c254a81e4396"/>
    <p:sldLayoutId xmlns:r="http://schemas.openxmlformats.org/officeDocument/2006/relationships" id="2147483650" r:id="R11dac6450d5540f3"/>
    <p:sldLayoutId xmlns:r="http://schemas.openxmlformats.org/officeDocument/2006/relationships" id="2147483651" r:id="R20830b48c01344bc"/>
    <p:sldLayoutId xmlns:r="http://schemas.openxmlformats.org/officeDocument/2006/relationships" id="2147483652" r:id="Ref724c51ac144756"/>
    <p:sldLayoutId xmlns:r="http://schemas.openxmlformats.org/officeDocument/2006/relationships" id="2147483653" r:id="R28622f2aaa7a44a2"/>
    <p:sldLayoutId xmlns:r="http://schemas.openxmlformats.org/officeDocument/2006/relationships" id="2147483654" r:id="Re1a27f92cc5c4aab"/>
    <p:sldLayoutId xmlns:r="http://schemas.openxmlformats.org/officeDocument/2006/relationships" id="2147483655" r:id="R2ff55c6896ac4f5f"/>
    <p:sldLayoutId xmlns:r="http://schemas.openxmlformats.org/officeDocument/2006/relationships" id="2147483656" r:id="Rd3849e6b2ca84de1"/>
    <p:sldLayoutId xmlns:r="http://schemas.openxmlformats.org/officeDocument/2006/relationships" id="2147483657" r:id="R8eb289d477f54c14"/>
    <p:sldLayoutId xmlns:r="http://schemas.openxmlformats.org/officeDocument/2006/relationships" id="2147483658" r:id="R205299bee7ea4a22"/>
    <p:sldLayoutId xmlns:r="http://schemas.openxmlformats.org/officeDocument/2006/relationships" id="2147483659" r:id="R182fda277c87422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638e76f933e4848"/>
    <p:sldLayoutId xmlns:r="http://schemas.openxmlformats.org/officeDocument/2006/relationships" id="2147483662" r:id="Rd2d3960832214a5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019b95d3f324933"/>
    <p:sldLayoutId xmlns:r="http://schemas.openxmlformats.org/officeDocument/2006/relationships" id="2147483665" r:id="Rf9fb0dd0deff446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ed9c7bcad3415b" /><Relationship Type="http://schemas.openxmlformats.org/officeDocument/2006/relationships/image" Target="/ppt/media/image6.png" Id="R3a72cced60e545ec" /><Relationship Type="http://schemas.openxmlformats.org/officeDocument/2006/relationships/notesSlide" Target="/ppt/notesSlides/notesSlide1.xml" Id="R31041d33e75942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2cced60e545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2026-09-19T20:59:31.9460000Z</dcterms:created>
  <dcterms:modified xsi:type="dcterms:W3CDTF">2026-09-19T20:59:31.9460000Z</dcterms:modified>
</coreProperties>
</file>