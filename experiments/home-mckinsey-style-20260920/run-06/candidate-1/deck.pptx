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bc88aa6a94907" /><Relationship Type="http://schemas.openxmlformats.org/officeDocument/2006/relationships/extended-properties" Target="/docProps/app.xml" Id="R5b5cfcac3e1641c8" /><Relationship Type="http://schemas.openxmlformats.org/officeDocument/2006/relationships/officeDocument" Target="/ppt/presentation.xml" Id="R7add8a012637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0144ecce043a5"/>
    <p:sldMasterId xmlns:r="http://schemas.openxmlformats.org/officeDocument/2006/relationships" id="2147483660" r:id="R529e8c532b064965"/>
    <p:sldMasterId xmlns:r="http://schemas.openxmlformats.org/officeDocument/2006/relationships" id="2147483663" r:id="Rb8d28e0a3bf9495e"/>
  </p:sldMasterIdLst>
  <p:notesMasterIdLst>
    <p:notesMasterId xmlns:r="http://schemas.openxmlformats.org/officeDocument/2006/relationships" r:id="R7253ffe823784d55"/>
  </p:notesMasterIdLst>
  <p:sldIdLst>
    <p:sldId xmlns:r="http://schemas.openxmlformats.org/officeDocument/2006/relationships" id="256" r:id="R6e8b35bb17b04e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d942a993404da6" /><Relationship Type="http://schemas.openxmlformats.org/officeDocument/2006/relationships/slideMaster" Target="/ppt/slideMasters/slideMaster1.xml" Id="R07b0144ecce043a5" /><Relationship Type="http://schemas.openxmlformats.org/officeDocument/2006/relationships/slideMaster" Target="/ppt/slideMasters/slideMaster2.xml" Id="R529e8c532b064965" /><Relationship Type="http://schemas.openxmlformats.org/officeDocument/2006/relationships/slideMaster" Target="/ppt/slideMasters/slideMaster3.xml" Id="Rb8d28e0a3bf9495e" /><Relationship Type="http://schemas.openxmlformats.org/officeDocument/2006/relationships/notesMaster" Target="/ppt/notesMasters/notesMaster1.xml" Id="R7253ffe823784d55" /><Relationship Type="http://schemas.openxmlformats.org/officeDocument/2006/relationships/presProps" Target="/ppt/presProps.xml" Id="Rb26886982ac64df6" /><Relationship Type="http://schemas.openxmlformats.org/officeDocument/2006/relationships/viewProps" Target="/ppt/viewProps.xml" Id="R31ae1f5b0a9f4b27" /><Relationship Type="http://schemas.openxmlformats.org/officeDocument/2006/relationships/tableStyles" Target="/ppt/tableStyles.xml" Id="R4db0c0660f554582" /><Relationship Type="http://schemas.openxmlformats.org/officeDocument/2006/relationships/slide" Target="/ppt/slides/slide1.xml" Id="R6e8b35bb17b0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6144509356b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daa42bc8cc4520" /><Relationship Type="http://schemas.openxmlformats.org/officeDocument/2006/relationships/notesMaster" Target="/ppt/notesMasters/notesMaster1.xml" Id="R5a7e88afcb71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be759834f47ce" /><Relationship Type="http://schemas.openxmlformats.org/officeDocument/2006/relationships/image" Target="/ppt/media/image.jpeg" Id="R098774701b0d409c" /><Relationship Type="http://schemas.openxmlformats.org/officeDocument/2006/relationships/image" Target="/ppt/media/image.png" Id="R33f8f554e5794e27" /><Relationship Type="http://schemas.openxmlformats.org/officeDocument/2006/relationships/image" Target="/ppt/media/image2.png" Id="Rce9386684e7946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4cd5c6f5742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45b70c2824009" /><Relationship Type="http://schemas.openxmlformats.org/officeDocument/2006/relationships/image" Target="/ppt/media/image3.png" Id="R50f1c2b39ae147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87e61d2674e5a" /><Relationship Type="http://schemas.openxmlformats.org/officeDocument/2006/relationships/image" Target="/ppt/media/image4.png" Id="Rb2811d0fef0349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ec1175bc44b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1e5e3912e4f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843b912b549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0f801f0b047f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e6a4fb9ae4a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ec41039f143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90ec8c8ff4ca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26f043b632461e" /><Relationship Type="http://schemas.openxmlformats.org/officeDocument/2006/relationships/image" Target="/ppt/media/image5.png" Id="R2ae1cf3c41474f6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7bd95a5b2d476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1b929d5f914480" /><Relationship Type="http://schemas.openxmlformats.org/officeDocument/2006/relationships/image" Target="/ppt/media/image5.png" Id="R8de8b84a7113434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c1deb6fda0475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774701b0d409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8f554e5794e2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386684e79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1c2b39ae1478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11d0fef0349a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1cf3c41474f6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8b84a7113434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f2175a5ec4fd2" /><Relationship Type="http://schemas.openxmlformats.org/officeDocument/2006/relationships/slideLayout" Target="/ppt/slideLayouts/slideLayout1.xml" Id="R68dd7031aefc490b" /><Relationship Type="http://schemas.openxmlformats.org/officeDocument/2006/relationships/slideLayout" Target="/ppt/slideLayouts/slideLayout2.xml" Id="Rd7e40584f67744b4" /><Relationship Type="http://schemas.openxmlformats.org/officeDocument/2006/relationships/slideLayout" Target="/ppt/slideLayouts/slideLayout3.xml" Id="Re4e84a275a32454c" /><Relationship Type="http://schemas.openxmlformats.org/officeDocument/2006/relationships/slideLayout" Target="/ppt/slideLayouts/slideLayout4.xml" Id="R035101c6e4614ac9" /><Relationship Type="http://schemas.openxmlformats.org/officeDocument/2006/relationships/slideLayout" Target="/ppt/slideLayouts/slideLayout5.xml" Id="R9da3725bcb8f40b1" /><Relationship Type="http://schemas.openxmlformats.org/officeDocument/2006/relationships/slideLayout" Target="/ppt/slideLayouts/slideLayout6.xml" Id="Ra33f429ef20f449e" /><Relationship Type="http://schemas.openxmlformats.org/officeDocument/2006/relationships/slideLayout" Target="/ppt/slideLayouts/slideLayout7.xml" Id="R2a70deaa03524ee6" /><Relationship Type="http://schemas.openxmlformats.org/officeDocument/2006/relationships/slideLayout" Target="/ppt/slideLayouts/slideLayout8.xml" Id="Rf1a66ef3730342f8" /><Relationship Type="http://schemas.openxmlformats.org/officeDocument/2006/relationships/slideLayout" Target="/ppt/slideLayouts/slideLayout9.xml" Id="R4d5b11d902364136" /><Relationship Type="http://schemas.openxmlformats.org/officeDocument/2006/relationships/slideLayout" Target="/ppt/slideLayouts/slideLayout10.xml" Id="Ra4e2baa9f30c4e0a" /><Relationship Type="http://schemas.openxmlformats.org/officeDocument/2006/relationships/slideLayout" Target="/ppt/slideLayouts/slideLayout11.xml" Id="R2b5900ce444041b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32b67f95ad64fb7" /><Relationship Type="http://schemas.openxmlformats.org/officeDocument/2006/relationships/slideLayout" Target="/ppt/slideLayouts/slideLayout12.xml" Id="R594073f7dd2c40aa" /><Relationship Type="http://schemas.openxmlformats.org/officeDocument/2006/relationships/slideLayout" Target="/ppt/slideLayouts/slideLayout13.xml" Id="R649b032ad72a4c2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73f3dadb5e745e6" /><Relationship Type="http://schemas.openxmlformats.org/officeDocument/2006/relationships/slideLayout" Target="/ppt/slideLayouts/slideLayout14.xml" Id="R892e1a14f7924a7f" /><Relationship Type="http://schemas.openxmlformats.org/officeDocument/2006/relationships/slideLayout" Target="/ppt/slideLayouts/slideLayout15.xml" Id="Ra857d0af364c4f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d7031aefc490b"/>
    <p:sldLayoutId xmlns:r="http://schemas.openxmlformats.org/officeDocument/2006/relationships" id="2147483650" r:id="Rd7e40584f67744b4"/>
    <p:sldLayoutId xmlns:r="http://schemas.openxmlformats.org/officeDocument/2006/relationships" id="2147483651" r:id="Re4e84a275a32454c"/>
    <p:sldLayoutId xmlns:r="http://schemas.openxmlformats.org/officeDocument/2006/relationships" id="2147483652" r:id="R035101c6e4614ac9"/>
    <p:sldLayoutId xmlns:r="http://schemas.openxmlformats.org/officeDocument/2006/relationships" id="2147483653" r:id="R9da3725bcb8f40b1"/>
    <p:sldLayoutId xmlns:r="http://schemas.openxmlformats.org/officeDocument/2006/relationships" id="2147483654" r:id="Ra33f429ef20f449e"/>
    <p:sldLayoutId xmlns:r="http://schemas.openxmlformats.org/officeDocument/2006/relationships" id="2147483655" r:id="R2a70deaa03524ee6"/>
    <p:sldLayoutId xmlns:r="http://schemas.openxmlformats.org/officeDocument/2006/relationships" id="2147483656" r:id="Rf1a66ef3730342f8"/>
    <p:sldLayoutId xmlns:r="http://schemas.openxmlformats.org/officeDocument/2006/relationships" id="2147483657" r:id="R4d5b11d902364136"/>
    <p:sldLayoutId xmlns:r="http://schemas.openxmlformats.org/officeDocument/2006/relationships" id="2147483658" r:id="Ra4e2baa9f30c4e0a"/>
    <p:sldLayoutId xmlns:r="http://schemas.openxmlformats.org/officeDocument/2006/relationships" id="2147483659" r:id="R2b5900ce444041b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94073f7dd2c40aa"/>
    <p:sldLayoutId xmlns:r="http://schemas.openxmlformats.org/officeDocument/2006/relationships" id="2147483662" r:id="R649b032ad72a4c2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92e1a14f7924a7f"/>
    <p:sldLayoutId xmlns:r="http://schemas.openxmlformats.org/officeDocument/2006/relationships" id="2147483665" r:id="Ra857d0af364c4f9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e1240bbb694b65" /><Relationship Type="http://schemas.openxmlformats.org/officeDocument/2006/relationships/notesSlide" Target="/ppt/notesSlides/notesSlide1.xml" Id="Rf5352639332f4a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FB7E8CDB-6D5F-4FB7-8164-133123CB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6214B-3B3C-40EB-9217-6046F2A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42A2BA1C-B24B-47DD-B521-ECB5D60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7F9CEAC3-CBD4-439B-9683-32A5B56F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FBC05AF0-11A6-4266-8FB8-EEAF38A0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1403E2C7-061A-42C2-8AD3-D66FB5C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7C6D582D-8F0C-466D-A387-823E9A15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F59DC327-01B4-4541-9B63-F71AF51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E2C2CF9C-78A4-4D52-A907-2D74AEBC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C117A7CB-5923-497C-8086-DF77991F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FD016BE0-54E6-4C4D-9D07-AA5E29E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0ED233C5-0F32-48F5-9567-46CCC173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C0DF1DBF-5D78-4BC5-B9DC-687B8301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9E05F23B-2331-4D78-8BBE-9756E341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7B50FED7-5C76-4792-8C58-5A680F9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4DCB7179-2885-4ACF-A37A-AB15F21A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6500E9B9-4817-436D-90CD-1AACB00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3F26B8D7-FA45-4C33-BC96-6EA1D01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F1F08196-E7D7-42A4-9F66-09F0852A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EE5DBA9F-702A-4035-9B45-A632CD3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D5572315-E046-4903-AA73-603E36E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EE6E53C9-A527-4223-93BF-B3188847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ECC52B-363E-415F-8BEA-15900CD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F52AB4F8-6C5A-4EA8-BE98-8E839C8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BD5F47E8-82A9-4083-8E68-458D2BF4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B46786E0-EB6B-49C0-9F7F-AD729C5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D49418E7-421F-4FA2-A15D-4ABC8ED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08EBE4D9-D940-4036-9A09-D3F96C5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516164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BBAEA78A-E3E5-4AA7-97FE-E8B5E732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4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71D9C862-9398-4380-92BE-3A62BE9E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5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5E97EBA9-5BA5-4D95-8750-4A597AC2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6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F7745F95-EC30-48FA-B3EC-4F4CF7C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7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9617856B-7F0C-4ABB-B712-10060A9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28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8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FB98AD10-AF8D-45D3-BE7F-FB8F1BF2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49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36DC4185-F400-494F-8477-0DAB5096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0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C2F570F2-DA91-433E-BB1D-98D8586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1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C595609B-6751-403B-92DC-A5739472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2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9D2564C8-F945-4D82-83C5-EB42759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3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7F5D4122-DEC7-4488-849C-EA53526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07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4" name="insights-0">
            <a:extLst xmlns:a="http://schemas.openxmlformats.org/drawingml/2006/main">
              <a:ext uri="{FF2B5EF4-FFF2-40B4-BE49-F238E27FC236}">
                <a16:creationId xmlns:a16="http://schemas.microsoft.com/office/drawing/2014/main" id="{1F2EFF39-E900-4083-AF67-C0711D62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E7CB01-DF4B-4F1F-B2F0-ECBD674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6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DBE57B45-9E2B-45C9-826B-F69B4AF4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7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5479F9B3-5ABB-4399-844A-FF45840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68" y="2171700"/>
            <a:ext cx="0" cy="3295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language-reading-wash">
            <a:extLst xmlns:a="http://schemas.openxmlformats.org/drawingml/2006/main">
              <a:ext uri="{FF2B5EF4-FFF2-40B4-BE49-F238E27FC236}">
                <a16:creationId xmlns:a16="http://schemas.microsoft.com/office/drawing/2014/main" id="{05353BD8-86F0-433C-9AFE-17238DD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1981200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9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372084B5-8598-42C9-877B-2DD2126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72BC7AD3-E9E8-4F85-9D3F-38312156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1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F17BC751-20D7-430E-AA70-42B136F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00025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62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17712F4B-9A59-443D-BACC-A538C64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34296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3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61F428D1-39AD-4D40-8906-CA54C3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59061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34C3C5-7A2E-49DD-83AF-6B321E1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009710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5" name="criterion-reading-wash">
            <a:extLst xmlns:a="http://schemas.openxmlformats.org/drawingml/2006/main">
              <a:ext uri="{FF2B5EF4-FFF2-40B4-BE49-F238E27FC236}">
                <a16:creationId xmlns:a16="http://schemas.microsoft.com/office/drawing/2014/main" id="{EFCF204F-6A95-4A88-93E6-CF441D0F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3162110"/>
            <a:ext cx="5220607" cy="62845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6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30025503-44DC-4C27-B95B-8C18661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2859508F-FD13-43A6-980C-ADEBA497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3353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8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821B4AE6-8D6D-42B4-AF16-4E5D356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18116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69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2236CC0C-5F5B-43C6-946B-06469F3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52386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EEB1F4-1B46-4502-8DF1-D63F022C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94296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1" name="iteration-reading-wash">
            <a:extLst xmlns:a="http://schemas.openxmlformats.org/drawingml/2006/main">
              <a:ext uri="{FF2B5EF4-FFF2-40B4-BE49-F238E27FC236}">
                <a16:creationId xmlns:a16="http://schemas.microsoft.com/office/drawing/2014/main" id="{2D3EC903-9920-4948-A977-8C0B371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409536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2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8DC8ABCF-FBA4-4BBC-B19E-034CE494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763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47143221-78F2-4021-988A-06BF42E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6679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D39DC41D-2AD7-4F56-977C-362A2A6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11441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7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E072AA5C-8156-419E-9B89-ADA2F23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45712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7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4A922F12-5025-4A19-AFF6-7D29D03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70477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3E64DD-F419-4E59-A6E1-0E4BECC7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12387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8" name="coordination-reading-wash">
            <a:extLst xmlns:a="http://schemas.openxmlformats.org/drawingml/2006/main">
              <a:ext uri="{FF2B5EF4-FFF2-40B4-BE49-F238E27FC236}">
                <a16:creationId xmlns:a16="http://schemas.microsoft.com/office/drawing/2014/main" id="{FBB5DEA0-309E-4F6B-8F3F-13A3A988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527627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9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31BD5BFB-D1C1-47CA-977A-AB440686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5722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D710E629-D86D-4ED6-9D8A-97A6E5E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4770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B7DBE931-8D02-4836-A086-7770BC65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29532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8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C0BFBF42-F681-4703-9303-C28EA1FB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63803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8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1865D859-5E7B-47D2-B866-AFBB91A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88568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2026-09-19T20:59:32.8290000Z</dcterms:created>
  <dcterms:modified xsi:type="dcterms:W3CDTF">2026-09-19T20:59:32.8290000Z</dcterms:modified>
</coreProperties>
</file>