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88b443dc949e2" /><Relationship Type="http://schemas.openxmlformats.org/officeDocument/2006/relationships/extended-properties" Target="/docProps/app.xml" Id="Rabfefe8f9daf4b9d" /><Relationship Type="http://schemas.openxmlformats.org/officeDocument/2006/relationships/officeDocument" Target="/ppt/presentation.xml" Id="R0492d48a2d64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6a2e0c09e456a"/>
    <p:sldMasterId xmlns:r="http://schemas.openxmlformats.org/officeDocument/2006/relationships" id="2147483660" r:id="R33a1a06a91ec4002"/>
    <p:sldMasterId xmlns:r="http://schemas.openxmlformats.org/officeDocument/2006/relationships" id="2147483663" r:id="R39e833f0c85b4b3d"/>
  </p:sldMasterIdLst>
  <p:notesMasterIdLst>
    <p:notesMasterId xmlns:r="http://schemas.openxmlformats.org/officeDocument/2006/relationships" r:id="Rc1df0d4331144311"/>
  </p:notesMasterIdLst>
  <p:sldIdLst>
    <p:sldId xmlns:r="http://schemas.openxmlformats.org/officeDocument/2006/relationships" id="256" r:id="R9be5507355544f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6d8e0b12849ff" /><Relationship Type="http://schemas.openxmlformats.org/officeDocument/2006/relationships/slideMaster" Target="/ppt/slideMasters/slideMaster1.xml" Id="Rad96a2e0c09e456a" /><Relationship Type="http://schemas.openxmlformats.org/officeDocument/2006/relationships/slideMaster" Target="/ppt/slideMasters/slideMaster2.xml" Id="R33a1a06a91ec4002" /><Relationship Type="http://schemas.openxmlformats.org/officeDocument/2006/relationships/slideMaster" Target="/ppt/slideMasters/slideMaster3.xml" Id="R39e833f0c85b4b3d" /><Relationship Type="http://schemas.openxmlformats.org/officeDocument/2006/relationships/notesMaster" Target="/ppt/notesMasters/notesMaster1.xml" Id="Rc1df0d4331144311" /><Relationship Type="http://schemas.openxmlformats.org/officeDocument/2006/relationships/presProps" Target="/ppt/presProps.xml" Id="R2fd26afb21d14237" /><Relationship Type="http://schemas.openxmlformats.org/officeDocument/2006/relationships/viewProps" Target="/ppt/viewProps.xml" Id="R0d3584ab537741c5" /><Relationship Type="http://schemas.openxmlformats.org/officeDocument/2006/relationships/tableStyles" Target="/ppt/tableStyles.xml" Id="R9eed2bf4344c45ed" /><Relationship Type="http://schemas.openxmlformats.org/officeDocument/2006/relationships/slide" Target="/ppt/slides/slide1.xml" Id="R9be550735554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11ddeec3404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ba6a33aa34662" /><Relationship Type="http://schemas.openxmlformats.org/officeDocument/2006/relationships/notesMaster" Target="/ppt/notesMasters/notesMaster1.xml" Id="Rd65b01f2956f4d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97cf532714817" /><Relationship Type="http://schemas.openxmlformats.org/officeDocument/2006/relationships/image" Target="/ppt/media/image.jpeg" Id="R5d8331a5b9dc4040" /><Relationship Type="http://schemas.openxmlformats.org/officeDocument/2006/relationships/image" Target="/ppt/media/image.png" Id="R1f92d81665224839" /><Relationship Type="http://schemas.openxmlformats.org/officeDocument/2006/relationships/image" Target="/ppt/media/image2.png" Id="Rf889716efdd64e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02f4f40f046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ff44bbf904b55" /><Relationship Type="http://schemas.openxmlformats.org/officeDocument/2006/relationships/image" Target="/ppt/media/image3.png" Id="Rd6a6e37f12dd44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7b26efb834983" /><Relationship Type="http://schemas.openxmlformats.org/officeDocument/2006/relationships/image" Target="/ppt/media/image4.png" Id="Rfb71504dcdbf4d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16dd40d5049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d058296ec43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73431234f4e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fc5a0cd77410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00ab8e40b45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02bd963ac440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79dbdeceb4f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f3aa8a05da40a0" /><Relationship Type="http://schemas.openxmlformats.org/officeDocument/2006/relationships/image" Target="/ppt/media/image5.png" Id="Rb90ca4e4d8504da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5192a641e34bf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5960d3f623b4bfb" /><Relationship Type="http://schemas.openxmlformats.org/officeDocument/2006/relationships/image" Target="/ppt/media/image5.png" Id="Rd2c35831a9b64ac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1298433bf914de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331a5b9dc404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d8166522483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9716efdd6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6e37f12dd449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1504dcdbf4d2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ca4e4d8504da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35831a9b64ac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c741421de4e72" /><Relationship Type="http://schemas.openxmlformats.org/officeDocument/2006/relationships/slideLayout" Target="/ppt/slideLayouts/slideLayout1.xml" Id="Rd64d9f6ae88546f9" /><Relationship Type="http://schemas.openxmlformats.org/officeDocument/2006/relationships/slideLayout" Target="/ppt/slideLayouts/slideLayout2.xml" Id="Rfdf127f403384ec9" /><Relationship Type="http://schemas.openxmlformats.org/officeDocument/2006/relationships/slideLayout" Target="/ppt/slideLayouts/slideLayout3.xml" Id="Rad7783c53bdf4689" /><Relationship Type="http://schemas.openxmlformats.org/officeDocument/2006/relationships/slideLayout" Target="/ppt/slideLayouts/slideLayout4.xml" Id="Rb3ee552c5d414ed0" /><Relationship Type="http://schemas.openxmlformats.org/officeDocument/2006/relationships/slideLayout" Target="/ppt/slideLayouts/slideLayout5.xml" Id="R26e38663d1094ed4" /><Relationship Type="http://schemas.openxmlformats.org/officeDocument/2006/relationships/slideLayout" Target="/ppt/slideLayouts/slideLayout6.xml" Id="Rd69adc77df8e46df" /><Relationship Type="http://schemas.openxmlformats.org/officeDocument/2006/relationships/slideLayout" Target="/ppt/slideLayouts/slideLayout7.xml" Id="R66e7cb88c6bb4959" /><Relationship Type="http://schemas.openxmlformats.org/officeDocument/2006/relationships/slideLayout" Target="/ppt/slideLayouts/slideLayout8.xml" Id="Rfc6ad4c8b110447b" /><Relationship Type="http://schemas.openxmlformats.org/officeDocument/2006/relationships/slideLayout" Target="/ppt/slideLayouts/slideLayout9.xml" Id="Rbbb85d78055d4426" /><Relationship Type="http://schemas.openxmlformats.org/officeDocument/2006/relationships/slideLayout" Target="/ppt/slideLayouts/slideLayout10.xml" Id="Re432b463f27b4352" /><Relationship Type="http://schemas.openxmlformats.org/officeDocument/2006/relationships/slideLayout" Target="/ppt/slideLayouts/slideLayout11.xml" Id="Ref4e76344d6e499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92fea706049409a" /><Relationship Type="http://schemas.openxmlformats.org/officeDocument/2006/relationships/slideLayout" Target="/ppt/slideLayouts/slideLayout12.xml" Id="R8b5703f5658c494d" /><Relationship Type="http://schemas.openxmlformats.org/officeDocument/2006/relationships/slideLayout" Target="/ppt/slideLayouts/slideLayout13.xml" Id="R91e547389db4494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ccb06d697a04c63" /><Relationship Type="http://schemas.openxmlformats.org/officeDocument/2006/relationships/slideLayout" Target="/ppt/slideLayouts/slideLayout14.xml" Id="Ra4404174a9284e3e" /><Relationship Type="http://schemas.openxmlformats.org/officeDocument/2006/relationships/slideLayout" Target="/ppt/slideLayouts/slideLayout15.xml" Id="R5ca1ea0d474644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d9f6ae88546f9"/>
    <p:sldLayoutId xmlns:r="http://schemas.openxmlformats.org/officeDocument/2006/relationships" id="2147483650" r:id="Rfdf127f403384ec9"/>
    <p:sldLayoutId xmlns:r="http://schemas.openxmlformats.org/officeDocument/2006/relationships" id="2147483651" r:id="Rad7783c53bdf4689"/>
    <p:sldLayoutId xmlns:r="http://schemas.openxmlformats.org/officeDocument/2006/relationships" id="2147483652" r:id="Rb3ee552c5d414ed0"/>
    <p:sldLayoutId xmlns:r="http://schemas.openxmlformats.org/officeDocument/2006/relationships" id="2147483653" r:id="R26e38663d1094ed4"/>
    <p:sldLayoutId xmlns:r="http://schemas.openxmlformats.org/officeDocument/2006/relationships" id="2147483654" r:id="Rd69adc77df8e46df"/>
    <p:sldLayoutId xmlns:r="http://schemas.openxmlformats.org/officeDocument/2006/relationships" id="2147483655" r:id="R66e7cb88c6bb4959"/>
    <p:sldLayoutId xmlns:r="http://schemas.openxmlformats.org/officeDocument/2006/relationships" id="2147483656" r:id="Rfc6ad4c8b110447b"/>
    <p:sldLayoutId xmlns:r="http://schemas.openxmlformats.org/officeDocument/2006/relationships" id="2147483657" r:id="Rbbb85d78055d4426"/>
    <p:sldLayoutId xmlns:r="http://schemas.openxmlformats.org/officeDocument/2006/relationships" id="2147483658" r:id="Re432b463f27b4352"/>
    <p:sldLayoutId xmlns:r="http://schemas.openxmlformats.org/officeDocument/2006/relationships" id="2147483659" r:id="Ref4e76344d6e499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b5703f5658c494d"/>
    <p:sldLayoutId xmlns:r="http://schemas.openxmlformats.org/officeDocument/2006/relationships" id="2147483662" r:id="R91e547389db4494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4404174a9284e3e"/>
    <p:sldLayoutId xmlns:r="http://schemas.openxmlformats.org/officeDocument/2006/relationships" id="2147483665" r:id="R5ca1ea0d474644b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899cfefa5c4100" /><Relationship Type="http://schemas.openxmlformats.org/officeDocument/2006/relationships/notesSlide" Target="/ppt/notesSlides/notesSlide1.xml" Id="R5dfcb065873440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B65B1AF4-9AE9-4DC1-B981-94B92EA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2535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88105-F9C1-491A-83AB-F773000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253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4D6591A4-950F-4BFE-A7A8-B5B8058D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FDC044A9-6C6F-41A8-8CB7-2693722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59195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CB6B6DE9-285A-43DA-909F-04491D3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59195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0AE96CBD-FA87-46A1-AC6D-58D723E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334" y="2995422"/>
            <a:ext cx="1079110" cy="657225"/>
          </a:xfrm>
          <a:custGeom xmlns:a="http://schemas.openxmlformats.org/drawingml/2006/main">
            <a:pathLst>
              <a:path w="1079110" h="657225">
                <a:moveTo>
                  <a:pt x="0" y="0"/>
                </a:moveTo>
                <a:lnTo>
                  <a:pt x="26811" y="844"/>
                </a:lnTo>
                <a:lnTo>
                  <a:pt x="53294" y="3328"/>
                </a:lnTo>
                <a:lnTo>
                  <a:pt x="79458" y="7381"/>
                </a:lnTo>
                <a:lnTo>
                  <a:pt x="105313" y="12932"/>
                </a:lnTo>
                <a:lnTo>
                  <a:pt x="130869" y="19908"/>
                </a:lnTo>
                <a:lnTo>
                  <a:pt x="156134" y="28240"/>
                </a:lnTo>
                <a:lnTo>
                  <a:pt x="181118" y="37856"/>
                </a:lnTo>
                <a:lnTo>
                  <a:pt x="205830" y="48683"/>
                </a:lnTo>
                <a:lnTo>
                  <a:pt x="230280" y="60652"/>
                </a:lnTo>
                <a:lnTo>
                  <a:pt x="254478" y="73691"/>
                </a:lnTo>
                <a:lnTo>
                  <a:pt x="278431" y="87727"/>
                </a:lnTo>
                <a:lnTo>
                  <a:pt x="302151" y="102691"/>
                </a:lnTo>
                <a:lnTo>
                  <a:pt x="325645" y="118511"/>
                </a:lnTo>
                <a:lnTo>
                  <a:pt x="348925" y="135115"/>
                </a:lnTo>
                <a:lnTo>
                  <a:pt x="371998" y="152433"/>
                </a:lnTo>
                <a:lnTo>
                  <a:pt x="394874" y="170392"/>
                </a:lnTo>
                <a:lnTo>
                  <a:pt x="417563" y="188921"/>
                </a:lnTo>
                <a:lnTo>
                  <a:pt x="440075" y="207950"/>
                </a:lnTo>
                <a:lnTo>
                  <a:pt x="462417" y="227407"/>
                </a:lnTo>
                <a:lnTo>
                  <a:pt x="484600" y="247220"/>
                </a:lnTo>
                <a:lnTo>
                  <a:pt x="506634" y="267319"/>
                </a:lnTo>
                <a:lnTo>
                  <a:pt x="528527" y="287631"/>
                </a:lnTo>
                <a:lnTo>
                  <a:pt x="550288" y="308086"/>
                </a:lnTo>
                <a:lnTo>
                  <a:pt x="571928" y="328613"/>
                </a:lnTo>
                <a:lnTo>
                  <a:pt x="593456" y="349139"/>
                </a:lnTo>
                <a:lnTo>
                  <a:pt x="614880" y="369594"/>
                </a:lnTo>
                <a:lnTo>
                  <a:pt x="636211" y="389906"/>
                </a:lnTo>
                <a:lnTo>
                  <a:pt x="657458" y="410005"/>
                </a:lnTo>
                <a:lnTo>
                  <a:pt x="678629" y="429818"/>
                </a:lnTo>
                <a:lnTo>
                  <a:pt x="699735" y="449275"/>
                </a:lnTo>
                <a:lnTo>
                  <a:pt x="720785" y="468304"/>
                </a:lnTo>
                <a:lnTo>
                  <a:pt x="741788" y="486833"/>
                </a:lnTo>
                <a:lnTo>
                  <a:pt x="762754" y="504792"/>
                </a:lnTo>
                <a:lnTo>
                  <a:pt x="783691" y="522110"/>
                </a:lnTo>
                <a:lnTo>
                  <a:pt x="804610" y="538714"/>
                </a:lnTo>
                <a:lnTo>
                  <a:pt x="825519" y="554534"/>
                </a:lnTo>
                <a:lnTo>
                  <a:pt x="846428" y="569498"/>
                </a:lnTo>
                <a:lnTo>
                  <a:pt x="867347" y="583534"/>
                </a:lnTo>
                <a:lnTo>
                  <a:pt x="888285" y="596573"/>
                </a:lnTo>
                <a:lnTo>
                  <a:pt x="909250" y="608542"/>
                </a:lnTo>
                <a:lnTo>
                  <a:pt x="930253" y="619369"/>
                </a:lnTo>
                <a:lnTo>
                  <a:pt x="951303" y="628985"/>
                </a:lnTo>
                <a:lnTo>
                  <a:pt x="972409" y="637317"/>
                </a:lnTo>
                <a:lnTo>
                  <a:pt x="993580" y="644293"/>
                </a:lnTo>
                <a:lnTo>
                  <a:pt x="1014827" y="649844"/>
                </a:lnTo>
                <a:lnTo>
                  <a:pt x="1036158" y="653897"/>
                </a:lnTo>
                <a:lnTo>
                  <a:pt x="1057582" y="656381"/>
                </a:lnTo>
                <a:lnTo>
                  <a:pt x="1079110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43B986C8-9523-4283-BB12-5458029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334" y="3652647"/>
            <a:ext cx="1079110" cy="9525"/>
          </a:xfrm>
          <a:custGeom xmlns:a="http://schemas.openxmlformats.org/drawingml/2006/main">
            <a:pathLst>
              <a:path w="1079110" h="9525">
                <a:moveTo>
                  <a:pt x="0" y="0"/>
                </a:moveTo>
                <a:lnTo>
                  <a:pt x="26811" y="0"/>
                </a:lnTo>
                <a:lnTo>
                  <a:pt x="53294" y="0"/>
                </a:lnTo>
                <a:lnTo>
                  <a:pt x="79458" y="0"/>
                </a:lnTo>
                <a:lnTo>
                  <a:pt x="105313" y="0"/>
                </a:lnTo>
                <a:lnTo>
                  <a:pt x="130869" y="0"/>
                </a:lnTo>
                <a:lnTo>
                  <a:pt x="156134" y="0"/>
                </a:lnTo>
                <a:lnTo>
                  <a:pt x="181118" y="0"/>
                </a:lnTo>
                <a:lnTo>
                  <a:pt x="205830" y="0"/>
                </a:lnTo>
                <a:lnTo>
                  <a:pt x="230280" y="0"/>
                </a:lnTo>
                <a:lnTo>
                  <a:pt x="254478" y="0"/>
                </a:lnTo>
                <a:lnTo>
                  <a:pt x="278431" y="0"/>
                </a:lnTo>
                <a:lnTo>
                  <a:pt x="302151" y="0"/>
                </a:lnTo>
                <a:lnTo>
                  <a:pt x="325645" y="0"/>
                </a:lnTo>
                <a:lnTo>
                  <a:pt x="348925" y="0"/>
                </a:lnTo>
                <a:lnTo>
                  <a:pt x="371998" y="0"/>
                </a:lnTo>
                <a:lnTo>
                  <a:pt x="394874" y="0"/>
                </a:lnTo>
                <a:lnTo>
                  <a:pt x="417563" y="0"/>
                </a:lnTo>
                <a:lnTo>
                  <a:pt x="440075" y="0"/>
                </a:lnTo>
                <a:lnTo>
                  <a:pt x="462417" y="0"/>
                </a:lnTo>
                <a:lnTo>
                  <a:pt x="484600" y="0"/>
                </a:lnTo>
                <a:lnTo>
                  <a:pt x="506634" y="0"/>
                </a:lnTo>
                <a:lnTo>
                  <a:pt x="528527" y="0"/>
                </a:lnTo>
                <a:lnTo>
                  <a:pt x="550288" y="0"/>
                </a:lnTo>
                <a:lnTo>
                  <a:pt x="571928" y="0"/>
                </a:lnTo>
                <a:lnTo>
                  <a:pt x="593456" y="0"/>
                </a:lnTo>
                <a:lnTo>
                  <a:pt x="614880" y="0"/>
                </a:lnTo>
                <a:lnTo>
                  <a:pt x="636211" y="0"/>
                </a:lnTo>
                <a:lnTo>
                  <a:pt x="657458" y="0"/>
                </a:lnTo>
                <a:lnTo>
                  <a:pt x="678629" y="0"/>
                </a:lnTo>
                <a:lnTo>
                  <a:pt x="699735" y="0"/>
                </a:lnTo>
                <a:lnTo>
                  <a:pt x="720785" y="0"/>
                </a:lnTo>
                <a:lnTo>
                  <a:pt x="741788" y="0"/>
                </a:lnTo>
                <a:lnTo>
                  <a:pt x="762754" y="0"/>
                </a:lnTo>
                <a:lnTo>
                  <a:pt x="783691" y="0"/>
                </a:lnTo>
                <a:lnTo>
                  <a:pt x="804610" y="0"/>
                </a:lnTo>
                <a:lnTo>
                  <a:pt x="825519" y="0"/>
                </a:lnTo>
                <a:lnTo>
                  <a:pt x="846428" y="0"/>
                </a:lnTo>
                <a:lnTo>
                  <a:pt x="867347" y="0"/>
                </a:lnTo>
                <a:lnTo>
                  <a:pt x="888285" y="0"/>
                </a:lnTo>
                <a:lnTo>
                  <a:pt x="909250" y="0"/>
                </a:lnTo>
                <a:lnTo>
                  <a:pt x="930253" y="0"/>
                </a:lnTo>
                <a:lnTo>
                  <a:pt x="951303" y="0"/>
                </a:lnTo>
                <a:lnTo>
                  <a:pt x="972409" y="0"/>
                </a:lnTo>
                <a:lnTo>
                  <a:pt x="993580" y="0"/>
                </a:lnTo>
                <a:lnTo>
                  <a:pt x="1014827" y="0"/>
                </a:lnTo>
                <a:lnTo>
                  <a:pt x="1036158" y="0"/>
                </a:lnTo>
                <a:lnTo>
                  <a:pt x="1057582" y="0"/>
                </a:lnTo>
                <a:lnTo>
                  <a:pt x="1079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AEB4112D-5CA5-43EB-9394-14C8666D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334" y="3652647"/>
            <a:ext cx="1079110" cy="657225"/>
          </a:xfrm>
          <a:custGeom xmlns:a="http://schemas.openxmlformats.org/drawingml/2006/main">
            <a:pathLst>
              <a:path w="1079110" h="657225">
                <a:moveTo>
                  <a:pt x="0" y="657225"/>
                </a:moveTo>
                <a:lnTo>
                  <a:pt x="26811" y="656381"/>
                </a:lnTo>
                <a:lnTo>
                  <a:pt x="53294" y="653897"/>
                </a:lnTo>
                <a:lnTo>
                  <a:pt x="79458" y="649844"/>
                </a:lnTo>
                <a:lnTo>
                  <a:pt x="105313" y="644293"/>
                </a:lnTo>
                <a:lnTo>
                  <a:pt x="130869" y="637317"/>
                </a:lnTo>
                <a:lnTo>
                  <a:pt x="156134" y="628985"/>
                </a:lnTo>
                <a:lnTo>
                  <a:pt x="181118" y="619369"/>
                </a:lnTo>
                <a:lnTo>
                  <a:pt x="205830" y="608542"/>
                </a:lnTo>
                <a:lnTo>
                  <a:pt x="230280" y="596573"/>
                </a:lnTo>
                <a:lnTo>
                  <a:pt x="254478" y="583534"/>
                </a:lnTo>
                <a:lnTo>
                  <a:pt x="278431" y="569498"/>
                </a:lnTo>
                <a:lnTo>
                  <a:pt x="302151" y="554534"/>
                </a:lnTo>
                <a:lnTo>
                  <a:pt x="325645" y="538714"/>
                </a:lnTo>
                <a:lnTo>
                  <a:pt x="348925" y="522110"/>
                </a:lnTo>
                <a:lnTo>
                  <a:pt x="371998" y="504792"/>
                </a:lnTo>
                <a:lnTo>
                  <a:pt x="394874" y="486833"/>
                </a:lnTo>
                <a:lnTo>
                  <a:pt x="417563" y="468304"/>
                </a:lnTo>
                <a:lnTo>
                  <a:pt x="440075" y="449275"/>
                </a:lnTo>
                <a:lnTo>
                  <a:pt x="462417" y="429818"/>
                </a:lnTo>
                <a:lnTo>
                  <a:pt x="484600" y="410005"/>
                </a:lnTo>
                <a:lnTo>
                  <a:pt x="506634" y="389906"/>
                </a:lnTo>
                <a:lnTo>
                  <a:pt x="528527" y="369594"/>
                </a:lnTo>
                <a:lnTo>
                  <a:pt x="550288" y="349139"/>
                </a:lnTo>
                <a:lnTo>
                  <a:pt x="571928" y="328613"/>
                </a:lnTo>
                <a:lnTo>
                  <a:pt x="593456" y="308086"/>
                </a:lnTo>
                <a:lnTo>
                  <a:pt x="614880" y="287631"/>
                </a:lnTo>
                <a:lnTo>
                  <a:pt x="636211" y="267319"/>
                </a:lnTo>
                <a:lnTo>
                  <a:pt x="657458" y="247220"/>
                </a:lnTo>
                <a:lnTo>
                  <a:pt x="678629" y="227407"/>
                </a:lnTo>
                <a:lnTo>
                  <a:pt x="699735" y="207950"/>
                </a:lnTo>
                <a:lnTo>
                  <a:pt x="720785" y="188921"/>
                </a:lnTo>
                <a:lnTo>
                  <a:pt x="741788" y="170392"/>
                </a:lnTo>
                <a:lnTo>
                  <a:pt x="762754" y="152433"/>
                </a:lnTo>
                <a:lnTo>
                  <a:pt x="783691" y="135115"/>
                </a:lnTo>
                <a:lnTo>
                  <a:pt x="804610" y="118511"/>
                </a:lnTo>
                <a:lnTo>
                  <a:pt x="825519" y="102691"/>
                </a:lnTo>
                <a:lnTo>
                  <a:pt x="846428" y="87727"/>
                </a:lnTo>
                <a:lnTo>
                  <a:pt x="867347" y="73691"/>
                </a:lnTo>
                <a:lnTo>
                  <a:pt x="888285" y="60652"/>
                </a:lnTo>
                <a:lnTo>
                  <a:pt x="909250" y="48683"/>
                </a:lnTo>
                <a:lnTo>
                  <a:pt x="930253" y="37856"/>
                </a:lnTo>
                <a:lnTo>
                  <a:pt x="951303" y="28240"/>
                </a:lnTo>
                <a:lnTo>
                  <a:pt x="972409" y="19908"/>
                </a:lnTo>
                <a:lnTo>
                  <a:pt x="993580" y="12932"/>
                </a:lnTo>
                <a:lnTo>
                  <a:pt x="1014827" y="7381"/>
                </a:lnTo>
                <a:lnTo>
                  <a:pt x="1036158" y="3328"/>
                </a:lnTo>
                <a:lnTo>
                  <a:pt x="1057582" y="844"/>
                </a:lnTo>
                <a:lnTo>
                  <a:pt x="1079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863539BA-1C41-4528-A186-0B4808E4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5005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047ECFCC-A74A-406D-98C3-490A999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C85AF9F9-3960-43FC-8B0E-0B77FE0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2145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0D422BB0-1B1B-4836-AF33-49962FF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2145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875BEC11-A66B-4BCB-ABC6-2610C57A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5005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FD5B87D6-CC0A-4893-B465-2F8D1B6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72F12F2E-5E33-4E75-A8BD-BFF5B28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2145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4A76234E-F37A-4986-8097-BD534964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2145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5A13D0B4-96D5-407B-B3F0-87A8CB3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5005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F2CACB40-F78C-43EC-970A-458D627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1B4B8262-6496-4AC9-A2BB-3D4D9D25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2145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7E6F5A09-F4CD-4A46-9A47-1FA4795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444" y="3176397"/>
            <a:ext cx="1262788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3FFD9C7E-3130-4E4A-BB8C-6222CF4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44" y="3438335"/>
            <a:ext cx="1034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D4C1F461-0855-4B81-AD1C-0AEE5ED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44" y="3652647"/>
            <a:ext cx="1034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0BF901-778F-4E69-BBBF-C05B3F7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253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7C0D3876-00E9-4307-99C2-694E555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0EFFD66E-5098-4505-8BB9-447F593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59195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3A6B3D7B-600E-41F9-93EA-EA006FA4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59195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16A352C9-DB40-4B47-8F77-751EF54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59195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人力条线基础管理薄弱：认识待提升、</a:t>
            </a:r>
          </a:p>
        </p:txBody>
      </p:sp>
      <p:sp>
        <p:nvSpPr>
          <p:cNvPr id="42" name="compliance-body-2">
            <a:extLst xmlns:a="http://schemas.openxmlformats.org/drawingml/2006/main">
              <a:ext uri="{FF2B5EF4-FFF2-40B4-BE49-F238E27FC236}">
                <a16:creationId xmlns:a16="http://schemas.microsoft.com/office/drawing/2014/main" id="{B096E6AE-54CA-46DA-879E-BE63775B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47944"/>
            <a:ext cx="459195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作风待转变、能力待增强、协同待深化。</a:t>
            </a:r>
          </a:p>
        </p:txBody>
      </p:sp>
      <p:sp>
        <p:nvSpPr>
          <p:cNvPr id="43" name="insights-0">
            <a:extLst xmlns:a="http://schemas.openxmlformats.org/drawingml/2006/main">
              <a:ext uri="{FF2B5EF4-FFF2-40B4-BE49-F238E27FC236}">
                <a16:creationId xmlns:a16="http://schemas.microsoft.com/office/drawing/2014/main" id="{35DA6490-494B-4932-B355-322A839B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1581150"/>
            <a:ext cx="563789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F6BFCD-6847-47C7-AAC3-B3720A2F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1905000"/>
            <a:ext cx="5637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5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99442247-BAC0-42DF-8228-52515C4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732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6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F19FE3FD-9541-4149-9ED7-F2E006E8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682" y="2171700"/>
            <a:ext cx="0" cy="3295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7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69604750-EFAB-43BE-BC0B-74A84E1A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BCEBE395-4999-4035-825C-1BFB3A2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9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6B122F72-8A36-46CA-80F9-373DEC45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2000250"/>
            <a:ext cx="510449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50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A104651C-E51F-4F60-9DAF-A13673E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2342960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51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F174A8F9-3A72-4F82-80DC-D6B422F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2590610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F020A2-9346-4F8A-B0EA-53FE10D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3009710"/>
            <a:ext cx="51044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3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37A1ACCF-493C-4AC4-A3B1-67EAF0AE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314306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46EB36C0-0DE9-416D-84ED-42E8A23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313353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87348C3E-E0A8-4E86-AED9-5DA011C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3181160"/>
            <a:ext cx="510449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6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325D4B37-290F-46E7-A94E-DCADCB6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3523869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E7D809-28A1-4A9F-A59F-730997F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3942969"/>
            <a:ext cx="51044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CA1B36ED-13CD-47F6-A887-284AA25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40763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CF817599-655B-4BE6-B728-C0C31A4B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406679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0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9167C243-220A-4ABB-B9D3-98BD630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4114419"/>
            <a:ext cx="510449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61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D6E96B7F-8DFF-43D9-A530-872EEA1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4457129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62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5F36A813-48BB-4EA7-B3CA-03861DB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4704779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95620B-A292-4167-BD15-C94F8BB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5123879"/>
            <a:ext cx="51044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4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03A1D266-29BC-46E0-83F9-17B64E8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525722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79D00DCF-83A3-4220-A393-5A672C7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32" y="524770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6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9AB0B314-9295-45B5-8975-FE9185A4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5295329"/>
            <a:ext cx="510449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7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FCD739C9-6F06-41D5-A084-06F75D59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5638038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8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84938AE6-F3AD-49F3-A4E8-51E6B62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32" y="5885688"/>
            <a:ext cx="51044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2026-09-19T20:58:10.7260000Z</dcterms:created>
  <dcterms:modified xsi:type="dcterms:W3CDTF">2026-09-19T20:58:10.7260000Z</dcterms:modified>
</coreProperties>
</file>