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70f4d1fff4297" /><Relationship Type="http://schemas.openxmlformats.org/officeDocument/2006/relationships/extended-properties" Target="/docProps/app.xml" Id="Rbeabf8f8f62f431c" /><Relationship Type="http://schemas.openxmlformats.org/officeDocument/2006/relationships/officeDocument" Target="/ppt/presentation.xml" Id="R9518fc88fd7b43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c891e805454b39"/>
    <p:sldMasterId xmlns:r="http://schemas.openxmlformats.org/officeDocument/2006/relationships" id="2147483660" r:id="R9a5cc37ff30e4dde"/>
    <p:sldMasterId xmlns:r="http://schemas.openxmlformats.org/officeDocument/2006/relationships" id="2147483663" r:id="R6929fdd7d36e4152"/>
  </p:sldMasterIdLst>
  <p:notesMasterIdLst>
    <p:notesMasterId xmlns:r="http://schemas.openxmlformats.org/officeDocument/2006/relationships" r:id="Rbf6755ffc93e41ec"/>
  </p:notesMasterIdLst>
  <p:sldIdLst>
    <p:sldId xmlns:r="http://schemas.openxmlformats.org/officeDocument/2006/relationships" id="256" r:id="R98d6b6862bdb48b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df55b8e97d493b" /><Relationship Type="http://schemas.openxmlformats.org/officeDocument/2006/relationships/slideMaster" Target="/ppt/slideMasters/slideMaster1.xml" Id="Rc9c891e805454b39" /><Relationship Type="http://schemas.openxmlformats.org/officeDocument/2006/relationships/slideMaster" Target="/ppt/slideMasters/slideMaster2.xml" Id="R9a5cc37ff30e4dde" /><Relationship Type="http://schemas.openxmlformats.org/officeDocument/2006/relationships/slideMaster" Target="/ppt/slideMasters/slideMaster3.xml" Id="R6929fdd7d36e4152" /><Relationship Type="http://schemas.openxmlformats.org/officeDocument/2006/relationships/notesMaster" Target="/ppt/notesMasters/notesMaster1.xml" Id="Rbf6755ffc93e41ec" /><Relationship Type="http://schemas.openxmlformats.org/officeDocument/2006/relationships/presProps" Target="/ppt/presProps.xml" Id="R1a6e27d743514df1" /><Relationship Type="http://schemas.openxmlformats.org/officeDocument/2006/relationships/viewProps" Target="/ppt/viewProps.xml" Id="Rbc51d3007dc44f32" /><Relationship Type="http://schemas.openxmlformats.org/officeDocument/2006/relationships/tableStyles" Target="/ppt/tableStyles.xml" Id="R61fcfba9edd74e7f" /><Relationship Type="http://schemas.openxmlformats.org/officeDocument/2006/relationships/slide" Target="/ppt/slides/slide1.xml" Id="R98d6b6862bdb48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60cde58ccb13498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1ed77ed6e41c6" /><Relationship Type="http://schemas.openxmlformats.org/officeDocument/2006/relationships/notesMaster" Target="/ppt/notesMasters/notesMaster1.xml" Id="R8be91016228d4c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eea5061afb43b9" /><Relationship Type="http://schemas.openxmlformats.org/officeDocument/2006/relationships/image" Target="/ppt/media/image.jpeg" Id="Reab35c45e90148d7" /><Relationship Type="http://schemas.openxmlformats.org/officeDocument/2006/relationships/image" Target="/ppt/media/image.png" Id="R72d20c4593ca45a3" /><Relationship Type="http://schemas.openxmlformats.org/officeDocument/2006/relationships/image" Target="/ppt/media/image2.png" Id="R3723c22d2ea5412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d633ab7c2f46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502d0f6cb54899" /><Relationship Type="http://schemas.openxmlformats.org/officeDocument/2006/relationships/image" Target="/ppt/media/image3.png" Id="R856a35c72408435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27a129ecc484b" /><Relationship Type="http://schemas.openxmlformats.org/officeDocument/2006/relationships/image" Target="/ppt/media/image4.png" Id="Ra115208e29214d2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b17dc474a146c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3d968c02f4c9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ed9aacfa2d4d14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a5d54f496f4e6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b2008c9f24a96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5d837ee3574b3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839bb99e40410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58dd6faae5403f" /><Relationship Type="http://schemas.openxmlformats.org/officeDocument/2006/relationships/image" Target="/ppt/media/image5.png" Id="R983d57ee76844e4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c8949423a54e4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46d43963f54c71" /><Relationship Type="http://schemas.openxmlformats.org/officeDocument/2006/relationships/image" Target="/ppt/media/image5.png" Id="R2fcd159ed94c4168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7c4bee86b814204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b35c45e90148d7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d20c4593ca45a3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23c22d2ea541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a35c724084352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15208e29214d20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3d57ee76844e47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d159ed94c4168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882f1d406f4717" /><Relationship Type="http://schemas.openxmlformats.org/officeDocument/2006/relationships/slideLayout" Target="/ppt/slideLayouts/slideLayout1.xml" Id="R342ea246671842a8" /><Relationship Type="http://schemas.openxmlformats.org/officeDocument/2006/relationships/slideLayout" Target="/ppt/slideLayouts/slideLayout2.xml" Id="R862ef0e195f648b3" /><Relationship Type="http://schemas.openxmlformats.org/officeDocument/2006/relationships/slideLayout" Target="/ppt/slideLayouts/slideLayout3.xml" Id="Rcb5b6fa28f3d4821" /><Relationship Type="http://schemas.openxmlformats.org/officeDocument/2006/relationships/slideLayout" Target="/ppt/slideLayouts/slideLayout4.xml" Id="R8ee7f5f975694d5b" /><Relationship Type="http://schemas.openxmlformats.org/officeDocument/2006/relationships/slideLayout" Target="/ppt/slideLayouts/slideLayout5.xml" Id="R0955d8015a0543f6" /><Relationship Type="http://schemas.openxmlformats.org/officeDocument/2006/relationships/slideLayout" Target="/ppt/slideLayouts/slideLayout6.xml" Id="Rb1ac7c6ded1c4200" /><Relationship Type="http://schemas.openxmlformats.org/officeDocument/2006/relationships/slideLayout" Target="/ppt/slideLayouts/slideLayout7.xml" Id="R002e34cbdf4048f4" /><Relationship Type="http://schemas.openxmlformats.org/officeDocument/2006/relationships/slideLayout" Target="/ppt/slideLayouts/slideLayout8.xml" Id="R22bbf9db1e1a441b" /><Relationship Type="http://schemas.openxmlformats.org/officeDocument/2006/relationships/slideLayout" Target="/ppt/slideLayouts/slideLayout9.xml" Id="Rc768454c3a634794" /><Relationship Type="http://schemas.openxmlformats.org/officeDocument/2006/relationships/slideLayout" Target="/ppt/slideLayouts/slideLayout10.xml" Id="Re2e027e1763142f5" /><Relationship Type="http://schemas.openxmlformats.org/officeDocument/2006/relationships/slideLayout" Target="/ppt/slideLayouts/slideLayout11.xml" Id="Re0c2ddf6cb03453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bdb0eea2fc2b45c2" /><Relationship Type="http://schemas.openxmlformats.org/officeDocument/2006/relationships/slideLayout" Target="/ppt/slideLayouts/slideLayout12.xml" Id="Re5ea2cca70b64525" /><Relationship Type="http://schemas.openxmlformats.org/officeDocument/2006/relationships/slideLayout" Target="/ppt/slideLayouts/slideLayout13.xml" Id="Rc45f42f725d54508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aa774dde099b4c0f" /><Relationship Type="http://schemas.openxmlformats.org/officeDocument/2006/relationships/slideLayout" Target="/ppt/slideLayouts/slideLayout14.xml" Id="R1a65e4512e3d40a2" /><Relationship Type="http://schemas.openxmlformats.org/officeDocument/2006/relationships/slideLayout" Target="/ppt/slideLayouts/slideLayout15.xml" Id="Rf122c6c355434b0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42ea246671842a8"/>
    <p:sldLayoutId xmlns:r="http://schemas.openxmlformats.org/officeDocument/2006/relationships" id="2147483650" r:id="R862ef0e195f648b3"/>
    <p:sldLayoutId xmlns:r="http://schemas.openxmlformats.org/officeDocument/2006/relationships" id="2147483651" r:id="Rcb5b6fa28f3d4821"/>
    <p:sldLayoutId xmlns:r="http://schemas.openxmlformats.org/officeDocument/2006/relationships" id="2147483652" r:id="R8ee7f5f975694d5b"/>
    <p:sldLayoutId xmlns:r="http://schemas.openxmlformats.org/officeDocument/2006/relationships" id="2147483653" r:id="R0955d8015a0543f6"/>
    <p:sldLayoutId xmlns:r="http://schemas.openxmlformats.org/officeDocument/2006/relationships" id="2147483654" r:id="Rb1ac7c6ded1c4200"/>
    <p:sldLayoutId xmlns:r="http://schemas.openxmlformats.org/officeDocument/2006/relationships" id="2147483655" r:id="R002e34cbdf4048f4"/>
    <p:sldLayoutId xmlns:r="http://schemas.openxmlformats.org/officeDocument/2006/relationships" id="2147483656" r:id="R22bbf9db1e1a441b"/>
    <p:sldLayoutId xmlns:r="http://schemas.openxmlformats.org/officeDocument/2006/relationships" id="2147483657" r:id="Rc768454c3a634794"/>
    <p:sldLayoutId xmlns:r="http://schemas.openxmlformats.org/officeDocument/2006/relationships" id="2147483658" r:id="Re2e027e1763142f5"/>
    <p:sldLayoutId xmlns:r="http://schemas.openxmlformats.org/officeDocument/2006/relationships" id="2147483659" r:id="Re0c2ddf6cb03453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5ea2cca70b64525"/>
    <p:sldLayoutId xmlns:r="http://schemas.openxmlformats.org/officeDocument/2006/relationships" id="2147483662" r:id="Rc45f42f725d54508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1a65e4512e3d40a2"/>
    <p:sldLayoutId xmlns:r="http://schemas.openxmlformats.org/officeDocument/2006/relationships" id="2147483665" r:id="Rf122c6c355434b00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a5a15d621aa4d3d" /><Relationship Type="http://schemas.openxmlformats.org/officeDocument/2006/relationships/image" Target="/ppt/media/image6.png" Id="Reed11705d5e045ba" /><Relationship Type="http://schemas.openxmlformats.org/officeDocument/2006/relationships/notesSlide" Target="/ppt/notesSlides/notesSlide1.xml" Id="Re12a21325e864e1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d11705d5e045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2026-09-19T20:58:09.7730000Z</dcterms:created>
  <dcterms:modified xsi:type="dcterms:W3CDTF">2026-09-19T20:58:09.7730000Z</dcterms:modified>
</coreProperties>
</file>