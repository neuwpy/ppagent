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46895db6a480c" /><Relationship Type="http://schemas.openxmlformats.org/officeDocument/2006/relationships/extended-properties" Target="/docProps/app.xml" Id="Rfd2a8505d29041dd" /><Relationship Type="http://schemas.openxmlformats.org/officeDocument/2006/relationships/officeDocument" Target="/ppt/presentation.xml" Id="Rb9dec9ae907f4d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e5faa5b584f92"/>
    <p:sldMasterId xmlns:r="http://schemas.openxmlformats.org/officeDocument/2006/relationships" id="2147483660" r:id="Rd86f72af57624dcf"/>
    <p:sldMasterId xmlns:r="http://schemas.openxmlformats.org/officeDocument/2006/relationships" id="2147483663" r:id="Rf27b90966caf4e6a"/>
  </p:sldMasterIdLst>
  <p:notesMasterIdLst>
    <p:notesMasterId xmlns:r="http://schemas.openxmlformats.org/officeDocument/2006/relationships" r:id="R0821c65b325d4465"/>
  </p:notesMasterIdLst>
  <p:sldIdLst>
    <p:sldId xmlns:r="http://schemas.openxmlformats.org/officeDocument/2006/relationships" id="256" r:id="Re074c47f15574c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d19977a8d4f48" /><Relationship Type="http://schemas.openxmlformats.org/officeDocument/2006/relationships/slideMaster" Target="/ppt/slideMasters/slideMaster1.xml" Id="Rc75e5faa5b584f92" /><Relationship Type="http://schemas.openxmlformats.org/officeDocument/2006/relationships/slideMaster" Target="/ppt/slideMasters/slideMaster2.xml" Id="Rd86f72af57624dcf" /><Relationship Type="http://schemas.openxmlformats.org/officeDocument/2006/relationships/slideMaster" Target="/ppt/slideMasters/slideMaster3.xml" Id="Rf27b90966caf4e6a" /><Relationship Type="http://schemas.openxmlformats.org/officeDocument/2006/relationships/notesMaster" Target="/ppt/notesMasters/notesMaster1.xml" Id="R0821c65b325d4465" /><Relationship Type="http://schemas.openxmlformats.org/officeDocument/2006/relationships/presProps" Target="/ppt/presProps.xml" Id="R6cafc6b7ce5a4449" /><Relationship Type="http://schemas.openxmlformats.org/officeDocument/2006/relationships/viewProps" Target="/ppt/viewProps.xml" Id="Rf1f4e865ee584189" /><Relationship Type="http://schemas.openxmlformats.org/officeDocument/2006/relationships/tableStyles" Target="/ppt/tableStyles.xml" Id="R12fee96a3fda49a1" /><Relationship Type="http://schemas.openxmlformats.org/officeDocument/2006/relationships/slide" Target="/ppt/slides/slide1.xml" Id="Re074c47f15574c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c57037bd702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bdbe2e20684ed8" /><Relationship Type="http://schemas.openxmlformats.org/officeDocument/2006/relationships/notesMaster" Target="/ppt/notesMasters/notesMaster1.xml" Id="Ree1525fb75f84f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Visual direction: docs/方向讨论/20260920.md and user image Pasted image 20260920005649.png; visual principles only, no added factual copy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4861ab838436c" /><Relationship Type="http://schemas.openxmlformats.org/officeDocument/2006/relationships/image" Target="/ppt/media/image.jpeg" Id="R647543bca3c142ce" /><Relationship Type="http://schemas.openxmlformats.org/officeDocument/2006/relationships/image" Target="/ppt/media/image.png" Id="R90685134c13a4213" /><Relationship Type="http://schemas.openxmlformats.org/officeDocument/2006/relationships/image" Target="/ppt/media/image2.png" Id="Ra875f5fd1ced4a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ba039c7004d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ef75fe6b34571" /><Relationship Type="http://schemas.openxmlformats.org/officeDocument/2006/relationships/image" Target="/ppt/media/image3.png" Id="Rc7deb754add346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1d2b759ad4150" /><Relationship Type="http://schemas.openxmlformats.org/officeDocument/2006/relationships/image" Target="/ppt/media/image4.png" Id="Ref778c07db0245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67e0b065349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2d12fd41f43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a5b2be2294b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355ecdb2348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1e5c1397c47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23b88ce4c4e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df8f70deb451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e09dd4f89d4568" /><Relationship Type="http://schemas.openxmlformats.org/officeDocument/2006/relationships/image" Target="/ppt/media/image5.png" Id="Rbb64ca7b7098459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7d99a5738d47e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e1b2e62f1844062" /><Relationship Type="http://schemas.openxmlformats.org/officeDocument/2006/relationships/image" Target="/ppt/media/image5.png" Id="R9d4ca168378b4f6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c4e91d3c8764d5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543bca3c142c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85134c13a421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5f5fd1ced4a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eb754add346c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78c07db0245d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4ca7b7098459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ca168378b4f6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d37a5e72f4a8e" /><Relationship Type="http://schemas.openxmlformats.org/officeDocument/2006/relationships/slideLayout" Target="/ppt/slideLayouts/slideLayout1.xml" Id="R1f0ad8b7c3e74ac3" /><Relationship Type="http://schemas.openxmlformats.org/officeDocument/2006/relationships/slideLayout" Target="/ppt/slideLayouts/slideLayout2.xml" Id="Rf0378ac170e64edb" /><Relationship Type="http://schemas.openxmlformats.org/officeDocument/2006/relationships/slideLayout" Target="/ppt/slideLayouts/slideLayout3.xml" Id="Re7d2ebc92c174e01" /><Relationship Type="http://schemas.openxmlformats.org/officeDocument/2006/relationships/slideLayout" Target="/ppt/slideLayouts/slideLayout4.xml" Id="R0869572398cb495e" /><Relationship Type="http://schemas.openxmlformats.org/officeDocument/2006/relationships/slideLayout" Target="/ppt/slideLayouts/slideLayout5.xml" Id="Rbfc6afe305e84676" /><Relationship Type="http://schemas.openxmlformats.org/officeDocument/2006/relationships/slideLayout" Target="/ppt/slideLayouts/slideLayout6.xml" Id="R327c19e376d04597" /><Relationship Type="http://schemas.openxmlformats.org/officeDocument/2006/relationships/slideLayout" Target="/ppt/slideLayouts/slideLayout7.xml" Id="Rb0d7e8cea61849c7" /><Relationship Type="http://schemas.openxmlformats.org/officeDocument/2006/relationships/slideLayout" Target="/ppt/slideLayouts/slideLayout8.xml" Id="R5237f80fcfff40f7" /><Relationship Type="http://schemas.openxmlformats.org/officeDocument/2006/relationships/slideLayout" Target="/ppt/slideLayouts/slideLayout9.xml" Id="R0fbb4308fd3b4b50" /><Relationship Type="http://schemas.openxmlformats.org/officeDocument/2006/relationships/slideLayout" Target="/ppt/slideLayouts/slideLayout10.xml" Id="Raad03a9d60c04c41" /><Relationship Type="http://schemas.openxmlformats.org/officeDocument/2006/relationships/slideLayout" Target="/ppt/slideLayouts/slideLayout11.xml" Id="Rf9a65a53570e4e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d272b7177384c74" /><Relationship Type="http://schemas.openxmlformats.org/officeDocument/2006/relationships/slideLayout" Target="/ppt/slideLayouts/slideLayout12.xml" Id="R9d37cc9945f346f6" /><Relationship Type="http://schemas.openxmlformats.org/officeDocument/2006/relationships/slideLayout" Target="/ppt/slideLayouts/slideLayout13.xml" Id="R0c10bf9182674cc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57c7af2a4e94337" /><Relationship Type="http://schemas.openxmlformats.org/officeDocument/2006/relationships/slideLayout" Target="/ppt/slideLayouts/slideLayout14.xml" Id="R8d9a5b49e7f84130" /><Relationship Type="http://schemas.openxmlformats.org/officeDocument/2006/relationships/slideLayout" Target="/ppt/slideLayouts/slideLayout15.xml" Id="R4701a309d07a40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0ad8b7c3e74ac3"/>
    <p:sldLayoutId xmlns:r="http://schemas.openxmlformats.org/officeDocument/2006/relationships" id="2147483650" r:id="Rf0378ac170e64edb"/>
    <p:sldLayoutId xmlns:r="http://schemas.openxmlformats.org/officeDocument/2006/relationships" id="2147483651" r:id="Re7d2ebc92c174e01"/>
    <p:sldLayoutId xmlns:r="http://schemas.openxmlformats.org/officeDocument/2006/relationships" id="2147483652" r:id="R0869572398cb495e"/>
    <p:sldLayoutId xmlns:r="http://schemas.openxmlformats.org/officeDocument/2006/relationships" id="2147483653" r:id="Rbfc6afe305e84676"/>
    <p:sldLayoutId xmlns:r="http://schemas.openxmlformats.org/officeDocument/2006/relationships" id="2147483654" r:id="R327c19e376d04597"/>
    <p:sldLayoutId xmlns:r="http://schemas.openxmlformats.org/officeDocument/2006/relationships" id="2147483655" r:id="Rb0d7e8cea61849c7"/>
    <p:sldLayoutId xmlns:r="http://schemas.openxmlformats.org/officeDocument/2006/relationships" id="2147483656" r:id="R5237f80fcfff40f7"/>
    <p:sldLayoutId xmlns:r="http://schemas.openxmlformats.org/officeDocument/2006/relationships" id="2147483657" r:id="R0fbb4308fd3b4b50"/>
    <p:sldLayoutId xmlns:r="http://schemas.openxmlformats.org/officeDocument/2006/relationships" id="2147483658" r:id="Raad03a9d60c04c41"/>
    <p:sldLayoutId xmlns:r="http://schemas.openxmlformats.org/officeDocument/2006/relationships" id="2147483659" r:id="Rf9a65a53570e4eb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d37cc9945f346f6"/>
    <p:sldLayoutId xmlns:r="http://schemas.openxmlformats.org/officeDocument/2006/relationships" id="2147483662" r:id="R0c10bf9182674cc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d9a5b49e7f84130"/>
    <p:sldLayoutId xmlns:r="http://schemas.openxmlformats.org/officeDocument/2006/relationships" id="2147483665" r:id="R4701a309d07a409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13a9e25f7b4227" /><Relationship Type="http://schemas.openxmlformats.org/officeDocument/2006/relationships/notesSlide" Target="/ppt/notesSlides/notesSlide1.xml" Id="R03850392bcbb48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BC07A4A9-9987-45BF-844F-20EEB88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CF575-8BBF-44D9-96D9-660B57A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47417B10-A37E-4999-85F4-D302E5C6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EC09668E-9632-44CE-A624-933F1C93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211139CE-8B1A-4CC3-A4D5-1D62BD3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1D708BF3-AC3B-441B-BAD7-6BE3F69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5C652A73-23BE-4821-8F7D-91A3B4D0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A6CD6B69-667C-4944-B02E-46FB832C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2A188EB1-961C-4EC1-8D2E-0AC01527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0B2A5E93-5D5E-4A45-9991-9C9A86D5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D2C7BE99-3044-4D87-83A1-50B19816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1EB08352-CF4F-4779-A7CA-7CF863A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6A09EEE4-B7C2-4323-88ED-5753C503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48C4F692-CEC7-4484-BBF1-73CA6CA9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7A409072-3472-4799-B8CA-320516A8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7AA8722B-02C1-44D2-B380-9D7745E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F55CA707-D387-40CC-86E7-9068212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DD599FEF-2DA9-4364-9D8C-942B5F4E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952C358A-C65B-4B70-9DDD-577DEBE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B7A9B33A-5019-4810-A440-619403FE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721C1B1C-C19A-4C29-B63A-59607C5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1EFC0D79-5725-446C-A3E4-4CC6347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2BB7FA-37BD-4F19-B518-89D17B96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F95770BB-3AC7-4574-9B9D-1D321EB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E6DE7D0E-904F-47F3-9977-93C75A32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intro-0">
            <a:extLst xmlns:a="http://schemas.openxmlformats.org/drawingml/2006/main">
              <a:ext uri="{FF2B5EF4-FFF2-40B4-BE49-F238E27FC236}">
                <a16:creationId xmlns:a16="http://schemas.microsoft.com/office/drawing/2014/main" id="{E6CE3CE7-9F3E-4F13-AFDE-B98704B4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</a:t>
            </a:r>
          </a:p>
        </p:txBody>
      </p:sp>
      <p:sp>
        <p:nvSpPr>
          <p:cNvPr id="41" name="compliance-intro-1">
            <a:extLst xmlns:a="http://schemas.openxmlformats.org/drawingml/2006/main">
              <a:ext uri="{FF2B5EF4-FFF2-40B4-BE49-F238E27FC236}">
                <a16:creationId xmlns:a16="http://schemas.microsoft.com/office/drawing/2014/main" id="{275767AD-C671-45AF-8341-CD9F9BA4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也暴露人力条线基础管理薄弱：</a:t>
            </a:r>
          </a:p>
        </p:txBody>
      </p:sp>
      <p:sp>
        <p:nvSpPr>
          <p:cNvPr id="42" name="compliance-detail-strip">
            <a:extLst xmlns:a="http://schemas.openxmlformats.org/drawingml/2006/main">
              <a:ext uri="{FF2B5EF4-FFF2-40B4-BE49-F238E27FC236}">
                <a16:creationId xmlns:a16="http://schemas.microsoft.com/office/drawing/2014/main" id="{1B62040F-07DA-4AB9-B6FC-C974C05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516164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3" name="compliance-detail-label-0-0">
            <a:extLst xmlns:a="http://schemas.openxmlformats.org/drawingml/2006/main">
              <a:ext uri="{FF2B5EF4-FFF2-40B4-BE49-F238E27FC236}">
                <a16:creationId xmlns:a16="http://schemas.microsoft.com/office/drawing/2014/main" id="{D7B05977-DA2D-43C6-A44D-EC5430D0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认识</a:t>
            </a:r>
          </a:p>
        </p:txBody>
      </p:sp>
      <p:sp>
        <p:nvSpPr>
          <p:cNvPr id="44" name="compliance-detail-body-0-0">
            <a:extLst xmlns:a="http://schemas.openxmlformats.org/drawingml/2006/main">
              <a:ext uri="{FF2B5EF4-FFF2-40B4-BE49-F238E27FC236}">
                <a16:creationId xmlns:a16="http://schemas.microsoft.com/office/drawing/2014/main" id="{79E92C31-D1D1-4222-9485-FDA9DEB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45" name="compliance-detail-label-1-0">
            <a:extLst xmlns:a="http://schemas.openxmlformats.org/drawingml/2006/main">
              <a:ext uri="{FF2B5EF4-FFF2-40B4-BE49-F238E27FC236}">
                <a16:creationId xmlns:a16="http://schemas.microsoft.com/office/drawing/2014/main" id="{6D5FFDA1-4FE4-448E-AC0E-CFEDA4A2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作风</a:t>
            </a:r>
          </a:p>
        </p:txBody>
      </p:sp>
      <p:sp>
        <p:nvSpPr>
          <p:cNvPr id="46" name="compliance-detail-body-1-0">
            <a:extLst xmlns:a="http://schemas.openxmlformats.org/drawingml/2006/main">
              <a:ext uri="{FF2B5EF4-FFF2-40B4-BE49-F238E27FC236}">
                <a16:creationId xmlns:a16="http://schemas.microsoft.com/office/drawing/2014/main" id="{D6C6E761-603D-4D9C-AE38-109D766F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待转变</a:t>
            </a:r>
          </a:p>
        </p:txBody>
      </p:sp>
      <p:sp>
        <p:nvSpPr>
          <p:cNvPr id="47" name="compliance-detail-divider-1">
            <a:extLst xmlns:a="http://schemas.openxmlformats.org/drawingml/2006/main">
              <a:ext uri="{FF2B5EF4-FFF2-40B4-BE49-F238E27FC236}">
                <a16:creationId xmlns:a16="http://schemas.microsoft.com/office/drawing/2014/main" id="{88D1ABA0-90E1-4216-9DEF-893F9D26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28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8" name="compliance-detail-label-2-0">
            <a:extLst xmlns:a="http://schemas.openxmlformats.org/drawingml/2006/main">
              <a:ext uri="{FF2B5EF4-FFF2-40B4-BE49-F238E27FC236}">
                <a16:creationId xmlns:a16="http://schemas.microsoft.com/office/drawing/2014/main" id="{9B43B5CA-1494-4B60-8F20-F2E5ADB4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49" name="compliance-detail-body-2-0">
            <a:extLst xmlns:a="http://schemas.openxmlformats.org/drawingml/2006/main">
              <a:ext uri="{FF2B5EF4-FFF2-40B4-BE49-F238E27FC236}">
                <a16:creationId xmlns:a16="http://schemas.microsoft.com/office/drawing/2014/main" id="{545ED02C-E824-45A1-B698-394B331E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待增强</a:t>
            </a:r>
          </a:p>
        </p:txBody>
      </p:sp>
      <p:sp>
        <p:nvSpPr>
          <p:cNvPr id="50" name="compliance-detail-divider-2">
            <a:extLst xmlns:a="http://schemas.openxmlformats.org/drawingml/2006/main">
              <a:ext uri="{FF2B5EF4-FFF2-40B4-BE49-F238E27FC236}">
                <a16:creationId xmlns:a16="http://schemas.microsoft.com/office/drawing/2014/main" id="{3E151434-97C2-4D54-BA7D-37BBFA7A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1" name="compliance-detail-label-3-0">
            <a:extLst xmlns:a="http://schemas.openxmlformats.org/drawingml/2006/main">
              <a:ext uri="{FF2B5EF4-FFF2-40B4-BE49-F238E27FC236}">
                <a16:creationId xmlns:a16="http://schemas.microsoft.com/office/drawing/2014/main" id="{922570B4-B9DB-4622-9834-0E116FC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52" name="compliance-detail-body-3-0">
            <a:extLst xmlns:a="http://schemas.openxmlformats.org/drawingml/2006/main">
              <a:ext uri="{FF2B5EF4-FFF2-40B4-BE49-F238E27FC236}">
                <a16:creationId xmlns:a16="http://schemas.microsoft.com/office/drawing/2014/main" id="{2F1F7855-34D3-4002-B651-02CDCBD6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3" name="compliance-detail-divider-3">
            <a:extLst xmlns:a="http://schemas.openxmlformats.org/drawingml/2006/main">
              <a:ext uri="{FF2B5EF4-FFF2-40B4-BE49-F238E27FC236}">
                <a16:creationId xmlns:a16="http://schemas.microsoft.com/office/drawing/2014/main" id="{1E4C38A2-B396-4CBC-8E78-FDF3DA3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07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4" name="insights-0">
            <a:extLst xmlns:a="http://schemas.openxmlformats.org/drawingml/2006/main">
              <a:ext uri="{FF2B5EF4-FFF2-40B4-BE49-F238E27FC236}">
                <a16:creationId xmlns:a16="http://schemas.microsoft.com/office/drawing/2014/main" id="{EFDEE879-E894-4CBC-A579-378D5FBD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D9A8E5-D757-412D-B4E2-11BCC83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6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E497226D-584E-4E3E-AE23-56362834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918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7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6928B569-5D6F-42F9-B9BA-A2E2149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68" y="2171700"/>
            <a:ext cx="0" cy="3295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language-reading-wash">
            <a:extLst xmlns:a="http://schemas.openxmlformats.org/drawingml/2006/main">
              <a:ext uri="{FF2B5EF4-FFF2-40B4-BE49-F238E27FC236}">
                <a16:creationId xmlns:a16="http://schemas.microsoft.com/office/drawing/2014/main" id="{27F1EEE3-DF13-434B-9236-86D72A98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1981200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9" name="language-index-backing">
            <a:extLst xmlns:a="http://schemas.openxmlformats.org/drawingml/2006/main">
              <a:ext uri="{FF2B5EF4-FFF2-40B4-BE49-F238E27FC236}">
                <a16:creationId xmlns:a16="http://schemas.microsoft.com/office/drawing/2014/main" id="{E3CA0E6B-2FC5-4E15-86EB-1B281A14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62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30FCD4D4-C5FF-4C65-93DD-5E3E3DC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1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A6341C74-A22D-483C-BE92-9FF136C8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00025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62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DBFB980A-216D-4811-B6F9-4BE3EC2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34296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63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E5D883F8-A44E-4DFA-A988-B419B6EB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59061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BD5EB4-810E-45C3-8391-F5958DA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009710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5" name="criterion-reading-wash">
            <a:extLst xmlns:a="http://schemas.openxmlformats.org/drawingml/2006/main">
              <a:ext uri="{FF2B5EF4-FFF2-40B4-BE49-F238E27FC236}">
                <a16:creationId xmlns:a16="http://schemas.microsoft.com/office/drawing/2014/main" id="{D1EDFC11-98C0-4584-9BD9-56E5180D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3162110"/>
            <a:ext cx="5220607" cy="62845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6" name="criterion-index-backing">
            <a:extLst xmlns:a="http://schemas.openxmlformats.org/drawingml/2006/main">
              <a:ext uri="{FF2B5EF4-FFF2-40B4-BE49-F238E27FC236}">
                <a16:creationId xmlns:a16="http://schemas.microsoft.com/office/drawing/2014/main" id="{A813216C-B3B4-4601-89F2-EAD4B1F0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D795F2EA-F63B-44A7-BFB0-8DA3A9AF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3353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8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5B377D15-71B1-4927-8B1D-6D6189BA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18116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69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68410747-4D5B-4FCE-806C-C4FDEF92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52386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74D5A8-042D-4DC9-9E3A-26330A93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94296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1" name="iteration-reading-wash">
            <a:extLst xmlns:a="http://schemas.openxmlformats.org/drawingml/2006/main">
              <a:ext uri="{FF2B5EF4-FFF2-40B4-BE49-F238E27FC236}">
                <a16:creationId xmlns:a16="http://schemas.microsoft.com/office/drawing/2014/main" id="{04D63BA3-5794-4570-BE3F-D5C829AA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4095369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2" name="iteration-index-backing">
            <a:extLst xmlns:a="http://schemas.openxmlformats.org/drawingml/2006/main">
              <a:ext uri="{FF2B5EF4-FFF2-40B4-BE49-F238E27FC236}">
                <a16:creationId xmlns:a16="http://schemas.microsoft.com/office/drawing/2014/main" id="{545BD9E8-EEE1-4F1F-BA2A-382258AA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7631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174C0796-AFA5-4FA1-9F65-87035D6B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6679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15465853-EA14-4315-AC43-E7384F4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11441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7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E9320BD0-680B-406D-9A84-CB4AB6FF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45712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7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0DF3FB09-C349-461F-BE76-2C5C373D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70477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9E2959-4C4A-4E30-9371-4664F00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12387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8" name="coordination-reading-wash">
            <a:extLst xmlns:a="http://schemas.openxmlformats.org/drawingml/2006/main">
              <a:ext uri="{FF2B5EF4-FFF2-40B4-BE49-F238E27FC236}">
                <a16:creationId xmlns:a16="http://schemas.microsoft.com/office/drawing/2014/main" id="{29045E0C-1500-4FB7-8550-866A434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5276279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9" name="coordination-index-backing">
            <a:extLst xmlns:a="http://schemas.openxmlformats.org/drawingml/2006/main">
              <a:ext uri="{FF2B5EF4-FFF2-40B4-BE49-F238E27FC236}">
                <a16:creationId xmlns:a16="http://schemas.microsoft.com/office/drawing/2014/main" id="{6B17FA11-3EBE-466A-8524-182CF316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5722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A751E695-CB9E-4E17-89A3-1C0A0ED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4770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1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4E97430A-A9D3-41C3-B673-3AA479D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29532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82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FBA1BCD0-E591-4C5D-8859-A5F418F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63803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83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B861406B-053B-4752-A18F-5DC6542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88568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2026-09-19T21:02:43.9020000Z</dcterms:created>
  <dcterms:modified xsi:type="dcterms:W3CDTF">2026-09-19T21:02:43.9020000Z</dcterms:modified>
</coreProperties>
</file>