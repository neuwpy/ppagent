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6a758d3333446d" /><Relationship Type="http://schemas.openxmlformats.org/officeDocument/2006/relationships/extended-properties" Target="/docProps/app.xml" Id="Rfb95c25355124895" /><Relationship Type="http://schemas.openxmlformats.org/officeDocument/2006/relationships/officeDocument" Target="/ppt/presentation.xml" Id="R3a7785c6b18846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68d901b5fd41ae"/>
  </p:sldMasterIdLst>
  <p:notesMasterIdLst>
    <p:notesMasterId xmlns:r="http://schemas.openxmlformats.org/officeDocument/2006/relationships" r:id="R4943e2a8fa21456a"/>
  </p:notesMasterIdLst>
  <p:sldIdLst>
    <p:sldId xmlns:r="http://schemas.openxmlformats.org/officeDocument/2006/relationships" id="256" r:id="Re3c8126c81fe4050"/>
  </p:sldIdLst>
  <p:sldSz cx="11144250" cy="46863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e8ea7bd00347e2" /><Relationship Type="http://schemas.openxmlformats.org/officeDocument/2006/relationships/slideMaster" Target="/ppt/slideMasters/slideMaster1.xml" Id="R0e68d901b5fd41ae" /><Relationship Type="http://schemas.openxmlformats.org/officeDocument/2006/relationships/notesMaster" Target="/ppt/notesMasters/notesMaster1.xml" Id="R4943e2a8fa21456a" /><Relationship Type="http://schemas.openxmlformats.org/officeDocument/2006/relationships/presProps" Target="/ppt/presProps.xml" Id="R4f9704f6e3ac4e23" /><Relationship Type="http://schemas.openxmlformats.org/officeDocument/2006/relationships/tableStyles" Target="/ppt/tableStyles.xml" Id="R6731069fd6194736" /><Relationship Type="http://schemas.openxmlformats.org/officeDocument/2006/relationships/slide" Target="/ppt/slides/slide1.xml" Id="Re3c8126c81fe40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90b4c592a84d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ad843c684d4019" /><Relationship Type="http://schemas.openxmlformats.org/officeDocument/2006/relationships/notesMaster" Target="/ppt/notesMasters/notesMaster1.xml" Id="R89f470986a0541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30d99890384d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d950c480464890" /><Relationship Type="http://schemas.openxmlformats.org/officeDocument/2006/relationships/slideLayout" Target="/ppt/slideLayouts/slideLayout1.xml" Id="R15edb822d7ef4e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edb822d7ef4e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037a097a3404c" /><Relationship Type="http://schemas.openxmlformats.org/officeDocument/2006/relationships/image" Target="/ppt/media/image.png" Id="R612f2a0719734e17" /><Relationship Type="http://schemas.openxmlformats.org/officeDocument/2006/relationships/image" Target="/ppt/media/image.svg" Id="R1ff2882332224122" /><Relationship Type="http://schemas.openxmlformats.org/officeDocument/2006/relationships/image" Target="/ppt/media/image2.png" Id="R16eca8e093664753" /><Relationship Type="http://schemas.openxmlformats.org/officeDocument/2006/relationships/image" Target="/ppt/media/image2.svg" Id="R52ff81af43894d80" /><Relationship Type="http://schemas.openxmlformats.org/officeDocument/2006/relationships/image" Target="/ppt/media/image3.png" Id="R9076c8d6ba83476a" /><Relationship Type="http://schemas.openxmlformats.org/officeDocument/2006/relationships/image" Target="/ppt/media/image3.svg" Id="R0e6541db6e0d46fd" /><Relationship Type="http://schemas.openxmlformats.org/officeDocument/2006/relationships/image" Target="/ppt/media/image4.png" Id="Ra7951de50efe4b48" /><Relationship Type="http://schemas.openxmlformats.org/officeDocument/2006/relationships/image" Target="/ppt/media/image4.svg" Id="Ra54d7628dec44e4c" /><Relationship Type="http://schemas.openxmlformats.org/officeDocument/2006/relationships/notesSlide" Target="/ppt/notesSlides/notesSlide1.xml" Id="R8dce1cda9650492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AA9A25EC-62CB-4E1C-B2D7-FAF9B647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2857500" y="400050"/>
            <a:ext cx="5429250" cy="38576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7EAC">
                <a:alpha val="12000"/>
              </a:srgbClr>
            </a:solidFill>
            <a:prstDash val="solid"/>
          </a:ln>
        </p:spPr>
      </p:sp>
      <p:sp>
        <p:nvSpPr>
          <p:cNvPr id="2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00376FB9-C413-4E70-9FDB-103E1377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1000125"/>
            <a:ext cx="3520459" cy="446199"/>
          </a:xfrm>
          <a:custGeom xmlns:a="http://schemas.openxmlformats.org/drawingml/2006/main">
            <a:pathLst>
              <a:path w="3520459" h="446199">
                <a:moveTo>
                  <a:pt x="0" y="0"/>
                </a:moveTo>
                <a:lnTo>
                  <a:pt x="19155" y="24422"/>
                </a:lnTo>
                <a:lnTo>
                  <a:pt x="38300" y="48844"/>
                </a:lnTo>
                <a:lnTo>
                  <a:pt x="57455" y="73276"/>
                </a:lnTo>
                <a:lnTo>
                  <a:pt x="76610" y="97698"/>
                </a:lnTo>
                <a:lnTo>
                  <a:pt x="95764" y="122120"/>
                </a:lnTo>
                <a:lnTo>
                  <a:pt x="114910" y="146542"/>
                </a:lnTo>
                <a:lnTo>
                  <a:pt x="134064" y="170964"/>
                </a:lnTo>
                <a:lnTo>
                  <a:pt x="153219" y="195396"/>
                </a:lnTo>
                <a:lnTo>
                  <a:pt x="172364" y="219818"/>
                </a:lnTo>
                <a:lnTo>
                  <a:pt x="191519" y="244240"/>
                </a:lnTo>
                <a:lnTo>
                  <a:pt x="210674" y="268662"/>
                </a:lnTo>
                <a:lnTo>
                  <a:pt x="229819" y="293084"/>
                </a:lnTo>
                <a:lnTo>
                  <a:pt x="248974" y="317516"/>
                </a:lnTo>
                <a:lnTo>
                  <a:pt x="268129" y="341938"/>
                </a:lnTo>
                <a:lnTo>
                  <a:pt x="287284" y="366360"/>
                </a:lnTo>
                <a:lnTo>
                  <a:pt x="306429" y="390782"/>
                </a:lnTo>
                <a:lnTo>
                  <a:pt x="332689" y="404536"/>
                </a:lnTo>
                <a:lnTo>
                  <a:pt x="363303" y="409604"/>
                </a:lnTo>
                <a:lnTo>
                  <a:pt x="394125" y="413214"/>
                </a:lnTo>
                <a:lnTo>
                  <a:pt x="425025" y="416119"/>
                </a:lnTo>
                <a:lnTo>
                  <a:pt x="455962" y="418586"/>
                </a:lnTo>
                <a:lnTo>
                  <a:pt x="486928" y="420729"/>
                </a:lnTo>
                <a:lnTo>
                  <a:pt x="517903" y="422653"/>
                </a:lnTo>
                <a:lnTo>
                  <a:pt x="548897" y="424377"/>
                </a:lnTo>
                <a:lnTo>
                  <a:pt x="579892" y="425958"/>
                </a:lnTo>
                <a:lnTo>
                  <a:pt x="610895" y="427406"/>
                </a:lnTo>
                <a:lnTo>
                  <a:pt x="641909" y="428749"/>
                </a:lnTo>
                <a:lnTo>
                  <a:pt x="672922" y="429987"/>
                </a:lnTo>
                <a:lnTo>
                  <a:pt x="703936" y="431149"/>
                </a:lnTo>
                <a:lnTo>
                  <a:pt x="734949" y="432235"/>
                </a:lnTo>
                <a:lnTo>
                  <a:pt x="765972" y="433254"/>
                </a:lnTo>
                <a:lnTo>
                  <a:pt x="796995" y="434207"/>
                </a:lnTo>
                <a:lnTo>
                  <a:pt x="828018" y="435102"/>
                </a:lnTo>
                <a:lnTo>
                  <a:pt x="859050" y="435940"/>
                </a:lnTo>
                <a:lnTo>
                  <a:pt x="890073" y="436740"/>
                </a:lnTo>
                <a:lnTo>
                  <a:pt x="921106" y="437493"/>
                </a:lnTo>
                <a:lnTo>
                  <a:pt x="952138" y="438198"/>
                </a:lnTo>
                <a:lnTo>
                  <a:pt x="983161" y="438864"/>
                </a:lnTo>
                <a:lnTo>
                  <a:pt x="1014193" y="439484"/>
                </a:lnTo>
                <a:lnTo>
                  <a:pt x="1045226" y="440084"/>
                </a:lnTo>
                <a:lnTo>
                  <a:pt x="1076258" y="440636"/>
                </a:lnTo>
                <a:lnTo>
                  <a:pt x="1107291" y="441169"/>
                </a:lnTo>
                <a:lnTo>
                  <a:pt x="1138323" y="441655"/>
                </a:lnTo>
                <a:lnTo>
                  <a:pt x="1169365" y="442131"/>
                </a:lnTo>
                <a:lnTo>
                  <a:pt x="1200398" y="442551"/>
                </a:lnTo>
                <a:lnTo>
                  <a:pt x="1231430" y="442970"/>
                </a:lnTo>
                <a:lnTo>
                  <a:pt x="1262463" y="443341"/>
                </a:lnTo>
                <a:lnTo>
                  <a:pt x="1293505" y="443713"/>
                </a:lnTo>
                <a:lnTo>
                  <a:pt x="1324537" y="444027"/>
                </a:lnTo>
                <a:lnTo>
                  <a:pt x="1355569" y="444341"/>
                </a:lnTo>
                <a:lnTo>
                  <a:pt x="1386611" y="444608"/>
                </a:lnTo>
                <a:lnTo>
                  <a:pt x="1417644" y="444865"/>
                </a:lnTo>
                <a:lnTo>
                  <a:pt x="1448686" y="445094"/>
                </a:lnTo>
                <a:lnTo>
                  <a:pt x="1479718" y="445303"/>
                </a:lnTo>
                <a:lnTo>
                  <a:pt x="1510760" y="445484"/>
                </a:lnTo>
                <a:lnTo>
                  <a:pt x="1541793" y="445656"/>
                </a:lnTo>
                <a:lnTo>
                  <a:pt x="1572835" y="445799"/>
                </a:lnTo>
                <a:lnTo>
                  <a:pt x="1603867" y="445913"/>
                </a:lnTo>
                <a:lnTo>
                  <a:pt x="1634909" y="446018"/>
                </a:lnTo>
                <a:lnTo>
                  <a:pt x="1665942" y="446084"/>
                </a:lnTo>
                <a:lnTo>
                  <a:pt x="1696984" y="446151"/>
                </a:lnTo>
                <a:lnTo>
                  <a:pt x="1728016" y="446170"/>
                </a:lnTo>
                <a:lnTo>
                  <a:pt x="1759058" y="446199"/>
                </a:lnTo>
                <a:lnTo>
                  <a:pt x="1790090" y="446180"/>
                </a:lnTo>
                <a:lnTo>
                  <a:pt x="1821132" y="446151"/>
                </a:lnTo>
                <a:lnTo>
                  <a:pt x="1852165" y="446094"/>
                </a:lnTo>
                <a:lnTo>
                  <a:pt x="1883207" y="446027"/>
                </a:lnTo>
                <a:lnTo>
                  <a:pt x="1914249" y="445932"/>
                </a:lnTo>
                <a:lnTo>
                  <a:pt x="1945281" y="445818"/>
                </a:lnTo>
                <a:lnTo>
                  <a:pt x="1976323" y="445684"/>
                </a:lnTo>
                <a:lnTo>
                  <a:pt x="2007356" y="445522"/>
                </a:lnTo>
                <a:lnTo>
                  <a:pt x="2038398" y="445351"/>
                </a:lnTo>
                <a:lnTo>
                  <a:pt x="2069430" y="445132"/>
                </a:lnTo>
                <a:lnTo>
                  <a:pt x="2100463" y="444922"/>
                </a:lnTo>
                <a:lnTo>
                  <a:pt x="2131505" y="444656"/>
                </a:lnTo>
                <a:lnTo>
                  <a:pt x="2162537" y="444398"/>
                </a:lnTo>
                <a:lnTo>
                  <a:pt x="2193579" y="444084"/>
                </a:lnTo>
                <a:lnTo>
                  <a:pt x="2224611" y="443770"/>
                </a:lnTo>
                <a:lnTo>
                  <a:pt x="2255644" y="443417"/>
                </a:lnTo>
                <a:lnTo>
                  <a:pt x="2286686" y="443046"/>
                </a:lnTo>
                <a:lnTo>
                  <a:pt x="2317718" y="442636"/>
                </a:lnTo>
                <a:lnTo>
                  <a:pt x="2348751" y="442217"/>
                </a:lnTo>
                <a:lnTo>
                  <a:pt x="2379783" y="441750"/>
                </a:lnTo>
                <a:lnTo>
                  <a:pt x="2410825" y="441265"/>
                </a:lnTo>
                <a:lnTo>
                  <a:pt x="2441858" y="440741"/>
                </a:lnTo>
                <a:lnTo>
                  <a:pt x="2472890" y="440198"/>
                </a:lnTo>
                <a:lnTo>
                  <a:pt x="2503922" y="439598"/>
                </a:lnTo>
                <a:lnTo>
                  <a:pt x="2534945" y="438988"/>
                </a:lnTo>
                <a:lnTo>
                  <a:pt x="2565978" y="438321"/>
                </a:lnTo>
                <a:lnTo>
                  <a:pt x="2597010" y="437636"/>
                </a:lnTo>
                <a:lnTo>
                  <a:pt x="2628043" y="436893"/>
                </a:lnTo>
                <a:lnTo>
                  <a:pt x="2659066" y="436102"/>
                </a:lnTo>
                <a:lnTo>
                  <a:pt x="2690089" y="435273"/>
                </a:lnTo>
                <a:lnTo>
                  <a:pt x="2721121" y="434388"/>
                </a:lnTo>
                <a:lnTo>
                  <a:pt x="2752144" y="433445"/>
                </a:lnTo>
                <a:lnTo>
                  <a:pt x="2783167" y="432445"/>
                </a:lnTo>
                <a:lnTo>
                  <a:pt x="2814180" y="431368"/>
                </a:lnTo>
                <a:lnTo>
                  <a:pt x="2845194" y="430225"/>
                </a:lnTo>
                <a:lnTo>
                  <a:pt x="2876207" y="428996"/>
                </a:lnTo>
                <a:lnTo>
                  <a:pt x="2907221" y="427682"/>
                </a:lnTo>
                <a:lnTo>
                  <a:pt x="2938224" y="426253"/>
                </a:lnTo>
                <a:lnTo>
                  <a:pt x="2969228" y="424701"/>
                </a:lnTo>
                <a:lnTo>
                  <a:pt x="3000213" y="423005"/>
                </a:lnTo>
                <a:lnTo>
                  <a:pt x="3031198" y="421119"/>
                </a:lnTo>
                <a:lnTo>
                  <a:pt x="3062164" y="419033"/>
                </a:lnTo>
                <a:lnTo>
                  <a:pt x="3093110" y="416633"/>
                </a:lnTo>
                <a:lnTo>
                  <a:pt x="3124019" y="413833"/>
                </a:lnTo>
                <a:lnTo>
                  <a:pt x="3154861" y="410394"/>
                </a:lnTo>
                <a:lnTo>
                  <a:pt x="3185541" y="405736"/>
                </a:lnTo>
                <a:lnTo>
                  <a:pt x="3214573" y="395878"/>
                </a:lnTo>
                <a:lnTo>
                  <a:pt x="3233185" y="371189"/>
                </a:lnTo>
                <a:lnTo>
                  <a:pt x="3252330" y="346767"/>
                </a:lnTo>
                <a:lnTo>
                  <a:pt x="3271485" y="322345"/>
                </a:lnTo>
                <a:lnTo>
                  <a:pt x="3290640" y="297923"/>
                </a:lnTo>
                <a:lnTo>
                  <a:pt x="3309785" y="273501"/>
                </a:lnTo>
                <a:lnTo>
                  <a:pt x="3328940" y="249069"/>
                </a:lnTo>
                <a:lnTo>
                  <a:pt x="3348095" y="224647"/>
                </a:lnTo>
                <a:lnTo>
                  <a:pt x="3367249" y="200225"/>
                </a:lnTo>
                <a:lnTo>
                  <a:pt x="3386395" y="175803"/>
                </a:lnTo>
                <a:lnTo>
                  <a:pt x="3405549" y="151371"/>
                </a:lnTo>
                <a:lnTo>
                  <a:pt x="3424704" y="126949"/>
                </a:lnTo>
                <a:lnTo>
                  <a:pt x="3443849" y="102527"/>
                </a:lnTo>
                <a:lnTo>
                  <a:pt x="3463004" y="78105"/>
                </a:lnTo>
                <a:lnTo>
                  <a:pt x="3482159" y="53683"/>
                </a:lnTo>
                <a:lnTo>
                  <a:pt x="3501314" y="29251"/>
                </a:lnTo>
                <a:lnTo>
                  <a:pt x="3520459" y="4829"/>
                </a:lnTo>
                <a:lnTo>
                  <a:pt x="3502066" y="9258"/>
                </a:lnTo>
                <a:lnTo>
                  <a:pt x="3471396" y="14021"/>
                </a:lnTo>
                <a:lnTo>
                  <a:pt x="3440544" y="17393"/>
                </a:lnTo>
                <a:lnTo>
                  <a:pt x="3409626" y="20107"/>
                </a:lnTo>
                <a:lnTo>
                  <a:pt x="3378679" y="22412"/>
                </a:lnTo>
                <a:lnTo>
                  <a:pt x="3347704" y="24422"/>
                </a:lnTo>
                <a:lnTo>
                  <a:pt x="3316719" y="26232"/>
                </a:lnTo>
                <a:lnTo>
                  <a:pt x="3285725" y="27861"/>
                </a:lnTo>
                <a:lnTo>
                  <a:pt x="3254721" y="29366"/>
                </a:lnTo>
                <a:lnTo>
                  <a:pt x="3223717" y="30747"/>
                </a:lnTo>
                <a:lnTo>
                  <a:pt x="3192704" y="32023"/>
                </a:lnTo>
                <a:lnTo>
                  <a:pt x="3161690" y="33223"/>
                </a:lnTo>
                <a:lnTo>
                  <a:pt x="3130677" y="34347"/>
                </a:lnTo>
                <a:lnTo>
                  <a:pt x="3099654" y="35395"/>
                </a:lnTo>
                <a:lnTo>
                  <a:pt x="3068631" y="36395"/>
                </a:lnTo>
                <a:lnTo>
                  <a:pt x="3037608" y="37328"/>
                </a:lnTo>
                <a:lnTo>
                  <a:pt x="3006585" y="38214"/>
                </a:lnTo>
                <a:lnTo>
                  <a:pt x="2975562" y="39062"/>
                </a:lnTo>
                <a:lnTo>
                  <a:pt x="2944530" y="39853"/>
                </a:lnTo>
                <a:lnTo>
                  <a:pt x="2913507" y="40615"/>
                </a:lnTo>
                <a:lnTo>
                  <a:pt x="2882475" y="41339"/>
                </a:lnTo>
                <a:lnTo>
                  <a:pt x="2851442" y="42024"/>
                </a:lnTo>
                <a:lnTo>
                  <a:pt x="2820410" y="42662"/>
                </a:lnTo>
                <a:lnTo>
                  <a:pt x="2789387" y="43291"/>
                </a:lnTo>
                <a:lnTo>
                  <a:pt x="2758354" y="43882"/>
                </a:lnTo>
                <a:lnTo>
                  <a:pt x="2727322" y="44444"/>
                </a:lnTo>
                <a:lnTo>
                  <a:pt x="2696289" y="44987"/>
                </a:lnTo>
                <a:lnTo>
                  <a:pt x="2665247" y="45491"/>
                </a:lnTo>
                <a:lnTo>
                  <a:pt x="2634215" y="45996"/>
                </a:lnTo>
                <a:lnTo>
                  <a:pt x="2603183" y="46444"/>
                </a:lnTo>
                <a:lnTo>
                  <a:pt x="2572150" y="46901"/>
                </a:lnTo>
                <a:lnTo>
                  <a:pt x="2541118" y="47311"/>
                </a:lnTo>
                <a:lnTo>
                  <a:pt x="2510076" y="47711"/>
                </a:lnTo>
                <a:lnTo>
                  <a:pt x="2479043" y="48101"/>
                </a:lnTo>
                <a:lnTo>
                  <a:pt x="2448011" y="48454"/>
                </a:lnTo>
                <a:lnTo>
                  <a:pt x="2416969" y="48806"/>
                </a:lnTo>
                <a:lnTo>
                  <a:pt x="2385936" y="49120"/>
                </a:lnTo>
                <a:lnTo>
                  <a:pt x="2354904" y="49425"/>
                </a:lnTo>
                <a:lnTo>
                  <a:pt x="2323862" y="49711"/>
                </a:lnTo>
                <a:lnTo>
                  <a:pt x="2292829" y="49978"/>
                </a:lnTo>
                <a:lnTo>
                  <a:pt x="2261787" y="50235"/>
                </a:lnTo>
                <a:lnTo>
                  <a:pt x="2230755" y="50463"/>
                </a:lnTo>
                <a:lnTo>
                  <a:pt x="2199713" y="50683"/>
                </a:lnTo>
                <a:lnTo>
                  <a:pt x="2168681" y="50892"/>
                </a:lnTo>
                <a:lnTo>
                  <a:pt x="2137648" y="51073"/>
                </a:lnTo>
                <a:lnTo>
                  <a:pt x="2106606" y="51245"/>
                </a:lnTo>
                <a:lnTo>
                  <a:pt x="2075574" y="51397"/>
                </a:lnTo>
                <a:lnTo>
                  <a:pt x="2044532" y="51540"/>
                </a:lnTo>
                <a:lnTo>
                  <a:pt x="2013499" y="51673"/>
                </a:lnTo>
                <a:lnTo>
                  <a:pt x="1982457" y="51778"/>
                </a:lnTo>
                <a:lnTo>
                  <a:pt x="1951415" y="51873"/>
                </a:lnTo>
                <a:lnTo>
                  <a:pt x="1920383" y="51959"/>
                </a:lnTo>
                <a:lnTo>
                  <a:pt x="1889341" y="52016"/>
                </a:lnTo>
                <a:lnTo>
                  <a:pt x="1858308" y="52073"/>
                </a:lnTo>
                <a:lnTo>
                  <a:pt x="1827266" y="52111"/>
                </a:lnTo>
                <a:lnTo>
                  <a:pt x="1796234" y="52130"/>
                </a:lnTo>
                <a:lnTo>
                  <a:pt x="1765192" y="52149"/>
                </a:lnTo>
                <a:lnTo>
                  <a:pt x="1734160" y="52130"/>
                </a:lnTo>
                <a:lnTo>
                  <a:pt x="1703118" y="52111"/>
                </a:lnTo>
                <a:lnTo>
                  <a:pt x="1672085" y="52083"/>
                </a:lnTo>
                <a:lnTo>
                  <a:pt x="1641043" y="52026"/>
                </a:lnTo>
                <a:lnTo>
                  <a:pt x="1610011" y="51968"/>
                </a:lnTo>
                <a:lnTo>
                  <a:pt x="1578969" y="51892"/>
                </a:lnTo>
                <a:lnTo>
                  <a:pt x="1547936" y="51797"/>
                </a:lnTo>
                <a:lnTo>
                  <a:pt x="1516894" y="51692"/>
                </a:lnTo>
                <a:lnTo>
                  <a:pt x="1485852" y="51559"/>
                </a:lnTo>
                <a:lnTo>
                  <a:pt x="1454820" y="51425"/>
                </a:lnTo>
                <a:lnTo>
                  <a:pt x="1423778" y="51283"/>
                </a:lnTo>
                <a:lnTo>
                  <a:pt x="1392746" y="51102"/>
                </a:lnTo>
                <a:lnTo>
                  <a:pt x="1361704" y="50930"/>
                </a:lnTo>
                <a:lnTo>
                  <a:pt x="1330671" y="50721"/>
                </a:lnTo>
                <a:lnTo>
                  <a:pt x="1299639" y="50511"/>
                </a:lnTo>
                <a:lnTo>
                  <a:pt x="1268597" y="50282"/>
                </a:lnTo>
                <a:lnTo>
                  <a:pt x="1237564" y="50025"/>
                </a:lnTo>
                <a:lnTo>
                  <a:pt x="1206522" y="49768"/>
                </a:lnTo>
                <a:lnTo>
                  <a:pt x="1175490" y="49482"/>
                </a:lnTo>
                <a:lnTo>
                  <a:pt x="1144448" y="49178"/>
                </a:lnTo>
                <a:lnTo>
                  <a:pt x="1113415" y="48873"/>
                </a:lnTo>
                <a:lnTo>
                  <a:pt x="1082383" y="48520"/>
                </a:lnTo>
                <a:lnTo>
                  <a:pt x="1051341" y="48168"/>
                </a:lnTo>
                <a:lnTo>
                  <a:pt x="1020308" y="47796"/>
                </a:lnTo>
                <a:lnTo>
                  <a:pt x="989276" y="47396"/>
                </a:lnTo>
                <a:lnTo>
                  <a:pt x="958244" y="46987"/>
                </a:lnTo>
                <a:lnTo>
                  <a:pt x="927202" y="46539"/>
                </a:lnTo>
                <a:lnTo>
                  <a:pt x="896169" y="46082"/>
                </a:lnTo>
                <a:lnTo>
                  <a:pt x="865137" y="45596"/>
                </a:lnTo>
                <a:lnTo>
                  <a:pt x="834104" y="45091"/>
                </a:lnTo>
                <a:lnTo>
                  <a:pt x="803072" y="44558"/>
                </a:lnTo>
                <a:lnTo>
                  <a:pt x="772039" y="43986"/>
                </a:lnTo>
                <a:lnTo>
                  <a:pt x="741007" y="43415"/>
                </a:lnTo>
                <a:lnTo>
                  <a:pt x="709974" y="42786"/>
                </a:lnTo>
                <a:lnTo>
                  <a:pt x="678942" y="42158"/>
                </a:lnTo>
                <a:lnTo>
                  <a:pt x="647910" y="41472"/>
                </a:lnTo>
                <a:lnTo>
                  <a:pt x="616887" y="40757"/>
                </a:lnTo>
                <a:lnTo>
                  <a:pt x="585854" y="40005"/>
                </a:lnTo>
                <a:lnTo>
                  <a:pt x="554831" y="39214"/>
                </a:lnTo>
                <a:lnTo>
                  <a:pt x="523799" y="38386"/>
                </a:lnTo>
                <a:lnTo>
                  <a:pt x="492776" y="37509"/>
                </a:lnTo>
                <a:lnTo>
                  <a:pt x="461753" y="36586"/>
                </a:lnTo>
                <a:lnTo>
                  <a:pt x="430730" y="35604"/>
                </a:lnTo>
                <a:lnTo>
                  <a:pt x="399707" y="34557"/>
                </a:lnTo>
                <a:lnTo>
                  <a:pt x="368694" y="33452"/>
                </a:lnTo>
                <a:lnTo>
                  <a:pt x="337680" y="32271"/>
                </a:lnTo>
                <a:lnTo>
                  <a:pt x="306667" y="31004"/>
                </a:lnTo>
                <a:lnTo>
                  <a:pt x="275654" y="29651"/>
                </a:lnTo>
                <a:lnTo>
                  <a:pt x="244659" y="28165"/>
                </a:lnTo>
                <a:lnTo>
                  <a:pt x="213655" y="26565"/>
                </a:lnTo>
                <a:lnTo>
                  <a:pt x="182670" y="24794"/>
                </a:lnTo>
                <a:lnTo>
                  <a:pt x="151695" y="22831"/>
                </a:lnTo>
                <a:lnTo>
                  <a:pt x="120739" y="20593"/>
                </a:lnTo>
                <a:lnTo>
                  <a:pt x="89811" y="17974"/>
                </a:lnTo>
                <a:lnTo>
                  <a:pt x="58941" y="14754"/>
                </a:lnTo>
                <a:lnTo>
                  <a:pt x="28223" y="103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71DAD91F-6C5E-4BBD-A88F-FC830BFE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925954"/>
            <a:ext cx="3524250" cy="1483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4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444B74F5-8D15-4F30-9139-1E235FC2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8991" y="1511332"/>
            <a:ext cx="2898905" cy="446094"/>
          </a:xfrm>
          <a:custGeom xmlns:a="http://schemas.openxmlformats.org/drawingml/2006/main">
            <a:pathLst>
              <a:path w="2898905" h="446094">
                <a:moveTo>
                  <a:pt x="0" y="0"/>
                </a:moveTo>
                <a:lnTo>
                  <a:pt x="13468" y="22422"/>
                </a:lnTo>
                <a:lnTo>
                  <a:pt x="26937" y="44853"/>
                </a:lnTo>
                <a:lnTo>
                  <a:pt x="40405" y="67275"/>
                </a:lnTo>
                <a:lnTo>
                  <a:pt x="53873" y="89697"/>
                </a:lnTo>
                <a:lnTo>
                  <a:pt x="67342" y="112119"/>
                </a:lnTo>
                <a:lnTo>
                  <a:pt x="80810" y="134550"/>
                </a:lnTo>
                <a:lnTo>
                  <a:pt x="94278" y="156972"/>
                </a:lnTo>
                <a:lnTo>
                  <a:pt x="107737" y="179394"/>
                </a:lnTo>
                <a:lnTo>
                  <a:pt x="121206" y="201816"/>
                </a:lnTo>
                <a:lnTo>
                  <a:pt x="134674" y="224247"/>
                </a:lnTo>
                <a:lnTo>
                  <a:pt x="148142" y="246669"/>
                </a:lnTo>
                <a:lnTo>
                  <a:pt x="161611" y="269091"/>
                </a:lnTo>
                <a:lnTo>
                  <a:pt x="175079" y="291522"/>
                </a:lnTo>
                <a:lnTo>
                  <a:pt x="188547" y="313944"/>
                </a:lnTo>
                <a:lnTo>
                  <a:pt x="202016" y="336366"/>
                </a:lnTo>
                <a:lnTo>
                  <a:pt x="215484" y="358788"/>
                </a:lnTo>
                <a:lnTo>
                  <a:pt x="228952" y="381219"/>
                </a:lnTo>
                <a:lnTo>
                  <a:pt x="244897" y="400822"/>
                </a:lnTo>
                <a:lnTo>
                  <a:pt x="270177" y="407432"/>
                </a:lnTo>
                <a:lnTo>
                  <a:pt x="295999" y="411575"/>
                </a:lnTo>
                <a:lnTo>
                  <a:pt x="321955" y="414766"/>
                </a:lnTo>
                <a:lnTo>
                  <a:pt x="347977" y="417424"/>
                </a:lnTo>
                <a:lnTo>
                  <a:pt x="374037" y="419719"/>
                </a:lnTo>
                <a:lnTo>
                  <a:pt x="400117" y="421738"/>
                </a:lnTo>
                <a:lnTo>
                  <a:pt x="426215" y="423558"/>
                </a:lnTo>
                <a:lnTo>
                  <a:pt x="452314" y="425196"/>
                </a:lnTo>
                <a:lnTo>
                  <a:pt x="478431" y="426720"/>
                </a:lnTo>
                <a:lnTo>
                  <a:pt x="504549" y="428101"/>
                </a:lnTo>
                <a:lnTo>
                  <a:pt x="530676" y="429397"/>
                </a:lnTo>
                <a:lnTo>
                  <a:pt x="556812" y="430597"/>
                </a:lnTo>
                <a:lnTo>
                  <a:pt x="582940" y="431721"/>
                </a:lnTo>
                <a:lnTo>
                  <a:pt x="609076" y="432768"/>
                </a:lnTo>
                <a:lnTo>
                  <a:pt x="635222" y="433749"/>
                </a:lnTo>
                <a:lnTo>
                  <a:pt x="661359" y="434673"/>
                </a:lnTo>
                <a:lnTo>
                  <a:pt x="687505" y="435540"/>
                </a:lnTo>
                <a:lnTo>
                  <a:pt x="713651" y="436359"/>
                </a:lnTo>
                <a:lnTo>
                  <a:pt x="739797" y="437131"/>
                </a:lnTo>
                <a:lnTo>
                  <a:pt x="765943" y="437855"/>
                </a:lnTo>
                <a:lnTo>
                  <a:pt x="792089" y="438541"/>
                </a:lnTo>
                <a:lnTo>
                  <a:pt x="818245" y="439179"/>
                </a:lnTo>
                <a:lnTo>
                  <a:pt x="844391" y="439798"/>
                </a:lnTo>
                <a:lnTo>
                  <a:pt x="870547" y="440360"/>
                </a:lnTo>
                <a:lnTo>
                  <a:pt x="896693" y="440912"/>
                </a:lnTo>
                <a:lnTo>
                  <a:pt x="922849" y="441408"/>
                </a:lnTo>
                <a:lnTo>
                  <a:pt x="949004" y="441893"/>
                </a:lnTo>
                <a:lnTo>
                  <a:pt x="975160" y="442331"/>
                </a:lnTo>
                <a:lnTo>
                  <a:pt x="1001316" y="442760"/>
                </a:lnTo>
                <a:lnTo>
                  <a:pt x="1027471" y="443141"/>
                </a:lnTo>
                <a:lnTo>
                  <a:pt x="1053627" y="443513"/>
                </a:lnTo>
                <a:lnTo>
                  <a:pt x="1079783" y="443846"/>
                </a:lnTo>
                <a:lnTo>
                  <a:pt x="1105938" y="444160"/>
                </a:lnTo>
                <a:lnTo>
                  <a:pt x="1132094" y="444446"/>
                </a:lnTo>
                <a:lnTo>
                  <a:pt x="1158250" y="444713"/>
                </a:lnTo>
                <a:lnTo>
                  <a:pt x="1184405" y="444941"/>
                </a:lnTo>
                <a:lnTo>
                  <a:pt x="1210561" y="445160"/>
                </a:lnTo>
                <a:lnTo>
                  <a:pt x="1236716" y="445351"/>
                </a:lnTo>
                <a:lnTo>
                  <a:pt x="1262872" y="445522"/>
                </a:lnTo>
                <a:lnTo>
                  <a:pt x="1289037" y="445675"/>
                </a:lnTo>
                <a:lnTo>
                  <a:pt x="1315193" y="445789"/>
                </a:lnTo>
                <a:lnTo>
                  <a:pt x="1341349" y="445903"/>
                </a:lnTo>
                <a:lnTo>
                  <a:pt x="1367504" y="445980"/>
                </a:lnTo>
                <a:lnTo>
                  <a:pt x="1393660" y="446046"/>
                </a:lnTo>
                <a:lnTo>
                  <a:pt x="1419825" y="446075"/>
                </a:lnTo>
                <a:lnTo>
                  <a:pt x="1445981" y="446094"/>
                </a:lnTo>
                <a:lnTo>
                  <a:pt x="1472136" y="446084"/>
                </a:lnTo>
                <a:lnTo>
                  <a:pt x="1498292" y="446065"/>
                </a:lnTo>
                <a:lnTo>
                  <a:pt x="1524457" y="446018"/>
                </a:lnTo>
                <a:lnTo>
                  <a:pt x="1550613" y="445941"/>
                </a:lnTo>
                <a:lnTo>
                  <a:pt x="1576769" y="445856"/>
                </a:lnTo>
                <a:lnTo>
                  <a:pt x="1602924" y="445741"/>
                </a:lnTo>
                <a:lnTo>
                  <a:pt x="1629080" y="445608"/>
                </a:lnTo>
                <a:lnTo>
                  <a:pt x="1655245" y="445446"/>
                </a:lnTo>
                <a:lnTo>
                  <a:pt x="1681401" y="445275"/>
                </a:lnTo>
                <a:lnTo>
                  <a:pt x="1707556" y="445065"/>
                </a:lnTo>
                <a:lnTo>
                  <a:pt x="1733712" y="444846"/>
                </a:lnTo>
                <a:lnTo>
                  <a:pt x="1759868" y="444589"/>
                </a:lnTo>
                <a:lnTo>
                  <a:pt x="1786023" y="444322"/>
                </a:lnTo>
                <a:lnTo>
                  <a:pt x="1812179" y="444017"/>
                </a:lnTo>
                <a:lnTo>
                  <a:pt x="1838335" y="443703"/>
                </a:lnTo>
                <a:lnTo>
                  <a:pt x="1864490" y="443341"/>
                </a:lnTo>
                <a:lnTo>
                  <a:pt x="1890646" y="442970"/>
                </a:lnTo>
                <a:lnTo>
                  <a:pt x="1916801" y="442570"/>
                </a:lnTo>
                <a:lnTo>
                  <a:pt x="1942957" y="442141"/>
                </a:lnTo>
                <a:lnTo>
                  <a:pt x="1969113" y="441674"/>
                </a:lnTo>
                <a:lnTo>
                  <a:pt x="1995268" y="441188"/>
                </a:lnTo>
                <a:lnTo>
                  <a:pt x="2021415" y="440665"/>
                </a:lnTo>
                <a:lnTo>
                  <a:pt x="2047570" y="440112"/>
                </a:lnTo>
                <a:lnTo>
                  <a:pt x="2073726" y="439512"/>
                </a:lnTo>
                <a:lnTo>
                  <a:pt x="2099872" y="438902"/>
                </a:lnTo>
                <a:lnTo>
                  <a:pt x="2126018" y="438236"/>
                </a:lnTo>
                <a:lnTo>
                  <a:pt x="2152174" y="437540"/>
                </a:lnTo>
                <a:lnTo>
                  <a:pt x="2178320" y="436788"/>
                </a:lnTo>
                <a:lnTo>
                  <a:pt x="2204466" y="435997"/>
                </a:lnTo>
                <a:lnTo>
                  <a:pt x="2230612" y="435159"/>
                </a:lnTo>
                <a:lnTo>
                  <a:pt x="2256749" y="434264"/>
                </a:lnTo>
                <a:lnTo>
                  <a:pt x="2282895" y="433311"/>
                </a:lnTo>
                <a:lnTo>
                  <a:pt x="2309031" y="432302"/>
                </a:lnTo>
                <a:lnTo>
                  <a:pt x="2335168" y="431216"/>
                </a:lnTo>
                <a:lnTo>
                  <a:pt x="2361295" y="430063"/>
                </a:lnTo>
                <a:lnTo>
                  <a:pt x="2387422" y="428825"/>
                </a:lnTo>
                <a:lnTo>
                  <a:pt x="2413549" y="427492"/>
                </a:lnTo>
                <a:lnTo>
                  <a:pt x="2439667" y="426044"/>
                </a:lnTo>
                <a:lnTo>
                  <a:pt x="2465775" y="424472"/>
                </a:lnTo>
                <a:lnTo>
                  <a:pt x="2491883" y="422758"/>
                </a:lnTo>
                <a:lnTo>
                  <a:pt x="2517972" y="420843"/>
                </a:lnTo>
                <a:lnTo>
                  <a:pt x="2544042" y="418719"/>
                </a:lnTo>
                <a:lnTo>
                  <a:pt x="2570083" y="416271"/>
                </a:lnTo>
                <a:lnTo>
                  <a:pt x="2596077" y="413404"/>
                </a:lnTo>
                <a:lnTo>
                  <a:pt x="2621994" y="409851"/>
                </a:lnTo>
                <a:lnTo>
                  <a:pt x="2647683" y="404965"/>
                </a:lnTo>
                <a:lnTo>
                  <a:pt x="2669953" y="393478"/>
                </a:lnTo>
                <a:lnTo>
                  <a:pt x="2683421" y="371056"/>
                </a:lnTo>
                <a:lnTo>
                  <a:pt x="2696889" y="348634"/>
                </a:lnTo>
                <a:lnTo>
                  <a:pt x="2710358" y="326212"/>
                </a:lnTo>
                <a:lnTo>
                  <a:pt x="2723826" y="303781"/>
                </a:lnTo>
                <a:lnTo>
                  <a:pt x="2737285" y="281359"/>
                </a:lnTo>
                <a:lnTo>
                  <a:pt x="2750753" y="258937"/>
                </a:lnTo>
                <a:lnTo>
                  <a:pt x="2764222" y="236506"/>
                </a:lnTo>
                <a:lnTo>
                  <a:pt x="2777690" y="214084"/>
                </a:lnTo>
                <a:lnTo>
                  <a:pt x="2791158" y="191662"/>
                </a:lnTo>
                <a:lnTo>
                  <a:pt x="2804627" y="169240"/>
                </a:lnTo>
                <a:lnTo>
                  <a:pt x="2818095" y="146809"/>
                </a:lnTo>
                <a:lnTo>
                  <a:pt x="2831563" y="124387"/>
                </a:lnTo>
                <a:lnTo>
                  <a:pt x="2845032" y="101965"/>
                </a:lnTo>
                <a:lnTo>
                  <a:pt x="2858500" y="79543"/>
                </a:lnTo>
                <a:lnTo>
                  <a:pt x="2871968" y="57112"/>
                </a:lnTo>
                <a:lnTo>
                  <a:pt x="2885437" y="34690"/>
                </a:lnTo>
                <a:lnTo>
                  <a:pt x="2898905" y="12268"/>
                </a:lnTo>
                <a:lnTo>
                  <a:pt x="2897095" y="6620"/>
                </a:lnTo>
                <a:lnTo>
                  <a:pt x="2871654" y="12573"/>
                </a:lnTo>
                <a:lnTo>
                  <a:pt x="2845775" y="16354"/>
                </a:lnTo>
                <a:lnTo>
                  <a:pt x="2819781" y="19307"/>
                </a:lnTo>
                <a:lnTo>
                  <a:pt x="2793740" y="21765"/>
                </a:lnTo>
                <a:lnTo>
                  <a:pt x="2767670" y="23898"/>
                </a:lnTo>
                <a:lnTo>
                  <a:pt x="2741581" y="25794"/>
                </a:lnTo>
                <a:lnTo>
                  <a:pt x="2715482" y="27508"/>
                </a:lnTo>
                <a:lnTo>
                  <a:pt x="2689365" y="29061"/>
                </a:lnTo>
                <a:lnTo>
                  <a:pt x="2663247" y="30490"/>
                </a:lnTo>
                <a:lnTo>
                  <a:pt x="2637120" y="31823"/>
                </a:lnTo>
                <a:lnTo>
                  <a:pt x="2610993" y="33052"/>
                </a:lnTo>
                <a:lnTo>
                  <a:pt x="2584866" y="34204"/>
                </a:lnTo>
                <a:lnTo>
                  <a:pt x="2558729" y="35290"/>
                </a:lnTo>
                <a:lnTo>
                  <a:pt x="2532593" y="36309"/>
                </a:lnTo>
                <a:lnTo>
                  <a:pt x="2506447" y="37271"/>
                </a:lnTo>
                <a:lnTo>
                  <a:pt x="2480310" y="38186"/>
                </a:lnTo>
                <a:lnTo>
                  <a:pt x="2454164" y="39043"/>
                </a:lnTo>
                <a:lnTo>
                  <a:pt x="2428018" y="39862"/>
                </a:lnTo>
                <a:lnTo>
                  <a:pt x="2401872" y="40634"/>
                </a:lnTo>
                <a:lnTo>
                  <a:pt x="2375726" y="41367"/>
                </a:lnTo>
                <a:lnTo>
                  <a:pt x="2349579" y="42072"/>
                </a:lnTo>
                <a:lnTo>
                  <a:pt x="2323424" y="42739"/>
                </a:lnTo>
                <a:lnTo>
                  <a:pt x="2297278" y="43367"/>
                </a:lnTo>
                <a:lnTo>
                  <a:pt x="2271122" y="43967"/>
                </a:lnTo>
                <a:lnTo>
                  <a:pt x="2244976" y="44539"/>
                </a:lnTo>
                <a:lnTo>
                  <a:pt x="2218820" y="45082"/>
                </a:lnTo>
                <a:lnTo>
                  <a:pt x="2192665" y="45596"/>
                </a:lnTo>
                <a:lnTo>
                  <a:pt x="2166518" y="46101"/>
                </a:lnTo>
                <a:lnTo>
                  <a:pt x="2140363" y="46558"/>
                </a:lnTo>
                <a:lnTo>
                  <a:pt x="2114207" y="47015"/>
                </a:lnTo>
                <a:lnTo>
                  <a:pt x="2088051" y="47435"/>
                </a:lnTo>
                <a:lnTo>
                  <a:pt x="2061896" y="47835"/>
                </a:lnTo>
                <a:lnTo>
                  <a:pt x="2035740" y="48216"/>
                </a:lnTo>
                <a:lnTo>
                  <a:pt x="2009585" y="48578"/>
                </a:lnTo>
                <a:lnTo>
                  <a:pt x="1983429" y="48930"/>
                </a:lnTo>
                <a:lnTo>
                  <a:pt x="1957273" y="49235"/>
                </a:lnTo>
                <a:lnTo>
                  <a:pt x="1931118" y="49549"/>
                </a:lnTo>
                <a:lnTo>
                  <a:pt x="1904962" y="49835"/>
                </a:lnTo>
                <a:lnTo>
                  <a:pt x="1878806" y="50092"/>
                </a:lnTo>
                <a:lnTo>
                  <a:pt x="1852651" y="50349"/>
                </a:lnTo>
                <a:lnTo>
                  <a:pt x="1826495" y="50578"/>
                </a:lnTo>
                <a:lnTo>
                  <a:pt x="1800339" y="50797"/>
                </a:lnTo>
                <a:lnTo>
                  <a:pt x="1774184" y="50987"/>
                </a:lnTo>
                <a:lnTo>
                  <a:pt x="1748018" y="51168"/>
                </a:lnTo>
                <a:lnTo>
                  <a:pt x="1721863" y="51349"/>
                </a:lnTo>
                <a:lnTo>
                  <a:pt x="1695707" y="51483"/>
                </a:lnTo>
                <a:lnTo>
                  <a:pt x="1669552" y="51626"/>
                </a:lnTo>
                <a:lnTo>
                  <a:pt x="1643396" y="51740"/>
                </a:lnTo>
                <a:lnTo>
                  <a:pt x="1617231" y="51845"/>
                </a:lnTo>
                <a:lnTo>
                  <a:pt x="1591075" y="51940"/>
                </a:lnTo>
                <a:lnTo>
                  <a:pt x="1564919" y="51997"/>
                </a:lnTo>
                <a:lnTo>
                  <a:pt x="1538764" y="52064"/>
                </a:lnTo>
                <a:lnTo>
                  <a:pt x="1512599" y="52102"/>
                </a:lnTo>
                <a:lnTo>
                  <a:pt x="1486443" y="52121"/>
                </a:lnTo>
                <a:lnTo>
                  <a:pt x="1460287" y="52140"/>
                </a:lnTo>
                <a:lnTo>
                  <a:pt x="1434132" y="52140"/>
                </a:lnTo>
                <a:lnTo>
                  <a:pt x="1407966" y="52111"/>
                </a:lnTo>
                <a:lnTo>
                  <a:pt x="1381811" y="52092"/>
                </a:lnTo>
                <a:lnTo>
                  <a:pt x="1355655" y="52035"/>
                </a:lnTo>
                <a:lnTo>
                  <a:pt x="1329500" y="51978"/>
                </a:lnTo>
                <a:lnTo>
                  <a:pt x="1303344" y="51892"/>
                </a:lnTo>
                <a:lnTo>
                  <a:pt x="1277179" y="51797"/>
                </a:lnTo>
                <a:lnTo>
                  <a:pt x="1251023" y="51702"/>
                </a:lnTo>
                <a:lnTo>
                  <a:pt x="1224867" y="51559"/>
                </a:lnTo>
                <a:lnTo>
                  <a:pt x="1198712" y="51425"/>
                </a:lnTo>
                <a:lnTo>
                  <a:pt x="1172556" y="51273"/>
                </a:lnTo>
                <a:lnTo>
                  <a:pt x="1146391" y="51092"/>
                </a:lnTo>
                <a:lnTo>
                  <a:pt x="1120235" y="50911"/>
                </a:lnTo>
                <a:lnTo>
                  <a:pt x="1094080" y="50692"/>
                </a:lnTo>
                <a:lnTo>
                  <a:pt x="1067924" y="50473"/>
                </a:lnTo>
                <a:lnTo>
                  <a:pt x="1041768" y="50244"/>
                </a:lnTo>
                <a:lnTo>
                  <a:pt x="1015613" y="49978"/>
                </a:lnTo>
                <a:lnTo>
                  <a:pt x="989457" y="49711"/>
                </a:lnTo>
                <a:lnTo>
                  <a:pt x="963301" y="49406"/>
                </a:lnTo>
                <a:lnTo>
                  <a:pt x="937146" y="49101"/>
                </a:lnTo>
                <a:lnTo>
                  <a:pt x="910981" y="48768"/>
                </a:lnTo>
                <a:lnTo>
                  <a:pt x="884834" y="48416"/>
                </a:lnTo>
                <a:lnTo>
                  <a:pt x="858679" y="48054"/>
                </a:lnTo>
                <a:lnTo>
                  <a:pt x="832523" y="47654"/>
                </a:lnTo>
                <a:lnTo>
                  <a:pt x="806367" y="47244"/>
                </a:lnTo>
                <a:lnTo>
                  <a:pt x="780212" y="46815"/>
                </a:lnTo>
                <a:lnTo>
                  <a:pt x="754056" y="46349"/>
                </a:lnTo>
                <a:lnTo>
                  <a:pt x="727901" y="45882"/>
                </a:lnTo>
                <a:lnTo>
                  <a:pt x="701754" y="45358"/>
                </a:lnTo>
                <a:lnTo>
                  <a:pt x="675599" y="44844"/>
                </a:lnTo>
                <a:lnTo>
                  <a:pt x="649443" y="44272"/>
                </a:lnTo>
                <a:lnTo>
                  <a:pt x="623297" y="43701"/>
                </a:lnTo>
                <a:lnTo>
                  <a:pt x="597141" y="43082"/>
                </a:lnTo>
                <a:lnTo>
                  <a:pt x="570995" y="42434"/>
                </a:lnTo>
                <a:lnTo>
                  <a:pt x="544849" y="41758"/>
                </a:lnTo>
                <a:lnTo>
                  <a:pt x="518693" y="41043"/>
                </a:lnTo>
                <a:lnTo>
                  <a:pt x="492547" y="40291"/>
                </a:lnTo>
                <a:lnTo>
                  <a:pt x="466401" y="39491"/>
                </a:lnTo>
                <a:lnTo>
                  <a:pt x="440255" y="38662"/>
                </a:lnTo>
                <a:lnTo>
                  <a:pt x="414118" y="37776"/>
                </a:lnTo>
                <a:lnTo>
                  <a:pt x="387972" y="36843"/>
                </a:lnTo>
                <a:lnTo>
                  <a:pt x="361836" y="35862"/>
                </a:lnTo>
                <a:lnTo>
                  <a:pt x="335699" y="34814"/>
                </a:lnTo>
                <a:lnTo>
                  <a:pt x="309563" y="33699"/>
                </a:lnTo>
                <a:lnTo>
                  <a:pt x="283435" y="32509"/>
                </a:lnTo>
                <a:lnTo>
                  <a:pt x="257308" y="31232"/>
                </a:lnTo>
                <a:lnTo>
                  <a:pt x="231181" y="29861"/>
                </a:lnTo>
                <a:lnTo>
                  <a:pt x="205073" y="28365"/>
                </a:lnTo>
                <a:lnTo>
                  <a:pt x="178965" y="26746"/>
                </a:lnTo>
                <a:lnTo>
                  <a:pt x="152867" y="24965"/>
                </a:lnTo>
                <a:lnTo>
                  <a:pt x="126787" y="22965"/>
                </a:lnTo>
                <a:lnTo>
                  <a:pt x="100727" y="20698"/>
                </a:lnTo>
                <a:lnTo>
                  <a:pt x="74705" y="18040"/>
                </a:lnTo>
                <a:lnTo>
                  <a:pt x="48749" y="14783"/>
                </a:lnTo>
                <a:lnTo>
                  <a:pt x="22984" y="103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F70A9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5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E2241970-972C-466B-AA24-A97447D9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9029" y="1437132"/>
            <a:ext cx="2906192" cy="1483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70A9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6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B3873FFE-FD64-44A6-BE79-E41C8291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5592" y="2022443"/>
            <a:ext cx="2427599" cy="446189"/>
          </a:xfrm>
          <a:custGeom xmlns:a="http://schemas.openxmlformats.org/drawingml/2006/main">
            <a:pathLst>
              <a:path w="2427599" h="446189">
                <a:moveTo>
                  <a:pt x="0" y="0"/>
                </a:moveTo>
                <a:lnTo>
                  <a:pt x="10697" y="19583"/>
                </a:lnTo>
                <a:lnTo>
                  <a:pt x="21393" y="39176"/>
                </a:lnTo>
                <a:lnTo>
                  <a:pt x="32090" y="58760"/>
                </a:lnTo>
                <a:lnTo>
                  <a:pt x="42777" y="78343"/>
                </a:lnTo>
                <a:lnTo>
                  <a:pt x="53473" y="97936"/>
                </a:lnTo>
                <a:lnTo>
                  <a:pt x="64170" y="117519"/>
                </a:lnTo>
                <a:lnTo>
                  <a:pt x="74867" y="137112"/>
                </a:lnTo>
                <a:lnTo>
                  <a:pt x="85563" y="156696"/>
                </a:lnTo>
                <a:lnTo>
                  <a:pt x="96260" y="176279"/>
                </a:lnTo>
                <a:lnTo>
                  <a:pt x="106956" y="195872"/>
                </a:lnTo>
                <a:lnTo>
                  <a:pt x="117653" y="215456"/>
                </a:lnTo>
                <a:lnTo>
                  <a:pt x="128340" y="235039"/>
                </a:lnTo>
                <a:lnTo>
                  <a:pt x="139036" y="254632"/>
                </a:lnTo>
                <a:lnTo>
                  <a:pt x="149733" y="274215"/>
                </a:lnTo>
                <a:lnTo>
                  <a:pt x="160430" y="293799"/>
                </a:lnTo>
                <a:lnTo>
                  <a:pt x="171126" y="313392"/>
                </a:lnTo>
                <a:lnTo>
                  <a:pt x="181823" y="332975"/>
                </a:lnTo>
                <a:lnTo>
                  <a:pt x="192519" y="352568"/>
                </a:lnTo>
                <a:lnTo>
                  <a:pt x="203216" y="372151"/>
                </a:lnTo>
                <a:lnTo>
                  <a:pt x="213903" y="391735"/>
                </a:lnTo>
                <a:lnTo>
                  <a:pt x="230886" y="404346"/>
                </a:lnTo>
                <a:lnTo>
                  <a:pt x="252565" y="409594"/>
                </a:lnTo>
                <a:lnTo>
                  <a:pt x="274568" y="413328"/>
                </a:lnTo>
                <a:lnTo>
                  <a:pt x="296685" y="416309"/>
                </a:lnTo>
                <a:lnTo>
                  <a:pt x="318859" y="418843"/>
                </a:lnTo>
                <a:lnTo>
                  <a:pt x="341062" y="421043"/>
                </a:lnTo>
                <a:lnTo>
                  <a:pt x="363293" y="422996"/>
                </a:lnTo>
                <a:lnTo>
                  <a:pt x="385543" y="424767"/>
                </a:lnTo>
                <a:lnTo>
                  <a:pt x="407803" y="426368"/>
                </a:lnTo>
                <a:lnTo>
                  <a:pt x="430063" y="427853"/>
                </a:lnTo>
                <a:lnTo>
                  <a:pt x="452342" y="429206"/>
                </a:lnTo>
                <a:lnTo>
                  <a:pt x="474621" y="430473"/>
                </a:lnTo>
                <a:lnTo>
                  <a:pt x="496910" y="431644"/>
                </a:lnTo>
                <a:lnTo>
                  <a:pt x="519198" y="432740"/>
                </a:lnTo>
                <a:lnTo>
                  <a:pt x="541496" y="433769"/>
                </a:lnTo>
                <a:lnTo>
                  <a:pt x="563785" y="434731"/>
                </a:lnTo>
                <a:lnTo>
                  <a:pt x="586083" y="435626"/>
                </a:lnTo>
                <a:lnTo>
                  <a:pt x="608390" y="436474"/>
                </a:lnTo>
                <a:lnTo>
                  <a:pt x="630688" y="437274"/>
                </a:lnTo>
                <a:lnTo>
                  <a:pt x="652996" y="438026"/>
                </a:lnTo>
                <a:lnTo>
                  <a:pt x="675303" y="438731"/>
                </a:lnTo>
                <a:lnTo>
                  <a:pt x="697611" y="439398"/>
                </a:lnTo>
                <a:lnTo>
                  <a:pt x="719919" y="440017"/>
                </a:lnTo>
                <a:lnTo>
                  <a:pt x="742226" y="440607"/>
                </a:lnTo>
                <a:lnTo>
                  <a:pt x="764534" y="441150"/>
                </a:lnTo>
                <a:lnTo>
                  <a:pt x="786841" y="441674"/>
                </a:lnTo>
                <a:lnTo>
                  <a:pt x="809158" y="442151"/>
                </a:lnTo>
                <a:lnTo>
                  <a:pt x="831466" y="442598"/>
                </a:lnTo>
                <a:lnTo>
                  <a:pt x="853783" y="443027"/>
                </a:lnTo>
                <a:lnTo>
                  <a:pt x="876090" y="443408"/>
                </a:lnTo>
                <a:lnTo>
                  <a:pt x="898408" y="443779"/>
                </a:lnTo>
                <a:lnTo>
                  <a:pt x="920725" y="444113"/>
                </a:lnTo>
                <a:lnTo>
                  <a:pt x="943042" y="444427"/>
                </a:lnTo>
                <a:lnTo>
                  <a:pt x="965349" y="444703"/>
                </a:lnTo>
                <a:lnTo>
                  <a:pt x="987666" y="444960"/>
                </a:lnTo>
                <a:lnTo>
                  <a:pt x="1009983" y="445189"/>
                </a:lnTo>
                <a:lnTo>
                  <a:pt x="1032300" y="445399"/>
                </a:lnTo>
                <a:lnTo>
                  <a:pt x="1054618" y="445580"/>
                </a:lnTo>
                <a:lnTo>
                  <a:pt x="1076935" y="445741"/>
                </a:lnTo>
                <a:lnTo>
                  <a:pt x="1099242" y="445865"/>
                </a:lnTo>
                <a:lnTo>
                  <a:pt x="1121559" y="445989"/>
                </a:lnTo>
                <a:lnTo>
                  <a:pt x="1143876" y="446065"/>
                </a:lnTo>
                <a:lnTo>
                  <a:pt x="1166193" y="446132"/>
                </a:lnTo>
                <a:lnTo>
                  <a:pt x="1188510" y="446170"/>
                </a:lnTo>
                <a:lnTo>
                  <a:pt x="1210828" y="446189"/>
                </a:lnTo>
                <a:lnTo>
                  <a:pt x="1233145" y="446180"/>
                </a:lnTo>
                <a:lnTo>
                  <a:pt x="1255462" y="446161"/>
                </a:lnTo>
                <a:lnTo>
                  <a:pt x="1277779" y="446103"/>
                </a:lnTo>
                <a:lnTo>
                  <a:pt x="1300096" y="446027"/>
                </a:lnTo>
                <a:lnTo>
                  <a:pt x="1322413" y="445932"/>
                </a:lnTo>
                <a:lnTo>
                  <a:pt x="1344730" y="445808"/>
                </a:lnTo>
                <a:lnTo>
                  <a:pt x="1367047" y="445665"/>
                </a:lnTo>
                <a:lnTo>
                  <a:pt x="1389364" y="445494"/>
                </a:lnTo>
                <a:lnTo>
                  <a:pt x="1411681" y="445303"/>
                </a:lnTo>
                <a:lnTo>
                  <a:pt x="1433989" y="445075"/>
                </a:lnTo>
                <a:lnTo>
                  <a:pt x="1456306" y="444837"/>
                </a:lnTo>
                <a:lnTo>
                  <a:pt x="1478623" y="444560"/>
                </a:lnTo>
                <a:lnTo>
                  <a:pt x="1500940" y="444275"/>
                </a:lnTo>
                <a:lnTo>
                  <a:pt x="1523257" y="443951"/>
                </a:lnTo>
                <a:lnTo>
                  <a:pt x="1545565" y="443608"/>
                </a:lnTo>
                <a:lnTo>
                  <a:pt x="1567882" y="443217"/>
                </a:lnTo>
                <a:lnTo>
                  <a:pt x="1590189" y="442817"/>
                </a:lnTo>
                <a:lnTo>
                  <a:pt x="1612506" y="442379"/>
                </a:lnTo>
                <a:lnTo>
                  <a:pt x="1634814" y="441922"/>
                </a:lnTo>
                <a:lnTo>
                  <a:pt x="1657131" y="441417"/>
                </a:lnTo>
                <a:lnTo>
                  <a:pt x="1679438" y="440884"/>
                </a:lnTo>
                <a:lnTo>
                  <a:pt x="1701746" y="440322"/>
                </a:lnTo>
                <a:lnTo>
                  <a:pt x="1724054" y="439712"/>
                </a:lnTo>
                <a:lnTo>
                  <a:pt x="1746361" y="439074"/>
                </a:lnTo>
                <a:lnTo>
                  <a:pt x="1768669" y="438388"/>
                </a:lnTo>
                <a:lnTo>
                  <a:pt x="1790976" y="437664"/>
                </a:lnTo>
                <a:lnTo>
                  <a:pt x="1813284" y="436893"/>
                </a:lnTo>
                <a:lnTo>
                  <a:pt x="1835582" y="436074"/>
                </a:lnTo>
                <a:lnTo>
                  <a:pt x="1857880" y="435197"/>
                </a:lnTo>
                <a:lnTo>
                  <a:pt x="1880178" y="434264"/>
                </a:lnTo>
                <a:lnTo>
                  <a:pt x="1902476" y="433273"/>
                </a:lnTo>
                <a:lnTo>
                  <a:pt x="1924764" y="432216"/>
                </a:lnTo>
                <a:lnTo>
                  <a:pt x="1947053" y="431082"/>
                </a:lnTo>
                <a:lnTo>
                  <a:pt x="1969332" y="429863"/>
                </a:lnTo>
                <a:lnTo>
                  <a:pt x="1991611" y="428558"/>
                </a:lnTo>
                <a:lnTo>
                  <a:pt x="2013890" y="427139"/>
                </a:lnTo>
                <a:lnTo>
                  <a:pt x="2036150" y="425606"/>
                </a:lnTo>
                <a:lnTo>
                  <a:pt x="2058400" y="423920"/>
                </a:lnTo>
                <a:lnTo>
                  <a:pt x="2080641" y="422062"/>
                </a:lnTo>
                <a:lnTo>
                  <a:pt x="2102863" y="419995"/>
                </a:lnTo>
                <a:lnTo>
                  <a:pt x="2125056" y="417652"/>
                </a:lnTo>
                <a:lnTo>
                  <a:pt x="2147202" y="414919"/>
                </a:lnTo>
                <a:lnTo>
                  <a:pt x="2169271" y="411623"/>
                </a:lnTo>
                <a:lnTo>
                  <a:pt x="2191169" y="407318"/>
                </a:lnTo>
                <a:lnTo>
                  <a:pt x="2212286" y="400288"/>
                </a:lnTo>
                <a:lnTo>
                  <a:pt x="2224383" y="382162"/>
                </a:lnTo>
                <a:lnTo>
                  <a:pt x="2235079" y="362579"/>
                </a:lnTo>
                <a:lnTo>
                  <a:pt x="2245776" y="342986"/>
                </a:lnTo>
                <a:lnTo>
                  <a:pt x="2256473" y="323402"/>
                </a:lnTo>
                <a:lnTo>
                  <a:pt x="2267169" y="303819"/>
                </a:lnTo>
                <a:lnTo>
                  <a:pt x="2277866" y="284226"/>
                </a:lnTo>
                <a:lnTo>
                  <a:pt x="2288562" y="264643"/>
                </a:lnTo>
                <a:lnTo>
                  <a:pt x="2299259" y="245050"/>
                </a:lnTo>
                <a:lnTo>
                  <a:pt x="2309946" y="225466"/>
                </a:lnTo>
                <a:lnTo>
                  <a:pt x="2320642" y="205883"/>
                </a:lnTo>
                <a:lnTo>
                  <a:pt x="2331339" y="186290"/>
                </a:lnTo>
                <a:lnTo>
                  <a:pt x="2342036" y="166707"/>
                </a:lnTo>
                <a:lnTo>
                  <a:pt x="2352732" y="147123"/>
                </a:lnTo>
                <a:lnTo>
                  <a:pt x="2363429" y="127530"/>
                </a:lnTo>
                <a:lnTo>
                  <a:pt x="2374125" y="107947"/>
                </a:lnTo>
                <a:lnTo>
                  <a:pt x="2384822" y="88363"/>
                </a:lnTo>
                <a:lnTo>
                  <a:pt x="2395509" y="68771"/>
                </a:lnTo>
                <a:lnTo>
                  <a:pt x="2406206" y="49187"/>
                </a:lnTo>
                <a:lnTo>
                  <a:pt x="2416902" y="29594"/>
                </a:lnTo>
                <a:lnTo>
                  <a:pt x="2427599" y="10011"/>
                </a:lnTo>
                <a:lnTo>
                  <a:pt x="2425122" y="6725"/>
                </a:lnTo>
                <a:lnTo>
                  <a:pt x="2403643" y="12659"/>
                </a:lnTo>
                <a:lnTo>
                  <a:pt x="2381660" y="16469"/>
                </a:lnTo>
                <a:lnTo>
                  <a:pt x="2359543" y="19441"/>
                </a:lnTo>
                <a:lnTo>
                  <a:pt x="2337359" y="21927"/>
                </a:lnTo>
                <a:lnTo>
                  <a:pt x="2315147" y="24079"/>
                </a:lnTo>
                <a:lnTo>
                  <a:pt x="2292915" y="25984"/>
                </a:lnTo>
                <a:lnTo>
                  <a:pt x="2270665" y="27699"/>
                </a:lnTo>
                <a:lnTo>
                  <a:pt x="2248405" y="29270"/>
                </a:lnTo>
                <a:lnTo>
                  <a:pt x="2226135" y="30718"/>
                </a:lnTo>
                <a:lnTo>
                  <a:pt x="2203856" y="32042"/>
                </a:lnTo>
                <a:lnTo>
                  <a:pt x="2181577" y="33290"/>
                </a:lnTo>
                <a:lnTo>
                  <a:pt x="2159289" y="34452"/>
                </a:lnTo>
                <a:lnTo>
                  <a:pt x="2137000" y="35538"/>
                </a:lnTo>
                <a:lnTo>
                  <a:pt x="2114702" y="36566"/>
                </a:lnTo>
                <a:lnTo>
                  <a:pt x="2092414" y="37529"/>
                </a:lnTo>
                <a:lnTo>
                  <a:pt x="2070116" y="38443"/>
                </a:lnTo>
                <a:lnTo>
                  <a:pt x="2047808" y="39300"/>
                </a:lnTo>
                <a:lnTo>
                  <a:pt x="2025510" y="40119"/>
                </a:lnTo>
                <a:lnTo>
                  <a:pt x="2003203" y="40891"/>
                </a:lnTo>
                <a:lnTo>
                  <a:pt x="1980905" y="41634"/>
                </a:lnTo>
                <a:lnTo>
                  <a:pt x="1958597" y="42329"/>
                </a:lnTo>
                <a:lnTo>
                  <a:pt x="1936290" y="42996"/>
                </a:lnTo>
                <a:lnTo>
                  <a:pt x="1913982" y="43625"/>
                </a:lnTo>
                <a:lnTo>
                  <a:pt x="1891675" y="44225"/>
                </a:lnTo>
                <a:lnTo>
                  <a:pt x="1869367" y="44796"/>
                </a:lnTo>
                <a:lnTo>
                  <a:pt x="1847050" y="45339"/>
                </a:lnTo>
                <a:lnTo>
                  <a:pt x="1824742" y="45853"/>
                </a:lnTo>
                <a:lnTo>
                  <a:pt x="1802435" y="46339"/>
                </a:lnTo>
                <a:lnTo>
                  <a:pt x="1780118" y="46806"/>
                </a:lnTo>
                <a:lnTo>
                  <a:pt x="1757810" y="47254"/>
                </a:lnTo>
                <a:lnTo>
                  <a:pt x="1735493" y="47663"/>
                </a:lnTo>
                <a:lnTo>
                  <a:pt x="1713186" y="48073"/>
                </a:lnTo>
                <a:lnTo>
                  <a:pt x="1690868" y="48435"/>
                </a:lnTo>
                <a:lnTo>
                  <a:pt x="1668551" y="48806"/>
                </a:lnTo>
                <a:lnTo>
                  <a:pt x="1646244" y="49130"/>
                </a:lnTo>
                <a:lnTo>
                  <a:pt x="1623927" y="49444"/>
                </a:lnTo>
                <a:lnTo>
                  <a:pt x="1601610" y="49749"/>
                </a:lnTo>
                <a:lnTo>
                  <a:pt x="1579293" y="50016"/>
                </a:lnTo>
                <a:lnTo>
                  <a:pt x="1556976" y="50292"/>
                </a:lnTo>
                <a:lnTo>
                  <a:pt x="1534668" y="50521"/>
                </a:lnTo>
                <a:lnTo>
                  <a:pt x="1512351" y="50749"/>
                </a:lnTo>
                <a:lnTo>
                  <a:pt x="1490034" y="50949"/>
                </a:lnTo>
                <a:lnTo>
                  <a:pt x="1467717" y="51140"/>
                </a:lnTo>
                <a:lnTo>
                  <a:pt x="1445400" y="51321"/>
                </a:lnTo>
                <a:lnTo>
                  <a:pt x="1423083" y="51464"/>
                </a:lnTo>
                <a:lnTo>
                  <a:pt x="1400766" y="51606"/>
                </a:lnTo>
                <a:lnTo>
                  <a:pt x="1378448" y="51730"/>
                </a:lnTo>
                <a:lnTo>
                  <a:pt x="1356131" y="51826"/>
                </a:lnTo>
                <a:lnTo>
                  <a:pt x="1333824" y="51930"/>
                </a:lnTo>
                <a:lnTo>
                  <a:pt x="1311507" y="51997"/>
                </a:lnTo>
                <a:lnTo>
                  <a:pt x="1289190" y="52054"/>
                </a:lnTo>
                <a:lnTo>
                  <a:pt x="1266873" y="52102"/>
                </a:lnTo>
                <a:lnTo>
                  <a:pt x="1244556" y="52121"/>
                </a:lnTo>
                <a:lnTo>
                  <a:pt x="1222238" y="52140"/>
                </a:lnTo>
                <a:lnTo>
                  <a:pt x="1199921" y="52130"/>
                </a:lnTo>
                <a:lnTo>
                  <a:pt x="1177604" y="52111"/>
                </a:lnTo>
                <a:lnTo>
                  <a:pt x="1155287" y="52083"/>
                </a:lnTo>
                <a:lnTo>
                  <a:pt x="1132970" y="52026"/>
                </a:lnTo>
                <a:lnTo>
                  <a:pt x="1110653" y="51968"/>
                </a:lnTo>
                <a:lnTo>
                  <a:pt x="1088336" y="51883"/>
                </a:lnTo>
                <a:lnTo>
                  <a:pt x="1066019" y="51778"/>
                </a:lnTo>
                <a:lnTo>
                  <a:pt x="1043702" y="51673"/>
                </a:lnTo>
                <a:lnTo>
                  <a:pt x="1021385" y="51540"/>
                </a:lnTo>
                <a:lnTo>
                  <a:pt x="999068" y="51397"/>
                </a:lnTo>
                <a:lnTo>
                  <a:pt x="976751" y="51225"/>
                </a:lnTo>
                <a:lnTo>
                  <a:pt x="954434" y="51044"/>
                </a:lnTo>
                <a:lnTo>
                  <a:pt x="932126" y="50864"/>
                </a:lnTo>
                <a:lnTo>
                  <a:pt x="909809" y="50635"/>
                </a:lnTo>
                <a:lnTo>
                  <a:pt x="887492" y="50406"/>
                </a:lnTo>
                <a:lnTo>
                  <a:pt x="865175" y="50159"/>
                </a:lnTo>
                <a:lnTo>
                  <a:pt x="842858" y="49882"/>
                </a:lnTo>
                <a:lnTo>
                  <a:pt x="820550" y="49606"/>
                </a:lnTo>
                <a:lnTo>
                  <a:pt x="798233" y="49292"/>
                </a:lnTo>
                <a:lnTo>
                  <a:pt x="775916" y="48978"/>
                </a:lnTo>
                <a:lnTo>
                  <a:pt x="753599" y="48625"/>
                </a:lnTo>
                <a:lnTo>
                  <a:pt x="731291" y="48263"/>
                </a:lnTo>
                <a:lnTo>
                  <a:pt x="708974" y="47882"/>
                </a:lnTo>
                <a:lnTo>
                  <a:pt x="686667" y="47463"/>
                </a:lnTo>
                <a:lnTo>
                  <a:pt x="664350" y="47044"/>
                </a:lnTo>
                <a:lnTo>
                  <a:pt x="642042" y="46577"/>
                </a:lnTo>
                <a:lnTo>
                  <a:pt x="619725" y="46111"/>
                </a:lnTo>
                <a:lnTo>
                  <a:pt x="597418" y="45596"/>
                </a:lnTo>
                <a:lnTo>
                  <a:pt x="575100" y="45072"/>
                </a:lnTo>
                <a:lnTo>
                  <a:pt x="552793" y="44520"/>
                </a:lnTo>
                <a:lnTo>
                  <a:pt x="530485" y="43939"/>
                </a:lnTo>
                <a:lnTo>
                  <a:pt x="508178" y="43320"/>
                </a:lnTo>
                <a:lnTo>
                  <a:pt x="485870" y="42672"/>
                </a:lnTo>
                <a:lnTo>
                  <a:pt x="463563" y="41996"/>
                </a:lnTo>
                <a:lnTo>
                  <a:pt x="441255" y="41272"/>
                </a:lnTo>
                <a:lnTo>
                  <a:pt x="418957" y="40519"/>
                </a:lnTo>
                <a:lnTo>
                  <a:pt x="396650" y="39719"/>
                </a:lnTo>
                <a:lnTo>
                  <a:pt x="374352" y="38881"/>
                </a:lnTo>
                <a:lnTo>
                  <a:pt x="352054" y="37995"/>
                </a:lnTo>
                <a:lnTo>
                  <a:pt x="329756" y="37062"/>
                </a:lnTo>
                <a:lnTo>
                  <a:pt x="307457" y="36071"/>
                </a:lnTo>
                <a:lnTo>
                  <a:pt x="285169" y="35014"/>
                </a:lnTo>
                <a:lnTo>
                  <a:pt x="262880" y="33890"/>
                </a:lnTo>
                <a:lnTo>
                  <a:pt x="240592" y="32690"/>
                </a:lnTo>
                <a:lnTo>
                  <a:pt x="218313" y="31404"/>
                </a:lnTo>
                <a:lnTo>
                  <a:pt x="196044" y="30023"/>
                </a:lnTo>
                <a:lnTo>
                  <a:pt x="173774" y="28518"/>
                </a:lnTo>
                <a:lnTo>
                  <a:pt x="151524" y="26880"/>
                </a:lnTo>
                <a:lnTo>
                  <a:pt x="129273" y="25079"/>
                </a:lnTo>
                <a:lnTo>
                  <a:pt x="107051" y="23060"/>
                </a:lnTo>
                <a:lnTo>
                  <a:pt x="84858" y="20755"/>
                </a:lnTo>
                <a:lnTo>
                  <a:pt x="62703" y="18059"/>
                </a:lnTo>
                <a:lnTo>
                  <a:pt x="40634" y="14745"/>
                </a:lnTo>
                <a:lnTo>
                  <a:pt x="18793" y="10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F82B5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7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36B67BC5-9766-4144-B65F-52B16792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5563" y="1948310"/>
            <a:ext cx="2433123" cy="1483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2B5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8" name="simple-step-body-3">
            <a:extLst xmlns:a="http://schemas.openxmlformats.org/drawingml/2006/main">
              <a:ext uri="{FF2B5EF4-FFF2-40B4-BE49-F238E27FC236}">
                <a16:creationId xmlns:a16="http://schemas.microsoft.com/office/drawing/2014/main" id="{A6017C08-2E18-4975-8731-5E413FCF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0762" y="2533650"/>
            <a:ext cx="2001079" cy="446189"/>
          </a:xfrm>
          <a:custGeom xmlns:a="http://schemas.openxmlformats.org/drawingml/2006/main">
            <a:pathLst>
              <a:path w="2001079" h="446189">
                <a:moveTo>
                  <a:pt x="0" y="0"/>
                </a:moveTo>
                <a:lnTo>
                  <a:pt x="8696" y="16935"/>
                </a:lnTo>
                <a:lnTo>
                  <a:pt x="17402" y="33871"/>
                </a:lnTo>
                <a:lnTo>
                  <a:pt x="26099" y="50806"/>
                </a:lnTo>
                <a:lnTo>
                  <a:pt x="34795" y="67742"/>
                </a:lnTo>
                <a:lnTo>
                  <a:pt x="43501" y="84687"/>
                </a:lnTo>
                <a:lnTo>
                  <a:pt x="52197" y="101622"/>
                </a:lnTo>
                <a:lnTo>
                  <a:pt x="60893" y="118558"/>
                </a:lnTo>
                <a:lnTo>
                  <a:pt x="69599" y="135493"/>
                </a:lnTo>
                <a:lnTo>
                  <a:pt x="78296" y="152429"/>
                </a:lnTo>
                <a:lnTo>
                  <a:pt x="86992" y="169364"/>
                </a:lnTo>
                <a:lnTo>
                  <a:pt x="95698" y="186299"/>
                </a:lnTo>
                <a:lnTo>
                  <a:pt x="104394" y="203235"/>
                </a:lnTo>
                <a:lnTo>
                  <a:pt x="113090" y="220170"/>
                </a:lnTo>
                <a:lnTo>
                  <a:pt x="121796" y="237106"/>
                </a:lnTo>
                <a:lnTo>
                  <a:pt x="130493" y="254051"/>
                </a:lnTo>
                <a:lnTo>
                  <a:pt x="139189" y="270986"/>
                </a:lnTo>
                <a:lnTo>
                  <a:pt x="147895" y="287922"/>
                </a:lnTo>
                <a:lnTo>
                  <a:pt x="156591" y="304857"/>
                </a:lnTo>
                <a:lnTo>
                  <a:pt x="165287" y="321793"/>
                </a:lnTo>
                <a:lnTo>
                  <a:pt x="173993" y="338728"/>
                </a:lnTo>
                <a:lnTo>
                  <a:pt x="182690" y="355664"/>
                </a:lnTo>
                <a:lnTo>
                  <a:pt x="191386" y="372599"/>
                </a:lnTo>
                <a:lnTo>
                  <a:pt x="200092" y="389534"/>
                </a:lnTo>
                <a:lnTo>
                  <a:pt x="212131" y="403155"/>
                </a:lnTo>
                <a:lnTo>
                  <a:pt x="230191" y="409089"/>
                </a:lnTo>
                <a:lnTo>
                  <a:pt x="248793" y="413137"/>
                </a:lnTo>
                <a:lnTo>
                  <a:pt x="267567" y="416328"/>
                </a:lnTo>
                <a:lnTo>
                  <a:pt x="286417" y="419005"/>
                </a:lnTo>
                <a:lnTo>
                  <a:pt x="305314" y="421329"/>
                </a:lnTo>
                <a:lnTo>
                  <a:pt x="324241" y="423377"/>
                </a:lnTo>
                <a:lnTo>
                  <a:pt x="343195" y="425215"/>
                </a:lnTo>
                <a:lnTo>
                  <a:pt x="362160" y="426891"/>
                </a:lnTo>
                <a:lnTo>
                  <a:pt x="381143" y="428415"/>
                </a:lnTo>
                <a:lnTo>
                  <a:pt x="400126" y="429825"/>
                </a:lnTo>
                <a:lnTo>
                  <a:pt x="419119" y="431121"/>
                </a:lnTo>
                <a:lnTo>
                  <a:pt x="438121" y="432330"/>
                </a:lnTo>
                <a:lnTo>
                  <a:pt x="457133" y="433445"/>
                </a:lnTo>
                <a:lnTo>
                  <a:pt x="476145" y="434492"/>
                </a:lnTo>
                <a:lnTo>
                  <a:pt x="495157" y="435473"/>
                </a:lnTo>
                <a:lnTo>
                  <a:pt x="514179" y="436388"/>
                </a:lnTo>
                <a:lnTo>
                  <a:pt x="533200" y="437245"/>
                </a:lnTo>
                <a:lnTo>
                  <a:pt x="552221" y="438045"/>
                </a:lnTo>
                <a:lnTo>
                  <a:pt x="571243" y="438798"/>
                </a:lnTo>
                <a:lnTo>
                  <a:pt x="590274" y="439503"/>
                </a:lnTo>
                <a:lnTo>
                  <a:pt x="609305" y="440160"/>
                </a:lnTo>
                <a:lnTo>
                  <a:pt x="628336" y="440769"/>
                </a:lnTo>
                <a:lnTo>
                  <a:pt x="647367" y="441350"/>
                </a:lnTo>
                <a:lnTo>
                  <a:pt x="666398" y="441884"/>
                </a:lnTo>
                <a:lnTo>
                  <a:pt x="685429" y="442389"/>
                </a:lnTo>
                <a:lnTo>
                  <a:pt x="704459" y="442855"/>
                </a:lnTo>
                <a:lnTo>
                  <a:pt x="723500" y="443274"/>
                </a:lnTo>
                <a:lnTo>
                  <a:pt x="742531" y="443684"/>
                </a:lnTo>
                <a:lnTo>
                  <a:pt x="761571" y="444036"/>
                </a:lnTo>
                <a:lnTo>
                  <a:pt x="780612" y="444389"/>
                </a:lnTo>
                <a:lnTo>
                  <a:pt x="799643" y="444675"/>
                </a:lnTo>
                <a:lnTo>
                  <a:pt x="818683" y="444960"/>
                </a:lnTo>
                <a:lnTo>
                  <a:pt x="837724" y="445199"/>
                </a:lnTo>
                <a:lnTo>
                  <a:pt x="856764" y="445427"/>
                </a:lnTo>
                <a:lnTo>
                  <a:pt x="875805" y="445608"/>
                </a:lnTo>
                <a:lnTo>
                  <a:pt x="894836" y="445780"/>
                </a:lnTo>
                <a:lnTo>
                  <a:pt x="913876" y="445913"/>
                </a:lnTo>
                <a:lnTo>
                  <a:pt x="932917" y="446018"/>
                </a:lnTo>
                <a:lnTo>
                  <a:pt x="951957" y="446103"/>
                </a:lnTo>
                <a:lnTo>
                  <a:pt x="970998" y="446161"/>
                </a:lnTo>
                <a:lnTo>
                  <a:pt x="990038" y="446180"/>
                </a:lnTo>
                <a:lnTo>
                  <a:pt x="1009079" y="446189"/>
                </a:lnTo>
                <a:lnTo>
                  <a:pt x="1028119" y="446161"/>
                </a:lnTo>
                <a:lnTo>
                  <a:pt x="1047159" y="446113"/>
                </a:lnTo>
                <a:lnTo>
                  <a:pt x="1066200" y="446037"/>
                </a:lnTo>
                <a:lnTo>
                  <a:pt x="1085240" y="445932"/>
                </a:lnTo>
                <a:lnTo>
                  <a:pt x="1104281" y="445799"/>
                </a:lnTo>
                <a:lnTo>
                  <a:pt x="1123321" y="445646"/>
                </a:lnTo>
                <a:lnTo>
                  <a:pt x="1142362" y="445465"/>
                </a:lnTo>
                <a:lnTo>
                  <a:pt x="1161393" y="445246"/>
                </a:lnTo>
                <a:lnTo>
                  <a:pt x="1180433" y="445008"/>
                </a:lnTo>
                <a:lnTo>
                  <a:pt x="1199474" y="444732"/>
                </a:lnTo>
                <a:lnTo>
                  <a:pt x="1218514" y="444436"/>
                </a:lnTo>
                <a:lnTo>
                  <a:pt x="1237545" y="444103"/>
                </a:lnTo>
                <a:lnTo>
                  <a:pt x="1256586" y="443751"/>
                </a:lnTo>
                <a:lnTo>
                  <a:pt x="1275617" y="443351"/>
                </a:lnTo>
                <a:lnTo>
                  <a:pt x="1294657" y="442941"/>
                </a:lnTo>
                <a:lnTo>
                  <a:pt x="1313688" y="442465"/>
                </a:lnTo>
                <a:lnTo>
                  <a:pt x="1332728" y="441989"/>
                </a:lnTo>
                <a:lnTo>
                  <a:pt x="1351759" y="441455"/>
                </a:lnTo>
                <a:lnTo>
                  <a:pt x="1370790" y="440884"/>
                </a:lnTo>
                <a:lnTo>
                  <a:pt x="1389821" y="440274"/>
                </a:lnTo>
                <a:lnTo>
                  <a:pt x="1408852" y="439626"/>
                </a:lnTo>
                <a:lnTo>
                  <a:pt x="1427874" y="438931"/>
                </a:lnTo>
                <a:lnTo>
                  <a:pt x="1446905" y="438188"/>
                </a:lnTo>
                <a:lnTo>
                  <a:pt x="1465926" y="437398"/>
                </a:lnTo>
                <a:lnTo>
                  <a:pt x="1484948" y="436550"/>
                </a:lnTo>
                <a:lnTo>
                  <a:pt x="1503969" y="435645"/>
                </a:lnTo>
                <a:lnTo>
                  <a:pt x="1522981" y="434683"/>
                </a:lnTo>
                <a:lnTo>
                  <a:pt x="1541993" y="433654"/>
                </a:lnTo>
                <a:lnTo>
                  <a:pt x="1561005" y="432549"/>
                </a:lnTo>
                <a:lnTo>
                  <a:pt x="1580007" y="431359"/>
                </a:lnTo>
                <a:lnTo>
                  <a:pt x="1599000" y="430073"/>
                </a:lnTo>
                <a:lnTo>
                  <a:pt x="1617993" y="428692"/>
                </a:lnTo>
                <a:lnTo>
                  <a:pt x="1636967" y="427187"/>
                </a:lnTo>
                <a:lnTo>
                  <a:pt x="1655940" y="425548"/>
                </a:lnTo>
                <a:lnTo>
                  <a:pt x="1674895" y="423748"/>
                </a:lnTo>
                <a:lnTo>
                  <a:pt x="1693831" y="421738"/>
                </a:lnTo>
                <a:lnTo>
                  <a:pt x="1712728" y="419471"/>
                </a:lnTo>
                <a:lnTo>
                  <a:pt x="1731597" y="416871"/>
                </a:lnTo>
                <a:lnTo>
                  <a:pt x="1750381" y="413795"/>
                </a:lnTo>
                <a:lnTo>
                  <a:pt x="1769031" y="409946"/>
                </a:lnTo>
                <a:lnTo>
                  <a:pt x="1787271" y="404546"/>
                </a:lnTo>
                <a:lnTo>
                  <a:pt x="1800987" y="392744"/>
                </a:lnTo>
                <a:lnTo>
                  <a:pt x="1809693" y="375809"/>
                </a:lnTo>
                <a:lnTo>
                  <a:pt x="1818389" y="358873"/>
                </a:lnTo>
                <a:lnTo>
                  <a:pt x="1827086" y="341938"/>
                </a:lnTo>
                <a:lnTo>
                  <a:pt x="1835791" y="325003"/>
                </a:lnTo>
                <a:lnTo>
                  <a:pt x="1844488" y="308067"/>
                </a:lnTo>
                <a:lnTo>
                  <a:pt x="1853184" y="291132"/>
                </a:lnTo>
                <a:lnTo>
                  <a:pt x="1861890" y="274196"/>
                </a:lnTo>
                <a:lnTo>
                  <a:pt x="1870586" y="257251"/>
                </a:lnTo>
                <a:lnTo>
                  <a:pt x="1879283" y="240316"/>
                </a:lnTo>
                <a:lnTo>
                  <a:pt x="1887988" y="223380"/>
                </a:lnTo>
                <a:lnTo>
                  <a:pt x="1896685" y="206445"/>
                </a:lnTo>
                <a:lnTo>
                  <a:pt x="1905381" y="189509"/>
                </a:lnTo>
                <a:lnTo>
                  <a:pt x="1914087" y="172574"/>
                </a:lnTo>
                <a:lnTo>
                  <a:pt x="1922783" y="155639"/>
                </a:lnTo>
                <a:lnTo>
                  <a:pt x="1931480" y="138703"/>
                </a:lnTo>
                <a:lnTo>
                  <a:pt x="1940185" y="121768"/>
                </a:lnTo>
                <a:lnTo>
                  <a:pt x="1948882" y="104832"/>
                </a:lnTo>
                <a:lnTo>
                  <a:pt x="1957578" y="87887"/>
                </a:lnTo>
                <a:lnTo>
                  <a:pt x="1966284" y="70952"/>
                </a:lnTo>
                <a:lnTo>
                  <a:pt x="1974980" y="54016"/>
                </a:lnTo>
                <a:lnTo>
                  <a:pt x="1983677" y="37081"/>
                </a:lnTo>
                <a:lnTo>
                  <a:pt x="1992382" y="20145"/>
                </a:lnTo>
                <a:lnTo>
                  <a:pt x="2001079" y="3210"/>
                </a:lnTo>
                <a:lnTo>
                  <a:pt x="1991030" y="8925"/>
                </a:lnTo>
                <a:lnTo>
                  <a:pt x="1972704" y="14021"/>
                </a:lnTo>
                <a:lnTo>
                  <a:pt x="1953997" y="17593"/>
                </a:lnTo>
                <a:lnTo>
                  <a:pt x="1935175" y="20441"/>
                </a:lnTo>
                <a:lnTo>
                  <a:pt x="1916287" y="22860"/>
                </a:lnTo>
                <a:lnTo>
                  <a:pt x="1897370" y="24965"/>
                </a:lnTo>
                <a:lnTo>
                  <a:pt x="1878416" y="26841"/>
                </a:lnTo>
                <a:lnTo>
                  <a:pt x="1859451" y="28546"/>
                </a:lnTo>
                <a:lnTo>
                  <a:pt x="1840478" y="30089"/>
                </a:lnTo>
                <a:lnTo>
                  <a:pt x="1821494" y="31518"/>
                </a:lnTo>
                <a:lnTo>
                  <a:pt x="1802501" y="32842"/>
                </a:lnTo>
                <a:lnTo>
                  <a:pt x="1783499" y="34071"/>
                </a:lnTo>
                <a:lnTo>
                  <a:pt x="1764487" y="35214"/>
                </a:lnTo>
                <a:lnTo>
                  <a:pt x="1745485" y="36300"/>
                </a:lnTo>
                <a:lnTo>
                  <a:pt x="1726473" y="37319"/>
                </a:lnTo>
                <a:lnTo>
                  <a:pt x="1707452" y="38271"/>
                </a:lnTo>
                <a:lnTo>
                  <a:pt x="1688430" y="39176"/>
                </a:lnTo>
                <a:lnTo>
                  <a:pt x="1669418" y="40024"/>
                </a:lnTo>
                <a:lnTo>
                  <a:pt x="1650387" y="40834"/>
                </a:lnTo>
                <a:lnTo>
                  <a:pt x="1631366" y="41596"/>
                </a:lnTo>
                <a:lnTo>
                  <a:pt x="1612335" y="42320"/>
                </a:lnTo>
                <a:lnTo>
                  <a:pt x="1593313" y="43015"/>
                </a:lnTo>
                <a:lnTo>
                  <a:pt x="1574282" y="43663"/>
                </a:lnTo>
                <a:lnTo>
                  <a:pt x="1555252" y="44282"/>
                </a:lnTo>
                <a:lnTo>
                  <a:pt x="1536221" y="44872"/>
                </a:lnTo>
                <a:lnTo>
                  <a:pt x="1517190" y="45434"/>
                </a:lnTo>
                <a:lnTo>
                  <a:pt x="1498159" y="45968"/>
                </a:lnTo>
                <a:lnTo>
                  <a:pt x="1479128" y="46463"/>
                </a:lnTo>
                <a:lnTo>
                  <a:pt x="1460087" y="46939"/>
                </a:lnTo>
                <a:lnTo>
                  <a:pt x="1441056" y="47396"/>
                </a:lnTo>
                <a:lnTo>
                  <a:pt x="1422016" y="47815"/>
                </a:lnTo>
                <a:lnTo>
                  <a:pt x="1402985" y="48216"/>
                </a:lnTo>
                <a:lnTo>
                  <a:pt x="1383944" y="48597"/>
                </a:lnTo>
                <a:lnTo>
                  <a:pt x="1364913" y="48959"/>
                </a:lnTo>
                <a:lnTo>
                  <a:pt x="1345873" y="49292"/>
                </a:lnTo>
                <a:lnTo>
                  <a:pt x="1326833" y="49616"/>
                </a:lnTo>
                <a:lnTo>
                  <a:pt x="1307802" y="49901"/>
                </a:lnTo>
                <a:lnTo>
                  <a:pt x="1288761" y="50178"/>
                </a:lnTo>
                <a:lnTo>
                  <a:pt x="1269721" y="50435"/>
                </a:lnTo>
                <a:lnTo>
                  <a:pt x="1250680" y="50673"/>
                </a:lnTo>
                <a:lnTo>
                  <a:pt x="1231640" y="50902"/>
                </a:lnTo>
                <a:lnTo>
                  <a:pt x="1212609" y="51092"/>
                </a:lnTo>
                <a:lnTo>
                  <a:pt x="1193568" y="51283"/>
                </a:lnTo>
                <a:lnTo>
                  <a:pt x="1174528" y="51435"/>
                </a:lnTo>
                <a:lnTo>
                  <a:pt x="1155487" y="51587"/>
                </a:lnTo>
                <a:lnTo>
                  <a:pt x="1136447" y="51721"/>
                </a:lnTo>
                <a:lnTo>
                  <a:pt x="1117406" y="51826"/>
                </a:lnTo>
                <a:lnTo>
                  <a:pt x="1098366" y="51930"/>
                </a:lnTo>
                <a:lnTo>
                  <a:pt x="1079325" y="51997"/>
                </a:lnTo>
                <a:lnTo>
                  <a:pt x="1060285" y="52064"/>
                </a:lnTo>
                <a:lnTo>
                  <a:pt x="1041244" y="52102"/>
                </a:lnTo>
                <a:lnTo>
                  <a:pt x="1022204" y="52130"/>
                </a:lnTo>
                <a:lnTo>
                  <a:pt x="1003163" y="52149"/>
                </a:lnTo>
                <a:lnTo>
                  <a:pt x="984123" y="52130"/>
                </a:lnTo>
                <a:lnTo>
                  <a:pt x="965083" y="52111"/>
                </a:lnTo>
                <a:lnTo>
                  <a:pt x="946052" y="52073"/>
                </a:lnTo>
                <a:lnTo>
                  <a:pt x="927011" y="52007"/>
                </a:lnTo>
                <a:lnTo>
                  <a:pt x="907971" y="51949"/>
                </a:lnTo>
                <a:lnTo>
                  <a:pt x="888930" y="51845"/>
                </a:lnTo>
                <a:lnTo>
                  <a:pt x="869890" y="51740"/>
                </a:lnTo>
                <a:lnTo>
                  <a:pt x="850849" y="51616"/>
                </a:lnTo>
                <a:lnTo>
                  <a:pt x="831809" y="51464"/>
                </a:lnTo>
                <a:lnTo>
                  <a:pt x="812768" y="51321"/>
                </a:lnTo>
                <a:lnTo>
                  <a:pt x="793728" y="51130"/>
                </a:lnTo>
                <a:lnTo>
                  <a:pt x="774687" y="50940"/>
                </a:lnTo>
                <a:lnTo>
                  <a:pt x="755647" y="50721"/>
                </a:lnTo>
                <a:lnTo>
                  <a:pt x="736616" y="50483"/>
                </a:lnTo>
                <a:lnTo>
                  <a:pt x="717575" y="50235"/>
                </a:lnTo>
                <a:lnTo>
                  <a:pt x="698535" y="49959"/>
                </a:lnTo>
                <a:lnTo>
                  <a:pt x="679494" y="49673"/>
                </a:lnTo>
                <a:lnTo>
                  <a:pt x="660464" y="49349"/>
                </a:lnTo>
                <a:lnTo>
                  <a:pt x="641423" y="49025"/>
                </a:lnTo>
                <a:lnTo>
                  <a:pt x="622383" y="48663"/>
                </a:lnTo>
                <a:lnTo>
                  <a:pt x="603352" y="48292"/>
                </a:lnTo>
                <a:lnTo>
                  <a:pt x="584311" y="47901"/>
                </a:lnTo>
                <a:lnTo>
                  <a:pt x="565280" y="47473"/>
                </a:lnTo>
                <a:lnTo>
                  <a:pt x="546240" y="47034"/>
                </a:lnTo>
                <a:lnTo>
                  <a:pt x="527209" y="46558"/>
                </a:lnTo>
                <a:lnTo>
                  <a:pt x="508178" y="46063"/>
                </a:lnTo>
                <a:lnTo>
                  <a:pt x="489147" y="45539"/>
                </a:lnTo>
                <a:lnTo>
                  <a:pt x="470116" y="44977"/>
                </a:lnTo>
                <a:lnTo>
                  <a:pt x="451075" y="44396"/>
                </a:lnTo>
                <a:lnTo>
                  <a:pt x="432054" y="43786"/>
                </a:lnTo>
                <a:lnTo>
                  <a:pt x="413023" y="43139"/>
                </a:lnTo>
                <a:lnTo>
                  <a:pt x="393992" y="42453"/>
                </a:lnTo>
                <a:lnTo>
                  <a:pt x="374971" y="41739"/>
                </a:lnTo>
                <a:lnTo>
                  <a:pt x="355940" y="40977"/>
                </a:lnTo>
                <a:lnTo>
                  <a:pt x="336918" y="40176"/>
                </a:lnTo>
                <a:lnTo>
                  <a:pt x="317897" y="39338"/>
                </a:lnTo>
                <a:lnTo>
                  <a:pt x="298875" y="38443"/>
                </a:lnTo>
                <a:lnTo>
                  <a:pt x="279864" y="37500"/>
                </a:lnTo>
                <a:lnTo>
                  <a:pt x="260852" y="36500"/>
                </a:lnTo>
                <a:lnTo>
                  <a:pt x="241840" y="35433"/>
                </a:lnTo>
                <a:lnTo>
                  <a:pt x="222828" y="34290"/>
                </a:lnTo>
                <a:lnTo>
                  <a:pt x="203825" y="33080"/>
                </a:lnTo>
                <a:lnTo>
                  <a:pt x="184833" y="31775"/>
                </a:lnTo>
                <a:lnTo>
                  <a:pt x="165849" y="30366"/>
                </a:lnTo>
                <a:lnTo>
                  <a:pt x="146866" y="28842"/>
                </a:lnTo>
                <a:lnTo>
                  <a:pt x="127902" y="27175"/>
                </a:lnTo>
                <a:lnTo>
                  <a:pt x="108947" y="25337"/>
                </a:lnTo>
                <a:lnTo>
                  <a:pt x="90021" y="23279"/>
                </a:lnTo>
                <a:lnTo>
                  <a:pt x="71123" y="20936"/>
                </a:lnTo>
                <a:lnTo>
                  <a:pt x="52292" y="18174"/>
                </a:lnTo>
                <a:lnTo>
                  <a:pt x="33557" y="14773"/>
                </a:lnTo>
                <a:lnTo>
                  <a:pt x="15107" y="100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697C5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9" name="simple-step-cap-3">
            <a:extLst xmlns:a="http://schemas.openxmlformats.org/drawingml/2006/main">
              <a:ext uri="{FF2B5EF4-FFF2-40B4-BE49-F238E27FC236}">
                <a16:creationId xmlns:a16="http://schemas.microsoft.com/office/drawing/2014/main" id="{CE93A42A-CE26-47C1-926F-F0A64314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0743" y="2459479"/>
            <a:ext cx="2002755" cy="1483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97C5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10" name="simple-step-body-4">
            <a:extLst xmlns:a="http://schemas.openxmlformats.org/drawingml/2006/main">
              <a:ext uri="{FF2B5EF4-FFF2-40B4-BE49-F238E27FC236}">
                <a16:creationId xmlns:a16="http://schemas.microsoft.com/office/drawing/2014/main" id="{71BBF66A-F2A1-4E6F-B1F1-9BBE75A6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3168" y="3044857"/>
            <a:ext cx="1597752" cy="446084"/>
          </a:xfrm>
          <a:custGeom xmlns:a="http://schemas.openxmlformats.org/drawingml/2006/main">
            <a:pathLst>
              <a:path w="1597752" h="446084">
                <a:moveTo>
                  <a:pt x="0" y="0"/>
                </a:moveTo>
                <a:lnTo>
                  <a:pt x="8353" y="17031"/>
                </a:lnTo>
                <a:lnTo>
                  <a:pt x="16716" y="34052"/>
                </a:lnTo>
                <a:lnTo>
                  <a:pt x="25070" y="51083"/>
                </a:lnTo>
                <a:lnTo>
                  <a:pt x="33433" y="68113"/>
                </a:lnTo>
                <a:lnTo>
                  <a:pt x="41786" y="85134"/>
                </a:lnTo>
                <a:lnTo>
                  <a:pt x="50140" y="102165"/>
                </a:lnTo>
                <a:lnTo>
                  <a:pt x="58503" y="119186"/>
                </a:lnTo>
                <a:lnTo>
                  <a:pt x="66856" y="136217"/>
                </a:lnTo>
                <a:lnTo>
                  <a:pt x="75219" y="153248"/>
                </a:lnTo>
                <a:lnTo>
                  <a:pt x="83572" y="170269"/>
                </a:lnTo>
                <a:lnTo>
                  <a:pt x="91926" y="187300"/>
                </a:lnTo>
                <a:lnTo>
                  <a:pt x="100289" y="204330"/>
                </a:lnTo>
                <a:lnTo>
                  <a:pt x="108642" y="221351"/>
                </a:lnTo>
                <a:lnTo>
                  <a:pt x="116996" y="238382"/>
                </a:lnTo>
                <a:lnTo>
                  <a:pt x="125359" y="255403"/>
                </a:lnTo>
                <a:lnTo>
                  <a:pt x="133712" y="272434"/>
                </a:lnTo>
                <a:lnTo>
                  <a:pt x="142075" y="289465"/>
                </a:lnTo>
                <a:lnTo>
                  <a:pt x="150428" y="306486"/>
                </a:lnTo>
                <a:lnTo>
                  <a:pt x="158782" y="323517"/>
                </a:lnTo>
                <a:lnTo>
                  <a:pt x="167145" y="340547"/>
                </a:lnTo>
                <a:lnTo>
                  <a:pt x="175498" y="357569"/>
                </a:lnTo>
                <a:lnTo>
                  <a:pt x="183861" y="374599"/>
                </a:lnTo>
                <a:lnTo>
                  <a:pt x="192215" y="391620"/>
                </a:lnTo>
                <a:lnTo>
                  <a:pt x="204378" y="405003"/>
                </a:lnTo>
                <a:lnTo>
                  <a:pt x="222228" y="411375"/>
                </a:lnTo>
                <a:lnTo>
                  <a:pt x="240659" y="415804"/>
                </a:lnTo>
                <a:lnTo>
                  <a:pt x="259309" y="419300"/>
                </a:lnTo>
                <a:lnTo>
                  <a:pt x="278044" y="422215"/>
                </a:lnTo>
                <a:lnTo>
                  <a:pt x="296847" y="424729"/>
                </a:lnTo>
                <a:lnTo>
                  <a:pt x="315687" y="426930"/>
                </a:lnTo>
                <a:lnTo>
                  <a:pt x="334547" y="428892"/>
                </a:lnTo>
                <a:lnTo>
                  <a:pt x="353435" y="430663"/>
                </a:lnTo>
                <a:lnTo>
                  <a:pt x="372332" y="432264"/>
                </a:lnTo>
                <a:lnTo>
                  <a:pt x="391249" y="433711"/>
                </a:lnTo>
                <a:lnTo>
                  <a:pt x="410166" y="435035"/>
                </a:lnTo>
                <a:lnTo>
                  <a:pt x="429092" y="436255"/>
                </a:lnTo>
                <a:lnTo>
                  <a:pt x="448027" y="437369"/>
                </a:lnTo>
                <a:lnTo>
                  <a:pt x="466973" y="438398"/>
                </a:lnTo>
                <a:lnTo>
                  <a:pt x="485918" y="439341"/>
                </a:lnTo>
                <a:lnTo>
                  <a:pt x="504863" y="440198"/>
                </a:lnTo>
                <a:lnTo>
                  <a:pt x="523818" y="440988"/>
                </a:lnTo>
                <a:lnTo>
                  <a:pt x="542763" y="441712"/>
                </a:lnTo>
                <a:lnTo>
                  <a:pt x="561727" y="442370"/>
                </a:lnTo>
                <a:lnTo>
                  <a:pt x="580682" y="442960"/>
                </a:lnTo>
                <a:lnTo>
                  <a:pt x="599637" y="443503"/>
                </a:lnTo>
                <a:lnTo>
                  <a:pt x="618601" y="443989"/>
                </a:lnTo>
                <a:lnTo>
                  <a:pt x="637565" y="444417"/>
                </a:lnTo>
                <a:lnTo>
                  <a:pt x="656530" y="444798"/>
                </a:lnTo>
                <a:lnTo>
                  <a:pt x="675494" y="445122"/>
                </a:lnTo>
                <a:lnTo>
                  <a:pt x="694458" y="445399"/>
                </a:lnTo>
                <a:lnTo>
                  <a:pt x="713423" y="445637"/>
                </a:lnTo>
                <a:lnTo>
                  <a:pt x="732387" y="445808"/>
                </a:lnTo>
                <a:lnTo>
                  <a:pt x="751361" y="445951"/>
                </a:lnTo>
                <a:lnTo>
                  <a:pt x="770325" y="446046"/>
                </a:lnTo>
                <a:lnTo>
                  <a:pt x="789289" y="446084"/>
                </a:lnTo>
                <a:lnTo>
                  <a:pt x="808263" y="446084"/>
                </a:lnTo>
                <a:lnTo>
                  <a:pt x="827227" y="446056"/>
                </a:lnTo>
                <a:lnTo>
                  <a:pt x="846191" y="445951"/>
                </a:lnTo>
                <a:lnTo>
                  <a:pt x="865165" y="445818"/>
                </a:lnTo>
                <a:lnTo>
                  <a:pt x="884130" y="445646"/>
                </a:lnTo>
                <a:lnTo>
                  <a:pt x="903094" y="445399"/>
                </a:lnTo>
                <a:lnTo>
                  <a:pt x="922058" y="445122"/>
                </a:lnTo>
                <a:lnTo>
                  <a:pt x="941022" y="444808"/>
                </a:lnTo>
                <a:lnTo>
                  <a:pt x="959987" y="444427"/>
                </a:lnTo>
                <a:lnTo>
                  <a:pt x="978951" y="443998"/>
                </a:lnTo>
                <a:lnTo>
                  <a:pt x="997915" y="443513"/>
                </a:lnTo>
                <a:lnTo>
                  <a:pt x="1016870" y="442979"/>
                </a:lnTo>
                <a:lnTo>
                  <a:pt x="1035834" y="442379"/>
                </a:lnTo>
                <a:lnTo>
                  <a:pt x="1054789" y="441722"/>
                </a:lnTo>
                <a:lnTo>
                  <a:pt x="1073744" y="441008"/>
                </a:lnTo>
                <a:lnTo>
                  <a:pt x="1092689" y="440217"/>
                </a:lnTo>
                <a:lnTo>
                  <a:pt x="1111644" y="439360"/>
                </a:lnTo>
                <a:lnTo>
                  <a:pt x="1130579" y="438417"/>
                </a:lnTo>
                <a:lnTo>
                  <a:pt x="1149525" y="437388"/>
                </a:lnTo>
                <a:lnTo>
                  <a:pt x="1168460" y="436274"/>
                </a:lnTo>
                <a:lnTo>
                  <a:pt x="1187387" y="435064"/>
                </a:lnTo>
                <a:lnTo>
                  <a:pt x="1206303" y="433740"/>
                </a:lnTo>
                <a:lnTo>
                  <a:pt x="1225220" y="432283"/>
                </a:lnTo>
                <a:lnTo>
                  <a:pt x="1244117" y="430692"/>
                </a:lnTo>
                <a:lnTo>
                  <a:pt x="1263005" y="428930"/>
                </a:lnTo>
                <a:lnTo>
                  <a:pt x="1281875" y="426968"/>
                </a:lnTo>
                <a:lnTo>
                  <a:pt x="1300715" y="424777"/>
                </a:lnTo>
                <a:lnTo>
                  <a:pt x="1319508" y="422272"/>
                </a:lnTo>
                <a:lnTo>
                  <a:pt x="1338253" y="419357"/>
                </a:lnTo>
                <a:lnTo>
                  <a:pt x="1356903" y="415881"/>
                </a:lnTo>
                <a:lnTo>
                  <a:pt x="1375343" y="411470"/>
                </a:lnTo>
                <a:lnTo>
                  <a:pt x="1393203" y="405165"/>
                </a:lnTo>
                <a:lnTo>
                  <a:pt x="1405538" y="391944"/>
                </a:lnTo>
                <a:lnTo>
                  <a:pt x="1413901" y="374923"/>
                </a:lnTo>
                <a:lnTo>
                  <a:pt x="1422254" y="357892"/>
                </a:lnTo>
                <a:lnTo>
                  <a:pt x="1430617" y="340871"/>
                </a:lnTo>
                <a:lnTo>
                  <a:pt x="1438970" y="323840"/>
                </a:lnTo>
                <a:lnTo>
                  <a:pt x="1447324" y="306810"/>
                </a:lnTo>
                <a:lnTo>
                  <a:pt x="1455687" y="289789"/>
                </a:lnTo>
                <a:lnTo>
                  <a:pt x="1464040" y="272758"/>
                </a:lnTo>
                <a:lnTo>
                  <a:pt x="1472394" y="255727"/>
                </a:lnTo>
                <a:lnTo>
                  <a:pt x="1480757" y="238706"/>
                </a:lnTo>
                <a:lnTo>
                  <a:pt x="1489110" y="221675"/>
                </a:lnTo>
                <a:lnTo>
                  <a:pt x="1497473" y="204654"/>
                </a:lnTo>
                <a:lnTo>
                  <a:pt x="1505826" y="187623"/>
                </a:lnTo>
                <a:lnTo>
                  <a:pt x="1514180" y="170593"/>
                </a:lnTo>
                <a:lnTo>
                  <a:pt x="1522543" y="153572"/>
                </a:lnTo>
                <a:lnTo>
                  <a:pt x="1530896" y="136541"/>
                </a:lnTo>
                <a:lnTo>
                  <a:pt x="1539259" y="119510"/>
                </a:lnTo>
                <a:lnTo>
                  <a:pt x="1547612" y="102489"/>
                </a:lnTo>
                <a:lnTo>
                  <a:pt x="1555966" y="85458"/>
                </a:lnTo>
                <a:lnTo>
                  <a:pt x="1564329" y="68428"/>
                </a:lnTo>
                <a:lnTo>
                  <a:pt x="1572682" y="51406"/>
                </a:lnTo>
                <a:lnTo>
                  <a:pt x="1581045" y="34376"/>
                </a:lnTo>
                <a:lnTo>
                  <a:pt x="1589399" y="17355"/>
                </a:lnTo>
                <a:lnTo>
                  <a:pt x="1597752" y="324"/>
                </a:lnTo>
                <a:lnTo>
                  <a:pt x="1583903" y="10858"/>
                </a:lnTo>
                <a:lnTo>
                  <a:pt x="1565691" y="16116"/>
                </a:lnTo>
                <a:lnTo>
                  <a:pt x="1547108" y="19898"/>
                </a:lnTo>
                <a:lnTo>
                  <a:pt x="1528382" y="22946"/>
                </a:lnTo>
                <a:lnTo>
                  <a:pt x="1509589" y="25517"/>
                </a:lnTo>
                <a:lnTo>
                  <a:pt x="1490758" y="27756"/>
                </a:lnTo>
                <a:lnTo>
                  <a:pt x="1471898" y="29756"/>
                </a:lnTo>
                <a:lnTo>
                  <a:pt x="1453010" y="31547"/>
                </a:lnTo>
                <a:lnTo>
                  <a:pt x="1434113" y="33176"/>
                </a:lnTo>
                <a:lnTo>
                  <a:pt x="1415205" y="34671"/>
                </a:lnTo>
                <a:lnTo>
                  <a:pt x="1396289" y="36043"/>
                </a:lnTo>
                <a:lnTo>
                  <a:pt x="1377363" y="37319"/>
                </a:lnTo>
                <a:lnTo>
                  <a:pt x="1358436" y="38510"/>
                </a:lnTo>
                <a:lnTo>
                  <a:pt x="1339501" y="39605"/>
                </a:lnTo>
                <a:lnTo>
                  <a:pt x="1320565" y="40634"/>
                </a:lnTo>
                <a:lnTo>
                  <a:pt x="1301620" y="41596"/>
                </a:lnTo>
                <a:lnTo>
                  <a:pt x="1282675" y="42491"/>
                </a:lnTo>
                <a:lnTo>
                  <a:pt x="1263720" y="43339"/>
                </a:lnTo>
                <a:lnTo>
                  <a:pt x="1244775" y="44129"/>
                </a:lnTo>
                <a:lnTo>
                  <a:pt x="1225820" y="44872"/>
                </a:lnTo>
                <a:lnTo>
                  <a:pt x="1206865" y="45568"/>
                </a:lnTo>
                <a:lnTo>
                  <a:pt x="1187910" y="46215"/>
                </a:lnTo>
                <a:lnTo>
                  <a:pt x="1168946" y="46815"/>
                </a:lnTo>
                <a:lnTo>
                  <a:pt x="1149991" y="47387"/>
                </a:lnTo>
                <a:lnTo>
                  <a:pt x="1131027" y="47920"/>
                </a:lnTo>
                <a:lnTo>
                  <a:pt x="1112072" y="48416"/>
                </a:lnTo>
                <a:lnTo>
                  <a:pt x="1093108" y="48873"/>
                </a:lnTo>
                <a:lnTo>
                  <a:pt x="1074144" y="49282"/>
                </a:lnTo>
                <a:lnTo>
                  <a:pt x="1055180" y="49682"/>
                </a:lnTo>
                <a:lnTo>
                  <a:pt x="1036215" y="50035"/>
                </a:lnTo>
                <a:lnTo>
                  <a:pt x="1017251" y="50378"/>
                </a:lnTo>
                <a:lnTo>
                  <a:pt x="998287" y="50663"/>
                </a:lnTo>
                <a:lnTo>
                  <a:pt x="979322" y="50940"/>
                </a:lnTo>
                <a:lnTo>
                  <a:pt x="960358" y="51178"/>
                </a:lnTo>
                <a:lnTo>
                  <a:pt x="941394" y="51397"/>
                </a:lnTo>
                <a:lnTo>
                  <a:pt x="922420" y="51578"/>
                </a:lnTo>
                <a:lnTo>
                  <a:pt x="903456" y="51740"/>
                </a:lnTo>
                <a:lnTo>
                  <a:pt x="884492" y="51873"/>
                </a:lnTo>
                <a:lnTo>
                  <a:pt x="865527" y="51978"/>
                </a:lnTo>
                <a:lnTo>
                  <a:pt x="846553" y="52054"/>
                </a:lnTo>
                <a:lnTo>
                  <a:pt x="827589" y="52111"/>
                </a:lnTo>
                <a:lnTo>
                  <a:pt x="808625" y="52140"/>
                </a:lnTo>
                <a:lnTo>
                  <a:pt x="789651" y="52140"/>
                </a:lnTo>
                <a:lnTo>
                  <a:pt x="770687" y="52111"/>
                </a:lnTo>
                <a:lnTo>
                  <a:pt x="751723" y="52054"/>
                </a:lnTo>
                <a:lnTo>
                  <a:pt x="732749" y="51978"/>
                </a:lnTo>
                <a:lnTo>
                  <a:pt x="713784" y="51873"/>
                </a:lnTo>
                <a:lnTo>
                  <a:pt x="694820" y="51749"/>
                </a:lnTo>
                <a:lnTo>
                  <a:pt x="675846" y="51587"/>
                </a:lnTo>
                <a:lnTo>
                  <a:pt x="656882" y="51406"/>
                </a:lnTo>
                <a:lnTo>
                  <a:pt x="637918" y="51187"/>
                </a:lnTo>
                <a:lnTo>
                  <a:pt x="618954" y="50949"/>
                </a:lnTo>
                <a:lnTo>
                  <a:pt x="599989" y="50673"/>
                </a:lnTo>
                <a:lnTo>
                  <a:pt x="581025" y="50378"/>
                </a:lnTo>
                <a:lnTo>
                  <a:pt x="562061" y="50044"/>
                </a:lnTo>
                <a:lnTo>
                  <a:pt x="543096" y="49692"/>
                </a:lnTo>
                <a:lnTo>
                  <a:pt x="524132" y="49292"/>
                </a:lnTo>
                <a:lnTo>
                  <a:pt x="505168" y="48882"/>
                </a:lnTo>
                <a:lnTo>
                  <a:pt x="486204" y="48406"/>
                </a:lnTo>
                <a:lnTo>
                  <a:pt x="467239" y="47930"/>
                </a:lnTo>
                <a:lnTo>
                  <a:pt x="448285" y="47396"/>
                </a:lnTo>
                <a:lnTo>
                  <a:pt x="429320" y="46834"/>
                </a:lnTo>
                <a:lnTo>
                  <a:pt x="410366" y="46225"/>
                </a:lnTo>
                <a:lnTo>
                  <a:pt x="391411" y="45577"/>
                </a:lnTo>
                <a:lnTo>
                  <a:pt x="372456" y="44882"/>
                </a:lnTo>
                <a:lnTo>
                  <a:pt x="353501" y="44148"/>
                </a:lnTo>
                <a:lnTo>
                  <a:pt x="334547" y="43358"/>
                </a:lnTo>
                <a:lnTo>
                  <a:pt x="315601" y="42510"/>
                </a:lnTo>
                <a:lnTo>
                  <a:pt x="296656" y="41615"/>
                </a:lnTo>
                <a:lnTo>
                  <a:pt x="277711" y="40653"/>
                </a:lnTo>
                <a:lnTo>
                  <a:pt x="258775" y="39624"/>
                </a:lnTo>
                <a:lnTo>
                  <a:pt x="239840" y="38529"/>
                </a:lnTo>
                <a:lnTo>
                  <a:pt x="220904" y="37348"/>
                </a:lnTo>
                <a:lnTo>
                  <a:pt x="201987" y="36071"/>
                </a:lnTo>
                <a:lnTo>
                  <a:pt x="183061" y="34700"/>
                </a:lnTo>
                <a:lnTo>
                  <a:pt x="164154" y="33204"/>
                </a:lnTo>
                <a:lnTo>
                  <a:pt x="145256" y="31575"/>
                </a:lnTo>
                <a:lnTo>
                  <a:pt x="126378" y="29785"/>
                </a:lnTo>
                <a:lnTo>
                  <a:pt x="107509" y="27794"/>
                </a:lnTo>
                <a:lnTo>
                  <a:pt x="88678" y="25565"/>
                </a:lnTo>
                <a:lnTo>
                  <a:pt x="69885" y="22993"/>
                </a:lnTo>
                <a:lnTo>
                  <a:pt x="51159" y="19964"/>
                </a:lnTo>
                <a:lnTo>
                  <a:pt x="32576" y="16202"/>
                </a:lnTo>
                <a:lnTo>
                  <a:pt x="14354" y="109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8A8D5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1" name="simple-step-cap-4">
            <a:extLst xmlns:a="http://schemas.openxmlformats.org/drawingml/2006/main">
              <a:ext uri="{FF2B5EF4-FFF2-40B4-BE49-F238E27FC236}">
                <a16:creationId xmlns:a16="http://schemas.microsoft.com/office/drawing/2014/main" id="{61E27A01-3664-4C19-A05D-9AB7BE54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3139" y="2970657"/>
            <a:ext cx="1597971" cy="1483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A8D5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12" name="simple-step-body-5">
            <a:extLst xmlns:a="http://schemas.openxmlformats.org/drawingml/2006/main">
              <a:ext uri="{FF2B5EF4-FFF2-40B4-BE49-F238E27FC236}">
                <a16:creationId xmlns:a16="http://schemas.microsoft.com/office/drawing/2014/main" id="{A7D7B378-BFC7-450A-A3E2-61D1A778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66526" y="3555968"/>
            <a:ext cx="1209018" cy="446189"/>
          </a:xfrm>
          <a:custGeom xmlns:a="http://schemas.openxmlformats.org/drawingml/2006/main">
            <a:pathLst>
              <a:path w="1209018" h="446189">
                <a:moveTo>
                  <a:pt x="0" y="0"/>
                </a:moveTo>
                <a:lnTo>
                  <a:pt x="8115" y="17145"/>
                </a:lnTo>
                <a:lnTo>
                  <a:pt x="16231" y="34300"/>
                </a:lnTo>
                <a:lnTo>
                  <a:pt x="24346" y="51445"/>
                </a:lnTo>
                <a:lnTo>
                  <a:pt x="32461" y="68590"/>
                </a:lnTo>
                <a:lnTo>
                  <a:pt x="40577" y="85744"/>
                </a:lnTo>
                <a:lnTo>
                  <a:pt x="48692" y="102889"/>
                </a:lnTo>
                <a:lnTo>
                  <a:pt x="56817" y="120034"/>
                </a:lnTo>
                <a:lnTo>
                  <a:pt x="64932" y="137189"/>
                </a:lnTo>
                <a:lnTo>
                  <a:pt x="73047" y="154334"/>
                </a:lnTo>
                <a:lnTo>
                  <a:pt x="81163" y="171479"/>
                </a:lnTo>
                <a:lnTo>
                  <a:pt x="89278" y="188633"/>
                </a:lnTo>
                <a:lnTo>
                  <a:pt x="97393" y="205778"/>
                </a:lnTo>
                <a:lnTo>
                  <a:pt x="105508" y="222923"/>
                </a:lnTo>
                <a:lnTo>
                  <a:pt x="113624" y="240078"/>
                </a:lnTo>
                <a:lnTo>
                  <a:pt x="121739" y="257223"/>
                </a:lnTo>
                <a:lnTo>
                  <a:pt x="129854" y="274368"/>
                </a:lnTo>
                <a:lnTo>
                  <a:pt x="137970" y="291522"/>
                </a:lnTo>
                <a:lnTo>
                  <a:pt x="146085" y="308667"/>
                </a:lnTo>
                <a:lnTo>
                  <a:pt x="154200" y="325812"/>
                </a:lnTo>
                <a:lnTo>
                  <a:pt x="162325" y="342967"/>
                </a:lnTo>
                <a:lnTo>
                  <a:pt x="170440" y="360112"/>
                </a:lnTo>
                <a:lnTo>
                  <a:pt x="178556" y="377257"/>
                </a:lnTo>
                <a:lnTo>
                  <a:pt x="186509" y="394449"/>
                </a:lnTo>
                <a:lnTo>
                  <a:pt x="198749" y="407899"/>
                </a:lnTo>
                <a:lnTo>
                  <a:pt x="216313" y="414995"/>
                </a:lnTo>
                <a:lnTo>
                  <a:pt x="234610" y="419995"/>
                </a:lnTo>
                <a:lnTo>
                  <a:pt x="253174" y="423910"/>
                </a:lnTo>
                <a:lnTo>
                  <a:pt x="271863" y="427139"/>
                </a:lnTo>
                <a:lnTo>
                  <a:pt x="290636" y="429882"/>
                </a:lnTo>
                <a:lnTo>
                  <a:pt x="309458" y="432245"/>
                </a:lnTo>
                <a:lnTo>
                  <a:pt x="328317" y="434311"/>
                </a:lnTo>
                <a:lnTo>
                  <a:pt x="347205" y="436131"/>
                </a:lnTo>
                <a:lnTo>
                  <a:pt x="366112" y="437740"/>
                </a:lnTo>
                <a:lnTo>
                  <a:pt x="385029" y="439160"/>
                </a:lnTo>
                <a:lnTo>
                  <a:pt x="403955" y="440407"/>
                </a:lnTo>
                <a:lnTo>
                  <a:pt x="422891" y="441512"/>
                </a:lnTo>
                <a:lnTo>
                  <a:pt x="441846" y="442484"/>
                </a:lnTo>
                <a:lnTo>
                  <a:pt x="460800" y="443332"/>
                </a:lnTo>
                <a:lnTo>
                  <a:pt x="479755" y="444046"/>
                </a:lnTo>
                <a:lnTo>
                  <a:pt x="498719" y="444665"/>
                </a:lnTo>
                <a:lnTo>
                  <a:pt x="517684" y="445170"/>
                </a:lnTo>
                <a:lnTo>
                  <a:pt x="536648" y="445570"/>
                </a:lnTo>
                <a:lnTo>
                  <a:pt x="555622" y="445865"/>
                </a:lnTo>
                <a:lnTo>
                  <a:pt x="574586" y="446065"/>
                </a:lnTo>
                <a:lnTo>
                  <a:pt x="593560" y="446180"/>
                </a:lnTo>
                <a:lnTo>
                  <a:pt x="612534" y="446189"/>
                </a:lnTo>
                <a:lnTo>
                  <a:pt x="631508" y="446103"/>
                </a:lnTo>
                <a:lnTo>
                  <a:pt x="650472" y="445932"/>
                </a:lnTo>
                <a:lnTo>
                  <a:pt x="669446" y="445656"/>
                </a:lnTo>
                <a:lnTo>
                  <a:pt x="688410" y="445284"/>
                </a:lnTo>
                <a:lnTo>
                  <a:pt x="707374" y="444808"/>
                </a:lnTo>
                <a:lnTo>
                  <a:pt x="726338" y="444217"/>
                </a:lnTo>
                <a:lnTo>
                  <a:pt x="745303" y="443532"/>
                </a:lnTo>
                <a:lnTo>
                  <a:pt x="764257" y="442722"/>
                </a:lnTo>
                <a:lnTo>
                  <a:pt x="783203" y="441789"/>
                </a:lnTo>
                <a:lnTo>
                  <a:pt x="802148" y="440722"/>
                </a:lnTo>
                <a:lnTo>
                  <a:pt x="821074" y="439512"/>
                </a:lnTo>
                <a:lnTo>
                  <a:pt x="840000" y="438140"/>
                </a:lnTo>
                <a:lnTo>
                  <a:pt x="858907" y="436578"/>
                </a:lnTo>
                <a:lnTo>
                  <a:pt x="877795" y="434826"/>
                </a:lnTo>
                <a:lnTo>
                  <a:pt x="896664" y="432826"/>
                </a:lnTo>
                <a:lnTo>
                  <a:pt x="915495" y="430549"/>
                </a:lnTo>
                <a:lnTo>
                  <a:pt x="934288" y="427920"/>
                </a:lnTo>
                <a:lnTo>
                  <a:pt x="953005" y="424834"/>
                </a:lnTo>
                <a:lnTo>
                  <a:pt x="971607" y="421129"/>
                </a:lnTo>
                <a:lnTo>
                  <a:pt x="990000" y="416481"/>
                </a:lnTo>
                <a:lnTo>
                  <a:pt x="1007859" y="410137"/>
                </a:lnTo>
                <a:lnTo>
                  <a:pt x="1023090" y="399231"/>
                </a:lnTo>
                <a:lnTo>
                  <a:pt x="1030462" y="381876"/>
                </a:lnTo>
                <a:lnTo>
                  <a:pt x="1038577" y="364731"/>
                </a:lnTo>
                <a:lnTo>
                  <a:pt x="1046693" y="347577"/>
                </a:lnTo>
                <a:lnTo>
                  <a:pt x="1054808" y="330432"/>
                </a:lnTo>
                <a:lnTo>
                  <a:pt x="1062923" y="313287"/>
                </a:lnTo>
                <a:lnTo>
                  <a:pt x="1071039" y="296132"/>
                </a:lnTo>
                <a:lnTo>
                  <a:pt x="1079154" y="278987"/>
                </a:lnTo>
                <a:lnTo>
                  <a:pt x="1087269" y="261842"/>
                </a:lnTo>
                <a:lnTo>
                  <a:pt x="1095394" y="244688"/>
                </a:lnTo>
                <a:lnTo>
                  <a:pt x="1103509" y="227543"/>
                </a:lnTo>
                <a:lnTo>
                  <a:pt x="1111625" y="210398"/>
                </a:lnTo>
                <a:lnTo>
                  <a:pt x="1119740" y="193243"/>
                </a:lnTo>
                <a:lnTo>
                  <a:pt x="1127855" y="176098"/>
                </a:lnTo>
                <a:lnTo>
                  <a:pt x="1135971" y="158953"/>
                </a:lnTo>
                <a:lnTo>
                  <a:pt x="1144086" y="141799"/>
                </a:lnTo>
                <a:lnTo>
                  <a:pt x="1152201" y="124654"/>
                </a:lnTo>
                <a:lnTo>
                  <a:pt x="1160316" y="107509"/>
                </a:lnTo>
                <a:lnTo>
                  <a:pt x="1168432" y="90354"/>
                </a:lnTo>
                <a:lnTo>
                  <a:pt x="1176547" y="73209"/>
                </a:lnTo>
                <a:lnTo>
                  <a:pt x="1184662" y="56064"/>
                </a:lnTo>
                <a:lnTo>
                  <a:pt x="1192787" y="38910"/>
                </a:lnTo>
                <a:lnTo>
                  <a:pt x="1200902" y="21765"/>
                </a:lnTo>
                <a:lnTo>
                  <a:pt x="1209018" y="4620"/>
                </a:lnTo>
                <a:lnTo>
                  <a:pt x="1202407" y="9916"/>
                </a:lnTo>
                <a:lnTo>
                  <a:pt x="1184739" y="16735"/>
                </a:lnTo>
                <a:lnTo>
                  <a:pt x="1166336" y="21336"/>
                </a:lnTo>
                <a:lnTo>
                  <a:pt x="1147715" y="24927"/>
                </a:lnTo>
                <a:lnTo>
                  <a:pt x="1128979" y="27908"/>
                </a:lnTo>
                <a:lnTo>
                  <a:pt x="1110177" y="30461"/>
                </a:lnTo>
                <a:lnTo>
                  <a:pt x="1091336" y="32709"/>
                </a:lnTo>
                <a:lnTo>
                  <a:pt x="1072477" y="34700"/>
                </a:lnTo>
                <a:lnTo>
                  <a:pt x="1053589" y="36490"/>
                </a:lnTo>
                <a:lnTo>
                  <a:pt x="1034682" y="38100"/>
                </a:lnTo>
                <a:lnTo>
                  <a:pt x="1015765" y="39576"/>
                </a:lnTo>
                <a:lnTo>
                  <a:pt x="996848" y="40919"/>
                </a:lnTo>
                <a:lnTo>
                  <a:pt x="977913" y="42148"/>
                </a:lnTo>
                <a:lnTo>
                  <a:pt x="958977" y="43272"/>
                </a:lnTo>
                <a:lnTo>
                  <a:pt x="940032" y="44310"/>
                </a:lnTo>
                <a:lnTo>
                  <a:pt x="921087" y="45263"/>
                </a:lnTo>
                <a:lnTo>
                  <a:pt x="902132" y="46139"/>
                </a:lnTo>
                <a:lnTo>
                  <a:pt x="883177" y="46939"/>
                </a:lnTo>
                <a:lnTo>
                  <a:pt x="864222" y="47663"/>
                </a:lnTo>
                <a:lnTo>
                  <a:pt x="845258" y="48330"/>
                </a:lnTo>
                <a:lnTo>
                  <a:pt x="826294" y="48939"/>
                </a:lnTo>
                <a:lnTo>
                  <a:pt x="807329" y="49482"/>
                </a:lnTo>
                <a:lnTo>
                  <a:pt x="788365" y="49978"/>
                </a:lnTo>
                <a:lnTo>
                  <a:pt x="769401" y="50416"/>
                </a:lnTo>
                <a:lnTo>
                  <a:pt x="750437" y="50797"/>
                </a:lnTo>
                <a:lnTo>
                  <a:pt x="731463" y="51130"/>
                </a:lnTo>
                <a:lnTo>
                  <a:pt x="712499" y="51416"/>
                </a:lnTo>
                <a:lnTo>
                  <a:pt x="693525" y="51654"/>
                </a:lnTo>
                <a:lnTo>
                  <a:pt x="674551" y="51835"/>
                </a:lnTo>
                <a:lnTo>
                  <a:pt x="655587" y="51978"/>
                </a:lnTo>
                <a:lnTo>
                  <a:pt x="636613" y="52083"/>
                </a:lnTo>
                <a:lnTo>
                  <a:pt x="617639" y="52130"/>
                </a:lnTo>
                <a:lnTo>
                  <a:pt x="598665" y="52140"/>
                </a:lnTo>
                <a:lnTo>
                  <a:pt x="579692" y="52102"/>
                </a:lnTo>
                <a:lnTo>
                  <a:pt x="560727" y="52007"/>
                </a:lnTo>
                <a:lnTo>
                  <a:pt x="541753" y="51883"/>
                </a:lnTo>
                <a:lnTo>
                  <a:pt x="522780" y="51711"/>
                </a:lnTo>
                <a:lnTo>
                  <a:pt x="503815" y="51473"/>
                </a:lnTo>
                <a:lnTo>
                  <a:pt x="484842" y="51206"/>
                </a:lnTo>
                <a:lnTo>
                  <a:pt x="465877" y="50892"/>
                </a:lnTo>
                <a:lnTo>
                  <a:pt x="446903" y="50521"/>
                </a:lnTo>
                <a:lnTo>
                  <a:pt x="427939" y="50102"/>
                </a:lnTo>
                <a:lnTo>
                  <a:pt x="408975" y="49625"/>
                </a:lnTo>
                <a:lnTo>
                  <a:pt x="390011" y="49092"/>
                </a:lnTo>
                <a:lnTo>
                  <a:pt x="371046" y="48501"/>
                </a:lnTo>
                <a:lnTo>
                  <a:pt x="352082" y="47854"/>
                </a:lnTo>
                <a:lnTo>
                  <a:pt x="333127" y="47139"/>
                </a:lnTo>
                <a:lnTo>
                  <a:pt x="314173" y="46358"/>
                </a:lnTo>
                <a:lnTo>
                  <a:pt x="295218" y="45510"/>
                </a:lnTo>
                <a:lnTo>
                  <a:pt x="276273" y="44577"/>
                </a:lnTo>
                <a:lnTo>
                  <a:pt x="257327" y="43567"/>
                </a:lnTo>
                <a:lnTo>
                  <a:pt x="238382" y="42462"/>
                </a:lnTo>
                <a:lnTo>
                  <a:pt x="219446" y="41262"/>
                </a:lnTo>
                <a:lnTo>
                  <a:pt x="200520" y="39948"/>
                </a:lnTo>
                <a:lnTo>
                  <a:pt x="181604" y="38510"/>
                </a:lnTo>
                <a:lnTo>
                  <a:pt x="162697" y="36938"/>
                </a:lnTo>
                <a:lnTo>
                  <a:pt x="143808" y="35195"/>
                </a:lnTo>
                <a:lnTo>
                  <a:pt x="124939" y="33261"/>
                </a:lnTo>
                <a:lnTo>
                  <a:pt x="106089" y="31090"/>
                </a:lnTo>
                <a:lnTo>
                  <a:pt x="87278" y="28632"/>
                </a:lnTo>
                <a:lnTo>
                  <a:pt x="68523" y="25784"/>
                </a:lnTo>
                <a:lnTo>
                  <a:pt x="49863" y="22374"/>
                </a:lnTo>
                <a:lnTo>
                  <a:pt x="31375" y="18107"/>
                </a:lnTo>
                <a:lnTo>
                  <a:pt x="13392" y="121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BB9E0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3" name="simple-step-cap-5">
            <a:extLst xmlns:a="http://schemas.openxmlformats.org/drawingml/2006/main">
              <a:ext uri="{FF2B5EF4-FFF2-40B4-BE49-F238E27FC236}">
                <a16:creationId xmlns:a16="http://schemas.microsoft.com/office/drawing/2014/main" id="{8DB23D63-E610-443E-A466-0B01A490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66526" y="3481835"/>
            <a:ext cx="1211199" cy="1483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9E0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14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79C93C12-66FF-4E4A-BA0B-7DB3DCAF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5820" y="962025"/>
            <a:ext cx="1832610" cy="3087434"/>
          </a:xfrm>
          <a:custGeom xmlns:a="http://schemas.openxmlformats.org/drawingml/2006/main">
            <a:pathLst>
              <a:path w="1832610" h="3087434">
                <a:moveTo>
                  <a:pt x="0" y="0"/>
                </a:moveTo>
                <a:lnTo>
                  <a:pt x="171" y="38633"/>
                </a:lnTo>
                <a:lnTo>
                  <a:pt x="12097" y="75419"/>
                </a:lnTo>
                <a:lnTo>
                  <a:pt x="24013" y="112205"/>
                </a:lnTo>
                <a:lnTo>
                  <a:pt x="35928" y="148981"/>
                </a:lnTo>
                <a:lnTo>
                  <a:pt x="47844" y="185766"/>
                </a:lnTo>
                <a:lnTo>
                  <a:pt x="59760" y="222542"/>
                </a:lnTo>
                <a:lnTo>
                  <a:pt x="71685" y="259328"/>
                </a:lnTo>
                <a:lnTo>
                  <a:pt x="83601" y="296113"/>
                </a:lnTo>
                <a:lnTo>
                  <a:pt x="95517" y="332889"/>
                </a:lnTo>
                <a:lnTo>
                  <a:pt x="107432" y="369675"/>
                </a:lnTo>
                <a:lnTo>
                  <a:pt x="119358" y="406451"/>
                </a:lnTo>
                <a:lnTo>
                  <a:pt x="131274" y="443236"/>
                </a:lnTo>
                <a:lnTo>
                  <a:pt x="143189" y="480022"/>
                </a:lnTo>
                <a:lnTo>
                  <a:pt x="154267" y="517046"/>
                </a:lnTo>
                <a:lnTo>
                  <a:pt x="164040" y="554450"/>
                </a:lnTo>
                <a:lnTo>
                  <a:pt x="173241" y="592007"/>
                </a:lnTo>
                <a:lnTo>
                  <a:pt x="182442" y="629564"/>
                </a:lnTo>
                <a:lnTo>
                  <a:pt x="191643" y="667112"/>
                </a:lnTo>
                <a:lnTo>
                  <a:pt x="200844" y="704669"/>
                </a:lnTo>
                <a:lnTo>
                  <a:pt x="210036" y="742226"/>
                </a:lnTo>
                <a:lnTo>
                  <a:pt x="219237" y="779774"/>
                </a:lnTo>
                <a:lnTo>
                  <a:pt x="228438" y="817331"/>
                </a:lnTo>
                <a:lnTo>
                  <a:pt x="237639" y="854888"/>
                </a:lnTo>
                <a:lnTo>
                  <a:pt x="246840" y="892435"/>
                </a:lnTo>
                <a:lnTo>
                  <a:pt x="256042" y="929992"/>
                </a:lnTo>
                <a:lnTo>
                  <a:pt x="265233" y="967550"/>
                </a:lnTo>
                <a:lnTo>
                  <a:pt x="274434" y="1005097"/>
                </a:lnTo>
                <a:lnTo>
                  <a:pt x="283264" y="1042740"/>
                </a:lnTo>
                <a:lnTo>
                  <a:pt x="291827" y="1080449"/>
                </a:lnTo>
                <a:lnTo>
                  <a:pt x="300209" y="1118187"/>
                </a:lnTo>
                <a:lnTo>
                  <a:pt x="308600" y="1155935"/>
                </a:lnTo>
                <a:lnTo>
                  <a:pt x="316992" y="1193673"/>
                </a:lnTo>
                <a:lnTo>
                  <a:pt x="325384" y="1231421"/>
                </a:lnTo>
                <a:lnTo>
                  <a:pt x="333775" y="1269159"/>
                </a:lnTo>
                <a:lnTo>
                  <a:pt x="342167" y="1306906"/>
                </a:lnTo>
                <a:lnTo>
                  <a:pt x="350558" y="1344644"/>
                </a:lnTo>
                <a:lnTo>
                  <a:pt x="358950" y="1382392"/>
                </a:lnTo>
                <a:lnTo>
                  <a:pt x="367341" y="1420130"/>
                </a:lnTo>
                <a:lnTo>
                  <a:pt x="375733" y="1457877"/>
                </a:lnTo>
                <a:lnTo>
                  <a:pt x="384124" y="1495625"/>
                </a:lnTo>
                <a:lnTo>
                  <a:pt x="392459" y="1533373"/>
                </a:lnTo>
                <a:lnTo>
                  <a:pt x="400622" y="1571168"/>
                </a:lnTo>
                <a:lnTo>
                  <a:pt x="408527" y="1609011"/>
                </a:lnTo>
                <a:lnTo>
                  <a:pt x="416443" y="1646863"/>
                </a:lnTo>
                <a:lnTo>
                  <a:pt x="424348" y="1684706"/>
                </a:lnTo>
                <a:lnTo>
                  <a:pt x="432254" y="1722558"/>
                </a:lnTo>
                <a:lnTo>
                  <a:pt x="440160" y="1760401"/>
                </a:lnTo>
                <a:lnTo>
                  <a:pt x="448075" y="1798253"/>
                </a:lnTo>
                <a:lnTo>
                  <a:pt x="455981" y="1836096"/>
                </a:lnTo>
                <a:lnTo>
                  <a:pt x="463887" y="1873939"/>
                </a:lnTo>
                <a:lnTo>
                  <a:pt x="471792" y="1911791"/>
                </a:lnTo>
                <a:lnTo>
                  <a:pt x="479708" y="1949634"/>
                </a:lnTo>
                <a:lnTo>
                  <a:pt x="487613" y="1987487"/>
                </a:lnTo>
                <a:lnTo>
                  <a:pt x="495519" y="2025329"/>
                </a:lnTo>
                <a:lnTo>
                  <a:pt x="503301" y="2063201"/>
                </a:lnTo>
                <a:lnTo>
                  <a:pt x="510959" y="2101101"/>
                </a:lnTo>
                <a:lnTo>
                  <a:pt x="518541" y="2139020"/>
                </a:lnTo>
                <a:lnTo>
                  <a:pt x="526132" y="2176929"/>
                </a:lnTo>
                <a:lnTo>
                  <a:pt x="533714" y="2214839"/>
                </a:lnTo>
                <a:lnTo>
                  <a:pt x="541306" y="2252758"/>
                </a:lnTo>
                <a:lnTo>
                  <a:pt x="548888" y="2290667"/>
                </a:lnTo>
                <a:lnTo>
                  <a:pt x="556479" y="2328577"/>
                </a:lnTo>
                <a:lnTo>
                  <a:pt x="564061" y="2366496"/>
                </a:lnTo>
                <a:lnTo>
                  <a:pt x="571652" y="2404405"/>
                </a:lnTo>
                <a:lnTo>
                  <a:pt x="579234" y="2442315"/>
                </a:lnTo>
                <a:lnTo>
                  <a:pt x="582273" y="2476500"/>
                </a:lnTo>
                <a:lnTo>
                  <a:pt x="543601" y="2476500"/>
                </a:lnTo>
                <a:lnTo>
                  <a:pt x="504939" y="2476500"/>
                </a:lnTo>
                <a:lnTo>
                  <a:pt x="466277" y="2476500"/>
                </a:lnTo>
                <a:lnTo>
                  <a:pt x="427615" y="2476500"/>
                </a:lnTo>
                <a:lnTo>
                  <a:pt x="388944" y="2476500"/>
                </a:lnTo>
                <a:lnTo>
                  <a:pt x="350282" y="2476500"/>
                </a:lnTo>
                <a:lnTo>
                  <a:pt x="311620" y="2476500"/>
                </a:lnTo>
                <a:lnTo>
                  <a:pt x="303486" y="2489054"/>
                </a:lnTo>
                <a:lnTo>
                  <a:pt x="330965" y="2516248"/>
                </a:lnTo>
                <a:lnTo>
                  <a:pt x="358445" y="2543451"/>
                </a:lnTo>
                <a:lnTo>
                  <a:pt x="385924" y="2570655"/>
                </a:lnTo>
                <a:lnTo>
                  <a:pt x="413404" y="2597849"/>
                </a:lnTo>
                <a:lnTo>
                  <a:pt x="440884" y="2625052"/>
                </a:lnTo>
                <a:lnTo>
                  <a:pt x="468363" y="2652246"/>
                </a:lnTo>
                <a:lnTo>
                  <a:pt x="495843" y="2679449"/>
                </a:lnTo>
                <a:lnTo>
                  <a:pt x="523323" y="2706643"/>
                </a:lnTo>
                <a:lnTo>
                  <a:pt x="550802" y="2733846"/>
                </a:lnTo>
                <a:lnTo>
                  <a:pt x="578282" y="2761050"/>
                </a:lnTo>
                <a:lnTo>
                  <a:pt x="605761" y="2788244"/>
                </a:lnTo>
                <a:lnTo>
                  <a:pt x="633241" y="2815447"/>
                </a:lnTo>
                <a:lnTo>
                  <a:pt x="660721" y="2842641"/>
                </a:lnTo>
                <a:lnTo>
                  <a:pt x="688200" y="2869844"/>
                </a:lnTo>
                <a:lnTo>
                  <a:pt x="715680" y="2897038"/>
                </a:lnTo>
                <a:lnTo>
                  <a:pt x="743160" y="2924242"/>
                </a:lnTo>
                <a:lnTo>
                  <a:pt x="770639" y="2951445"/>
                </a:lnTo>
                <a:lnTo>
                  <a:pt x="798119" y="2978639"/>
                </a:lnTo>
                <a:lnTo>
                  <a:pt x="825598" y="3005842"/>
                </a:lnTo>
                <a:lnTo>
                  <a:pt x="853078" y="3033036"/>
                </a:lnTo>
                <a:lnTo>
                  <a:pt x="880558" y="3060240"/>
                </a:lnTo>
                <a:lnTo>
                  <a:pt x="908037" y="3087434"/>
                </a:lnTo>
                <a:lnTo>
                  <a:pt x="935517" y="3076613"/>
                </a:lnTo>
                <a:lnTo>
                  <a:pt x="962997" y="3049410"/>
                </a:lnTo>
                <a:lnTo>
                  <a:pt x="990476" y="3022216"/>
                </a:lnTo>
                <a:lnTo>
                  <a:pt x="1017956" y="2995012"/>
                </a:lnTo>
                <a:lnTo>
                  <a:pt x="1045435" y="2967819"/>
                </a:lnTo>
                <a:lnTo>
                  <a:pt x="1072915" y="2940615"/>
                </a:lnTo>
                <a:lnTo>
                  <a:pt x="1100395" y="2913421"/>
                </a:lnTo>
                <a:lnTo>
                  <a:pt x="1127874" y="2886218"/>
                </a:lnTo>
                <a:lnTo>
                  <a:pt x="1155354" y="2859014"/>
                </a:lnTo>
                <a:lnTo>
                  <a:pt x="1182834" y="2831821"/>
                </a:lnTo>
                <a:lnTo>
                  <a:pt x="1210313" y="2804617"/>
                </a:lnTo>
                <a:lnTo>
                  <a:pt x="1237793" y="2777423"/>
                </a:lnTo>
                <a:lnTo>
                  <a:pt x="1265272" y="2750220"/>
                </a:lnTo>
                <a:lnTo>
                  <a:pt x="1292752" y="2723026"/>
                </a:lnTo>
                <a:lnTo>
                  <a:pt x="1320232" y="2695823"/>
                </a:lnTo>
                <a:lnTo>
                  <a:pt x="1347711" y="2668629"/>
                </a:lnTo>
                <a:lnTo>
                  <a:pt x="1375191" y="2641425"/>
                </a:lnTo>
                <a:lnTo>
                  <a:pt x="1402671" y="2614222"/>
                </a:lnTo>
                <a:lnTo>
                  <a:pt x="1430150" y="2587028"/>
                </a:lnTo>
                <a:lnTo>
                  <a:pt x="1457630" y="2559825"/>
                </a:lnTo>
                <a:lnTo>
                  <a:pt x="1485109" y="2532631"/>
                </a:lnTo>
                <a:lnTo>
                  <a:pt x="1512589" y="2505427"/>
                </a:lnTo>
                <a:lnTo>
                  <a:pt x="1540069" y="2478234"/>
                </a:lnTo>
                <a:lnTo>
                  <a:pt x="1505607" y="2476500"/>
                </a:lnTo>
                <a:lnTo>
                  <a:pt x="1466945" y="2476500"/>
                </a:lnTo>
                <a:lnTo>
                  <a:pt x="1428274" y="2476500"/>
                </a:lnTo>
                <a:lnTo>
                  <a:pt x="1389612" y="2476500"/>
                </a:lnTo>
                <a:lnTo>
                  <a:pt x="1350950" y="2476500"/>
                </a:lnTo>
                <a:lnTo>
                  <a:pt x="1312288" y="2476500"/>
                </a:lnTo>
                <a:lnTo>
                  <a:pt x="1273616" y="2476500"/>
                </a:lnTo>
                <a:lnTo>
                  <a:pt x="1248813" y="2465146"/>
                </a:lnTo>
                <a:lnTo>
                  <a:pt x="1256395" y="2427227"/>
                </a:lnTo>
                <a:lnTo>
                  <a:pt x="1263977" y="2389318"/>
                </a:lnTo>
                <a:lnTo>
                  <a:pt x="1271568" y="2351408"/>
                </a:lnTo>
                <a:lnTo>
                  <a:pt x="1279150" y="2313489"/>
                </a:lnTo>
                <a:lnTo>
                  <a:pt x="1286742" y="2275580"/>
                </a:lnTo>
                <a:lnTo>
                  <a:pt x="1294324" y="2237670"/>
                </a:lnTo>
                <a:lnTo>
                  <a:pt x="1301915" y="2199751"/>
                </a:lnTo>
                <a:lnTo>
                  <a:pt x="1309497" y="2161842"/>
                </a:lnTo>
                <a:lnTo>
                  <a:pt x="1317088" y="2123932"/>
                </a:lnTo>
                <a:lnTo>
                  <a:pt x="1324670" y="2086013"/>
                </a:lnTo>
                <a:lnTo>
                  <a:pt x="1332386" y="2048132"/>
                </a:lnTo>
                <a:lnTo>
                  <a:pt x="1340234" y="2010270"/>
                </a:lnTo>
                <a:lnTo>
                  <a:pt x="1348140" y="1972418"/>
                </a:lnTo>
                <a:lnTo>
                  <a:pt x="1356055" y="1934575"/>
                </a:lnTo>
                <a:lnTo>
                  <a:pt x="1363961" y="1896732"/>
                </a:lnTo>
                <a:lnTo>
                  <a:pt x="1371867" y="1858880"/>
                </a:lnTo>
                <a:lnTo>
                  <a:pt x="1379782" y="1821037"/>
                </a:lnTo>
                <a:lnTo>
                  <a:pt x="1387688" y="1783185"/>
                </a:lnTo>
                <a:lnTo>
                  <a:pt x="1395593" y="1745342"/>
                </a:lnTo>
                <a:lnTo>
                  <a:pt x="1403499" y="1707490"/>
                </a:lnTo>
                <a:lnTo>
                  <a:pt x="1411415" y="1669647"/>
                </a:lnTo>
                <a:lnTo>
                  <a:pt x="1419320" y="1631804"/>
                </a:lnTo>
                <a:lnTo>
                  <a:pt x="1427226" y="1593952"/>
                </a:lnTo>
                <a:lnTo>
                  <a:pt x="1435237" y="1556128"/>
                </a:lnTo>
                <a:lnTo>
                  <a:pt x="1443438" y="1518342"/>
                </a:lnTo>
                <a:lnTo>
                  <a:pt x="1451829" y="1480604"/>
                </a:lnTo>
                <a:lnTo>
                  <a:pt x="1460221" y="1442857"/>
                </a:lnTo>
                <a:lnTo>
                  <a:pt x="1468612" y="1405118"/>
                </a:lnTo>
                <a:lnTo>
                  <a:pt x="1477004" y="1367371"/>
                </a:lnTo>
                <a:lnTo>
                  <a:pt x="1485395" y="1329633"/>
                </a:lnTo>
                <a:lnTo>
                  <a:pt x="1493787" y="1291885"/>
                </a:lnTo>
                <a:lnTo>
                  <a:pt x="1502169" y="1254147"/>
                </a:lnTo>
                <a:lnTo>
                  <a:pt x="1510560" y="1216400"/>
                </a:lnTo>
                <a:lnTo>
                  <a:pt x="1518952" y="1178662"/>
                </a:lnTo>
                <a:lnTo>
                  <a:pt x="1527343" y="1140914"/>
                </a:lnTo>
                <a:lnTo>
                  <a:pt x="1535735" y="1103176"/>
                </a:lnTo>
                <a:lnTo>
                  <a:pt x="1544126" y="1065428"/>
                </a:lnTo>
                <a:lnTo>
                  <a:pt x="1552823" y="1027757"/>
                </a:lnTo>
                <a:lnTo>
                  <a:pt x="1561833" y="990152"/>
                </a:lnTo>
                <a:lnTo>
                  <a:pt x="1571034" y="952605"/>
                </a:lnTo>
                <a:lnTo>
                  <a:pt x="1580236" y="915048"/>
                </a:lnTo>
                <a:lnTo>
                  <a:pt x="1589437" y="877491"/>
                </a:lnTo>
                <a:lnTo>
                  <a:pt x="1598628" y="839943"/>
                </a:lnTo>
                <a:lnTo>
                  <a:pt x="1607830" y="802386"/>
                </a:lnTo>
                <a:lnTo>
                  <a:pt x="1617031" y="764829"/>
                </a:lnTo>
                <a:lnTo>
                  <a:pt x="1626232" y="727281"/>
                </a:lnTo>
                <a:lnTo>
                  <a:pt x="1635433" y="689724"/>
                </a:lnTo>
                <a:lnTo>
                  <a:pt x="1644634" y="652167"/>
                </a:lnTo>
                <a:lnTo>
                  <a:pt x="1653826" y="614620"/>
                </a:lnTo>
                <a:lnTo>
                  <a:pt x="1663027" y="577063"/>
                </a:lnTo>
                <a:lnTo>
                  <a:pt x="1672400" y="539553"/>
                </a:lnTo>
                <a:lnTo>
                  <a:pt x="1682267" y="502168"/>
                </a:lnTo>
                <a:lnTo>
                  <a:pt x="1694164" y="465382"/>
                </a:lnTo>
                <a:lnTo>
                  <a:pt x="1706080" y="428596"/>
                </a:lnTo>
                <a:lnTo>
                  <a:pt x="1717996" y="391820"/>
                </a:lnTo>
                <a:lnTo>
                  <a:pt x="1729921" y="355035"/>
                </a:lnTo>
                <a:lnTo>
                  <a:pt x="1741837" y="318249"/>
                </a:lnTo>
                <a:lnTo>
                  <a:pt x="1753753" y="281473"/>
                </a:lnTo>
                <a:lnTo>
                  <a:pt x="1765668" y="244688"/>
                </a:lnTo>
                <a:lnTo>
                  <a:pt x="1777594" y="207912"/>
                </a:lnTo>
                <a:lnTo>
                  <a:pt x="1789509" y="171126"/>
                </a:lnTo>
                <a:lnTo>
                  <a:pt x="1801425" y="134341"/>
                </a:lnTo>
                <a:lnTo>
                  <a:pt x="1813341" y="97565"/>
                </a:lnTo>
                <a:lnTo>
                  <a:pt x="1825257" y="60779"/>
                </a:lnTo>
                <a:lnTo>
                  <a:pt x="1832610" y="23279"/>
                </a:lnTo>
                <a:lnTo>
                  <a:pt x="1817227" y="0"/>
                </a:lnTo>
                <a:lnTo>
                  <a:pt x="1778556" y="0"/>
                </a:lnTo>
                <a:lnTo>
                  <a:pt x="1739894" y="0"/>
                </a:lnTo>
                <a:lnTo>
                  <a:pt x="1701232" y="0"/>
                </a:lnTo>
                <a:lnTo>
                  <a:pt x="1662570" y="0"/>
                </a:lnTo>
                <a:lnTo>
                  <a:pt x="1623898" y="0"/>
                </a:lnTo>
                <a:lnTo>
                  <a:pt x="1585236" y="0"/>
                </a:lnTo>
                <a:lnTo>
                  <a:pt x="1546574" y="0"/>
                </a:lnTo>
                <a:lnTo>
                  <a:pt x="1507912" y="0"/>
                </a:lnTo>
                <a:lnTo>
                  <a:pt x="1469241" y="0"/>
                </a:lnTo>
                <a:lnTo>
                  <a:pt x="1430579" y="0"/>
                </a:lnTo>
                <a:lnTo>
                  <a:pt x="1391917" y="0"/>
                </a:lnTo>
                <a:lnTo>
                  <a:pt x="1353255" y="0"/>
                </a:lnTo>
                <a:lnTo>
                  <a:pt x="1314583" y="0"/>
                </a:lnTo>
                <a:lnTo>
                  <a:pt x="1275921" y="0"/>
                </a:lnTo>
                <a:lnTo>
                  <a:pt x="1237259" y="0"/>
                </a:lnTo>
                <a:lnTo>
                  <a:pt x="1198597" y="0"/>
                </a:lnTo>
                <a:lnTo>
                  <a:pt x="1159926" y="0"/>
                </a:lnTo>
                <a:lnTo>
                  <a:pt x="1121264" y="0"/>
                </a:lnTo>
                <a:lnTo>
                  <a:pt x="1082602" y="0"/>
                </a:lnTo>
                <a:lnTo>
                  <a:pt x="1043940" y="0"/>
                </a:lnTo>
                <a:lnTo>
                  <a:pt x="1005269" y="0"/>
                </a:lnTo>
                <a:lnTo>
                  <a:pt x="966607" y="0"/>
                </a:lnTo>
                <a:lnTo>
                  <a:pt x="927945" y="0"/>
                </a:lnTo>
                <a:lnTo>
                  <a:pt x="889283" y="0"/>
                </a:lnTo>
                <a:lnTo>
                  <a:pt x="850611" y="0"/>
                </a:lnTo>
                <a:lnTo>
                  <a:pt x="811949" y="0"/>
                </a:lnTo>
                <a:lnTo>
                  <a:pt x="773287" y="0"/>
                </a:lnTo>
                <a:lnTo>
                  <a:pt x="734625" y="0"/>
                </a:lnTo>
                <a:lnTo>
                  <a:pt x="695954" y="0"/>
                </a:lnTo>
                <a:lnTo>
                  <a:pt x="657292" y="0"/>
                </a:lnTo>
                <a:lnTo>
                  <a:pt x="618630" y="0"/>
                </a:lnTo>
                <a:lnTo>
                  <a:pt x="579968" y="0"/>
                </a:lnTo>
                <a:lnTo>
                  <a:pt x="541296" y="0"/>
                </a:lnTo>
                <a:lnTo>
                  <a:pt x="502634" y="0"/>
                </a:lnTo>
                <a:lnTo>
                  <a:pt x="463972" y="0"/>
                </a:lnTo>
                <a:lnTo>
                  <a:pt x="425310" y="0"/>
                </a:lnTo>
                <a:lnTo>
                  <a:pt x="386639" y="0"/>
                </a:lnTo>
                <a:lnTo>
                  <a:pt x="347977" y="0"/>
                </a:lnTo>
                <a:lnTo>
                  <a:pt x="309315" y="0"/>
                </a:lnTo>
                <a:lnTo>
                  <a:pt x="270653" y="0"/>
                </a:lnTo>
                <a:lnTo>
                  <a:pt x="231981" y="0"/>
                </a:lnTo>
                <a:lnTo>
                  <a:pt x="193319" y="0"/>
                </a:lnTo>
                <a:lnTo>
                  <a:pt x="154657" y="0"/>
                </a:lnTo>
                <a:lnTo>
                  <a:pt x="115995" y="0"/>
                </a:lnTo>
                <a:lnTo>
                  <a:pt x="77324" y="0"/>
                </a:lnTo>
                <a:lnTo>
                  <a:pt x="38662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D9EBFA">
                  <a:alpha val="0"/>
                </a:srgbClr>
              </a:gs>
              <a:gs pos="42000">
                <a:srgbClr val="B8D8F2">
                  <a:alpha val="16000"/>
                </a:srgbClr>
              </a:gs>
              <a:gs pos="76000">
                <a:srgbClr val="8FC4EE">
                  <a:alpha val="32000"/>
                </a:srgbClr>
              </a:gs>
              <a:gs pos="100000">
                <a:srgbClr val="72B3E8">
                  <a:alpha val="520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15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B9C4EA2C-9608-4988-8C32-BB16CE8F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5239" y="1104900"/>
            <a:ext cx="27537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广泛触达</a:t>
            </a:r>
          </a:p>
        </p:txBody>
      </p:sp>
      <p:sp>
        <p:nvSpPr>
          <p:cNvPr id="16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F7171002-07A6-4111-AA6D-A74850A3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1802" y="1615973"/>
            <a:ext cx="228064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兴趣识别</a:t>
            </a:r>
          </a:p>
        </p:txBody>
      </p:sp>
      <p:sp>
        <p:nvSpPr>
          <p:cNvPr id="17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F8CFEB5D-5C8F-476D-A414-B0FFFDE9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7009" y="2127199"/>
            <a:ext cx="185023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意向培育</a:t>
            </a:r>
          </a:p>
        </p:txBody>
      </p:sp>
      <p:sp>
        <p:nvSpPr>
          <p:cNvPr id="18" name="simple-step-title-3">
            <a:extLst xmlns:a="http://schemas.openxmlformats.org/drawingml/2006/main">
              <a:ext uri="{FF2B5EF4-FFF2-40B4-BE49-F238E27FC236}">
                <a16:creationId xmlns:a16="http://schemas.microsoft.com/office/drawing/2014/main" id="{A9755993-48F4-4888-BB00-06E90153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9339" y="2638425"/>
            <a:ext cx="144557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行动转化</a:t>
            </a:r>
          </a:p>
        </p:txBody>
      </p:sp>
      <p:sp>
        <p:nvSpPr>
          <p:cNvPr id="19" name="simple-step-title-4">
            <a:extLst xmlns:a="http://schemas.openxmlformats.org/drawingml/2006/main">
              <a:ext uri="{FF2B5EF4-FFF2-40B4-BE49-F238E27FC236}">
                <a16:creationId xmlns:a16="http://schemas.microsoft.com/office/drawing/2014/main" id="{9925E668-5939-43A8-A245-87E5011F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2745" y="3149498"/>
            <a:ext cx="105876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持续留存</a:t>
            </a:r>
          </a:p>
        </p:txBody>
      </p:sp>
      <p:sp>
        <p:nvSpPr>
          <p:cNvPr id="20" name="simple-step-title-5">
            <a:extLst xmlns:a="http://schemas.openxmlformats.org/drawingml/2006/main">
              <a:ext uri="{FF2B5EF4-FFF2-40B4-BE49-F238E27FC236}">
                <a16:creationId xmlns:a16="http://schemas.microsoft.com/office/drawing/2014/main" id="{E1BFA855-215D-40E7-A905-0390E66C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3025" y="3660724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价值增长</a:t>
            </a:r>
          </a:p>
        </p:txBody>
      </p:sp>
      <p:sp>
        <p:nvSpPr>
          <p:cNvPr id="21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6229C4C8-669F-47DF-B7F1-5FB9890A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2425" y="2952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2f2a0719734e17">
            <a:extLst>
              <a:ext uri="{96DAC541-7B7A-43D3-8B79-37D633B846F1}">
                <asvg:svgBlip xmlns:asvg="http://schemas.microsoft.com/office/drawing/2016/SVG/main" r:embed="R1ff288233222412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86250" y="4191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3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70DF2110-00DA-425D-B20F-76354A95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4699" y="95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eca8e093664753">
            <a:extLst>
              <a:ext uri="{96DAC541-7B7A-43D3-8B79-37D633B846F1}">
                <asvg:svgBlip xmlns:asvg="http://schemas.microsoft.com/office/drawing/2016/SVG/main" r:embed="R52ff81af43894d8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08524" y="219075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25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DEE580D9-DB96-4993-B60D-CE70724F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9823" y="476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6c8d6ba83476a">
            <a:extLst>
              <a:ext uri="{96DAC541-7B7A-43D3-8B79-37D633B846F1}">
                <asvg:svgBlip xmlns:asvg="http://schemas.microsoft.com/office/drawing/2016/SVG/main" r:embed="R0e6541db6e0d46f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73648" y="1714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7" name="simple-input-core-3">
            <a:extLst xmlns:a="http://schemas.openxmlformats.org/drawingml/2006/main">
              <a:ext uri="{FF2B5EF4-FFF2-40B4-BE49-F238E27FC236}">
                <a16:creationId xmlns:a16="http://schemas.microsoft.com/office/drawing/2014/main" id="{8A70DFAF-8415-465C-8F40-F616BE0F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247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951de50efe4b48">
            <a:extLst>
              <a:ext uri="{96DAC541-7B7A-43D3-8B79-37D633B846F1}">
                <asvg:svgBlip xmlns:asvg="http://schemas.microsoft.com/office/drawing/2016/SVG/main" r:embed="Ra54d7628dec44e4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96075" y="371475"/>
            <a:ext cx="133350" cy="133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1305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2026-09-07T13:58:46.8290000Z</dcterms:created>
  <dcterms:modified xsi:type="dcterms:W3CDTF">2026-09-07T13:58:46.8290000Z</dcterms:modified>
</coreProperties>
</file>