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f92b4af9794f1d" /><Relationship Type="http://schemas.openxmlformats.org/officeDocument/2006/relationships/extended-properties" Target="/docProps/app.xml" Id="R3a892cfe7f6f4c54" /><Relationship Type="http://schemas.openxmlformats.org/officeDocument/2006/relationships/officeDocument" Target="/ppt/presentation.xml" Id="Rb572d315384e4d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358c598c494a39"/>
  </p:sldMasterIdLst>
  <p:notesMasterIdLst>
    <p:notesMasterId xmlns:r="http://schemas.openxmlformats.org/officeDocument/2006/relationships" r:id="Rd4777eb124644c8b"/>
  </p:notesMasterIdLst>
  <p:sldIdLst>
    <p:sldId xmlns:r="http://schemas.openxmlformats.org/officeDocument/2006/relationships" id="256" r:id="Re830fa244f6f439a"/>
  </p:sldIdLst>
  <p:sldSz cx="11144250" cy="4686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645b003f1043f4" /><Relationship Type="http://schemas.openxmlformats.org/officeDocument/2006/relationships/slideMaster" Target="/ppt/slideMasters/slideMaster1.xml" Id="R8b358c598c494a39" /><Relationship Type="http://schemas.openxmlformats.org/officeDocument/2006/relationships/notesMaster" Target="/ppt/notesMasters/notesMaster1.xml" Id="Rd4777eb124644c8b" /><Relationship Type="http://schemas.openxmlformats.org/officeDocument/2006/relationships/presProps" Target="/ppt/presProps.xml" Id="R1317bc9fd5904e81" /><Relationship Type="http://schemas.openxmlformats.org/officeDocument/2006/relationships/tableStyles" Target="/ppt/tableStyles.xml" Id="R4404a343638c491d" /><Relationship Type="http://schemas.openxmlformats.org/officeDocument/2006/relationships/slide" Target="/ppt/slides/slide1.xml" Id="Re830fa244f6f43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8087a9ab9345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cd3e07b3c04c18" /><Relationship Type="http://schemas.openxmlformats.org/officeDocument/2006/relationships/notesMaster" Target="/ppt/notesMasters/notesMaster1.xml" Id="R33ba544351ae44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9b1d4e174d41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3e8afb9151401a" /><Relationship Type="http://schemas.openxmlformats.org/officeDocument/2006/relationships/slideLayout" Target="/ppt/slideLayouts/slideLayout1.xml" Id="R9c60d7ec2dd946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60d7ec2dd946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bc99072694994" /><Relationship Type="http://schemas.openxmlformats.org/officeDocument/2006/relationships/image" Target="/ppt/media/image.png" Id="Rf33b5352880044f7" /><Relationship Type="http://schemas.openxmlformats.org/officeDocument/2006/relationships/image" Target="/ppt/media/image.svg" Id="Rea5865ac27054c21" /><Relationship Type="http://schemas.openxmlformats.org/officeDocument/2006/relationships/image" Target="/ppt/media/image2.png" Id="Rbd7b39738efe404b" /><Relationship Type="http://schemas.openxmlformats.org/officeDocument/2006/relationships/image" Target="/ppt/media/image2.svg" Id="R160287fce7144e99" /><Relationship Type="http://schemas.openxmlformats.org/officeDocument/2006/relationships/image" Target="/ppt/media/image3.png" Id="Rf644640d01cc4b3b" /><Relationship Type="http://schemas.openxmlformats.org/officeDocument/2006/relationships/image" Target="/ppt/media/image3.svg" Id="R0da72fb350b8490f" /><Relationship Type="http://schemas.openxmlformats.org/officeDocument/2006/relationships/image" Target="/ppt/media/image4.png" Id="R90690fcebf124807" /><Relationship Type="http://schemas.openxmlformats.org/officeDocument/2006/relationships/image" Target="/ppt/media/image4.svg" Id="Ra1343f1508324a1c" /><Relationship Type="http://schemas.openxmlformats.org/officeDocument/2006/relationships/notesSlide" Target="/ppt/notesSlides/notesSlide1.xml" Id="Ra47c94a993da482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8EED6551-B7E7-47F1-8356-94CC04AA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532" y="172288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680F86FE-B052-4800-8C0C-18228A1C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26670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3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AAFACBBE-2C79-499A-88E9-8B763D59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26670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6C6B7E3C-B2EA-4A81-B12F-BFC73554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5456" y="176845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46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5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0C89508B-D5A2-48BA-9ED0-7CBCD64A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982" y="172288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547C0FA3-D0A3-45FE-8D10-7407C179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725" y="26670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7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4B2DF0F1-2408-428A-9352-7A9B20CB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725" y="26670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C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F33B11A2-606B-48BD-B519-644DEC58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5906" y="176845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46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9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C733A81D-ACDC-426F-BD06-8B6DE454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532" y="389458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50C4F241-DDC3-495E-A9C8-85F205AE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243840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1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E915D5A3-EB23-4790-8CD6-017F3E86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243840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D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2829B92C-F8F3-4550-BB3F-820AC0FA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5456" y="394015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37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13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6A2A747B-77C8-4928-83AE-D45B6CBE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982" y="389458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91AFA81B-F5CE-4175-98AE-24D26567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725" y="243840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5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2358C920-7531-4418-A78A-87B7CC0E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725" y="243840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80D77127-33A2-4FD3-AC27-645B1237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5906" y="394015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37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17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2A058031-157D-4497-87F5-34F44B6E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9375" y="26670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结构清楚</a:t>
            </a:r>
          </a:p>
        </p:txBody>
      </p:sp>
      <p:sp>
        <p:nvSpPr>
          <p:cNvPr id="18" name="note-body-0">
            <a:extLst xmlns:a="http://schemas.openxmlformats.org/drawingml/2006/main">
              <a:ext uri="{FF2B5EF4-FFF2-40B4-BE49-F238E27FC236}">
                <a16:creationId xmlns:a16="http://schemas.microsoft.com/office/drawing/2014/main" id="{627255FC-12DF-4847-8C79-EF77F312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2675" y="733425"/>
            <a:ext cx="2461317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关系明确，阅读路径稳定</a:t>
            </a:r>
          </a:p>
        </p:txBody>
      </p:sp>
      <p:sp>
        <p:nvSpPr>
          <p:cNvPr id="19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A507883F-DFE7-40AF-BF5B-5F25F0CF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9825" y="26670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输出可靠</a:t>
            </a:r>
          </a:p>
        </p:txBody>
      </p:sp>
      <p:sp>
        <p:nvSpPr>
          <p:cNvPr id="20" name="note-body-1">
            <a:extLst xmlns:a="http://schemas.openxmlformats.org/drawingml/2006/main">
              <a:ext uri="{FF2B5EF4-FFF2-40B4-BE49-F238E27FC236}">
                <a16:creationId xmlns:a16="http://schemas.microsoft.com/office/drawing/2014/main" id="{C4020261-32D2-40BA-B407-3C125D9E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733425"/>
            <a:ext cx="2461317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结果保持一致，减少随机波动</a:t>
            </a:r>
          </a:p>
        </p:txBody>
      </p:sp>
      <p:sp>
        <p:nvSpPr>
          <p:cNvPr id="21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B99A6BDD-26B4-4202-B588-F780DA1D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9375" y="243840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原生可编辑</a:t>
            </a:r>
          </a:p>
        </p:txBody>
      </p:sp>
      <p:sp>
        <p:nvSpPr>
          <p:cNvPr id="22" name="note-body-2">
            <a:extLst xmlns:a="http://schemas.openxmlformats.org/drawingml/2006/main">
              <a:ext uri="{FF2B5EF4-FFF2-40B4-BE49-F238E27FC236}">
                <a16:creationId xmlns:a16="http://schemas.microsoft.com/office/drawing/2014/main" id="{EE3D8F2E-F63F-489B-A23B-4E7AB57A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2675" y="2905125"/>
            <a:ext cx="2461317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文字与形状均可继续修改</a:t>
            </a:r>
          </a:p>
        </p:txBody>
      </p:sp>
      <p:sp>
        <p:nvSpPr>
          <p:cNvPr id="23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B83D0635-5F1F-4165-B74A-6531A260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9825" y="243840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响应布局</a:t>
            </a:r>
          </a:p>
        </p:txBody>
      </p:sp>
      <p:sp>
        <p:nvSpPr>
          <p:cNvPr id="24" name="note-point-3-0">
            <a:extLst xmlns:a="http://schemas.openxmlformats.org/drawingml/2006/main">
              <a:ext uri="{FF2B5EF4-FFF2-40B4-BE49-F238E27FC236}">
                <a16:creationId xmlns:a16="http://schemas.microsoft.com/office/drawing/2014/main" id="{31E3CA53-E852-43DF-A4F6-2D6546F7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2905125"/>
            <a:ext cx="2461317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• 数量变化时重新求解</a:t>
            </a:r>
          </a:p>
        </p:txBody>
      </p:sp>
      <p:sp>
        <p:nvSpPr>
          <p:cNvPr id="25" name="note-point-3-1">
            <a:extLst xmlns:a="http://schemas.openxmlformats.org/drawingml/2006/main">
              <a:ext uri="{FF2B5EF4-FFF2-40B4-BE49-F238E27FC236}">
                <a16:creationId xmlns:a16="http://schemas.microsoft.com/office/drawing/2014/main" id="{81645F77-12B0-47FB-B5D9-DE385525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3198171"/>
            <a:ext cx="2461317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• 末行始终保持居中</a:t>
            </a:r>
          </a:p>
        </p:txBody>
      </p:sp>
      <p:sp>
        <p:nvSpPr>
          <p:cNvPr id="26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21833925-87B4-4B4D-86CA-D819158F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26670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3b5352880044f7">
            <a:extLst>
              <a:ext uri="{96DAC541-7B7A-43D3-8B79-37D633B846F1}">
                <asvg:svgBlip xmlns:asvg="http://schemas.microsoft.com/office/drawing/2016/SVG/main" r:embed="Rea5865ac27054c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305050" y="3333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8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0C67CDF1-E485-4C91-A716-7BD37E3E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725" y="26670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b39738efe404b">
            <a:extLst>
              <a:ext uri="{96DAC541-7B7A-43D3-8B79-37D633B846F1}">
                <asvg:svgBlip xmlns:asvg="http://schemas.microsoft.com/office/drawing/2016/SVG/main" r:embed="R160287fce7144e9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0" y="3333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0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AEF19DE4-5EAB-4C52-ADBB-CC6AA421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243840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44640d01cc4b3b">
            <a:extLst>
              <a:ext uri="{96DAC541-7B7A-43D3-8B79-37D633B846F1}">
                <asvg:svgBlip xmlns:asvg="http://schemas.microsoft.com/office/drawing/2016/SVG/main" r:embed="R0da72fb350b8490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305050" y="25050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2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74943677-7558-4BCB-AEA6-315382E6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725" y="243840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90fcebf124807">
            <a:extLst>
              <a:ext uri="{96DAC541-7B7A-43D3-8B79-37D633B846F1}">
                <asvg:svgBlip xmlns:asvg="http://schemas.microsoft.com/office/drawing/2016/SVG/main" r:embed="Ra1343f1508324a1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0" y="2505075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4994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2026-09-07T13:55:49.3130000Z</dcterms:created>
  <dcterms:modified xsi:type="dcterms:W3CDTF">2026-09-07T13:55:49.3130000Z</dcterms:modified>
</coreProperties>
</file>