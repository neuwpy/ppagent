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a698d39164c2d" /><Relationship Type="http://schemas.openxmlformats.org/officeDocument/2006/relationships/extended-properties" Target="/docProps/app.xml" Id="R4bdfa64e9ca646aa" /><Relationship Type="http://schemas.openxmlformats.org/officeDocument/2006/relationships/officeDocument" Target="/ppt/presentation.xml" Id="R3870510aafb3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a875c0f704cfc"/>
  </p:sldMasterIdLst>
  <p:notesMasterIdLst>
    <p:notesMasterId xmlns:r="http://schemas.openxmlformats.org/officeDocument/2006/relationships" r:id="R266df388b00747f4"/>
  </p:notesMasterIdLst>
  <p:sldIdLst>
    <p:sldId xmlns:r="http://schemas.openxmlformats.org/officeDocument/2006/relationships" id="256" r:id="R21d1879f48564e2a"/>
  </p:sldIdLst>
  <p:sldSz cx="85725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ec330a1ef4a85" /><Relationship Type="http://schemas.openxmlformats.org/officeDocument/2006/relationships/slideMaster" Target="/ppt/slideMasters/slideMaster1.xml" Id="Re7aa875c0f704cfc" /><Relationship Type="http://schemas.openxmlformats.org/officeDocument/2006/relationships/notesMaster" Target="/ppt/notesMasters/notesMaster1.xml" Id="R266df388b00747f4" /><Relationship Type="http://schemas.openxmlformats.org/officeDocument/2006/relationships/presProps" Target="/ppt/presProps.xml" Id="R9abdeec0c84d4f1a" /><Relationship Type="http://schemas.openxmlformats.org/officeDocument/2006/relationships/tableStyles" Target="/ppt/tableStyles.xml" Id="R8a6f1871040346da" /><Relationship Type="http://schemas.openxmlformats.org/officeDocument/2006/relationships/slide" Target="/ppt/slides/slide1.xml" Id="R21d1879f4856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91b27c999d46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a5f3c6b6d43d7" /><Relationship Type="http://schemas.openxmlformats.org/officeDocument/2006/relationships/notesMaster" Target="/ppt/notesMasters/notesMaster1.xml" Id="R937d1e9bc5b7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114f22f914e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3a138db084f7c" /><Relationship Type="http://schemas.openxmlformats.org/officeDocument/2006/relationships/slideLayout" Target="/ppt/slideLayouts/slideLayout1.xml" Id="R388cd6485a5d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cd6485a5d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7d80d2694688" /><Relationship Type="http://schemas.openxmlformats.org/officeDocument/2006/relationships/image" Target="/ppt/media/image.png" Id="Rd9315b734d414844" /><Relationship Type="http://schemas.openxmlformats.org/officeDocument/2006/relationships/image" Target="/ppt/media/image.svg" Id="Rcedcae39dffa405b" /><Relationship Type="http://schemas.openxmlformats.org/officeDocument/2006/relationships/image" Target="/ppt/media/image2.png" Id="R5b90174f0d4b4f51" /><Relationship Type="http://schemas.openxmlformats.org/officeDocument/2006/relationships/image" Target="/ppt/media/image2.svg" Id="R0267cd20f5224060" /><Relationship Type="http://schemas.openxmlformats.org/officeDocument/2006/relationships/image" Target="/ppt/media/image3.png" Id="R92c26fd3a8144117" /><Relationship Type="http://schemas.openxmlformats.org/officeDocument/2006/relationships/image" Target="/ppt/media/image3.svg" Id="R52516dc295a2424d" /><Relationship Type="http://schemas.openxmlformats.org/officeDocument/2006/relationships/image" Target="/ppt/media/image4.png" Id="R5d57f95b59f34310" /><Relationship Type="http://schemas.openxmlformats.org/officeDocument/2006/relationships/image" Target="/ppt/media/image4.svg" Id="Rb97b38e218314d10" /><Relationship Type="http://schemas.openxmlformats.org/officeDocument/2006/relationships/notesSlide" Target="/ppt/notesSlides/notesSlide1.xml" Id="R4e7afda4ff154f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8C41B8C7-35B4-4C30-A98F-3F73B07B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669" y="2380269"/>
            <a:ext cx="2418417" cy="405203"/>
          </a:xfrm>
          <a:custGeom xmlns:a="http://schemas.openxmlformats.org/drawingml/2006/main">
            <a:pathLst>
              <a:path w="2418417" h="405203">
                <a:moveTo>
                  <a:pt x="2417664" y="0"/>
                </a:moveTo>
                <a:lnTo>
                  <a:pt x="2418417" y="14926"/>
                </a:lnTo>
                <a:lnTo>
                  <a:pt x="2418083" y="29851"/>
                </a:lnTo>
                <a:lnTo>
                  <a:pt x="2416912" y="44768"/>
                </a:lnTo>
                <a:lnTo>
                  <a:pt x="2414959" y="59646"/>
                </a:lnTo>
                <a:lnTo>
                  <a:pt x="2412263" y="74476"/>
                </a:lnTo>
                <a:lnTo>
                  <a:pt x="2408815" y="89249"/>
                </a:lnTo>
                <a:lnTo>
                  <a:pt x="2404634" y="103946"/>
                </a:lnTo>
                <a:lnTo>
                  <a:pt x="2399690" y="118548"/>
                </a:lnTo>
                <a:lnTo>
                  <a:pt x="2393975" y="133036"/>
                </a:lnTo>
                <a:lnTo>
                  <a:pt x="2387479" y="147399"/>
                </a:lnTo>
                <a:lnTo>
                  <a:pt x="2380183" y="161601"/>
                </a:lnTo>
                <a:lnTo>
                  <a:pt x="2372068" y="175631"/>
                </a:lnTo>
                <a:lnTo>
                  <a:pt x="2363114" y="189452"/>
                </a:lnTo>
                <a:lnTo>
                  <a:pt x="2353313" y="203044"/>
                </a:lnTo>
                <a:lnTo>
                  <a:pt x="2342655" y="216379"/>
                </a:lnTo>
                <a:lnTo>
                  <a:pt x="2331120" y="229419"/>
                </a:lnTo>
                <a:lnTo>
                  <a:pt x="2318709" y="242135"/>
                </a:lnTo>
                <a:lnTo>
                  <a:pt x="2305421" y="254489"/>
                </a:lnTo>
                <a:lnTo>
                  <a:pt x="2291258" y="266462"/>
                </a:lnTo>
                <a:lnTo>
                  <a:pt x="2276246" y="278016"/>
                </a:lnTo>
                <a:lnTo>
                  <a:pt x="2260397" y="289103"/>
                </a:lnTo>
                <a:lnTo>
                  <a:pt x="2243738" y="299723"/>
                </a:lnTo>
                <a:lnTo>
                  <a:pt x="2226307" y="309829"/>
                </a:lnTo>
                <a:lnTo>
                  <a:pt x="2208143" y="319411"/>
                </a:lnTo>
                <a:lnTo>
                  <a:pt x="2189283" y="328441"/>
                </a:lnTo>
                <a:lnTo>
                  <a:pt x="2169785" y="336928"/>
                </a:lnTo>
                <a:lnTo>
                  <a:pt x="2149707" y="344843"/>
                </a:lnTo>
                <a:lnTo>
                  <a:pt x="2129085" y="352187"/>
                </a:lnTo>
                <a:lnTo>
                  <a:pt x="2107987" y="358978"/>
                </a:lnTo>
                <a:lnTo>
                  <a:pt x="2086451" y="365198"/>
                </a:lnTo>
                <a:lnTo>
                  <a:pt x="2064544" y="370884"/>
                </a:lnTo>
                <a:lnTo>
                  <a:pt x="2042312" y="376028"/>
                </a:lnTo>
                <a:lnTo>
                  <a:pt x="2019786" y="380648"/>
                </a:lnTo>
                <a:lnTo>
                  <a:pt x="1997012" y="384762"/>
                </a:lnTo>
                <a:lnTo>
                  <a:pt x="1974037" y="388401"/>
                </a:lnTo>
                <a:lnTo>
                  <a:pt x="1950891" y="391563"/>
                </a:lnTo>
                <a:lnTo>
                  <a:pt x="1927593" y="394278"/>
                </a:lnTo>
                <a:lnTo>
                  <a:pt x="1904190" y="396573"/>
                </a:lnTo>
                <a:lnTo>
                  <a:pt x="1880692" y="398459"/>
                </a:lnTo>
                <a:lnTo>
                  <a:pt x="1857118" y="399955"/>
                </a:lnTo>
                <a:lnTo>
                  <a:pt x="1833496" y="401069"/>
                </a:lnTo>
                <a:lnTo>
                  <a:pt x="1809826" y="401593"/>
                </a:lnTo>
                <a:lnTo>
                  <a:pt x="1786138" y="401945"/>
                </a:lnTo>
                <a:lnTo>
                  <a:pt x="1762458" y="402222"/>
                </a:lnTo>
                <a:lnTo>
                  <a:pt x="1738770" y="402460"/>
                </a:lnTo>
                <a:lnTo>
                  <a:pt x="1715081" y="402669"/>
                </a:lnTo>
                <a:lnTo>
                  <a:pt x="1691392" y="402860"/>
                </a:lnTo>
                <a:lnTo>
                  <a:pt x="1667713" y="403031"/>
                </a:lnTo>
                <a:lnTo>
                  <a:pt x="1644025" y="403184"/>
                </a:lnTo>
                <a:lnTo>
                  <a:pt x="1620336" y="403327"/>
                </a:lnTo>
                <a:lnTo>
                  <a:pt x="1596647" y="403469"/>
                </a:lnTo>
                <a:lnTo>
                  <a:pt x="1572958" y="403593"/>
                </a:lnTo>
                <a:lnTo>
                  <a:pt x="1549270" y="403708"/>
                </a:lnTo>
                <a:lnTo>
                  <a:pt x="1525581" y="403822"/>
                </a:lnTo>
                <a:lnTo>
                  <a:pt x="1501892" y="403927"/>
                </a:lnTo>
                <a:lnTo>
                  <a:pt x="1478204" y="404031"/>
                </a:lnTo>
                <a:lnTo>
                  <a:pt x="1454515" y="404127"/>
                </a:lnTo>
                <a:lnTo>
                  <a:pt x="1430826" y="404212"/>
                </a:lnTo>
                <a:lnTo>
                  <a:pt x="1407138" y="404298"/>
                </a:lnTo>
                <a:lnTo>
                  <a:pt x="1383449" y="404374"/>
                </a:lnTo>
                <a:lnTo>
                  <a:pt x="1359760" y="404451"/>
                </a:lnTo>
                <a:lnTo>
                  <a:pt x="1336072" y="404527"/>
                </a:lnTo>
                <a:lnTo>
                  <a:pt x="1312383" y="404593"/>
                </a:lnTo>
                <a:lnTo>
                  <a:pt x="1288694" y="404651"/>
                </a:lnTo>
                <a:lnTo>
                  <a:pt x="1265006" y="404717"/>
                </a:lnTo>
                <a:lnTo>
                  <a:pt x="1241308" y="404774"/>
                </a:lnTo>
                <a:lnTo>
                  <a:pt x="1217619" y="404822"/>
                </a:lnTo>
                <a:lnTo>
                  <a:pt x="1193930" y="404870"/>
                </a:lnTo>
                <a:lnTo>
                  <a:pt x="1170242" y="404917"/>
                </a:lnTo>
                <a:lnTo>
                  <a:pt x="1146553" y="404955"/>
                </a:lnTo>
                <a:lnTo>
                  <a:pt x="1122864" y="404993"/>
                </a:lnTo>
                <a:lnTo>
                  <a:pt x="1099175" y="405041"/>
                </a:lnTo>
                <a:lnTo>
                  <a:pt x="1075487" y="405070"/>
                </a:lnTo>
                <a:lnTo>
                  <a:pt x="1051798" y="405098"/>
                </a:lnTo>
                <a:lnTo>
                  <a:pt x="1028109" y="405117"/>
                </a:lnTo>
                <a:lnTo>
                  <a:pt x="1004421" y="405146"/>
                </a:lnTo>
                <a:lnTo>
                  <a:pt x="980732" y="405165"/>
                </a:lnTo>
                <a:lnTo>
                  <a:pt x="957043" y="405174"/>
                </a:lnTo>
                <a:lnTo>
                  <a:pt x="933355" y="405194"/>
                </a:lnTo>
                <a:lnTo>
                  <a:pt x="909666" y="405194"/>
                </a:lnTo>
                <a:lnTo>
                  <a:pt x="885977" y="405203"/>
                </a:lnTo>
                <a:lnTo>
                  <a:pt x="862289" y="405203"/>
                </a:lnTo>
                <a:lnTo>
                  <a:pt x="838600" y="405203"/>
                </a:lnTo>
                <a:lnTo>
                  <a:pt x="814902" y="405194"/>
                </a:lnTo>
                <a:lnTo>
                  <a:pt x="791213" y="405194"/>
                </a:lnTo>
                <a:lnTo>
                  <a:pt x="767525" y="405184"/>
                </a:lnTo>
                <a:lnTo>
                  <a:pt x="743836" y="405155"/>
                </a:lnTo>
                <a:lnTo>
                  <a:pt x="720147" y="405136"/>
                </a:lnTo>
                <a:lnTo>
                  <a:pt x="696458" y="405117"/>
                </a:lnTo>
                <a:lnTo>
                  <a:pt x="672770" y="405089"/>
                </a:lnTo>
                <a:lnTo>
                  <a:pt x="649081" y="405051"/>
                </a:lnTo>
                <a:lnTo>
                  <a:pt x="625392" y="405013"/>
                </a:lnTo>
                <a:lnTo>
                  <a:pt x="601704" y="404974"/>
                </a:lnTo>
                <a:lnTo>
                  <a:pt x="578015" y="404917"/>
                </a:lnTo>
                <a:lnTo>
                  <a:pt x="554326" y="404870"/>
                </a:lnTo>
                <a:lnTo>
                  <a:pt x="530638" y="404813"/>
                </a:lnTo>
                <a:lnTo>
                  <a:pt x="506949" y="404746"/>
                </a:lnTo>
                <a:lnTo>
                  <a:pt x="483260" y="404679"/>
                </a:lnTo>
                <a:lnTo>
                  <a:pt x="459572" y="404603"/>
                </a:lnTo>
                <a:lnTo>
                  <a:pt x="435883" y="404517"/>
                </a:lnTo>
                <a:lnTo>
                  <a:pt x="412194" y="404432"/>
                </a:lnTo>
                <a:lnTo>
                  <a:pt x="388506" y="404336"/>
                </a:lnTo>
                <a:lnTo>
                  <a:pt x="364817" y="404222"/>
                </a:lnTo>
                <a:lnTo>
                  <a:pt x="341128" y="404108"/>
                </a:lnTo>
                <a:lnTo>
                  <a:pt x="317440" y="403974"/>
                </a:lnTo>
                <a:lnTo>
                  <a:pt x="293751" y="403841"/>
                </a:lnTo>
                <a:lnTo>
                  <a:pt x="270062" y="403689"/>
                </a:lnTo>
                <a:lnTo>
                  <a:pt x="246374" y="403527"/>
                </a:lnTo>
                <a:lnTo>
                  <a:pt x="222685" y="403336"/>
                </a:lnTo>
                <a:lnTo>
                  <a:pt x="198996" y="403136"/>
                </a:lnTo>
                <a:lnTo>
                  <a:pt x="175317" y="402917"/>
                </a:lnTo>
                <a:lnTo>
                  <a:pt x="151628" y="402669"/>
                </a:lnTo>
                <a:lnTo>
                  <a:pt x="127940" y="402384"/>
                </a:lnTo>
                <a:lnTo>
                  <a:pt x="104261" y="402060"/>
                </a:lnTo>
                <a:lnTo>
                  <a:pt x="80572" y="401679"/>
                </a:lnTo>
                <a:lnTo>
                  <a:pt x="56902" y="401212"/>
                </a:lnTo>
                <a:lnTo>
                  <a:pt x="33233" y="400602"/>
                </a:lnTo>
                <a:lnTo>
                  <a:pt x="9592" y="399631"/>
                </a:lnTo>
                <a:lnTo>
                  <a:pt x="4391" y="387496"/>
                </a:lnTo>
                <a:lnTo>
                  <a:pt x="4077" y="372570"/>
                </a:lnTo>
                <a:lnTo>
                  <a:pt x="3762" y="357635"/>
                </a:lnTo>
                <a:lnTo>
                  <a:pt x="3448" y="342709"/>
                </a:lnTo>
                <a:lnTo>
                  <a:pt x="3134" y="327774"/>
                </a:lnTo>
                <a:lnTo>
                  <a:pt x="2819" y="312849"/>
                </a:lnTo>
                <a:lnTo>
                  <a:pt x="2515" y="297913"/>
                </a:lnTo>
                <a:lnTo>
                  <a:pt x="2200" y="282988"/>
                </a:lnTo>
                <a:lnTo>
                  <a:pt x="1886" y="268053"/>
                </a:lnTo>
                <a:lnTo>
                  <a:pt x="1572" y="253127"/>
                </a:lnTo>
                <a:lnTo>
                  <a:pt x="1257" y="238192"/>
                </a:lnTo>
                <a:lnTo>
                  <a:pt x="943" y="223266"/>
                </a:lnTo>
                <a:lnTo>
                  <a:pt x="629" y="208331"/>
                </a:lnTo>
                <a:lnTo>
                  <a:pt x="314" y="193405"/>
                </a:lnTo>
                <a:lnTo>
                  <a:pt x="0" y="178479"/>
                </a:lnTo>
                <a:lnTo>
                  <a:pt x="8687" y="168707"/>
                </a:lnTo>
                <a:lnTo>
                  <a:pt x="32318" y="167621"/>
                </a:lnTo>
                <a:lnTo>
                  <a:pt x="55959" y="166707"/>
                </a:lnTo>
                <a:lnTo>
                  <a:pt x="79619" y="165945"/>
                </a:lnTo>
                <a:lnTo>
                  <a:pt x="103289" y="165325"/>
                </a:lnTo>
                <a:lnTo>
                  <a:pt x="126968" y="164830"/>
                </a:lnTo>
                <a:lnTo>
                  <a:pt x="150647" y="164440"/>
                </a:lnTo>
                <a:lnTo>
                  <a:pt x="174327" y="164154"/>
                </a:lnTo>
                <a:lnTo>
                  <a:pt x="198015" y="163963"/>
                </a:lnTo>
                <a:lnTo>
                  <a:pt x="221704" y="163859"/>
                </a:lnTo>
                <a:lnTo>
                  <a:pt x="245393" y="163820"/>
                </a:lnTo>
                <a:lnTo>
                  <a:pt x="269081" y="163868"/>
                </a:lnTo>
                <a:lnTo>
                  <a:pt x="292770" y="163973"/>
                </a:lnTo>
                <a:lnTo>
                  <a:pt x="316459" y="164144"/>
                </a:lnTo>
                <a:lnTo>
                  <a:pt x="340147" y="164363"/>
                </a:lnTo>
                <a:lnTo>
                  <a:pt x="363836" y="164640"/>
                </a:lnTo>
                <a:lnTo>
                  <a:pt x="387515" y="164963"/>
                </a:lnTo>
                <a:lnTo>
                  <a:pt x="411194" y="165335"/>
                </a:lnTo>
                <a:lnTo>
                  <a:pt x="434883" y="165745"/>
                </a:lnTo>
                <a:lnTo>
                  <a:pt x="458562" y="166192"/>
                </a:lnTo>
                <a:lnTo>
                  <a:pt x="482232" y="166678"/>
                </a:lnTo>
                <a:lnTo>
                  <a:pt x="505911" y="167192"/>
                </a:lnTo>
                <a:lnTo>
                  <a:pt x="529580" y="167735"/>
                </a:lnTo>
                <a:lnTo>
                  <a:pt x="553260" y="168307"/>
                </a:lnTo>
                <a:lnTo>
                  <a:pt x="576929" y="168907"/>
                </a:lnTo>
                <a:lnTo>
                  <a:pt x="600589" y="169535"/>
                </a:lnTo>
                <a:lnTo>
                  <a:pt x="624259" y="170174"/>
                </a:lnTo>
                <a:lnTo>
                  <a:pt x="647929" y="170840"/>
                </a:lnTo>
                <a:lnTo>
                  <a:pt x="671589" y="171526"/>
                </a:lnTo>
                <a:lnTo>
                  <a:pt x="695258" y="172222"/>
                </a:lnTo>
                <a:lnTo>
                  <a:pt x="718918" y="172936"/>
                </a:lnTo>
                <a:lnTo>
                  <a:pt x="742579" y="173669"/>
                </a:lnTo>
                <a:lnTo>
                  <a:pt x="766239" y="174403"/>
                </a:lnTo>
                <a:lnTo>
                  <a:pt x="789899" y="175146"/>
                </a:lnTo>
                <a:lnTo>
                  <a:pt x="813559" y="175898"/>
                </a:lnTo>
                <a:lnTo>
                  <a:pt x="837219" y="176670"/>
                </a:lnTo>
                <a:lnTo>
                  <a:pt x="860870" y="177432"/>
                </a:lnTo>
                <a:lnTo>
                  <a:pt x="884530" y="178203"/>
                </a:lnTo>
                <a:lnTo>
                  <a:pt x="908190" y="178984"/>
                </a:lnTo>
                <a:lnTo>
                  <a:pt x="931840" y="179756"/>
                </a:lnTo>
                <a:lnTo>
                  <a:pt x="955500" y="180527"/>
                </a:lnTo>
                <a:lnTo>
                  <a:pt x="979160" y="181299"/>
                </a:lnTo>
                <a:lnTo>
                  <a:pt x="1002821" y="182070"/>
                </a:lnTo>
                <a:lnTo>
                  <a:pt x="1026471" y="182842"/>
                </a:lnTo>
                <a:lnTo>
                  <a:pt x="1050131" y="183594"/>
                </a:lnTo>
                <a:lnTo>
                  <a:pt x="1073791" y="184356"/>
                </a:lnTo>
                <a:lnTo>
                  <a:pt x="1097451" y="185090"/>
                </a:lnTo>
                <a:lnTo>
                  <a:pt x="1121112" y="185833"/>
                </a:lnTo>
                <a:lnTo>
                  <a:pt x="1144772" y="186547"/>
                </a:lnTo>
                <a:lnTo>
                  <a:pt x="1168441" y="187262"/>
                </a:lnTo>
                <a:lnTo>
                  <a:pt x="1192101" y="187947"/>
                </a:lnTo>
                <a:lnTo>
                  <a:pt x="1215771" y="188624"/>
                </a:lnTo>
                <a:lnTo>
                  <a:pt x="1239431" y="189281"/>
                </a:lnTo>
                <a:lnTo>
                  <a:pt x="1263101" y="189919"/>
                </a:lnTo>
                <a:lnTo>
                  <a:pt x="1286770" y="190529"/>
                </a:lnTo>
                <a:lnTo>
                  <a:pt x="1310440" y="191119"/>
                </a:lnTo>
                <a:lnTo>
                  <a:pt x="1334110" y="191681"/>
                </a:lnTo>
                <a:lnTo>
                  <a:pt x="1357789" y="192205"/>
                </a:lnTo>
                <a:lnTo>
                  <a:pt x="1381468" y="192710"/>
                </a:lnTo>
                <a:lnTo>
                  <a:pt x="1405138" y="193167"/>
                </a:lnTo>
                <a:lnTo>
                  <a:pt x="1428817" y="193596"/>
                </a:lnTo>
                <a:lnTo>
                  <a:pt x="1452505" y="193977"/>
                </a:lnTo>
                <a:lnTo>
                  <a:pt x="1476185" y="194320"/>
                </a:lnTo>
                <a:lnTo>
                  <a:pt x="1499873" y="194615"/>
                </a:lnTo>
                <a:lnTo>
                  <a:pt x="1523552" y="194853"/>
                </a:lnTo>
                <a:lnTo>
                  <a:pt x="1547241" y="195043"/>
                </a:lnTo>
                <a:lnTo>
                  <a:pt x="1570930" y="195167"/>
                </a:lnTo>
                <a:lnTo>
                  <a:pt x="1594618" y="195224"/>
                </a:lnTo>
                <a:lnTo>
                  <a:pt x="1618307" y="195205"/>
                </a:lnTo>
                <a:lnTo>
                  <a:pt x="1641996" y="195110"/>
                </a:lnTo>
                <a:lnTo>
                  <a:pt x="1665684" y="194929"/>
                </a:lnTo>
                <a:lnTo>
                  <a:pt x="1689373" y="194662"/>
                </a:lnTo>
                <a:lnTo>
                  <a:pt x="1713052" y="194281"/>
                </a:lnTo>
                <a:lnTo>
                  <a:pt x="1736731" y="193786"/>
                </a:lnTo>
                <a:lnTo>
                  <a:pt x="1760401" y="193157"/>
                </a:lnTo>
                <a:lnTo>
                  <a:pt x="1784061" y="192395"/>
                </a:lnTo>
                <a:lnTo>
                  <a:pt x="1807702" y="191462"/>
                </a:lnTo>
                <a:lnTo>
                  <a:pt x="1831324" y="190357"/>
                </a:lnTo>
                <a:lnTo>
                  <a:pt x="1854918" y="189033"/>
                </a:lnTo>
                <a:lnTo>
                  <a:pt x="1878482" y="187481"/>
                </a:lnTo>
                <a:lnTo>
                  <a:pt x="1901990" y="185642"/>
                </a:lnTo>
                <a:lnTo>
                  <a:pt x="1925422" y="183471"/>
                </a:lnTo>
                <a:lnTo>
                  <a:pt x="1948758" y="180908"/>
                </a:lnTo>
                <a:lnTo>
                  <a:pt x="1971951" y="177851"/>
                </a:lnTo>
                <a:lnTo>
                  <a:pt x="1994916" y="174184"/>
                </a:lnTo>
                <a:lnTo>
                  <a:pt x="2017519" y="169736"/>
                </a:lnTo>
                <a:lnTo>
                  <a:pt x="2039522" y="164211"/>
                </a:lnTo>
                <a:lnTo>
                  <a:pt x="2060419" y="157201"/>
                </a:lnTo>
                <a:lnTo>
                  <a:pt x="2079088" y="148066"/>
                </a:lnTo>
                <a:lnTo>
                  <a:pt x="2093043" y="136084"/>
                </a:lnTo>
                <a:lnTo>
                  <a:pt x="2098662" y="121691"/>
                </a:lnTo>
                <a:lnTo>
                  <a:pt x="2114540" y="114214"/>
                </a:lnTo>
                <a:lnTo>
                  <a:pt x="2136839" y="109166"/>
                </a:lnTo>
                <a:lnTo>
                  <a:pt x="2158822" y="103622"/>
                </a:lnTo>
                <a:lnTo>
                  <a:pt x="2180530" y="97641"/>
                </a:lnTo>
                <a:lnTo>
                  <a:pt x="2201961" y="91278"/>
                </a:lnTo>
                <a:lnTo>
                  <a:pt x="2223106" y="84544"/>
                </a:lnTo>
                <a:lnTo>
                  <a:pt x="2243966" y="77476"/>
                </a:lnTo>
                <a:lnTo>
                  <a:pt x="2264540" y="70066"/>
                </a:lnTo>
                <a:lnTo>
                  <a:pt x="2284809" y="62351"/>
                </a:lnTo>
                <a:lnTo>
                  <a:pt x="2304774" y="54312"/>
                </a:lnTo>
                <a:lnTo>
                  <a:pt x="2324433" y="45977"/>
                </a:lnTo>
                <a:lnTo>
                  <a:pt x="2343760" y="37348"/>
                </a:lnTo>
                <a:lnTo>
                  <a:pt x="2362752" y="28423"/>
                </a:lnTo>
                <a:lnTo>
                  <a:pt x="2381412" y="19221"/>
                </a:lnTo>
                <a:lnTo>
                  <a:pt x="2399719" y="9744"/>
                </a:lnTo>
                <a:lnTo>
                  <a:pt x="241766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A51318B1-02B6-40C9-A9F1-E137234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1260129"/>
            <a:ext cx="2417864" cy="1524000"/>
          </a:xfrm>
          <a:custGeom xmlns:a="http://schemas.openxmlformats.org/drawingml/2006/main">
            <a:pathLst>
              <a:path w="2417864" h="1524000">
                <a:moveTo>
                  <a:pt x="0" y="1524000"/>
                </a:moveTo>
                <a:lnTo>
                  <a:pt x="38824" y="1524000"/>
                </a:lnTo>
                <a:lnTo>
                  <a:pt x="77638" y="1524000"/>
                </a:lnTo>
                <a:lnTo>
                  <a:pt x="116462" y="1524000"/>
                </a:lnTo>
                <a:lnTo>
                  <a:pt x="155286" y="1524000"/>
                </a:lnTo>
                <a:lnTo>
                  <a:pt x="194110" y="1524000"/>
                </a:lnTo>
                <a:lnTo>
                  <a:pt x="232924" y="1524000"/>
                </a:lnTo>
                <a:lnTo>
                  <a:pt x="271748" y="1524000"/>
                </a:lnTo>
                <a:lnTo>
                  <a:pt x="310572" y="1524000"/>
                </a:lnTo>
                <a:lnTo>
                  <a:pt x="349396" y="1524000"/>
                </a:lnTo>
                <a:lnTo>
                  <a:pt x="388210" y="1524000"/>
                </a:lnTo>
                <a:lnTo>
                  <a:pt x="427034" y="1524000"/>
                </a:lnTo>
                <a:lnTo>
                  <a:pt x="465858" y="1524000"/>
                </a:lnTo>
                <a:lnTo>
                  <a:pt x="504682" y="1524000"/>
                </a:lnTo>
                <a:lnTo>
                  <a:pt x="543497" y="1524000"/>
                </a:lnTo>
                <a:lnTo>
                  <a:pt x="582320" y="1524000"/>
                </a:lnTo>
                <a:lnTo>
                  <a:pt x="621144" y="1524000"/>
                </a:lnTo>
                <a:lnTo>
                  <a:pt x="659959" y="1524000"/>
                </a:lnTo>
                <a:lnTo>
                  <a:pt x="698783" y="1524000"/>
                </a:lnTo>
                <a:lnTo>
                  <a:pt x="737606" y="1524000"/>
                </a:lnTo>
                <a:lnTo>
                  <a:pt x="776430" y="1524000"/>
                </a:lnTo>
                <a:lnTo>
                  <a:pt x="815245" y="1524000"/>
                </a:lnTo>
                <a:lnTo>
                  <a:pt x="854069" y="1524000"/>
                </a:lnTo>
                <a:lnTo>
                  <a:pt x="892893" y="1524000"/>
                </a:lnTo>
                <a:lnTo>
                  <a:pt x="931716" y="1524000"/>
                </a:lnTo>
                <a:lnTo>
                  <a:pt x="970531" y="1524000"/>
                </a:lnTo>
                <a:lnTo>
                  <a:pt x="1009355" y="1524000"/>
                </a:lnTo>
                <a:lnTo>
                  <a:pt x="1048179" y="1524000"/>
                </a:lnTo>
                <a:lnTo>
                  <a:pt x="1087003" y="1524000"/>
                </a:lnTo>
                <a:lnTo>
                  <a:pt x="1125817" y="1524000"/>
                </a:lnTo>
                <a:lnTo>
                  <a:pt x="1164641" y="1524000"/>
                </a:lnTo>
                <a:lnTo>
                  <a:pt x="1203465" y="1524000"/>
                </a:lnTo>
                <a:lnTo>
                  <a:pt x="1242289" y="1524000"/>
                </a:lnTo>
                <a:lnTo>
                  <a:pt x="1281103" y="1524000"/>
                </a:lnTo>
                <a:lnTo>
                  <a:pt x="1319927" y="1524000"/>
                </a:lnTo>
                <a:lnTo>
                  <a:pt x="1358751" y="1524000"/>
                </a:lnTo>
                <a:lnTo>
                  <a:pt x="1397565" y="1524000"/>
                </a:lnTo>
                <a:lnTo>
                  <a:pt x="1436389" y="1524000"/>
                </a:lnTo>
                <a:lnTo>
                  <a:pt x="1475213" y="1524000"/>
                </a:lnTo>
                <a:lnTo>
                  <a:pt x="1514037" y="1524000"/>
                </a:lnTo>
                <a:lnTo>
                  <a:pt x="1552851" y="1524000"/>
                </a:lnTo>
                <a:lnTo>
                  <a:pt x="1591675" y="1524000"/>
                </a:lnTo>
                <a:lnTo>
                  <a:pt x="1630108" y="1521247"/>
                </a:lnTo>
                <a:lnTo>
                  <a:pt x="1668342" y="1516971"/>
                </a:lnTo>
                <a:lnTo>
                  <a:pt x="1706566" y="1512694"/>
                </a:lnTo>
                <a:lnTo>
                  <a:pt x="1744790" y="1508417"/>
                </a:lnTo>
                <a:lnTo>
                  <a:pt x="1783013" y="1504140"/>
                </a:lnTo>
                <a:lnTo>
                  <a:pt x="1821237" y="1499873"/>
                </a:lnTo>
                <a:lnTo>
                  <a:pt x="1859461" y="1495596"/>
                </a:lnTo>
                <a:lnTo>
                  <a:pt x="1897685" y="1491320"/>
                </a:lnTo>
                <a:lnTo>
                  <a:pt x="1926860" y="1476346"/>
                </a:lnTo>
                <a:lnTo>
                  <a:pt x="1953797" y="1458735"/>
                </a:lnTo>
                <a:lnTo>
                  <a:pt x="1980743" y="1441113"/>
                </a:lnTo>
                <a:lnTo>
                  <a:pt x="2007680" y="1423492"/>
                </a:lnTo>
                <a:lnTo>
                  <a:pt x="2034616" y="1405871"/>
                </a:lnTo>
                <a:lnTo>
                  <a:pt x="2061553" y="1388250"/>
                </a:lnTo>
                <a:lnTo>
                  <a:pt x="2088490" y="1370628"/>
                </a:lnTo>
                <a:lnTo>
                  <a:pt x="2115426" y="1353007"/>
                </a:lnTo>
                <a:lnTo>
                  <a:pt x="2142363" y="1335395"/>
                </a:lnTo>
                <a:lnTo>
                  <a:pt x="2169300" y="1317774"/>
                </a:lnTo>
                <a:lnTo>
                  <a:pt x="2196246" y="1300153"/>
                </a:lnTo>
                <a:lnTo>
                  <a:pt x="2223183" y="1282532"/>
                </a:lnTo>
                <a:lnTo>
                  <a:pt x="2250119" y="1264910"/>
                </a:lnTo>
                <a:lnTo>
                  <a:pt x="2277056" y="1247289"/>
                </a:lnTo>
                <a:lnTo>
                  <a:pt x="2303993" y="1229668"/>
                </a:lnTo>
                <a:lnTo>
                  <a:pt x="2330929" y="1212056"/>
                </a:lnTo>
                <a:lnTo>
                  <a:pt x="2357866" y="1194435"/>
                </a:lnTo>
                <a:lnTo>
                  <a:pt x="2384803" y="1176814"/>
                </a:lnTo>
                <a:lnTo>
                  <a:pt x="2411749" y="1159193"/>
                </a:lnTo>
                <a:lnTo>
                  <a:pt x="2417864" y="1136275"/>
                </a:lnTo>
                <a:lnTo>
                  <a:pt x="2417864" y="1111806"/>
                </a:lnTo>
                <a:lnTo>
                  <a:pt x="2417864" y="1087336"/>
                </a:lnTo>
                <a:lnTo>
                  <a:pt x="2417864" y="1062866"/>
                </a:lnTo>
                <a:lnTo>
                  <a:pt x="2417864" y="1038396"/>
                </a:lnTo>
                <a:lnTo>
                  <a:pt x="2417864" y="1013927"/>
                </a:lnTo>
                <a:lnTo>
                  <a:pt x="2417864" y="989457"/>
                </a:lnTo>
                <a:lnTo>
                  <a:pt x="2417864" y="964997"/>
                </a:lnTo>
                <a:lnTo>
                  <a:pt x="2417864" y="940527"/>
                </a:lnTo>
                <a:lnTo>
                  <a:pt x="2417864" y="916057"/>
                </a:lnTo>
                <a:lnTo>
                  <a:pt x="2417864" y="891588"/>
                </a:lnTo>
                <a:lnTo>
                  <a:pt x="2417864" y="867118"/>
                </a:lnTo>
                <a:lnTo>
                  <a:pt x="2417864" y="842648"/>
                </a:lnTo>
                <a:lnTo>
                  <a:pt x="2417864" y="818178"/>
                </a:lnTo>
                <a:lnTo>
                  <a:pt x="2417864" y="793709"/>
                </a:lnTo>
                <a:lnTo>
                  <a:pt x="2417864" y="769239"/>
                </a:lnTo>
                <a:lnTo>
                  <a:pt x="2417864" y="744769"/>
                </a:lnTo>
                <a:lnTo>
                  <a:pt x="2417864" y="720300"/>
                </a:lnTo>
                <a:lnTo>
                  <a:pt x="2417864" y="695830"/>
                </a:lnTo>
                <a:lnTo>
                  <a:pt x="2417864" y="671360"/>
                </a:lnTo>
                <a:lnTo>
                  <a:pt x="2417864" y="646890"/>
                </a:lnTo>
                <a:lnTo>
                  <a:pt x="2417864" y="622421"/>
                </a:lnTo>
                <a:lnTo>
                  <a:pt x="2417864" y="597951"/>
                </a:lnTo>
                <a:lnTo>
                  <a:pt x="2417864" y="573481"/>
                </a:lnTo>
                <a:lnTo>
                  <a:pt x="2417864" y="549011"/>
                </a:lnTo>
                <a:lnTo>
                  <a:pt x="2417864" y="524542"/>
                </a:lnTo>
                <a:lnTo>
                  <a:pt x="2417864" y="500072"/>
                </a:lnTo>
                <a:lnTo>
                  <a:pt x="2417864" y="475602"/>
                </a:lnTo>
                <a:lnTo>
                  <a:pt x="2417864" y="451133"/>
                </a:lnTo>
                <a:lnTo>
                  <a:pt x="2417864" y="426663"/>
                </a:lnTo>
                <a:lnTo>
                  <a:pt x="2417864" y="402193"/>
                </a:lnTo>
                <a:lnTo>
                  <a:pt x="2417864" y="377723"/>
                </a:lnTo>
                <a:lnTo>
                  <a:pt x="2417864" y="353254"/>
                </a:lnTo>
                <a:lnTo>
                  <a:pt x="2417864" y="328784"/>
                </a:lnTo>
                <a:lnTo>
                  <a:pt x="2417864" y="304314"/>
                </a:lnTo>
                <a:lnTo>
                  <a:pt x="2417864" y="279845"/>
                </a:lnTo>
                <a:lnTo>
                  <a:pt x="2417864" y="255375"/>
                </a:lnTo>
                <a:lnTo>
                  <a:pt x="2417864" y="230905"/>
                </a:lnTo>
                <a:lnTo>
                  <a:pt x="2417864" y="206435"/>
                </a:lnTo>
                <a:lnTo>
                  <a:pt x="2417864" y="181966"/>
                </a:lnTo>
                <a:lnTo>
                  <a:pt x="2417864" y="157496"/>
                </a:lnTo>
                <a:lnTo>
                  <a:pt x="2417864" y="133026"/>
                </a:lnTo>
                <a:lnTo>
                  <a:pt x="2417864" y="108556"/>
                </a:lnTo>
                <a:lnTo>
                  <a:pt x="2417864" y="84087"/>
                </a:lnTo>
                <a:lnTo>
                  <a:pt x="2417864" y="59627"/>
                </a:lnTo>
                <a:lnTo>
                  <a:pt x="2417864" y="35157"/>
                </a:lnTo>
                <a:lnTo>
                  <a:pt x="2417864" y="10687"/>
                </a:lnTo>
                <a:lnTo>
                  <a:pt x="2395985" y="0"/>
                </a:lnTo>
                <a:lnTo>
                  <a:pt x="2357171" y="0"/>
                </a:lnTo>
                <a:lnTo>
                  <a:pt x="2318347" y="0"/>
                </a:lnTo>
                <a:lnTo>
                  <a:pt x="2279523" y="0"/>
                </a:lnTo>
                <a:lnTo>
                  <a:pt x="2240699" y="0"/>
                </a:lnTo>
                <a:lnTo>
                  <a:pt x="2201885" y="0"/>
                </a:lnTo>
                <a:lnTo>
                  <a:pt x="2163061" y="0"/>
                </a:lnTo>
                <a:lnTo>
                  <a:pt x="2124237" y="0"/>
                </a:lnTo>
                <a:lnTo>
                  <a:pt x="2085423" y="0"/>
                </a:lnTo>
                <a:lnTo>
                  <a:pt x="2046599" y="0"/>
                </a:lnTo>
                <a:lnTo>
                  <a:pt x="2007775" y="0"/>
                </a:lnTo>
                <a:lnTo>
                  <a:pt x="1968951" y="0"/>
                </a:lnTo>
                <a:lnTo>
                  <a:pt x="1930136" y="0"/>
                </a:lnTo>
                <a:lnTo>
                  <a:pt x="1891313" y="0"/>
                </a:lnTo>
                <a:lnTo>
                  <a:pt x="1852489" y="0"/>
                </a:lnTo>
                <a:lnTo>
                  <a:pt x="1813665" y="0"/>
                </a:lnTo>
                <a:lnTo>
                  <a:pt x="1774850" y="0"/>
                </a:lnTo>
                <a:lnTo>
                  <a:pt x="1736027" y="0"/>
                </a:lnTo>
                <a:lnTo>
                  <a:pt x="1697203" y="0"/>
                </a:lnTo>
                <a:lnTo>
                  <a:pt x="1658379" y="0"/>
                </a:lnTo>
                <a:lnTo>
                  <a:pt x="1619564" y="0"/>
                </a:lnTo>
                <a:lnTo>
                  <a:pt x="1580740" y="0"/>
                </a:lnTo>
                <a:lnTo>
                  <a:pt x="1541917" y="0"/>
                </a:lnTo>
                <a:lnTo>
                  <a:pt x="1503102" y="0"/>
                </a:lnTo>
                <a:lnTo>
                  <a:pt x="1464278" y="0"/>
                </a:lnTo>
                <a:lnTo>
                  <a:pt x="1425454" y="0"/>
                </a:lnTo>
                <a:lnTo>
                  <a:pt x="1386630" y="0"/>
                </a:lnTo>
                <a:lnTo>
                  <a:pt x="1347816" y="0"/>
                </a:lnTo>
                <a:lnTo>
                  <a:pt x="1308992" y="0"/>
                </a:lnTo>
                <a:lnTo>
                  <a:pt x="1270168" y="0"/>
                </a:lnTo>
                <a:lnTo>
                  <a:pt x="1231344" y="0"/>
                </a:lnTo>
                <a:lnTo>
                  <a:pt x="1192530" y="0"/>
                </a:lnTo>
                <a:lnTo>
                  <a:pt x="1153706" y="0"/>
                </a:lnTo>
                <a:lnTo>
                  <a:pt x="1114882" y="0"/>
                </a:lnTo>
                <a:lnTo>
                  <a:pt x="1076058" y="0"/>
                </a:lnTo>
                <a:lnTo>
                  <a:pt x="1037244" y="0"/>
                </a:lnTo>
                <a:lnTo>
                  <a:pt x="998420" y="0"/>
                </a:lnTo>
                <a:lnTo>
                  <a:pt x="959596" y="0"/>
                </a:lnTo>
                <a:lnTo>
                  <a:pt x="920772" y="0"/>
                </a:lnTo>
                <a:lnTo>
                  <a:pt x="881958" y="0"/>
                </a:lnTo>
                <a:lnTo>
                  <a:pt x="843134" y="0"/>
                </a:lnTo>
                <a:lnTo>
                  <a:pt x="804310" y="0"/>
                </a:lnTo>
                <a:lnTo>
                  <a:pt x="765496" y="0"/>
                </a:lnTo>
                <a:lnTo>
                  <a:pt x="726672" y="0"/>
                </a:lnTo>
                <a:lnTo>
                  <a:pt x="687848" y="0"/>
                </a:lnTo>
                <a:lnTo>
                  <a:pt x="649024" y="0"/>
                </a:lnTo>
                <a:lnTo>
                  <a:pt x="610210" y="0"/>
                </a:lnTo>
                <a:lnTo>
                  <a:pt x="571386" y="0"/>
                </a:lnTo>
                <a:lnTo>
                  <a:pt x="532562" y="0"/>
                </a:lnTo>
                <a:lnTo>
                  <a:pt x="493738" y="0"/>
                </a:lnTo>
                <a:lnTo>
                  <a:pt x="454924" y="0"/>
                </a:lnTo>
                <a:lnTo>
                  <a:pt x="416100" y="0"/>
                </a:lnTo>
                <a:lnTo>
                  <a:pt x="377276" y="0"/>
                </a:lnTo>
                <a:lnTo>
                  <a:pt x="338452" y="0"/>
                </a:lnTo>
                <a:lnTo>
                  <a:pt x="299637" y="0"/>
                </a:lnTo>
                <a:lnTo>
                  <a:pt x="260814" y="0"/>
                </a:lnTo>
                <a:lnTo>
                  <a:pt x="221990" y="0"/>
                </a:lnTo>
                <a:lnTo>
                  <a:pt x="183175" y="0"/>
                </a:lnTo>
                <a:lnTo>
                  <a:pt x="144351" y="0"/>
                </a:lnTo>
                <a:lnTo>
                  <a:pt x="105527" y="0"/>
                </a:lnTo>
                <a:lnTo>
                  <a:pt x="66704" y="0"/>
                </a:lnTo>
                <a:lnTo>
                  <a:pt x="27889" y="0"/>
                </a:lnTo>
                <a:lnTo>
                  <a:pt x="0" y="6896"/>
                </a:lnTo>
                <a:lnTo>
                  <a:pt x="0" y="31366"/>
                </a:lnTo>
                <a:lnTo>
                  <a:pt x="0" y="55836"/>
                </a:lnTo>
                <a:lnTo>
                  <a:pt x="0" y="80305"/>
                </a:lnTo>
                <a:lnTo>
                  <a:pt x="0" y="104775"/>
                </a:lnTo>
                <a:lnTo>
                  <a:pt x="0" y="129245"/>
                </a:lnTo>
                <a:lnTo>
                  <a:pt x="0" y="153714"/>
                </a:lnTo>
                <a:lnTo>
                  <a:pt x="0" y="178175"/>
                </a:lnTo>
                <a:lnTo>
                  <a:pt x="0" y="202644"/>
                </a:lnTo>
                <a:lnTo>
                  <a:pt x="0" y="227114"/>
                </a:lnTo>
                <a:lnTo>
                  <a:pt x="0" y="251584"/>
                </a:lnTo>
                <a:lnTo>
                  <a:pt x="0" y="276054"/>
                </a:lnTo>
                <a:lnTo>
                  <a:pt x="0" y="300523"/>
                </a:lnTo>
                <a:lnTo>
                  <a:pt x="0" y="324993"/>
                </a:lnTo>
                <a:lnTo>
                  <a:pt x="0" y="349463"/>
                </a:lnTo>
                <a:lnTo>
                  <a:pt x="0" y="373932"/>
                </a:lnTo>
                <a:lnTo>
                  <a:pt x="0" y="398402"/>
                </a:lnTo>
                <a:lnTo>
                  <a:pt x="0" y="422872"/>
                </a:lnTo>
                <a:lnTo>
                  <a:pt x="0" y="447342"/>
                </a:lnTo>
                <a:lnTo>
                  <a:pt x="0" y="471811"/>
                </a:lnTo>
                <a:lnTo>
                  <a:pt x="0" y="496281"/>
                </a:lnTo>
                <a:lnTo>
                  <a:pt x="0" y="520751"/>
                </a:lnTo>
                <a:lnTo>
                  <a:pt x="0" y="545221"/>
                </a:lnTo>
                <a:lnTo>
                  <a:pt x="0" y="569690"/>
                </a:lnTo>
                <a:lnTo>
                  <a:pt x="0" y="594160"/>
                </a:lnTo>
                <a:lnTo>
                  <a:pt x="0" y="618630"/>
                </a:lnTo>
                <a:lnTo>
                  <a:pt x="0" y="643099"/>
                </a:lnTo>
                <a:lnTo>
                  <a:pt x="0" y="667569"/>
                </a:lnTo>
                <a:lnTo>
                  <a:pt x="0" y="692039"/>
                </a:lnTo>
                <a:lnTo>
                  <a:pt x="0" y="716509"/>
                </a:lnTo>
                <a:lnTo>
                  <a:pt x="0" y="740978"/>
                </a:lnTo>
                <a:lnTo>
                  <a:pt x="0" y="765448"/>
                </a:lnTo>
                <a:lnTo>
                  <a:pt x="0" y="789918"/>
                </a:lnTo>
                <a:lnTo>
                  <a:pt x="0" y="814388"/>
                </a:lnTo>
                <a:lnTo>
                  <a:pt x="0" y="838857"/>
                </a:lnTo>
                <a:lnTo>
                  <a:pt x="0" y="863327"/>
                </a:lnTo>
                <a:lnTo>
                  <a:pt x="0" y="887797"/>
                </a:lnTo>
                <a:lnTo>
                  <a:pt x="0" y="912266"/>
                </a:lnTo>
                <a:lnTo>
                  <a:pt x="0" y="936736"/>
                </a:lnTo>
                <a:lnTo>
                  <a:pt x="0" y="961206"/>
                </a:lnTo>
                <a:lnTo>
                  <a:pt x="0" y="985676"/>
                </a:lnTo>
                <a:lnTo>
                  <a:pt x="0" y="1010145"/>
                </a:lnTo>
                <a:lnTo>
                  <a:pt x="0" y="1034615"/>
                </a:lnTo>
                <a:lnTo>
                  <a:pt x="0" y="1059085"/>
                </a:lnTo>
                <a:lnTo>
                  <a:pt x="0" y="1083545"/>
                </a:lnTo>
                <a:lnTo>
                  <a:pt x="0" y="1108015"/>
                </a:lnTo>
                <a:lnTo>
                  <a:pt x="0" y="1132484"/>
                </a:lnTo>
                <a:lnTo>
                  <a:pt x="0" y="1156954"/>
                </a:lnTo>
                <a:lnTo>
                  <a:pt x="0" y="1181424"/>
                </a:lnTo>
                <a:lnTo>
                  <a:pt x="0" y="1205894"/>
                </a:lnTo>
                <a:lnTo>
                  <a:pt x="0" y="1230363"/>
                </a:lnTo>
                <a:lnTo>
                  <a:pt x="0" y="1254833"/>
                </a:lnTo>
                <a:lnTo>
                  <a:pt x="0" y="1279303"/>
                </a:lnTo>
                <a:lnTo>
                  <a:pt x="0" y="1303772"/>
                </a:lnTo>
                <a:lnTo>
                  <a:pt x="0" y="1328242"/>
                </a:lnTo>
                <a:lnTo>
                  <a:pt x="0" y="1352712"/>
                </a:lnTo>
                <a:lnTo>
                  <a:pt x="0" y="1377182"/>
                </a:lnTo>
                <a:lnTo>
                  <a:pt x="0" y="1401651"/>
                </a:lnTo>
                <a:lnTo>
                  <a:pt x="0" y="1426121"/>
                </a:lnTo>
                <a:lnTo>
                  <a:pt x="0" y="1450591"/>
                </a:lnTo>
                <a:lnTo>
                  <a:pt x="0" y="1475061"/>
                </a:lnTo>
                <a:lnTo>
                  <a:pt x="0" y="149953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FAF86D82-7859-46E6-A53F-1F7786BB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1260129"/>
            <a:ext cx="2417864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EB630DF3-FB40-4A5D-9F8C-9AB38E6A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517" y="2415321"/>
            <a:ext cx="890816" cy="369094"/>
          </a:xfrm>
          <a:custGeom xmlns:a="http://schemas.openxmlformats.org/drawingml/2006/main">
            <a:pathLst>
              <a:path w="890816" h="369094">
                <a:moveTo>
                  <a:pt x="890816" y="0"/>
                </a:moveTo>
                <a:lnTo>
                  <a:pt x="889749" y="6125"/>
                </a:lnTo>
                <a:lnTo>
                  <a:pt x="888359" y="12221"/>
                </a:lnTo>
                <a:lnTo>
                  <a:pt x="886739" y="18288"/>
                </a:lnTo>
                <a:lnTo>
                  <a:pt x="884911" y="24336"/>
                </a:lnTo>
                <a:lnTo>
                  <a:pt x="882891" y="30366"/>
                </a:lnTo>
                <a:lnTo>
                  <a:pt x="880701" y="36366"/>
                </a:lnTo>
                <a:lnTo>
                  <a:pt x="878348" y="42348"/>
                </a:lnTo>
                <a:lnTo>
                  <a:pt x="875833" y="48301"/>
                </a:lnTo>
                <a:lnTo>
                  <a:pt x="873157" y="54226"/>
                </a:lnTo>
                <a:lnTo>
                  <a:pt x="870337" y="60122"/>
                </a:lnTo>
                <a:lnTo>
                  <a:pt x="867366" y="65989"/>
                </a:lnTo>
                <a:lnTo>
                  <a:pt x="864241" y="71819"/>
                </a:lnTo>
                <a:lnTo>
                  <a:pt x="860974" y="77629"/>
                </a:lnTo>
                <a:lnTo>
                  <a:pt x="857574" y="83401"/>
                </a:lnTo>
                <a:lnTo>
                  <a:pt x="854021" y="89135"/>
                </a:lnTo>
                <a:lnTo>
                  <a:pt x="850335" y="94840"/>
                </a:lnTo>
                <a:lnTo>
                  <a:pt x="846515" y="100508"/>
                </a:lnTo>
                <a:lnTo>
                  <a:pt x="842553" y="106137"/>
                </a:lnTo>
                <a:lnTo>
                  <a:pt x="838457" y="111728"/>
                </a:lnTo>
                <a:lnTo>
                  <a:pt x="834219" y="117281"/>
                </a:lnTo>
                <a:lnTo>
                  <a:pt x="829856" y="122787"/>
                </a:lnTo>
                <a:lnTo>
                  <a:pt x="825360" y="128254"/>
                </a:lnTo>
                <a:lnTo>
                  <a:pt x="820722" y="133683"/>
                </a:lnTo>
                <a:lnTo>
                  <a:pt x="815959" y="139055"/>
                </a:lnTo>
                <a:lnTo>
                  <a:pt x="811063" y="144389"/>
                </a:lnTo>
                <a:lnTo>
                  <a:pt x="806044" y="149666"/>
                </a:lnTo>
                <a:lnTo>
                  <a:pt x="800881" y="154905"/>
                </a:lnTo>
                <a:lnTo>
                  <a:pt x="795604" y="160087"/>
                </a:lnTo>
                <a:lnTo>
                  <a:pt x="790204" y="165211"/>
                </a:lnTo>
                <a:lnTo>
                  <a:pt x="784670" y="170297"/>
                </a:lnTo>
                <a:lnTo>
                  <a:pt x="779012" y="175317"/>
                </a:lnTo>
                <a:lnTo>
                  <a:pt x="773240" y="180280"/>
                </a:lnTo>
                <a:lnTo>
                  <a:pt x="767344" y="185195"/>
                </a:lnTo>
                <a:lnTo>
                  <a:pt x="761324" y="190043"/>
                </a:lnTo>
                <a:lnTo>
                  <a:pt x="755190" y="194834"/>
                </a:lnTo>
                <a:lnTo>
                  <a:pt x="748932" y="199568"/>
                </a:lnTo>
                <a:lnTo>
                  <a:pt x="742569" y="204245"/>
                </a:lnTo>
                <a:lnTo>
                  <a:pt x="736092" y="208855"/>
                </a:lnTo>
                <a:lnTo>
                  <a:pt x="729491" y="213398"/>
                </a:lnTo>
                <a:lnTo>
                  <a:pt x="722795" y="217884"/>
                </a:lnTo>
                <a:lnTo>
                  <a:pt x="715985" y="222294"/>
                </a:lnTo>
                <a:lnTo>
                  <a:pt x="709070" y="226647"/>
                </a:lnTo>
                <a:lnTo>
                  <a:pt x="702050" y="230934"/>
                </a:lnTo>
                <a:lnTo>
                  <a:pt x="694925" y="235144"/>
                </a:lnTo>
                <a:lnTo>
                  <a:pt x="687705" y="239297"/>
                </a:lnTo>
                <a:lnTo>
                  <a:pt x="680380" y="243373"/>
                </a:lnTo>
                <a:lnTo>
                  <a:pt x="672970" y="247383"/>
                </a:lnTo>
                <a:lnTo>
                  <a:pt x="665455" y="251327"/>
                </a:lnTo>
                <a:lnTo>
                  <a:pt x="657854" y="255194"/>
                </a:lnTo>
                <a:lnTo>
                  <a:pt x="650167" y="258994"/>
                </a:lnTo>
                <a:lnTo>
                  <a:pt x="642385" y="262728"/>
                </a:lnTo>
                <a:lnTo>
                  <a:pt x="634527" y="266386"/>
                </a:lnTo>
                <a:lnTo>
                  <a:pt x="626583" y="269967"/>
                </a:lnTo>
                <a:lnTo>
                  <a:pt x="618563" y="273482"/>
                </a:lnTo>
                <a:lnTo>
                  <a:pt x="610457" y="276920"/>
                </a:lnTo>
                <a:lnTo>
                  <a:pt x="602275" y="280292"/>
                </a:lnTo>
                <a:lnTo>
                  <a:pt x="594027" y="283597"/>
                </a:lnTo>
                <a:lnTo>
                  <a:pt x="585711" y="286826"/>
                </a:lnTo>
                <a:lnTo>
                  <a:pt x="577320" y="289979"/>
                </a:lnTo>
                <a:lnTo>
                  <a:pt x="568862" y="293065"/>
                </a:lnTo>
                <a:lnTo>
                  <a:pt x="560337" y="296075"/>
                </a:lnTo>
                <a:lnTo>
                  <a:pt x="551755" y="299018"/>
                </a:lnTo>
                <a:lnTo>
                  <a:pt x="543106" y="301895"/>
                </a:lnTo>
                <a:lnTo>
                  <a:pt x="534410" y="304695"/>
                </a:lnTo>
                <a:lnTo>
                  <a:pt x="525656" y="307429"/>
                </a:lnTo>
                <a:lnTo>
                  <a:pt x="516846" y="310086"/>
                </a:lnTo>
                <a:lnTo>
                  <a:pt x="507978" y="312687"/>
                </a:lnTo>
                <a:lnTo>
                  <a:pt x="499062" y="315211"/>
                </a:lnTo>
                <a:lnTo>
                  <a:pt x="490109" y="317668"/>
                </a:lnTo>
                <a:lnTo>
                  <a:pt x="481098" y="320059"/>
                </a:lnTo>
                <a:lnTo>
                  <a:pt x="472049" y="322383"/>
                </a:lnTo>
                <a:lnTo>
                  <a:pt x="462963" y="324641"/>
                </a:lnTo>
                <a:lnTo>
                  <a:pt x="453828" y="326831"/>
                </a:lnTo>
                <a:lnTo>
                  <a:pt x="444656" y="328955"/>
                </a:lnTo>
                <a:lnTo>
                  <a:pt x="435454" y="331022"/>
                </a:lnTo>
                <a:lnTo>
                  <a:pt x="426215" y="333023"/>
                </a:lnTo>
                <a:lnTo>
                  <a:pt x="416938" y="334956"/>
                </a:lnTo>
                <a:lnTo>
                  <a:pt x="407622" y="336833"/>
                </a:lnTo>
                <a:lnTo>
                  <a:pt x="398288" y="338642"/>
                </a:lnTo>
                <a:lnTo>
                  <a:pt x="388925" y="340395"/>
                </a:lnTo>
                <a:lnTo>
                  <a:pt x="379524" y="342081"/>
                </a:lnTo>
                <a:lnTo>
                  <a:pt x="370103" y="343719"/>
                </a:lnTo>
                <a:lnTo>
                  <a:pt x="360655" y="345291"/>
                </a:lnTo>
                <a:lnTo>
                  <a:pt x="351187" y="346805"/>
                </a:lnTo>
                <a:lnTo>
                  <a:pt x="341690" y="348263"/>
                </a:lnTo>
                <a:lnTo>
                  <a:pt x="332175" y="349663"/>
                </a:lnTo>
                <a:lnTo>
                  <a:pt x="322640" y="351015"/>
                </a:lnTo>
                <a:lnTo>
                  <a:pt x="313087" y="352301"/>
                </a:lnTo>
                <a:lnTo>
                  <a:pt x="303514" y="353539"/>
                </a:lnTo>
                <a:lnTo>
                  <a:pt x="293932" y="354730"/>
                </a:lnTo>
                <a:lnTo>
                  <a:pt x="284321" y="355854"/>
                </a:lnTo>
                <a:lnTo>
                  <a:pt x="274701" y="356940"/>
                </a:lnTo>
                <a:lnTo>
                  <a:pt x="265071" y="357969"/>
                </a:lnTo>
                <a:lnTo>
                  <a:pt x="255422" y="358940"/>
                </a:lnTo>
                <a:lnTo>
                  <a:pt x="245764" y="359874"/>
                </a:lnTo>
                <a:lnTo>
                  <a:pt x="236087" y="360750"/>
                </a:lnTo>
                <a:lnTo>
                  <a:pt x="226409" y="361579"/>
                </a:lnTo>
                <a:lnTo>
                  <a:pt x="216713" y="362369"/>
                </a:lnTo>
                <a:lnTo>
                  <a:pt x="207016" y="363103"/>
                </a:lnTo>
                <a:lnTo>
                  <a:pt x="197310" y="363798"/>
                </a:lnTo>
                <a:lnTo>
                  <a:pt x="187585" y="364436"/>
                </a:lnTo>
                <a:lnTo>
                  <a:pt x="177860" y="365036"/>
                </a:lnTo>
                <a:lnTo>
                  <a:pt x="168135" y="365598"/>
                </a:lnTo>
                <a:lnTo>
                  <a:pt x="158391" y="366103"/>
                </a:lnTo>
                <a:lnTo>
                  <a:pt x="148657" y="366579"/>
                </a:lnTo>
                <a:lnTo>
                  <a:pt x="138903" y="367008"/>
                </a:lnTo>
                <a:lnTo>
                  <a:pt x="129149" y="367389"/>
                </a:lnTo>
                <a:lnTo>
                  <a:pt x="119396" y="367732"/>
                </a:lnTo>
                <a:lnTo>
                  <a:pt x="109642" y="368036"/>
                </a:lnTo>
                <a:lnTo>
                  <a:pt x="99879" y="368303"/>
                </a:lnTo>
                <a:lnTo>
                  <a:pt x="90107" y="368532"/>
                </a:lnTo>
                <a:lnTo>
                  <a:pt x="80343" y="368713"/>
                </a:lnTo>
                <a:lnTo>
                  <a:pt x="70571" y="368865"/>
                </a:lnTo>
                <a:lnTo>
                  <a:pt x="60808" y="368979"/>
                </a:lnTo>
                <a:lnTo>
                  <a:pt x="51035" y="369046"/>
                </a:lnTo>
                <a:lnTo>
                  <a:pt x="41262" y="369084"/>
                </a:lnTo>
                <a:lnTo>
                  <a:pt x="31490" y="369094"/>
                </a:lnTo>
                <a:lnTo>
                  <a:pt x="21727" y="369056"/>
                </a:lnTo>
                <a:lnTo>
                  <a:pt x="11954" y="368989"/>
                </a:lnTo>
                <a:lnTo>
                  <a:pt x="2181" y="368884"/>
                </a:lnTo>
                <a:lnTo>
                  <a:pt x="0" y="368789"/>
                </a:lnTo>
                <a:lnTo>
                  <a:pt x="9773" y="368637"/>
                </a:lnTo>
                <a:lnTo>
                  <a:pt x="19526" y="368379"/>
                </a:lnTo>
                <a:lnTo>
                  <a:pt x="29289" y="368036"/>
                </a:lnTo>
                <a:lnTo>
                  <a:pt x="39033" y="367627"/>
                </a:lnTo>
                <a:lnTo>
                  <a:pt x="48778" y="367141"/>
                </a:lnTo>
                <a:lnTo>
                  <a:pt x="58512" y="366598"/>
                </a:lnTo>
                <a:lnTo>
                  <a:pt x="68228" y="365979"/>
                </a:lnTo>
                <a:lnTo>
                  <a:pt x="77943" y="365293"/>
                </a:lnTo>
                <a:lnTo>
                  <a:pt x="87640" y="364550"/>
                </a:lnTo>
                <a:lnTo>
                  <a:pt x="97326" y="363741"/>
                </a:lnTo>
                <a:lnTo>
                  <a:pt x="107004" y="362864"/>
                </a:lnTo>
                <a:lnTo>
                  <a:pt x="116662" y="361931"/>
                </a:lnTo>
                <a:lnTo>
                  <a:pt x="126302" y="360921"/>
                </a:lnTo>
                <a:lnTo>
                  <a:pt x="135922" y="359855"/>
                </a:lnTo>
                <a:lnTo>
                  <a:pt x="145523" y="358711"/>
                </a:lnTo>
                <a:lnTo>
                  <a:pt x="155105" y="357502"/>
                </a:lnTo>
                <a:lnTo>
                  <a:pt x="164659" y="356225"/>
                </a:lnTo>
                <a:lnTo>
                  <a:pt x="174193" y="354882"/>
                </a:lnTo>
                <a:lnTo>
                  <a:pt x="183709" y="353463"/>
                </a:lnTo>
                <a:lnTo>
                  <a:pt x="193186" y="351968"/>
                </a:lnTo>
                <a:lnTo>
                  <a:pt x="202635" y="350396"/>
                </a:lnTo>
                <a:lnTo>
                  <a:pt x="212046" y="348748"/>
                </a:lnTo>
                <a:lnTo>
                  <a:pt x="221428" y="347024"/>
                </a:lnTo>
                <a:lnTo>
                  <a:pt x="230772" y="345215"/>
                </a:lnTo>
                <a:lnTo>
                  <a:pt x="240068" y="343329"/>
                </a:lnTo>
                <a:lnTo>
                  <a:pt x="249326" y="341347"/>
                </a:lnTo>
                <a:lnTo>
                  <a:pt x="258528" y="339290"/>
                </a:lnTo>
                <a:lnTo>
                  <a:pt x="267691" y="337137"/>
                </a:lnTo>
                <a:lnTo>
                  <a:pt x="276787" y="334889"/>
                </a:lnTo>
                <a:lnTo>
                  <a:pt x="285826" y="332556"/>
                </a:lnTo>
                <a:lnTo>
                  <a:pt x="294799" y="330117"/>
                </a:lnTo>
                <a:lnTo>
                  <a:pt x="303705" y="327574"/>
                </a:lnTo>
                <a:lnTo>
                  <a:pt x="312534" y="324936"/>
                </a:lnTo>
                <a:lnTo>
                  <a:pt x="321278" y="322193"/>
                </a:lnTo>
                <a:lnTo>
                  <a:pt x="329936" y="319345"/>
                </a:lnTo>
                <a:lnTo>
                  <a:pt x="338509" y="316382"/>
                </a:lnTo>
                <a:lnTo>
                  <a:pt x="346967" y="313306"/>
                </a:lnTo>
                <a:lnTo>
                  <a:pt x="355330" y="310115"/>
                </a:lnTo>
                <a:lnTo>
                  <a:pt x="363569" y="306800"/>
                </a:lnTo>
                <a:lnTo>
                  <a:pt x="371675" y="303371"/>
                </a:lnTo>
                <a:lnTo>
                  <a:pt x="379657" y="299818"/>
                </a:lnTo>
                <a:lnTo>
                  <a:pt x="387496" y="296132"/>
                </a:lnTo>
                <a:lnTo>
                  <a:pt x="395173" y="292322"/>
                </a:lnTo>
                <a:lnTo>
                  <a:pt x="402688" y="288388"/>
                </a:lnTo>
                <a:lnTo>
                  <a:pt x="410023" y="284321"/>
                </a:lnTo>
                <a:lnTo>
                  <a:pt x="417176" y="280130"/>
                </a:lnTo>
                <a:lnTo>
                  <a:pt x="424129" y="275806"/>
                </a:lnTo>
                <a:lnTo>
                  <a:pt x="430873" y="271348"/>
                </a:lnTo>
                <a:lnTo>
                  <a:pt x="437398" y="266757"/>
                </a:lnTo>
                <a:lnTo>
                  <a:pt x="443684" y="262042"/>
                </a:lnTo>
                <a:lnTo>
                  <a:pt x="449723" y="257204"/>
                </a:lnTo>
                <a:lnTo>
                  <a:pt x="455514" y="252241"/>
                </a:lnTo>
                <a:lnTo>
                  <a:pt x="461029" y="247164"/>
                </a:lnTo>
                <a:lnTo>
                  <a:pt x="466277" y="241964"/>
                </a:lnTo>
                <a:lnTo>
                  <a:pt x="471240" y="236658"/>
                </a:lnTo>
                <a:lnTo>
                  <a:pt x="475917" y="231248"/>
                </a:lnTo>
                <a:lnTo>
                  <a:pt x="480289" y="225743"/>
                </a:lnTo>
                <a:lnTo>
                  <a:pt x="484365" y="220151"/>
                </a:lnTo>
                <a:lnTo>
                  <a:pt x="488128" y="214465"/>
                </a:lnTo>
                <a:lnTo>
                  <a:pt x="491595" y="208702"/>
                </a:lnTo>
                <a:lnTo>
                  <a:pt x="494748" y="202873"/>
                </a:lnTo>
                <a:lnTo>
                  <a:pt x="497586" y="196987"/>
                </a:lnTo>
                <a:lnTo>
                  <a:pt x="500129" y="191033"/>
                </a:lnTo>
                <a:lnTo>
                  <a:pt x="502368" y="185042"/>
                </a:lnTo>
                <a:lnTo>
                  <a:pt x="504301" y="179003"/>
                </a:lnTo>
                <a:lnTo>
                  <a:pt x="505949" y="172936"/>
                </a:lnTo>
                <a:lnTo>
                  <a:pt x="507311" y="166840"/>
                </a:lnTo>
                <a:lnTo>
                  <a:pt x="508397" y="160715"/>
                </a:lnTo>
                <a:lnTo>
                  <a:pt x="509207" y="154581"/>
                </a:lnTo>
                <a:lnTo>
                  <a:pt x="509759" y="148428"/>
                </a:lnTo>
                <a:lnTo>
                  <a:pt x="510045" y="142275"/>
                </a:lnTo>
                <a:lnTo>
                  <a:pt x="510092" y="136112"/>
                </a:lnTo>
                <a:lnTo>
                  <a:pt x="509892" y="129959"/>
                </a:lnTo>
                <a:lnTo>
                  <a:pt x="509473" y="123806"/>
                </a:lnTo>
                <a:lnTo>
                  <a:pt x="508826" y="117662"/>
                </a:lnTo>
                <a:lnTo>
                  <a:pt x="517874" y="116148"/>
                </a:lnTo>
                <a:lnTo>
                  <a:pt x="527390" y="114776"/>
                </a:lnTo>
                <a:lnTo>
                  <a:pt x="536886" y="113309"/>
                </a:lnTo>
                <a:lnTo>
                  <a:pt x="546344" y="111766"/>
                </a:lnTo>
                <a:lnTo>
                  <a:pt x="555774" y="110147"/>
                </a:lnTo>
                <a:lnTo>
                  <a:pt x="565175" y="108471"/>
                </a:lnTo>
                <a:lnTo>
                  <a:pt x="574548" y="106737"/>
                </a:lnTo>
                <a:lnTo>
                  <a:pt x="583892" y="104937"/>
                </a:lnTo>
                <a:lnTo>
                  <a:pt x="593207" y="103070"/>
                </a:lnTo>
                <a:lnTo>
                  <a:pt x="602494" y="101155"/>
                </a:lnTo>
                <a:lnTo>
                  <a:pt x="611743" y="99174"/>
                </a:lnTo>
                <a:lnTo>
                  <a:pt x="620973" y="97136"/>
                </a:lnTo>
                <a:lnTo>
                  <a:pt x="630155" y="95050"/>
                </a:lnTo>
                <a:lnTo>
                  <a:pt x="639318" y="92897"/>
                </a:lnTo>
                <a:lnTo>
                  <a:pt x="648443" y="90697"/>
                </a:lnTo>
                <a:lnTo>
                  <a:pt x="657530" y="88430"/>
                </a:lnTo>
                <a:lnTo>
                  <a:pt x="666579" y="86116"/>
                </a:lnTo>
                <a:lnTo>
                  <a:pt x="675599" y="83734"/>
                </a:lnTo>
                <a:lnTo>
                  <a:pt x="684571" y="81305"/>
                </a:lnTo>
                <a:lnTo>
                  <a:pt x="693506" y="78810"/>
                </a:lnTo>
                <a:lnTo>
                  <a:pt x="702402" y="76257"/>
                </a:lnTo>
                <a:lnTo>
                  <a:pt x="711251" y="73647"/>
                </a:lnTo>
                <a:lnTo>
                  <a:pt x="720052" y="70980"/>
                </a:lnTo>
                <a:lnTo>
                  <a:pt x="728815" y="68247"/>
                </a:lnTo>
                <a:lnTo>
                  <a:pt x="737521" y="65456"/>
                </a:lnTo>
                <a:lnTo>
                  <a:pt x="746179" y="62608"/>
                </a:lnTo>
                <a:lnTo>
                  <a:pt x="754790" y="59693"/>
                </a:lnTo>
                <a:lnTo>
                  <a:pt x="763343" y="56712"/>
                </a:lnTo>
                <a:lnTo>
                  <a:pt x="771839" y="53673"/>
                </a:lnTo>
                <a:lnTo>
                  <a:pt x="780278" y="50568"/>
                </a:lnTo>
                <a:lnTo>
                  <a:pt x="788660" y="47396"/>
                </a:lnTo>
                <a:lnTo>
                  <a:pt x="796976" y="44167"/>
                </a:lnTo>
                <a:lnTo>
                  <a:pt x="805224" y="40862"/>
                </a:lnTo>
                <a:lnTo>
                  <a:pt x="813406" y="37500"/>
                </a:lnTo>
                <a:lnTo>
                  <a:pt x="821522" y="34061"/>
                </a:lnTo>
                <a:lnTo>
                  <a:pt x="829551" y="30556"/>
                </a:lnTo>
                <a:lnTo>
                  <a:pt x="837514" y="26984"/>
                </a:lnTo>
                <a:lnTo>
                  <a:pt x="845391" y="23346"/>
                </a:lnTo>
                <a:lnTo>
                  <a:pt x="853192" y="19631"/>
                </a:lnTo>
                <a:lnTo>
                  <a:pt x="860908" y="15850"/>
                </a:lnTo>
                <a:lnTo>
                  <a:pt x="868528" y="12002"/>
                </a:lnTo>
                <a:lnTo>
                  <a:pt x="876052" y="8068"/>
                </a:lnTo>
                <a:lnTo>
                  <a:pt x="883482" y="4067"/>
                </a:lnTo>
                <a:lnTo>
                  <a:pt x="890816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805F8BB5-DB86-48D6-9F68-8E3D45F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215" y="2380269"/>
            <a:ext cx="2418417" cy="405203"/>
          </a:xfrm>
          <a:custGeom xmlns:a="http://schemas.openxmlformats.org/drawingml/2006/main">
            <a:pathLst>
              <a:path w="2418417" h="405203">
                <a:moveTo>
                  <a:pt x="2417664" y="0"/>
                </a:moveTo>
                <a:lnTo>
                  <a:pt x="2418417" y="14926"/>
                </a:lnTo>
                <a:lnTo>
                  <a:pt x="2418083" y="29851"/>
                </a:lnTo>
                <a:lnTo>
                  <a:pt x="2416912" y="44768"/>
                </a:lnTo>
                <a:lnTo>
                  <a:pt x="2414959" y="59646"/>
                </a:lnTo>
                <a:lnTo>
                  <a:pt x="2412263" y="74476"/>
                </a:lnTo>
                <a:lnTo>
                  <a:pt x="2408815" y="89249"/>
                </a:lnTo>
                <a:lnTo>
                  <a:pt x="2404634" y="103946"/>
                </a:lnTo>
                <a:lnTo>
                  <a:pt x="2399690" y="118548"/>
                </a:lnTo>
                <a:lnTo>
                  <a:pt x="2393975" y="133036"/>
                </a:lnTo>
                <a:lnTo>
                  <a:pt x="2387479" y="147399"/>
                </a:lnTo>
                <a:lnTo>
                  <a:pt x="2380183" y="161601"/>
                </a:lnTo>
                <a:lnTo>
                  <a:pt x="2372068" y="175631"/>
                </a:lnTo>
                <a:lnTo>
                  <a:pt x="2363114" y="189452"/>
                </a:lnTo>
                <a:lnTo>
                  <a:pt x="2353313" y="203044"/>
                </a:lnTo>
                <a:lnTo>
                  <a:pt x="2342655" y="216379"/>
                </a:lnTo>
                <a:lnTo>
                  <a:pt x="2331120" y="229419"/>
                </a:lnTo>
                <a:lnTo>
                  <a:pt x="2318709" y="242135"/>
                </a:lnTo>
                <a:lnTo>
                  <a:pt x="2305421" y="254489"/>
                </a:lnTo>
                <a:lnTo>
                  <a:pt x="2291258" y="266462"/>
                </a:lnTo>
                <a:lnTo>
                  <a:pt x="2276246" y="278016"/>
                </a:lnTo>
                <a:lnTo>
                  <a:pt x="2260397" y="289103"/>
                </a:lnTo>
                <a:lnTo>
                  <a:pt x="2243738" y="299723"/>
                </a:lnTo>
                <a:lnTo>
                  <a:pt x="2226307" y="309829"/>
                </a:lnTo>
                <a:lnTo>
                  <a:pt x="2208143" y="319411"/>
                </a:lnTo>
                <a:lnTo>
                  <a:pt x="2189283" y="328441"/>
                </a:lnTo>
                <a:lnTo>
                  <a:pt x="2169785" y="336928"/>
                </a:lnTo>
                <a:lnTo>
                  <a:pt x="2149707" y="344843"/>
                </a:lnTo>
                <a:lnTo>
                  <a:pt x="2129085" y="352187"/>
                </a:lnTo>
                <a:lnTo>
                  <a:pt x="2107987" y="358978"/>
                </a:lnTo>
                <a:lnTo>
                  <a:pt x="2086451" y="365198"/>
                </a:lnTo>
                <a:lnTo>
                  <a:pt x="2064544" y="370884"/>
                </a:lnTo>
                <a:lnTo>
                  <a:pt x="2042312" y="376028"/>
                </a:lnTo>
                <a:lnTo>
                  <a:pt x="2019786" y="380648"/>
                </a:lnTo>
                <a:lnTo>
                  <a:pt x="1997012" y="384762"/>
                </a:lnTo>
                <a:lnTo>
                  <a:pt x="1974037" y="388401"/>
                </a:lnTo>
                <a:lnTo>
                  <a:pt x="1950891" y="391563"/>
                </a:lnTo>
                <a:lnTo>
                  <a:pt x="1927593" y="394278"/>
                </a:lnTo>
                <a:lnTo>
                  <a:pt x="1904190" y="396573"/>
                </a:lnTo>
                <a:lnTo>
                  <a:pt x="1880692" y="398459"/>
                </a:lnTo>
                <a:lnTo>
                  <a:pt x="1857118" y="399955"/>
                </a:lnTo>
                <a:lnTo>
                  <a:pt x="1833496" y="401069"/>
                </a:lnTo>
                <a:lnTo>
                  <a:pt x="1809826" y="401593"/>
                </a:lnTo>
                <a:lnTo>
                  <a:pt x="1786138" y="401945"/>
                </a:lnTo>
                <a:lnTo>
                  <a:pt x="1762458" y="402222"/>
                </a:lnTo>
                <a:lnTo>
                  <a:pt x="1738770" y="402460"/>
                </a:lnTo>
                <a:lnTo>
                  <a:pt x="1715081" y="402669"/>
                </a:lnTo>
                <a:lnTo>
                  <a:pt x="1691392" y="402860"/>
                </a:lnTo>
                <a:lnTo>
                  <a:pt x="1667713" y="403031"/>
                </a:lnTo>
                <a:lnTo>
                  <a:pt x="1644025" y="403184"/>
                </a:lnTo>
                <a:lnTo>
                  <a:pt x="1620336" y="403327"/>
                </a:lnTo>
                <a:lnTo>
                  <a:pt x="1596647" y="403469"/>
                </a:lnTo>
                <a:lnTo>
                  <a:pt x="1572958" y="403593"/>
                </a:lnTo>
                <a:lnTo>
                  <a:pt x="1549270" y="403708"/>
                </a:lnTo>
                <a:lnTo>
                  <a:pt x="1525581" y="403822"/>
                </a:lnTo>
                <a:lnTo>
                  <a:pt x="1501892" y="403927"/>
                </a:lnTo>
                <a:lnTo>
                  <a:pt x="1478204" y="404031"/>
                </a:lnTo>
                <a:lnTo>
                  <a:pt x="1454515" y="404127"/>
                </a:lnTo>
                <a:lnTo>
                  <a:pt x="1430826" y="404212"/>
                </a:lnTo>
                <a:lnTo>
                  <a:pt x="1407138" y="404298"/>
                </a:lnTo>
                <a:lnTo>
                  <a:pt x="1383449" y="404374"/>
                </a:lnTo>
                <a:lnTo>
                  <a:pt x="1359760" y="404451"/>
                </a:lnTo>
                <a:lnTo>
                  <a:pt x="1336072" y="404527"/>
                </a:lnTo>
                <a:lnTo>
                  <a:pt x="1312383" y="404593"/>
                </a:lnTo>
                <a:lnTo>
                  <a:pt x="1288694" y="404651"/>
                </a:lnTo>
                <a:lnTo>
                  <a:pt x="1265006" y="404717"/>
                </a:lnTo>
                <a:lnTo>
                  <a:pt x="1241308" y="404774"/>
                </a:lnTo>
                <a:lnTo>
                  <a:pt x="1217619" y="404822"/>
                </a:lnTo>
                <a:lnTo>
                  <a:pt x="1193930" y="404870"/>
                </a:lnTo>
                <a:lnTo>
                  <a:pt x="1170242" y="404917"/>
                </a:lnTo>
                <a:lnTo>
                  <a:pt x="1146553" y="404955"/>
                </a:lnTo>
                <a:lnTo>
                  <a:pt x="1122864" y="404993"/>
                </a:lnTo>
                <a:lnTo>
                  <a:pt x="1099175" y="405041"/>
                </a:lnTo>
                <a:lnTo>
                  <a:pt x="1075487" y="405070"/>
                </a:lnTo>
                <a:lnTo>
                  <a:pt x="1051798" y="405098"/>
                </a:lnTo>
                <a:lnTo>
                  <a:pt x="1028109" y="405117"/>
                </a:lnTo>
                <a:lnTo>
                  <a:pt x="1004421" y="405146"/>
                </a:lnTo>
                <a:lnTo>
                  <a:pt x="980732" y="405165"/>
                </a:lnTo>
                <a:lnTo>
                  <a:pt x="957043" y="405174"/>
                </a:lnTo>
                <a:lnTo>
                  <a:pt x="933355" y="405194"/>
                </a:lnTo>
                <a:lnTo>
                  <a:pt x="909666" y="405194"/>
                </a:lnTo>
                <a:lnTo>
                  <a:pt x="885977" y="405203"/>
                </a:lnTo>
                <a:lnTo>
                  <a:pt x="862289" y="405203"/>
                </a:lnTo>
                <a:lnTo>
                  <a:pt x="838600" y="405203"/>
                </a:lnTo>
                <a:lnTo>
                  <a:pt x="814902" y="405194"/>
                </a:lnTo>
                <a:lnTo>
                  <a:pt x="791213" y="405194"/>
                </a:lnTo>
                <a:lnTo>
                  <a:pt x="767525" y="405184"/>
                </a:lnTo>
                <a:lnTo>
                  <a:pt x="743836" y="405155"/>
                </a:lnTo>
                <a:lnTo>
                  <a:pt x="720147" y="405136"/>
                </a:lnTo>
                <a:lnTo>
                  <a:pt x="696458" y="405117"/>
                </a:lnTo>
                <a:lnTo>
                  <a:pt x="672770" y="405089"/>
                </a:lnTo>
                <a:lnTo>
                  <a:pt x="649081" y="405051"/>
                </a:lnTo>
                <a:lnTo>
                  <a:pt x="625392" y="405013"/>
                </a:lnTo>
                <a:lnTo>
                  <a:pt x="601704" y="404974"/>
                </a:lnTo>
                <a:lnTo>
                  <a:pt x="578015" y="404917"/>
                </a:lnTo>
                <a:lnTo>
                  <a:pt x="554326" y="404870"/>
                </a:lnTo>
                <a:lnTo>
                  <a:pt x="530638" y="404813"/>
                </a:lnTo>
                <a:lnTo>
                  <a:pt x="506949" y="404746"/>
                </a:lnTo>
                <a:lnTo>
                  <a:pt x="483260" y="404679"/>
                </a:lnTo>
                <a:lnTo>
                  <a:pt x="459572" y="404603"/>
                </a:lnTo>
                <a:lnTo>
                  <a:pt x="435883" y="404517"/>
                </a:lnTo>
                <a:lnTo>
                  <a:pt x="412194" y="404432"/>
                </a:lnTo>
                <a:lnTo>
                  <a:pt x="388506" y="404336"/>
                </a:lnTo>
                <a:lnTo>
                  <a:pt x="364817" y="404222"/>
                </a:lnTo>
                <a:lnTo>
                  <a:pt x="341128" y="404108"/>
                </a:lnTo>
                <a:lnTo>
                  <a:pt x="317440" y="403974"/>
                </a:lnTo>
                <a:lnTo>
                  <a:pt x="293751" y="403841"/>
                </a:lnTo>
                <a:lnTo>
                  <a:pt x="270062" y="403689"/>
                </a:lnTo>
                <a:lnTo>
                  <a:pt x="246374" y="403527"/>
                </a:lnTo>
                <a:lnTo>
                  <a:pt x="222685" y="403336"/>
                </a:lnTo>
                <a:lnTo>
                  <a:pt x="198996" y="403136"/>
                </a:lnTo>
                <a:lnTo>
                  <a:pt x="175317" y="402917"/>
                </a:lnTo>
                <a:lnTo>
                  <a:pt x="151628" y="402669"/>
                </a:lnTo>
                <a:lnTo>
                  <a:pt x="127940" y="402384"/>
                </a:lnTo>
                <a:lnTo>
                  <a:pt x="104261" y="402060"/>
                </a:lnTo>
                <a:lnTo>
                  <a:pt x="80572" y="401679"/>
                </a:lnTo>
                <a:lnTo>
                  <a:pt x="56902" y="401212"/>
                </a:lnTo>
                <a:lnTo>
                  <a:pt x="33233" y="400602"/>
                </a:lnTo>
                <a:lnTo>
                  <a:pt x="9592" y="399631"/>
                </a:lnTo>
                <a:lnTo>
                  <a:pt x="4391" y="387496"/>
                </a:lnTo>
                <a:lnTo>
                  <a:pt x="4077" y="372570"/>
                </a:lnTo>
                <a:lnTo>
                  <a:pt x="3762" y="357635"/>
                </a:lnTo>
                <a:lnTo>
                  <a:pt x="3448" y="342709"/>
                </a:lnTo>
                <a:lnTo>
                  <a:pt x="3134" y="327774"/>
                </a:lnTo>
                <a:lnTo>
                  <a:pt x="2819" y="312849"/>
                </a:lnTo>
                <a:lnTo>
                  <a:pt x="2515" y="297913"/>
                </a:lnTo>
                <a:lnTo>
                  <a:pt x="2200" y="282988"/>
                </a:lnTo>
                <a:lnTo>
                  <a:pt x="1886" y="268053"/>
                </a:lnTo>
                <a:lnTo>
                  <a:pt x="1572" y="253127"/>
                </a:lnTo>
                <a:lnTo>
                  <a:pt x="1257" y="238192"/>
                </a:lnTo>
                <a:lnTo>
                  <a:pt x="943" y="223266"/>
                </a:lnTo>
                <a:lnTo>
                  <a:pt x="629" y="208331"/>
                </a:lnTo>
                <a:lnTo>
                  <a:pt x="314" y="193405"/>
                </a:lnTo>
                <a:lnTo>
                  <a:pt x="0" y="178479"/>
                </a:lnTo>
                <a:lnTo>
                  <a:pt x="8687" y="168707"/>
                </a:lnTo>
                <a:lnTo>
                  <a:pt x="32318" y="167621"/>
                </a:lnTo>
                <a:lnTo>
                  <a:pt x="55959" y="166707"/>
                </a:lnTo>
                <a:lnTo>
                  <a:pt x="79619" y="165945"/>
                </a:lnTo>
                <a:lnTo>
                  <a:pt x="103289" y="165325"/>
                </a:lnTo>
                <a:lnTo>
                  <a:pt x="126968" y="164830"/>
                </a:lnTo>
                <a:lnTo>
                  <a:pt x="150647" y="164440"/>
                </a:lnTo>
                <a:lnTo>
                  <a:pt x="174327" y="164154"/>
                </a:lnTo>
                <a:lnTo>
                  <a:pt x="198015" y="163963"/>
                </a:lnTo>
                <a:lnTo>
                  <a:pt x="221704" y="163859"/>
                </a:lnTo>
                <a:lnTo>
                  <a:pt x="245393" y="163820"/>
                </a:lnTo>
                <a:lnTo>
                  <a:pt x="269081" y="163868"/>
                </a:lnTo>
                <a:lnTo>
                  <a:pt x="292770" y="163973"/>
                </a:lnTo>
                <a:lnTo>
                  <a:pt x="316459" y="164144"/>
                </a:lnTo>
                <a:lnTo>
                  <a:pt x="340147" y="164363"/>
                </a:lnTo>
                <a:lnTo>
                  <a:pt x="363836" y="164640"/>
                </a:lnTo>
                <a:lnTo>
                  <a:pt x="387515" y="164963"/>
                </a:lnTo>
                <a:lnTo>
                  <a:pt x="411194" y="165335"/>
                </a:lnTo>
                <a:lnTo>
                  <a:pt x="434883" y="165745"/>
                </a:lnTo>
                <a:lnTo>
                  <a:pt x="458562" y="166192"/>
                </a:lnTo>
                <a:lnTo>
                  <a:pt x="482232" y="166678"/>
                </a:lnTo>
                <a:lnTo>
                  <a:pt x="505911" y="167192"/>
                </a:lnTo>
                <a:lnTo>
                  <a:pt x="529580" y="167735"/>
                </a:lnTo>
                <a:lnTo>
                  <a:pt x="553260" y="168307"/>
                </a:lnTo>
                <a:lnTo>
                  <a:pt x="576929" y="168907"/>
                </a:lnTo>
                <a:lnTo>
                  <a:pt x="600589" y="169535"/>
                </a:lnTo>
                <a:lnTo>
                  <a:pt x="624259" y="170174"/>
                </a:lnTo>
                <a:lnTo>
                  <a:pt x="647929" y="170840"/>
                </a:lnTo>
                <a:lnTo>
                  <a:pt x="671589" y="171526"/>
                </a:lnTo>
                <a:lnTo>
                  <a:pt x="695258" y="172222"/>
                </a:lnTo>
                <a:lnTo>
                  <a:pt x="718918" y="172936"/>
                </a:lnTo>
                <a:lnTo>
                  <a:pt x="742579" y="173669"/>
                </a:lnTo>
                <a:lnTo>
                  <a:pt x="766239" y="174403"/>
                </a:lnTo>
                <a:lnTo>
                  <a:pt x="789899" y="175146"/>
                </a:lnTo>
                <a:lnTo>
                  <a:pt x="813559" y="175898"/>
                </a:lnTo>
                <a:lnTo>
                  <a:pt x="837219" y="176670"/>
                </a:lnTo>
                <a:lnTo>
                  <a:pt x="860870" y="177432"/>
                </a:lnTo>
                <a:lnTo>
                  <a:pt x="884530" y="178203"/>
                </a:lnTo>
                <a:lnTo>
                  <a:pt x="908190" y="178984"/>
                </a:lnTo>
                <a:lnTo>
                  <a:pt x="931840" y="179756"/>
                </a:lnTo>
                <a:lnTo>
                  <a:pt x="955500" y="180527"/>
                </a:lnTo>
                <a:lnTo>
                  <a:pt x="979160" y="181299"/>
                </a:lnTo>
                <a:lnTo>
                  <a:pt x="1002821" y="182070"/>
                </a:lnTo>
                <a:lnTo>
                  <a:pt x="1026471" y="182842"/>
                </a:lnTo>
                <a:lnTo>
                  <a:pt x="1050131" y="183594"/>
                </a:lnTo>
                <a:lnTo>
                  <a:pt x="1073791" y="184356"/>
                </a:lnTo>
                <a:lnTo>
                  <a:pt x="1097451" y="185090"/>
                </a:lnTo>
                <a:lnTo>
                  <a:pt x="1121112" y="185833"/>
                </a:lnTo>
                <a:lnTo>
                  <a:pt x="1144772" y="186547"/>
                </a:lnTo>
                <a:lnTo>
                  <a:pt x="1168441" y="187262"/>
                </a:lnTo>
                <a:lnTo>
                  <a:pt x="1192101" y="187947"/>
                </a:lnTo>
                <a:lnTo>
                  <a:pt x="1215771" y="188624"/>
                </a:lnTo>
                <a:lnTo>
                  <a:pt x="1239431" y="189281"/>
                </a:lnTo>
                <a:lnTo>
                  <a:pt x="1263101" y="189919"/>
                </a:lnTo>
                <a:lnTo>
                  <a:pt x="1286770" y="190529"/>
                </a:lnTo>
                <a:lnTo>
                  <a:pt x="1310440" y="191119"/>
                </a:lnTo>
                <a:lnTo>
                  <a:pt x="1334110" y="191681"/>
                </a:lnTo>
                <a:lnTo>
                  <a:pt x="1357789" y="192205"/>
                </a:lnTo>
                <a:lnTo>
                  <a:pt x="1381468" y="192710"/>
                </a:lnTo>
                <a:lnTo>
                  <a:pt x="1405138" y="193167"/>
                </a:lnTo>
                <a:lnTo>
                  <a:pt x="1428817" y="193596"/>
                </a:lnTo>
                <a:lnTo>
                  <a:pt x="1452505" y="193977"/>
                </a:lnTo>
                <a:lnTo>
                  <a:pt x="1476185" y="194320"/>
                </a:lnTo>
                <a:lnTo>
                  <a:pt x="1499873" y="194615"/>
                </a:lnTo>
                <a:lnTo>
                  <a:pt x="1523552" y="194853"/>
                </a:lnTo>
                <a:lnTo>
                  <a:pt x="1547241" y="195043"/>
                </a:lnTo>
                <a:lnTo>
                  <a:pt x="1570930" y="195167"/>
                </a:lnTo>
                <a:lnTo>
                  <a:pt x="1594618" y="195224"/>
                </a:lnTo>
                <a:lnTo>
                  <a:pt x="1618307" y="195205"/>
                </a:lnTo>
                <a:lnTo>
                  <a:pt x="1641996" y="195110"/>
                </a:lnTo>
                <a:lnTo>
                  <a:pt x="1665684" y="194929"/>
                </a:lnTo>
                <a:lnTo>
                  <a:pt x="1689373" y="194662"/>
                </a:lnTo>
                <a:lnTo>
                  <a:pt x="1713052" y="194281"/>
                </a:lnTo>
                <a:lnTo>
                  <a:pt x="1736731" y="193786"/>
                </a:lnTo>
                <a:lnTo>
                  <a:pt x="1760401" y="193157"/>
                </a:lnTo>
                <a:lnTo>
                  <a:pt x="1784061" y="192395"/>
                </a:lnTo>
                <a:lnTo>
                  <a:pt x="1807702" y="191462"/>
                </a:lnTo>
                <a:lnTo>
                  <a:pt x="1831324" y="190357"/>
                </a:lnTo>
                <a:lnTo>
                  <a:pt x="1854918" y="189033"/>
                </a:lnTo>
                <a:lnTo>
                  <a:pt x="1878482" y="187481"/>
                </a:lnTo>
                <a:lnTo>
                  <a:pt x="1901990" y="185642"/>
                </a:lnTo>
                <a:lnTo>
                  <a:pt x="1925422" y="183471"/>
                </a:lnTo>
                <a:lnTo>
                  <a:pt x="1948758" y="180908"/>
                </a:lnTo>
                <a:lnTo>
                  <a:pt x="1971951" y="177851"/>
                </a:lnTo>
                <a:lnTo>
                  <a:pt x="1994916" y="174184"/>
                </a:lnTo>
                <a:lnTo>
                  <a:pt x="2017519" y="169736"/>
                </a:lnTo>
                <a:lnTo>
                  <a:pt x="2039522" y="164211"/>
                </a:lnTo>
                <a:lnTo>
                  <a:pt x="2060419" y="157201"/>
                </a:lnTo>
                <a:lnTo>
                  <a:pt x="2079088" y="148066"/>
                </a:lnTo>
                <a:lnTo>
                  <a:pt x="2093043" y="136084"/>
                </a:lnTo>
                <a:lnTo>
                  <a:pt x="2098662" y="121691"/>
                </a:lnTo>
                <a:lnTo>
                  <a:pt x="2114540" y="114214"/>
                </a:lnTo>
                <a:lnTo>
                  <a:pt x="2136839" y="109166"/>
                </a:lnTo>
                <a:lnTo>
                  <a:pt x="2158822" y="103622"/>
                </a:lnTo>
                <a:lnTo>
                  <a:pt x="2180530" y="97641"/>
                </a:lnTo>
                <a:lnTo>
                  <a:pt x="2201961" y="91278"/>
                </a:lnTo>
                <a:lnTo>
                  <a:pt x="2223106" y="84544"/>
                </a:lnTo>
                <a:lnTo>
                  <a:pt x="2243966" y="77476"/>
                </a:lnTo>
                <a:lnTo>
                  <a:pt x="2264540" y="70066"/>
                </a:lnTo>
                <a:lnTo>
                  <a:pt x="2284809" y="62351"/>
                </a:lnTo>
                <a:lnTo>
                  <a:pt x="2304774" y="54312"/>
                </a:lnTo>
                <a:lnTo>
                  <a:pt x="2324433" y="45977"/>
                </a:lnTo>
                <a:lnTo>
                  <a:pt x="2343760" y="37348"/>
                </a:lnTo>
                <a:lnTo>
                  <a:pt x="2362752" y="28423"/>
                </a:lnTo>
                <a:lnTo>
                  <a:pt x="2381412" y="19221"/>
                </a:lnTo>
                <a:lnTo>
                  <a:pt x="2399719" y="9744"/>
                </a:lnTo>
                <a:lnTo>
                  <a:pt x="241766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FD81BABE-2230-4CEB-9CEF-FBEFD83E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1260129"/>
            <a:ext cx="2417864" cy="1524000"/>
          </a:xfrm>
          <a:custGeom xmlns:a="http://schemas.openxmlformats.org/drawingml/2006/main">
            <a:pathLst>
              <a:path w="2417864" h="1524000">
                <a:moveTo>
                  <a:pt x="0" y="1524000"/>
                </a:moveTo>
                <a:lnTo>
                  <a:pt x="38824" y="1524000"/>
                </a:lnTo>
                <a:lnTo>
                  <a:pt x="77638" y="1524000"/>
                </a:lnTo>
                <a:lnTo>
                  <a:pt x="116462" y="1524000"/>
                </a:lnTo>
                <a:lnTo>
                  <a:pt x="155286" y="1524000"/>
                </a:lnTo>
                <a:lnTo>
                  <a:pt x="194110" y="1524000"/>
                </a:lnTo>
                <a:lnTo>
                  <a:pt x="232924" y="1524000"/>
                </a:lnTo>
                <a:lnTo>
                  <a:pt x="271748" y="1524000"/>
                </a:lnTo>
                <a:lnTo>
                  <a:pt x="310572" y="1524000"/>
                </a:lnTo>
                <a:lnTo>
                  <a:pt x="349396" y="1524000"/>
                </a:lnTo>
                <a:lnTo>
                  <a:pt x="388210" y="1524000"/>
                </a:lnTo>
                <a:lnTo>
                  <a:pt x="427034" y="1524000"/>
                </a:lnTo>
                <a:lnTo>
                  <a:pt x="465858" y="1524000"/>
                </a:lnTo>
                <a:lnTo>
                  <a:pt x="504682" y="1524000"/>
                </a:lnTo>
                <a:lnTo>
                  <a:pt x="543497" y="1524000"/>
                </a:lnTo>
                <a:lnTo>
                  <a:pt x="582320" y="1524000"/>
                </a:lnTo>
                <a:lnTo>
                  <a:pt x="621144" y="1524000"/>
                </a:lnTo>
                <a:lnTo>
                  <a:pt x="659959" y="1524000"/>
                </a:lnTo>
                <a:lnTo>
                  <a:pt x="698783" y="1524000"/>
                </a:lnTo>
                <a:lnTo>
                  <a:pt x="737606" y="1524000"/>
                </a:lnTo>
                <a:lnTo>
                  <a:pt x="776430" y="1524000"/>
                </a:lnTo>
                <a:lnTo>
                  <a:pt x="815245" y="1524000"/>
                </a:lnTo>
                <a:lnTo>
                  <a:pt x="854069" y="1524000"/>
                </a:lnTo>
                <a:lnTo>
                  <a:pt x="892893" y="1524000"/>
                </a:lnTo>
                <a:lnTo>
                  <a:pt x="931716" y="1524000"/>
                </a:lnTo>
                <a:lnTo>
                  <a:pt x="970531" y="1524000"/>
                </a:lnTo>
                <a:lnTo>
                  <a:pt x="1009355" y="1524000"/>
                </a:lnTo>
                <a:lnTo>
                  <a:pt x="1048179" y="1524000"/>
                </a:lnTo>
                <a:lnTo>
                  <a:pt x="1087003" y="1524000"/>
                </a:lnTo>
                <a:lnTo>
                  <a:pt x="1125817" y="1524000"/>
                </a:lnTo>
                <a:lnTo>
                  <a:pt x="1164641" y="1524000"/>
                </a:lnTo>
                <a:lnTo>
                  <a:pt x="1203465" y="1524000"/>
                </a:lnTo>
                <a:lnTo>
                  <a:pt x="1242289" y="1524000"/>
                </a:lnTo>
                <a:lnTo>
                  <a:pt x="1281103" y="1524000"/>
                </a:lnTo>
                <a:lnTo>
                  <a:pt x="1319927" y="1524000"/>
                </a:lnTo>
                <a:lnTo>
                  <a:pt x="1358751" y="1524000"/>
                </a:lnTo>
                <a:lnTo>
                  <a:pt x="1397565" y="1524000"/>
                </a:lnTo>
                <a:lnTo>
                  <a:pt x="1436389" y="1524000"/>
                </a:lnTo>
                <a:lnTo>
                  <a:pt x="1475213" y="1524000"/>
                </a:lnTo>
                <a:lnTo>
                  <a:pt x="1514037" y="1524000"/>
                </a:lnTo>
                <a:lnTo>
                  <a:pt x="1552851" y="1524000"/>
                </a:lnTo>
                <a:lnTo>
                  <a:pt x="1591675" y="1524000"/>
                </a:lnTo>
                <a:lnTo>
                  <a:pt x="1630108" y="1521247"/>
                </a:lnTo>
                <a:lnTo>
                  <a:pt x="1668342" y="1516971"/>
                </a:lnTo>
                <a:lnTo>
                  <a:pt x="1706566" y="1512694"/>
                </a:lnTo>
                <a:lnTo>
                  <a:pt x="1744790" y="1508417"/>
                </a:lnTo>
                <a:lnTo>
                  <a:pt x="1783013" y="1504140"/>
                </a:lnTo>
                <a:lnTo>
                  <a:pt x="1821237" y="1499873"/>
                </a:lnTo>
                <a:lnTo>
                  <a:pt x="1859461" y="1495596"/>
                </a:lnTo>
                <a:lnTo>
                  <a:pt x="1897685" y="1491320"/>
                </a:lnTo>
                <a:lnTo>
                  <a:pt x="1926860" y="1476346"/>
                </a:lnTo>
                <a:lnTo>
                  <a:pt x="1953797" y="1458735"/>
                </a:lnTo>
                <a:lnTo>
                  <a:pt x="1980743" y="1441113"/>
                </a:lnTo>
                <a:lnTo>
                  <a:pt x="2007680" y="1423492"/>
                </a:lnTo>
                <a:lnTo>
                  <a:pt x="2034616" y="1405871"/>
                </a:lnTo>
                <a:lnTo>
                  <a:pt x="2061553" y="1388250"/>
                </a:lnTo>
                <a:lnTo>
                  <a:pt x="2088490" y="1370628"/>
                </a:lnTo>
                <a:lnTo>
                  <a:pt x="2115426" y="1353007"/>
                </a:lnTo>
                <a:lnTo>
                  <a:pt x="2142363" y="1335395"/>
                </a:lnTo>
                <a:lnTo>
                  <a:pt x="2169300" y="1317774"/>
                </a:lnTo>
                <a:lnTo>
                  <a:pt x="2196246" y="1300153"/>
                </a:lnTo>
                <a:lnTo>
                  <a:pt x="2223183" y="1282532"/>
                </a:lnTo>
                <a:lnTo>
                  <a:pt x="2250119" y="1264910"/>
                </a:lnTo>
                <a:lnTo>
                  <a:pt x="2277056" y="1247289"/>
                </a:lnTo>
                <a:lnTo>
                  <a:pt x="2303993" y="1229668"/>
                </a:lnTo>
                <a:lnTo>
                  <a:pt x="2330929" y="1212056"/>
                </a:lnTo>
                <a:lnTo>
                  <a:pt x="2357866" y="1194435"/>
                </a:lnTo>
                <a:lnTo>
                  <a:pt x="2384803" y="1176814"/>
                </a:lnTo>
                <a:lnTo>
                  <a:pt x="2411749" y="1159193"/>
                </a:lnTo>
                <a:lnTo>
                  <a:pt x="2417864" y="1136275"/>
                </a:lnTo>
                <a:lnTo>
                  <a:pt x="2417864" y="1111806"/>
                </a:lnTo>
                <a:lnTo>
                  <a:pt x="2417864" y="1087336"/>
                </a:lnTo>
                <a:lnTo>
                  <a:pt x="2417864" y="1062866"/>
                </a:lnTo>
                <a:lnTo>
                  <a:pt x="2417864" y="1038396"/>
                </a:lnTo>
                <a:lnTo>
                  <a:pt x="2417864" y="1013927"/>
                </a:lnTo>
                <a:lnTo>
                  <a:pt x="2417864" y="989457"/>
                </a:lnTo>
                <a:lnTo>
                  <a:pt x="2417864" y="964997"/>
                </a:lnTo>
                <a:lnTo>
                  <a:pt x="2417864" y="940527"/>
                </a:lnTo>
                <a:lnTo>
                  <a:pt x="2417864" y="916057"/>
                </a:lnTo>
                <a:lnTo>
                  <a:pt x="2417864" y="891588"/>
                </a:lnTo>
                <a:lnTo>
                  <a:pt x="2417864" y="867118"/>
                </a:lnTo>
                <a:lnTo>
                  <a:pt x="2417864" y="842648"/>
                </a:lnTo>
                <a:lnTo>
                  <a:pt x="2417864" y="818178"/>
                </a:lnTo>
                <a:lnTo>
                  <a:pt x="2417864" y="793709"/>
                </a:lnTo>
                <a:lnTo>
                  <a:pt x="2417864" y="769239"/>
                </a:lnTo>
                <a:lnTo>
                  <a:pt x="2417864" y="744769"/>
                </a:lnTo>
                <a:lnTo>
                  <a:pt x="2417864" y="720300"/>
                </a:lnTo>
                <a:lnTo>
                  <a:pt x="2417864" y="695830"/>
                </a:lnTo>
                <a:lnTo>
                  <a:pt x="2417864" y="671360"/>
                </a:lnTo>
                <a:lnTo>
                  <a:pt x="2417864" y="646890"/>
                </a:lnTo>
                <a:lnTo>
                  <a:pt x="2417864" y="622421"/>
                </a:lnTo>
                <a:lnTo>
                  <a:pt x="2417864" y="597951"/>
                </a:lnTo>
                <a:lnTo>
                  <a:pt x="2417864" y="573481"/>
                </a:lnTo>
                <a:lnTo>
                  <a:pt x="2417864" y="549011"/>
                </a:lnTo>
                <a:lnTo>
                  <a:pt x="2417864" y="524542"/>
                </a:lnTo>
                <a:lnTo>
                  <a:pt x="2417864" y="500072"/>
                </a:lnTo>
                <a:lnTo>
                  <a:pt x="2417864" y="475602"/>
                </a:lnTo>
                <a:lnTo>
                  <a:pt x="2417864" y="451133"/>
                </a:lnTo>
                <a:lnTo>
                  <a:pt x="2417864" y="426663"/>
                </a:lnTo>
                <a:lnTo>
                  <a:pt x="2417864" y="402193"/>
                </a:lnTo>
                <a:lnTo>
                  <a:pt x="2417864" y="377723"/>
                </a:lnTo>
                <a:lnTo>
                  <a:pt x="2417864" y="353254"/>
                </a:lnTo>
                <a:lnTo>
                  <a:pt x="2417864" y="328784"/>
                </a:lnTo>
                <a:lnTo>
                  <a:pt x="2417864" y="304314"/>
                </a:lnTo>
                <a:lnTo>
                  <a:pt x="2417864" y="279845"/>
                </a:lnTo>
                <a:lnTo>
                  <a:pt x="2417864" y="255375"/>
                </a:lnTo>
                <a:lnTo>
                  <a:pt x="2417864" y="230905"/>
                </a:lnTo>
                <a:lnTo>
                  <a:pt x="2417864" y="206435"/>
                </a:lnTo>
                <a:lnTo>
                  <a:pt x="2417864" y="181966"/>
                </a:lnTo>
                <a:lnTo>
                  <a:pt x="2417864" y="157496"/>
                </a:lnTo>
                <a:lnTo>
                  <a:pt x="2417864" y="133026"/>
                </a:lnTo>
                <a:lnTo>
                  <a:pt x="2417864" y="108556"/>
                </a:lnTo>
                <a:lnTo>
                  <a:pt x="2417864" y="84087"/>
                </a:lnTo>
                <a:lnTo>
                  <a:pt x="2417864" y="59627"/>
                </a:lnTo>
                <a:lnTo>
                  <a:pt x="2417864" y="35157"/>
                </a:lnTo>
                <a:lnTo>
                  <a:pt x="2417864" y="10687"/>
                </a:lnTo>
                <a:lnTo>
                  <a:pt x="2395985" y="0"/>
                </a:lnTo>
                <a:lnTo>
                  <a:pt x="2357171" y="0"/>
                </a:lnTo>
                <a:lnTo>
                  <a:pt x="2318347" y="0"/>
                </a:lnTo>
                <a:lnTo>
                  <a:pt x="2279523" y="0"/>
                </a:lnTo>
                <a:lnTo>
                  <a:pt x="2240699" y="0"/>
                </a:lnTo>
                <a:lnTo>
                  <a:pt x="2201885" y="0"/>
                </a:lnTo>
                <a:lnTo>
                  <a:pt x="2163061" y="0"/>
                </a:lnTo>
                <a:lnTo>
                  <a:pt x="2124237" y="0"/>
                </a:lnTo>
                <a:lnTo>
                  <a:pt x="2085423" y="0"/>
                </a:lnTo>
                <a:lnTo>
                  <a:pt x="2046599" y="0"/>
                </a:lnTo>
                <a:lnTo>
                  <a:pt x="2007775" y="0"/>
                </a:lnTo>
                <a:lnTo>
                  <a:pt x="1968951" y="0"/>
                </a:lnTo>
                <a:lnTo>
                  <a:pt x="1930136" y="0"/>
                </a:lnTo>
                <a:lnTo>
                  <a:pt x="1891313" y="0"/>
                </a:lnTo>
                <a:lnTo>
                  <a:pt x="1852489" y="0"/>
                </a:lnTo>
                <a:lnTo>
                  <a:pt x="1813665" y="0"/>
                </a:lnTo>
                <a:lnTo>
                  <a:pt x="1774850" y="0"/>
                </a:lnTo>
                <a:lnTo>
                  <a:pt x="1736027" y="0"/>
                </a:lnTo>
                <a:lnTo>
                  <a:pt x="1697203" y="0"/>
                </a:lnTo>
                <a:lnTo>
                  <a:pt x="1658379" y="0"/>
                </a:lnTo>
                <a:lnTo>
                  <a:pt x="1619564" y="0"/>
                </a:lnTo>
                <a:lnTo>
                  <a:pt x="1580740" y="0"/>
                </a:lnTo>
                <a:lnTo>
                  <a:pt x="1541917" y="0"/>
                </a:lnTo>
                <a:lnTo>
                  <a:pt x="1503102" y="0"/>
                </a:lnTo>
                <a:lnTo>
                  <a:pt x="1464278" y="0"/>
                </a:lnTo>
                <a:lnTo>
                  <a:pt x="1425454" y="0"/>
                </a:lnTo>
                <a:lnTo>
                  <a:pt x="1386630" y="0"/>
                </a:lnTo>
                <a:lnTo>
                  <a:pt x="1347816" y="0"/>
                </a:lnTo>
                <a:lnTo>
                  <a:pt x="1308992" y="0"/>
                </a:lnTo>
                <a:lnTo>
                  <a:pt x="1270168" y="0"/>
                </a:lnTo>
                <a:lnTo>
                  <a:pt x="1231344" y="0"/>
                </a:lnTo>
                <a:lnTo>
                  <a:pt x="1192530" y="0"/>
                </a:lnTo>
                <a:lnTo>
                  <a:pt x="1153706" y="0"/>
                </a:lnTo>
                <a:lnTo>
                  <a:pt x="1114882" y="0"/>
                </a:lnTo>
                <a:lnTo>
                  <a:pt x="1076058" y="0"/>
                </a:lnTo>
                <a:lnTo>
                  <a:pt x="1037244" y="0"/>
                </a:lnTo>
                <a:lnTo>
                  <a:pt x="998420" y="0"/>
                </a:lnTo>
                <a:lnTo>
                  <a:pt x="959596" y="0"/>
                </a:lnTo>
                <a:lnTo>
                  <a:pt x="920772" y="0"/>
                </a:lnTo>
                <a:lnTo>
                  <a:pt x="881958" y="0"/>
                </a:lnTo>
                <a:lnTo>
                  <a:pt x="843134" y="0"/>
                </a:lnTo>
                <a:lnTo>
                  <a:pt x="804310" y="0"/>
                </a:lnTo>
                <a:lnTo>
                  <a:pt x="765496" y="0"/>
                </a:lnTo>
                <a:lnTo>
                  <a:pt x="726672" y="0"/>
                </a:lnTo>
                <a:lnTo>
                  <a:pt x="687848" y="0"/>
                </a:lnTo>
                <a:lnTo>
                  <a:pt x="649024" y="0"/>
                </a:lnTo>
                <a:lnTo>
                  <a:pt x="610210" y="0"/>
                </a:lnTo>
                <a:lnTo>
                  <a:pt x="571386" y="0"/>
                </a:lnTo>
                <a:lnTo>
                  <a:pt x="532562" y="0"/>
                </a:lnTo>
                <a:lnTo>
                  <a:pt x="493738" y="0"/>
                </a:lnTo>
                <a:lnTo>
                  <a:pt x="454924" y="0"/>
                </a:lnTo>
                <a:lnTo>
                  <a:pt x="416100" y="0"/>
                </a:lnTo>
                <a:lnTo>
                  <a:pt x="377276" y="0"/>
                </a:lnTo>
                <a:lnTo>
                  <a:pt x="338452" y="0"/>
                </a:lnTo>
                <a:lnTo>
                  <a:pt x="299637" y="0"/>
                </a:lnTo>
                <a:lnTo>
                  <a:pt x="260814" y="0"/>
                </a:lnTo>
                <a:lnTo>
                  <a:pt x="221990" y="0"/>
                </a:lnTo>
                <a:lnTo>
                  <a:pt x="183175" y="0"/>
                </a:lnTo>
                <a:lnTo>
                  <a:pt x="144351" y="0"/>
                </a:lnTo>
                <a:lnTo>
                  <a:pt x="105527" y="0"/>
                </a:lnTo>
                <a:lnTo>
                  <a:pt x="66704" y="0"/>
                </a:lnTo>
                <a:lnTo>
                  <a:pt x="27889" y="0"/>
                </a:lnTo>
                <a:lnTo>
                  <a:pt x="0" y="6896"/>
                </a:lnTo>
                <a:lnTo>
                  <a:pt x="0" y="31366"/>
                </a:lnTo>
                <a:lnTo>
                  <a:pt x="0" y="55836"/>
                </a:lnTo>
                <a:lnTo>
                  <a:pt x="0" y="80305"/>
                </a:lnTo>
                <a:lnTo>
                  <a:pt x="0" y="104775"/>
                </a:lnTo>
                <a:lnTo>
                  <a:pt x="0" y="129245"/>
                </a:lnTo>
                <a:lnTo>
                  <a:pt x="0" y="153714"/>
                </a:lnTo>
                <a:lnTo>
                  <a:pt x="0" y="178175"/>
                </a:lnTo>
                <a:lnTo>
                  <a:pt x="0" y="202644"/>
                </a:lnTo>
                <a:lnTo>
                  <a:pt x="0" y="227114"/>
                </a:lnTo>
                <a:lnTo>
                  <a:pt x="0" y="251584"/>
                </a:lnTo>
                <a:lnTo>
                  <a:pt x="0" y="276054"/>
                </a:lnTo>
                <a:lnTo>
                  <a:pt x="0" y="300523"/>
                </a:lnTo>
                <a:lnTo>
                  <a:pt x="0" y="324993"/>
                </a:lnTo>
                <a:lnTo>
                  <a:pt x="0" y="349463"/>
                </a:lnTo>
                <a:lnTo>
                  <a:pt x="0" y="373932"/>
                </a:lnTo>
                <a:lnTo>
                  <a:pt x="0" y="398402"/>
                </a:lnTo>
                <a:lnTo>
                  <a:pt x="0" y="422872"/>
                </a:lnTo>
                <a:lnTo>
                  <a:pt x="0" y="447342"/>
                </a:lnTo>
                <a:lnTo>
                  <a:pt x="0" y="471811"/>
                </a:lnTo>
                <a:lnTo>
                  <a:pt x="0" y="496281"/>
                </a:lnTo>
                <a:lnTo>
                  <a:pt x="0" y="520751"/>
                </a:lnTo>
                <a:lnTo>
                  <a:pt x="0" y="545221"/>
                </a:lnTo>
                <a:lnTo>
                  <a:pt x="0" y="569690"/>
                </a:lnTo>
                <a:lnTo>
                  <a:pt x="0" y="594160"/>
                </a:lnTo>
                <a:lnTo>
                  <a:pt x="0" y="618630"/>
                </a:lnTo>
                <a:lnTo>
                  <a:pt x="0" y="643099"/>
                </a:lnTo>
                <a:lnTo>
                  <a:pt x="0" y="667569"/>
                </a:lnTo>
                <a:lnTo>
                  <a:pt x="0" y="692039"/>
                </a:lnTo>
                <a:lnTo>
                  <a:pt x="0" y="716509"/>
                </a:lnTo>
                <a:lnTo>
                  <a:pt x="0" y="740978"/>
                </a:lnTo>
                <a:lnTo>
                  <a:pt x="0" y="765448"/>
                </a:lnTo>
                <a:lnTo>
                  <a:pt x="0" y="789918"/>
                </a:lnTo>
                <a:lnTo>
                  <a:pt x="0" y="814388"/>
                </a:lnTo>
                <a:lnTo>
                  <a:pt x="0" y="838857"/>
                </a:lnTo>
                <a:lnTo>
                  <a:pt x="0" y="863327"/>
                </a:lnTo>
                <a:lnTo>
                  <a:pt x="0" y="887797"/>
                </a:lnTo>
                <a:lnTo>
                  <a:pt x="0" y="912266"/>
                </a:lnTo>
                <a:lnTo>
                  <a:pt x="0" y="936736"/>
                </a:lnTo>
                <a:lnTo>
                  <a:pt x="0" y="961206"/>
                </a:lnTo>
                <a:lnTo>
                  <a:pt x="0" y="985676"/>
                </a:lnTo>
                <a:lnTo>
                  <a:pt x="0" y="1010145"/>
                </a:lnTo>
                <a:lnTo>
                  <a:pt x="0" y="1034615"/>
                </a:lnTo>
                <a:lnTo>
                  <a:pt x="0" y="1059085"/>
                </a:lnTo>
                <a:lnTo>
                  <a:pt x="0" y="1083545"/>
                </a:lnTo>
                <a:lnTo>
                  <a:pt x="0" y="1108015"/>
                </a:lnTo>
                <a:lnTo>
                  <a:pt x="0" y="1132484"/>
                </a:lnTo>
                <a:lnTo>
                  <a:pt x="0" y="1156954"/>
                </a:lnTo>
                <a:lnTo>
                  <a:pt x="0" y="1181424"/>
                </a:lnTo>
                <a:lnTo>
                  <a:pt x="0" y="1205894"/>
                </a:lnTo>
                <a:lnTo>
                  <a:pt x="0" y="1230363"/>
                </a:lnTo>
                <a:lnTo>
                  <a:pt x="0" y="1254833"/>
                </a:lnTo>
                <a:lnTo>
                  <a:pt x="0" y="1279303"/>
                </a:lnTo>
                <a:lnTo>
                  <a:pt x="0" y="1303772"/>
                </a:lnTo>
                <a:lnTo>
                  <a:pt x="0" y="1328242"/>
                </a:lnTo>
                <a:lnTo>
                  <a:pt x="0" y="1352712"/>
                </a:lnTo>
                <a:lnTo>
                  <a:pt x="0" y="1377182"/>
                </a:lnTo>
                <a:lnTo>
                  <a:pt x="0" y="1401651"/>
                </a:lnTo>
                <a:lnTo>
                  <a:pt x="0" y="1426121"/>
                </a:lnTo>
                <a:lnTo>
                  <a:pt x="0" y="1450591"/>
                </a:lnTo>
                <a:lnTo>
                  <a:pt x="0" y="1475061"/>
                </a:lnTo>
                <a:lnTo>
                  <a:pt x="0" y="149953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98D87C9F-6073-457F-A815-BE3046E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1260129"/>
            <a:ext cx="2417864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1214D3C1-1F21-4232-8914-FCECCFC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063" y="2415321"/>
            <a:ext cx="890816" cy="369094"/>
          </a:xfrm>
          <a:custGeom xmlns:a="http://schemas.openxmlformats.org/drawingml/2006/main">
            <a:pathLst>
              <a:path w="890816" h="369094">
                <a:moveTo>
                  <a:pt x="890816" y="0"/>
                </a:moveTo>
                <a:lnTo>
                  <a:pt x="889749" y="6125"/>
                </a:lnTo>
                <a:lnTo>
                  <a:pt x="888359" y="12221"/>
                </a:lnTo>
                <a:lnTo>
                  <a:pt x="886739" y="18288"/>
                </a:lnTo>
                <a:lnTo>
                  <a:pt x="884911" y="24336"/>
                </a:lnTo>
                <a:lnTo>
                  <a:pt x="882891" y="30366"/>
                </a:lnTo>
                <a:lnTo>
                  <a:pt x="880701" y="36366"/>
                </a:lnTo>
                <a:lnTo>
                  <a:pt x="878348" y="42348"/>
                </a:lnTo>
                <a:lnTo>
                  <a:pt x="875833" y="48301"/>
                </a:lnTo>
                <a:lnTo>
                  <a:pt x="873157" y="54226"/>
                </a:lnTo>
                <a:lnTo>
                  <a:pt x="870337" y="60122"/>
                </a:lnTo>
                <a:lnTo>
                  <a:pt x="867366" y="65989"/>
                </a:lnTo>
                <a:lnTo>
                  <a:pt x="864241" y="71819"/>
                </a:lnTo>
                <a:lnTo>
                  <a:pt x="860974" y="77629"/>
                </a:lnTo>
                <a:lnTo>
                  <a:pt x="857574" y="83401"/>
                </a:lnTo>
                <a:lnTo>
                  <a:pt x="854021" y="89135"/>
                </a:lnTo>
                <a:lnTo>
                  <a:pt x="850335" y="94840"/>
                </a:lnTo>
                <a:lnTo>
                  <a:pt x="846515" y="100508"/>
                </a:lnTo>
                <a:lnTo>
                  <a:pt x="842553" y="106137"/>
                </a:lnTo>
                <a:lnTo>
                  <a:pt x="838457" y="111728"/>
                </a:lnTo>
                <a:lnTo>
                  <a:pt x="834219" y="117281"/>
                </a:lnTo>
                <a:lnTo>
                  <a:pt x="829856" y="122787"/>
                </a:lnTo>
                <a:lnTo>
                  <a:pt x="825360" y="128254"/>
                </a:lnTo>
                <a:lnTo>
                  <a:pt x="820722" y="133683"/>
                </a:lnTo>
                <a:lnTo>
                  <a:pt x="815959" y="139055"/>
                </a:lnTo>
                <a:lnTo>
                  <a:pt x="811063" y="144389"/>
                </a:lnTo>
                <a:lnTo>
                  <a:pt x="806044" y="149666"/>
                </a:lnTo>
                <a:lnTo>
                  <a:pt x="800881" y="154905"/>
                </a:lnTo>
                <a:lnTo>
                  <a:pt x="795604" y="160087"/>
                </a:lnTo>
                <a:lnTo>
                  <a:pt x="790204" y="165211"/>
                </a:lnTo>
                <a:lnTo>
                  <a:pt x="784670" y="170297"/>
                </a:lnTo>
                <a:lnTo>
                  <a:pt x="779012" y="175317"/>
                </a:lnTo>
                <a:lnTo>
                  <a:pt x="773240" y="180280"/>
                </a:lnTo>
                <a:lnTo>
                  <a:pt x="767344" y="185195"/>
                </a:lnTo>
                <a:lnTo>
                  <a:pt x="761324" y="190043"/>
                </a:lnTo>
                <a:lnTo>
                  <a:pt x="755190" y="194834"/>
                </a:lnTo>
                <a:lnTo>
                  <a:pt x="748932" y="199568"/>
                </a:lnTo>
                <a:lnTo>
                  <a:pt x="742569" y="204245"/>
                </a:lnTo>
                <a:lnTo>
                  <a:pt x="736092" y="208855"/>
                </a:lnTo>
                <a:lnTo>
                  <a:pt x="729491" y="213398"/>
                </a:lnTo>
                <a:lnTo>
                  <a:pt x="722795" y="217884"/>
                </a:lnTo>
                <a:lnTo>
                  <a:pt x="715985" y="222294"/>
                </a:lnTo>
                <a:lnTo>
                  <a:pt x="709070" y="226647"/>
                </a:lnTo>
                <a:lnTo>
                  <a:pt x="702050" y="230934"/>
                </a:lnTo>
                <a:lnTo>
                  <a:pt x="694925" y="235144"/>
                </a:lnTo>
                <a:lnTo>
                  <a:pt x="687705" y="239297"/>
                </a:lnTo>
                <a:lnTo>
                  <a:pt x="680380" y="243373"/>
                </a:lnTo>
                <a:lnTo>
                  <a:pt x="672970" y="247383"/>
                </a:lnTo>
                <a:lnTo>
                  <a:pt x="665455" y="251327"/>
                </a:lnTo>
                <a:lnTo>
                  <a:pt x="657854" y="255194"/>
                </a:lnTo>
                <a:lnTo>
                  <a:pt x="650167" y="258994"/>
                </a:lnTo>
                <a:lnTo>
                  <a:pt x="642385" y="262728"/>
                </a:lnTo>
                <a:lnTo>
                  <a:pt x="634527" y="266386"/>
                </a:lnTo>
                <a:lnTo>
                  <a:pt x="626583" y="269967"/>
                </a:lnTo>
                <a:lnTo>
                  <a:pt x="618563" y="273482"/>
                </a:lnTo>
                <a:lnTo>
                  <a:pt x="610457" y="276920"/>
                </a:lnTo>
                <a:lnTo>
                  <a:pt x="602275" y="280292"/>
                </a:lnTo>
                <a:lnTo>
                  <a:pt x="594027" y="283597"/>
                </a:lnTo>
                <a:lnTo>
                  <a:pt x="585711" y="286826"/>
                </a:lnTo>
                <a:lnTo>
                  <a:pt x="577320" y="289979"/>
                </a:lnTo>
                <a:lnTo>
                  <a:pt x="568862" y="293065"/>
                </a:lnTo>
                <a:lnTo>
                  <a:pt x="560337" y="296075"/>
                </a:lnTo>
                <a:lnTo>
                  <a:pt x="551755" y="299018"/>
                </a:lnTo>
                <a:lnTo>
                  <a:pt x="543106" y="301895"/>
                </a:lnTo>
                <a:lnTo>
                  <a:pt x="534410" y="304695"/>
                </a:lnTo>
                <a:lnTo>
                  <a:pt x="525656" y="307429"/>
                </a:lnTo>
                <a:lnTo>
                  <a:pt x="516846" y="310086"/>
                </a:lnTo>
                <a:lnTo>
                  <a:pt x="507978" y="312687"/>
                </a:lnTo>
                <a:lnTo>
                  <a:pt x="499062" y="315211"/>
                </a:lnTo>
                <a:lnTo>
                  <a:pt x="490109" y="317668"/>
                </a:lnTo>
                <a:lnTo>
                  <a:pt x="481098" y="320059"/>
                </a:lnTo>
                <a:lnTo>
                  <a:pt x="472049" y="322383"/>
                </a:lnTo>
                <a:lnTo>
                  <a:pt x="462963" y="324641"/>
                </a:lnTo>
                <a:lnTo>
                  <a:pt x="453828" y="326831"/>
                </a:lnTo>
                <a:lnTo>
                  <a:pt x="444656" y="328955"/>
                </a:lnTo>
                <a:lnTo>
                  <a:pt x="435454" y="331022"/>
                </a:lnTo>
                <a:lnTo>
                  <a:pt x="426215" y="333023"/>
                </a:lnTo>
                <a:lnTo>
                  <a:pt x="416938" y="334956"/>
                </a:lnTo>
                <a:lnTo>
                  <a:pt x="407622" y="336833"/>
                </a:lnTo>
                <a:lnTo>
                  <a:pt x="398288" y="338642"/>
                </a:lnTo>
                <a:lnTo>
                  <a:pt x="388925" y="340395"/>
                </a:lnTo>
                <a:lnTo>
                  <a:pt x="379524" y="342081"/>
                </a:lnTo>
                <a:lnTo>
                  <a:pt x="370103" y="343719"/>
                </a:lnTo>
                <a:lnTo>
                  <a:pt x="360655" y="345291"/>
                </a:lnTo>
                <a:lnTo>
                  <a:pt x="351187" y="346805"/>
                </a:lnTo>
                <a:lnTo>
                  <a:pt x="341690" y="348263"/>
                </a:lnTo>
                <a:lnTo>
                  <a:pt x="332175" y="349663"/>
                </a:lnTo>
                <a:lnTo>
                  <a:pt x="322640" y="351015"/>
                </a:lnTo>
                <a:lnTo>
                  <a:pt x="313087" y="352301"/>
                </a:lnTo>
                <a:lnTo>
                  <a:pt x="303514" y="353539"/>
                </a:lnTo>
                <a:lnTo>
                  <a:pt x="293932" y="354730"/>
                </a:lnTo>
                <a:lnTo>
                  <a:pt x="284321" y="355854"/>
                </a:lnTo>
                <a:lnTo>
                  <a:pt x="274701" y="356940"/>
                </a:lnTo>
                <a:lnTo>
                  <a:pt x="265071" y="357969"/>
                </a:lnTo>
                <a:lnTo>
                  <a:pt x="255422" y="358940"/>
                </a:lnTo>
                <a:lnTo>
                  <a:pt x="245764" y="359874"/>
                </a:lnTo>
                <a:lnTo>
                  <a:pt x="236087" y="360750"/>
                </a:lnTo>
                <a:lnTo>
                  <a:pt x="226409" y="361579"/>
                </a:lnTo>
                <a:lnTo>
                  <a:pt x="216713" y="362369"/>
                </a:lnTo>
                <a:lnTo>
                  <a:pt x="207016" y="363103"/>
                </a:lnTo>
                <a:lnTo>
                  <a:pt x="197310" y="363798"/>
                </a:lnTo>
                <a:lnTo>
                  <a:pt x="187585" y="364436"/>
                </a:lnTo>
                <a:lnTo>
                  <a:pt x="177860" y="365036"/>
                </a:lnTo>
                <a:lnTo>
                  <a:pt x="168135" y="365598"/>
                </a:lnTo>
                <a:lnTo>
                  <a:pt x="158391" y="366103"/>
                </a:lnTo>
                <a:lnTo>
                  <a:pt x="148657" y="366579"/>
                </a:lnTo>
                <a:lnTo>
                  <a:pt x="138903" y="367008"/>
                </a:lnTo>
                <a:lnTo>
                  <a:pt x="129149" y="367389"/>
                </a:lnTo>
                <a:lnTo>
                  <a:pt x="119396" y="367732"/>
                </a:lnTo>
                <a:lnTo>
                  <a:pt x="109642" y="368036"/>
                </a:lnTo>
                <a:lnTo>
                  <a:pt x="99879" y="368303"/>
                </a:lnTo>
                <a:lnTo>
                  <a:pt x="90107" y="368532"/>
                </a:lnTo>
                <a:lnTo>
                  <a:pt x="80343" y="368713"/>
                </a:lnTo>
                <a:lnTo>
                  <a:pt x="70571" y="368865"/>
                </a:lnTo>
                <a:lnTo>
                  <a:pt x="60808" y="368979"/>
                </a:lnTo>
                <a:lnTo>
                  <a:pt x="51035" y="369046"/>
                </a:lnTo>
                <a:lnTo>
                  <a:pt x="41262" y="369084"/>
                </a:lnTo>
                <a:lnTo>
                  <a:pt x="31490" y="369094"/>
                </a:lnTo>
                <a:lnTo>
                  <a:pt x="21727" y="369056"/>
                </a:lnTo>
                <a:lnTo>
                  <a:pt x="11954" y="368989"/>
                </a:lnTo>
                <a:lnTo>
                  <a:pt x="2181" y="368884"/>
                </a:lnTo>
                <a:lnTo>
                  <a:pt x="0" y="368789"/>
                </a:lnTo>
                <a:lnTo>
                  <a:pt x="9773" y="368637"/>
                </a:lnTo>
                <a:lnTo>
                  <a:pt x="19526" y="368379"/>
                </a:lnTo>
                <a:lnTo>
                  <a:pt x="29289" y="368036"/>
                </a:lnTo>
                <a:lnTo>
                  <a:pt x="39033" y="367627"/>
                </a:lnTo>
                <a:lnTo>
                  <a:pt x="48778" y="367141"/>
                </a:lnTo>
                <a:lnTo>
                  <a:pt x="58512" y="366598"/>
                </a:lnTo>
                <a:lnTo>
                  <a:pt x="68228" y="365979"/>
                </a:lnTo>
                <a:lnTo>
                  <a:pt x="77943" y="365293"/>
                </a:lnTo>
                <a:lnTo>
                  <a:pt x="87640" y="364550"/>
                </a:lnTo>
                <a:lnTo>
                  <a:pt x="97326" y="363741"/>
                </a:lnTo>
                <a:lnTo>
                  <a:pt x="107004" y="362864"/>
                </a:lnTo>
                <a:lnTo>
                  <a:pt x="116662" y="361931"/>
                </a:lnTo>
                <a:lnTo>
                  <a:pt x="126302" y="360921"/>
                </a:lnTo>
                <a:lnTo>
                  <a:pt x="135922" y="359855"/>
                </a:lnTo>
                <a:lnTo>
                  <a:pt x="145523" y="358711"/>
                </a:lnTo>
                <a:lnTo>
                  <a:pt x="155105" y="357502"/>
                </a:lnTo>
                <a:lnTo>
                  <a:pt x="164659" y="356225"/>
                </a:lnTo>
                <a:lnTo>
                  <a:pt x="174193" y="354882"/>
                </a:lnTo>
                <a:lnTo>
                  <a:pt x="183709" y="353463"/>
                </a:lnTo>
                <a:lnTo>
                  <a:pt x="193186" y="351968"/>
                </a:lnTo>
                <a:lnTo>
                  <a:pt x="202635" y="350396"/>
                </a:lnTo>
                <a:lnTo>
                  <a:pt x="212046" y="348748"/>
                </a:lnTo>
                <a:lnTo>
                  <a:pt x="221428" y="347024"/>
                </a:lnTo>
                <a:lnTo>
                  <a:pt x="230772" y="345215"/>
                </a:lnTo>
                <a:lnTo>
                  <a:pt x="240068" y="343329"/>
                </a:lnTo>
                <a:lnTo>
                  <a:pt x="249326" y="341347"/>
                </a:lnTo>
                <a:lnTo>
                  <a:pt x="258528" y="339290"/>
                </a:lnTo>
                <a:lnTo>
                  <a:pt x="267691" y="337137"/>
                </a:lnTo>
                <a:lnTo>
                  <a:pt x="276787" y="334889"/>
                </a:lnTo>
                <a:lnTo>
                  <a:pt x="285826" y="332556"/>
                </a:lnTo>
                <a:lnTo>
                  <a:pt x="294799" y="330117"/>
                </a:lnTo>
                <a:lnTo>
                  <a:pt x="303705" y="327574"/>
                </a:lnTo>
                <a:lnTo>
                  <a:pt x="312534" y="324936"/>
                </a:lnTo>
                <a:lnTo>
                  <a:pt x="321278" y="322193"/>
                </a:lnTo>
                <a:lnTo>
                  <a:pt x="329936" y="319345"/>
                </a:lnTo>
                <a:lnTo>
                  <a:pt x="338509" y="316382"/>
                </a:lnTo>
                <a:lnTo>
                  <a:pt x="346967" y="313306"/>
                </a:lnTo>
                <a:lnTo>
                  <a:pt x="355330" y="310115"/>
                </a:lnTo>
                <a:lnTo>
                  <a:pt x="363569" y="306800"/>
                </a:lnTo>
                <a:lnTo>
                  <a:pt x="371675" y="303371"/>
                </a:lnTo>
                <a:lnTo>
                  <a:pt x="379657" y="299818"/>
                </a:lnTo>
                <a:lnTo>
                  <a:pt x="387496" y="296132"/>
                </a:lnTo>
                <a:lnTo>
                  <a:pt x="395173" y="292322"/>
                </a:lnTo>
                <a:lnTo>
                  <a:pt x="402688" y="288388"/>
                </a:lnTo>
                <a:lnTo>
                  <a:pt x="410023" y="284321"/>
                </a:lnTo>
                <a:lnTo>
                  <a:pt x="417176" y="280130"/>
                </a:lnTo>
                <a:lnTo>
                  <a:pt x="424129" y="275806"/>
                </a:lnTo>
                <a:lnTo>
                  <a:pt x="430873" y="271348"/>
                </a:lnTo>
                <a:lnTo>
                  <a:pt x="437398" y="266757"/>
                </a:lnTo>
                <a:lnTo>
                  <a:pt x="443684" y="262042"/>
                </a:lnTo>
                <a:lnTo>
                  <a:pt x="449723" y="257204"/>
                </a:lnTo>
                <a:lnTo>
                  <a:pt x="455514" y="252241"/>
                </a:lnTo>
                <a:lnTo>
                  <a:pt x="461029" y="247164"/>
                </a:lnTo>
                <a:lnTo>
                  <a:pt x="466277" y="241964"/>
                </a:lnTo>
                <a:lnTo>
                  <a:pt x="471240" y="236658"/>
                </a:lnTo>
                <a:lnTo>
                  <a:pt x="475917" y="231248"/>
                </a:lnTo>
                <a:lnTo>
                  <a:pt x="480289" y="225743"/>
                </a:lnTo>
                <a:lnTo>
                  <a:pt x="484365" y="220151"/>
                </a:lnTo>
                <a:lnTo>
                  <a:pt x="488128" y="214465"/>
                </a:lnTo>
                <a:lnTo>
                  <a:pt x="491595" y="208702"/>
                </a:lnTo>
                <a:lnTo>
                  <a:pt x="494748" y="202873"/>
                </a:lnTo>
                <a:lnTo>
                  <a:pt x="497586" y="196987"/>
                </a:lnTo>
                <a:lnTo>
                  <a:pt x="500129" y="191033"/>
                </a:lnTo>
                <a:lnTo>
                  <a:pt x="502368" y="185042"/>
                </a:lnTo>
                <a:lnTo>
                  <a:pt x="504301" y="179003"/>
                </a:lnTo>
                <a:lnTo>
                  <a:pt x="505949" y="172936"/>
                </a:lnTo>
                <a:lnTo>
                  <a:pt x="507311" y="166840"/>
                </a:lnTo>
                <a:lnTo>
                  <a:pt x="508397" y="160715"/>
                </a:lnTo>
                <a:lnTo>
                  <a:pt x="509207" y="154581"/>
                </a:lnTo>
                <a:lnTo>
                  <a:pt x="509759" y="148428"/>
                </a:lnTo>
                <a:lnTo>
                  <a:pt x="510045" y="142275"/>
                </a:lnTo>
                <a:lnTo>
                  <a:pt x="510092" y="136112"/>
                </a:lnTo>
                <a:lnTo>
                  <a:pt x="509892" y="129959"/>
                </a:lnTo>
                <a:lnTo>
                  <a:pt x="509473" y="123806"/>
                </a:lnTo>
                <a:lnTo>
                  <a:pt x="508826" y="117662"/>
                </a:lnTo>
                <a:lnTo>
                  <a:pt x="517874" y="116148"/>
                </a:lnTo>
                <a:lnTo>
                  <a:pt x="527390" y="114776"/>
                </a:lnTo>
                <a:lnTo>
                  <a:pt x="536886" y="113309"/>
                </a:lnTo>
                <a:lnTo>
                  <a:pt x="546344" y="111766"/>
                </a:lnTo>
                <a:lnTo>
                  <a:pt x="555774" y="110147"/>
                </a:lnTo>
                <a:lnTo>
                  <a:pt x="565175" y="108471"/>
                </a:lnTo>
                <a:lnTo>
                  <a:pt x="574548" y="106737"/>
                </a:lnTo>
                <a:lnTo>
                  <a:pt x="583892" y="104937"/>
                </a:lnTo>
                <a:lnTo>
                  <a:pt x="593207" y="103070"/>
                </a:lnTo>
                <a:lnTo>
                  <a:pt x="602494" y="101155"/>
                </a:lnTo>
                <a:lnTo>
                  <a:pt x="611743" y="99174"/>
                </a:lnTo>
                <a:lnTo>
                  <a:pt x="620973" y="97136"/>
                </a:lnTo>
                <a:lnTo>
                  <a:pt x="630155" y="95050"/>
                </a:lnTo>
                <a:lnTo>
                  <a:pt x="639318" y="92897"/>
                </a:lnTo>
                <a:lnTo>
                  <a:pt x="648443" y="90697"/>
                </a:lnTo>
                <a:lnTo>
                  <a:pt x="657530" y="88430"/>
                </a:lnTo>
                <a:lnTo>
                  <a:pt x="666579" y="86116"/>
                </a:lnTo>
                <a:lnTo>
                  <a:pt x="675599" y="83734"/>
                </a:lnTo>
                <a:lnTo>
                  <a:pt x="684571" y="81305"/>
                </a:lnTo>
                <a:lnTo>
                  <a:pt x="693506" y="78810"/>
                </a:lnTo>
                <a:lnTo>
                  <a:pt x="702402" y="76257"/>
                </a:lnTo>
                <a:lnTo>
                  <a:pt x="711251" y="73647"/>
                </a:lnTo>
                <a:lnTo>
                  <a:pt x="720052" y="70980"/>
                </a:lnTo>
                <a:lnTo>
                  <a:pt x="728815" y="68247"/>
                </a:lnTo>
                <a:lnTo>
                  <a:pt x="737521" y="65456"/>
                </a:lnTo>
                <a:lnTo>
                  <a:pt x="746179" y="62608"/>
                </a:lnTo>
                <a:lnTo>
                  <a:pt x="754790" y="59693"/>
                </a:lnTo>
                <a:lnTo>
                  <a:pt x="763343" y="56712"/>
                </a:lnTo>
                <a:lnTo>
                  <a:pt x="771839" y="53673"/>
                </a:lnTo>
                <a:lnTo>
                  <a:pt x="780278" y="50568"/>
                </a:lnTo>
                <a:lnTo>
                  <a:pt x="788660" y="47396"/>
                </a:lnTo>
                <a:lnTo>
                  <a:pt x="796976" y="44167"/>
                </a:lnTo>
                <a:lnTo>
                  <a:pt x="805224" y="40862"/>
                </a:lnTo>
                <a:lnTo>
                  <a:pt x="813406" y="37500"/>
                </a:lnTo>
                <a:lnTo>
                  <a:pt x="821522" y="34061"/>
                </a:lnTo>
                <a:lnTo>
                  <a:pt x="829551" y="30556"/>
                </a:lnTo>
                <a:lnTo>
                  <a:pt x="837514" y="26984"/>
                </a:lnTo>
                <a:lnTo>
                  <a:pt x="845391" y="23346"/>
                </a:lnTo>
                <a:lnTo>
                  <a:pt x="853192" y="19631"/>
                </a:lnTo>
                <a:lnTo>
                  <a:pt x="860908" y="15850"/>
                </a:lnTo>
                <a:lnTo>
                  <a:pt x="868528" y="12002"/>
                </a:lnTo>
                <a:lnTo>
                  <a:pt x="876052" y="8068"/>
                </a:lnTo>
                <a:lnTo>
                  <a:pt x="883482" y="4067"/>
                </a:lnTo>
                <a:lnTo>
                  <a:pt x="890816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E730409-BD03-4EF5-98F2-762693F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669" y="4050716"/>
            <a:ext cx="2418417" cy="405203"/>
          </a:xfrm>
          <a:custGeom xmlns:a="http://schemas.openxmlformats.org/drawingml/2006/main">
            <a:pathLst>
              <a:path w="2418417" h="405203">
                <a:moveTo>
                  <a:pt x="2417664" y="0"/>
                </a:moveTo>
                <a:lnTo>
                  <a:pt x="2418417" y="14926"/>
                </a:lnTo>
                <a:lnTo>
                  <a:pt x="2418083" y="29851"/>
                </a:lnTo>
                <a:lnTo>
                  <a:pt x="2416912" y="44768"/>
                </a:lnTo>
                <a:lnTo>
                  <a:pt x="2414959" y="59646"/>
                </a:lnTo>
                <a:lnTo>
                  <a:pt x="2412263" y="74476"/>
                </a:lnTo>
                <a:lnTo>
                  <a:pt x="2408815" y="89249"/>
                </a:lnTo>
                <a:lnTo>
                  <a:pt x="2404634" y="103946"/>
                </a:lnTo>
                <a:lnTo>
                  <a:pt x="2399690" y="118548"/>
                </a:lnTo>
                <a:lnTo>
                  <a:pt x="2393975" y="133036"/>
                </a:lnTo>
                <a:lnTo>
                  <a:pt x="2387479" y="147399"/>
                </a:lnTo>
                <a:lnTo>
                  <a:pt x="2380183" y="161601"/>
                </a:lnTo>
                <a:lnTo>
                  <a:pt x="2372068" y="175631"/>
                </a:lnTo>
                <a:lnTo>
                  <a:pt x="2363114" y="189452"/>
                </a:lnTo>
                <a:lnTo>
                  <a:pt x="2353313" y="203044"/>
                </a:lnTo>
                <a:lnTo>
                  <a:pt x="2342655" y="216379"/>
                </a:lnTo>
                <a:lnTo>
                  <a:pt x="2331120" y="229419"/>
                </a:lnTo>
                <a:lnTo>
                  <a:pt x="2318709" y="242135"/>
                </a:lnTo>
                <a:lnTo>
                  <a:pt x="2305421" y="254489"/>
                </a:lnTo>
                <a:lnTo>
                  <a:pt x="2291258" y="266462"/>
                </a:lnTo>
                <a:lnTo>
                  <a:pt x="2276246" y="278016"/>
                </a:lnTo>
                <a:lnTo>
                  <a:pt x="2260397" y="289103"/>
                </a:lnTo>
                <a:lnTo>
                  <a:pt x="2243738" y="299723"/>
                </a:lnTo>
                <a:lnTo>
                  <a:pt x="2226307" y="309829"/>
                </a:lnTo>
                <a:lnTo>
                  <a:pt x="2208143" y="319411"/>
                </a:lnTo>
                <a:lnTo>
                  <a:pt x="2189283" y="328441"/>
                </a:lnTo>
                <a:lnTo>
                  <a:pt x="2169785" y="336928"/>
                </a:lnTo>
                <a:lnTo>
                  <a:pt x="2149707" y="344843"/>
                </a:lnTo>
                <a:lnTo>
                  <a:pt x="2129085" y="352187"/>
                </a:lnTo>
                <a:lnTo>
                  <a:pt x="2107987" y="358978"/>
                </a:lnTo>
                <a:lnTo>
                  <a:pt x="2086451" y="365198"/>
                </a:lnTo>
                <a:lnTo>
                  <a:pt x="2064544" y="370884"/>
                </a:lnTo>
                <a:lnTo>
                  <a:pt x="2042312" y="376028"/>
                </a:lnTo>
                <a:lnTo>
                  <a:pt x="2019786" y="380648"/>
                </a:lnTo>
                <a:lnTo>
                  <a:pt x="1997012" y="384762"/>
                </a:lnTo>
                <a:lnTo>
                  <a:pt x="1974037" y="388401"/>
                </a:lnTo>
                <a:lnTo>
                  <a:pt x="1950891" y="391563"/>
                </a:lnTo>
                <a:lnTo>
                  <a:pt x="1927593" y="394278"/>
                </a:lnTo>
                <a:lnTo>
                  <a:pt x="1904190" y="396573"/>
                </a:lnTo>
                <a:lnTo>
                  <a:pt x="1880692" y="398459"/>
                </a:lnTo>
                <a:lnTo>
                  <a:pt x="1857118" y="399955"/>
                </a:lnTo>
                <a:lnTo>
                  <a:pt x="1833496" y="401069"/>
                </a:lnTo>
                <a:lnTo>
                  <a:pt x="1809826" y="401593"/>
                </a:lnTo>
                <a:lnTo>
                  <a:pt x="1786138" y="401945"/>
                </a:lnTo>
                <a:lnTo>
                  <a:pt x="1762458" y="402222"/>
                </a:lnTo>
                <a:lnTo>
                  <a:pt x="1738770" y="402460"/>
                </a:lnTo>
                <a:lnTo>
                  <a:pt x="1715081" y="402669"/>
                </a:lnTo>
                <a:lnTo>
                  <a:pt x="1691392" y="402860"/>
                </a:lnTo>
                <a:lnTo>
                  <a:pt x="1667713" y="403031"/>
                </a:lnTo>
                <a:lnTo>
                  <a:pt x="1644025" y="403184"/>
                </a:lnTo>
                <a:lnTo>
                  <a:pt x="1620336" y="403327"/>
                </a:lnTo>
                <a:lnTo>
                  <a:pt x="1596647" y="403469"/>
                </a:lnTo>
                <a:lnTo>
                  <a:pt x="1572958" y="403593"/>
                </a:lnTo>
                <a:lnTo>
                  <a:pt x="1549270" y="403708"/>
                </a:lnTo>
                <a:lnTo>
                  <a:pt x="1525581" y="403822"/>
                </a:lnTo>
                <a:lnTo>
                  <a:pt x="1501892" y="403927"/>
                </a:lnTo>
                <a:lnTo>
                  <a:pt x="1478204" y="404031"/>
                </a:lnTo>
                <a:lnTo>
                  <a:pt x="1454515" y="404127"/>
                </a:lnTo>
                <a:lnTo>
                  <a:pt x="1430826" y="404212"/>
                </a:lnTo>
                <a:lnTo>
                  <a:pt x="1407138" y="404298"/>
                </a:lnTo>
                <a:lnTo>
                  <a:pt x="1383449" y="404374"/>
                </a:lnTo>
                <a:lnTo>
                  <a:pt x="1359760" y="404451"/>
                </a:lnTo>
                <a:lnTo>
                  <a:pt x="1336072" y="404527"/>
                </a:lnTo>
                <a:lnTo>
                  <a:pt x="1312383" y="404593"/>
                </a:lnTo>
                <a:lnTo>
                  <a:pt x="1288694" y="404651"/>
                </a:lnTo>
                <a:lnTo>
                  <a:pt x="1265006" y="404717"/>
                </a:lnTo>
                <a:lnTo>
                  <a:pt x="1241308" y="404774"/>
                </a:lnTo>
                <a:lnTo>
                  <a:pt x="1217619" y="404822"/>
                </a:lnTo>
                <a:lnTo>
                  <a:pt x="1193930" y="404870"/>
                </a:lnTo>
                <a:lnTo>
                  <a:pt x="1170242" y="404917"/>
                </a:lnTo>
                <a:lnTo>
                  <a:pt x="1146553" y="404955"/>
                </a:lnTo>
                <a:lnTo>
                  <a:pt x="1122864" y="404993"/>
                </a:lnTo>
                <a:lnTo>
                  <a:pt x="1099175" y="405041"/>
                </a:lnTo>
                <a:lnTo>
                  <a:pt x="1075487" y="405070"/>
                </a:lnTo>
                <a:lnTo>
                  <a:pt x="1051798" y="405098"/>
                </a:lnTo>
                <a:lnTo>
                  <a:pt x="1028109" y="405117"/>
                </a:lnTo>
                <a:lnTo>
                  <a:pt x="1004421" y="405146"/>
                </a:lnTo>
                <a:lnTo>
                  <a:pt x="980732" y="405165"/>
                </a:lnTo>
                <a:lnTo>
                  <a:pt x="957043" y="405174"/>
                </a:lnTo>
                <a:lnTo>
                  <a:pt x="933355" y="405194"/>
                </a:lnTo>
                <a:lnTo>
                  <a:pt x="909666" y="405194"/>
                </a:lnTo>
                <a:lnTo>
                  <a:pt x="885977" y="405203"/>
                </a:lnTo>
                <a:lnTo>
                  <a:pt x="862289" y="405203"/>
                </a:lnTo>
                <a:lnTo>
                  <a:pt x="838600" y="405203"/>
                </a:lnTo>
                <a:lnTo>
                  <a:pt x="814902" y="405194"/>
                </a:lnTo>
                <a:lnTo>
                  <a:pt x="791213" y="405194"/>
                </a:lnTo>
                <a:lnTo>
                  <a:pt x="767525" y="405184"/>
                </a:lnTo>
                <a:lnTo>
                  <a:pt x="743836" y="405155"/>
                </a:lnTo>
                <a:lnTo>
                  <a:pt x="720147" y="405136"/>
                </a:lnTo>
                <a:lnTo>
                  <a:pt x="696458" y="405117"/>
                </a:lnTo>
                <a:lnTo>
                  <a:pt x="672770" y="405089"/>
                </a:lnTo>
                <a:lnTo>
                  <a:pt x="649081" y="405051"/>
                </a:lnTo>
                <a:lnTo>
                  <a:pt x="625392" y="405013"/>
                </a:lnTo>
                <a:lnTo>
                  <a:pt x="601704" y="404974"/>
                </a:lnTo>
                <a:lnTo>
                  <a:pt x="578015" y="404917"/>
                </a:lnTo>
                <a:lnTo>
                  <a:pt x="554326" y="404870"/>
                </a:lnTo>
                <a:lnTo>
                  <a:pt x="530638" y="404813"/>
                </a:lnTo>
                <a:lnTo>
                  <a:pt x="506949" y="404746"/>
                </a:lnTo>
                <a:lnTo>
                  <a:pt x="483260" y="404679"/>
                </a:lnTo>
                <a:lnTo>
                  <a:pt x="459572" y="404603"/>
                </a:lnTo>
                <a:lnTo>
                  <a:pt x="435883" y="404517"/>
                </a:lnTo>
                <a:lnTo>
                  <a:pt x="412194" y="404432"/>
                </a:lnTo>
                <a:lnTo>
                  <a:pt x="388506" y="404336"/>
                </a:lnTo>
                <a:lnTo>
                  <a:pt x="364817" y="404222"/>
                </a:lnTo>
                <a:lnTo>
                  <a:pt x="341128" y="404108"/>
                </a:lnTo>
                <a:lnTo>
                  <a:pt x="317440" y="403974"/>
                </a:lnTo>
                <a:lnTo>
                  <a:pt x="293751" y="403841"/>
                </a:lnTo>
                <a:lnTo>
                  <a:pt x="270062" y="403689"/>
                </a:lnTo>
                <a:lnTo>
                  <a:pt x="246374" y="403527"/>
                </a:lnTo>
                <a:lnTo>
                  <a:pt x="222685" y="403336"/>
                </a:lnTo>
                <a:lnTo>
                  <a:pt x="198996" y="403136"/>
                </a:lnTo>
                <a:lnTo>
                  <a:pt x="175317" y="402917"/>
                </a:lnTo>
                <a:lnTo>
                  <a:pt x="151628" y="402669"/>
                </a:lnTo>
                <a:lnTo>
                  <a:pt x="127940" y="402384"/>
                </a:lnTo>
                <a:lnTo>
                  <a:pt x="104261" y="402060"/>
                </a:lnTo>
                <a:lnTo>
                  <a:pt x="80572" y="401679"/>
                </a:lnTo>
                <a:lnTo>
                  <a:pt x="56902" y="401212"/>
                </a:lnTo>
                <a:lnTo>
                  <a:pt x="33233" y="400602"/>
                </a:lnTo>
                <a:lnTo>
                  <a:pt x="9592" y="399631"/>
                </a:lnTo>
                <a:lnTo>
                  <a:pt x="4391" y="387496"/>
                </a:lnTo>
                <a:lnTo>
                  <a:pt x="4077" y="372570"/>
                </a:lnTo>
                <a:lnTo>
                  <a:pt x="3762" y="357635"/>
                </a:lnTo>
                <a:lnTo>
                  <a:pt x="3448" y="342709"/>
                </a:lnTo>
                <a:lnTo>
                  <a:pt x="3134" y="327774"/>
                </a:lnTo>
                <a:lnTo>
                  <a:pt x="2819" y="312849"/>
                </a:lnTo>
                <a:lnTo>
                  <a:pt x="2515" y="297913"/>
                </a:lnTo>
                <a:lnTo>
                  <a:pt x="2200" y="282988"/>
                </a:lnTo>
                <a:lnTo>
                  <a:pt x="1886" y="268053"/>
                </a:lnTo>
                <a:lnTo>
                  <a:pt x="1572" y="253127"/>
                </a:lnTo>
                <a:lnTo>
                  <a:pt x="1257" y="238192"/>
                </a:lnTo>
                <a:lnTo>
                  <a:pt x="943" y="223266"/>
                </a:lnTo>
                <a:lnTo>
                  <a:pt x="629" y="208331"/>
                </a:lnTo>
                <a:lnTo>
                  <a:pt x="314" y="193405"/>
                </a:lnTo>
                <a:lnTo>
                  <a:pt x="0" y="178479"/>
                </a:lnTo>
                <a:lnTo>
                  <a:pt x="8687" y="168707"/>
                </a:lnTo>
                <a:lnTo>
                  <a:pt x="32318" y="167621"/>
                </a:lnTo>
                <a:lnTo>
                  <a:pt x="55959" y="166707"/>
                </a:lnTo>
                <a:lnTo>
                  <a:pt x="79619" y="165945"/>
                </a:lnTo>
                <a:lnTo>
                  <a:pt x="103289" y="165325"/>
                </a:lnTo>
                <a:lnTo>
                  <a:pt x="126968" y="164830"/>
                </a:lnTo>
                <a:lnTo>
                  <a:pt x="150647" y="164440"/>
                </a:lnTo>
                <a:lnTo>
                  <a:pt x="174327" y="164154"/>
                </a:lnTo>
                <a:lnTo>
                  <a:pt x="198015" y="163963"/>
                </a:lnTo>
                <a:lnTo>
                  <a:pt x="221704" y="163859"/>
                </a:lnTo>
                <a:lnTo>
                  <a:pt x="245393" y="163820"/>
                </a:lnTo>
                <a:lnTo>
                  <a:pt x="269081" y="163868"/>
                </a:lnTo>
                <a:lnTo>
                  <a:pt x="292770" y="163973"/>
                </a:lnTo>
                <a:lnTo>
                  <a:pt x="316459" y="164144"/>
                </a:lnTo>
                <a:lnTo>
                  <a:pt x="340147" y="164363"/>
                </a:lnTo>
                <a:lnTo>
                  <a:pt x="363836" y="164640"/>
                </a:lnTo>
                <a:lnTo>
                  <a:pt x="387515" y="164963"/>
                </a:lnTo>
                <a:lnTo>
                  <a:pt x="411194" y="165335"/>
                </a:lnTo>
                <a:lnTo>
                  <a:pt x="434883" y="165745"/>
                </a:lnTo>
                <a:lnTo>
                  <a:pt x="458562" y="166192"/>
                </a:lnTo>
                <a:lnTo>
                  <a:pt x="482232" y="166678"/>
                </a:lnTo>
                <a:lnTo>
                  <a:pt x="505911" y="167192"/>
                </a:lnTo>
                <a:lnTo>
                  <a:pt x="529580" y="167735"/>
                </a:lnTo>
                <a:lnTo>
                  <a:pt x="553260" y="168307"/>
                </a:lnTo>
                <a:lnTo>
                  <a:pt x="576929" y="168907"/>
                </a:lnTo>
                <a:lnTo>
                  <a:pt x="600589" y="169535"/>
                </a:lnTo>
                <a:lnTo>
                  <a:pt x="624259" y="170174"/>
                </a:lnTo>
                <a:lnTo>
                  <a:pt x="647929" y="170840"/>
                </a:lnTo>
                <a:lnTo>
                  <a:pt x="671589" y="171526"/>
                </a:lnTo>
                <a:lnTo>
                  <a:pt x="695258" y="172222"/>
                </a:lnTo>
                <a:lnTo>
                  <a:pt x="718918" y="172936"/>
                </a:lnTo>
                <a:lnTo>
                  <a:pt x="742579" y="173669"/>
                </a:lnTo>
                <a:lnTo>
                  <a:pt x="766239" y="174403"/>
                </a:lnTo>
                <a:lnTo>
                  <a:pt x="789899" y="175146"/>
                </a:lnTo>
                <a:lnTo>
                  <a:pt x="813559" y="175898"/>
                </a:lnTo>
                <a:lnTo>
                  <a:pt x="837219" y="176670"/>
                </a:lnTo>
                <a:lnTo>
                  <a:pt x="860870" y="177432"/>
                </a:lnTo>
                <a:lnTo>
                  <a:pt x="884530" y="178203"/>
                </a:lnTo>
                <a:lnTo>
                  <a:pt x="908190" y="178984"/>
                </a:lnTo>
                <a:lnTo>
                  <a:pt x="931840" y="179756"/>
                </a:lnTo>
                <a:lnTo>
                  <a:pt x="955500" y="180527"/>
                </a:lnTo>
                <a:lnTo>
                  <a:pt x="979160" y="181299"/>
                </a:lnTo>
                <a:lnTo>
                  <a:pt x="1002821" y="182070"/>
                </a:lnTo>
                <a:lnTo>
                  <a:pt x="1026471" y="182842"/>
                </a:lnTo>
                <a:lnTo>
                  <a:pt x="1050131" y="183594"/>
                </a:lnTo>
                <a:lnTo>
                  <a:pt x="1073791" y="184356"/>
                </a:lnTo>
                <a:lnTo>
                  <a:pt x="1097451" y="185090"/>
                </a:lnTo>
                <a:lnTo>
                  <a:pt x="1121112" y="185833"/>
                </a:lnTo>
                <a:lnTo>
                  <a:pt x="1144772" y="186547"/>
                </a:lnTo>
                <a:lnTo>
                  <a:pt x="1168441" y="187262"/>
                </a:lnTo>
                <a:lnTo>
                  <a:pt x="1192101" y="187947"/>
                </a:lnTo>
                <a:lnTo>
                  <a:pt x="1215771" y="188624"/>
                </a:lnTo>
                <a:lnTo>
                  <a:pt x="1239431" y="189281"/>
                </a:lnTo>
                <a:lnTo>
                  <a:pt x="1263101" y="189919"/>
                </a:lnTo>
                <a:lnTo>
                  <a:pt x="1286770" y="190529"/>
                </a:lnTo>
                <a:lnTo>
                  <a:pt x="1310440" y="191119"/>
                </a:lnTo>
                <a:lnTo>
                  <a:pt x="1334110" y="191681"/>
                </a:lnTo>
                <a:lnTo>
                  <a:pt x="1357789" y="192205"/>
                </a:lnTo>
                <a:lnTo>
                  <a:pt x="1381468" y="192710"/>
                </a:lnTo>
                <a:lnTo>
                  <a:pt x="1405138" y="193167"/>
                </a:lnTo>
                <a:lnTo>
                  <a:pt x="1428817" y="193596"/>
                </a:lnTo>
                <a:lnTo>
                  <a:pt x="1452505" y="193977"/>
                </a:lnTo>
                <a:lnTo>
                  <a:pt x="1476185" y="194320"/>
                </a:lnTo>
                <a:lnTo>
                  <a:pt x="1499873" y="194615"/>
                </a:lnTo>
                <a:lnTo>
                  <a:pt x="1523552" y="194853"/>
                </a:lnTo>
                <a:lnTo>
                  <a:pt x="1547241" y="195043"/>
                </a:lnTo>
                <a:lnTo>
                  <a:pt x="1570930" y="195167"/>
                </a:lnTo>
                <a:lnTo>
                  <a:pt x="1594618" y="195224"/>
                </a:lnTo>
                <a:lnTo>
                  <a:pt x="1618307" y="195205"/>
                </a:lnTo>
                <a:lnTo>
                  <a:pt x="1641996" y="195110"/>
                </a:lnTo>
                <a:lnTo>
                  <a:pt x="1665684" y="194929"/>
                </a:lnTo>
                <a:lnTo>
                  <a:pt x="1689373" y="194662"/>
                </a:lnTo>
                <a:lnTo>
                  <a:pt x="1713052" y="194281"/>
                </a:lnTo>
                <a:lnTo>
                  <a:pt x="1736731" y="193786"/>
                </a:lnTo>
                <a:lnTo>
                  <a:pt x="1760401" y="193157"/>
                </a:lnTo>
                <a:lnTo>
                  <a:pt x="1784061" y="192395"/>
                </a:lnTo>
                <a:lnTo>
                  <a:pt x="1807702" y="191462"/>
                </a:lnTo>
                <a:lnTo>
                  <a:pt x="1831324" y="190357"/>
                </a:lnTo>
                <a:lnTo>
                  <a:pt x="1854918" y="189033"/>
                </a:lnTo>
                <a:lnTo>
                  <a:pt x="1878482" y="187481"/>
                </a:lnTo>
                <a:lnTo>
                  <a:pt x="1901990" y="185642"/>
                </a:lnTo>
                <a:lnTo>
                  <a:pt x="1925422" y="183471"/>
                </a:lnTo>
                <a:lnTo>
                  <a:pt x="1948758" y="180908"/>
                </a:lnTo>
                <a:lnTo>
                  <a:pt x="1971951" y="177851"/>
                </a:lnTo>
                <a:lnTo>
                  <a:pt x="1994916" y="174184"/>
                </a:lnTo>
                <a:lnTo>
                  <a:pt x="2017519" y="169736"/>
                </a:lnTo>
                <a:lnTo>
                  <a:pt x="2039522" y="164211"/>
                </a:lnTo>
                <a:lnTo>
                  <a:pt x="2060419" y="157201"/>
                </a:lnTo>
                <a:lnTo>
                  <a:pt x="2079088" y="148066"/>
                </a:lnTo>
                <a:lnTo>
                  <a:pt x="2093043" y="136084"/>
                </a:lnTo>
                <a:lnTo>
                  <a:pt x="2098662" y="121691"/>
                </a:lnTo>
                <a:lnTo>
                  <a:pt x="2114540" y="114214"/>
                </a:lnTo>
                <a:lnTo>
                  <a:pt x="2136839" y="109166"/>
                </a:lnTo>
                <a:lnTo>
                  <a:pt x="2158822" y="103622"/>
                </a:lnTo>
                <a:lnTo>
                  <a:pt x="2180530" y="97641"/>
                </a:lnTo>
                <a:lnTo>
                  <a:pt x="2201961" y="91278"/>
                </a:lnTo>
                <a:lnTo>
                  <a:pt x="2223106" y="84544"/>
                </a:lnTo>
                <a:lnTo>
                  <a:pt x="2243966" y="77476"/>
                </a:lnTo>
                <a:lnTo>
                  <a:pt x="2264540" y="70066"/>
                </a:lnTo>
                <a:lnTo>
                  <a:pt x="2284809" y="62351"/>
                </a:lnTo>
                <a:lnTo>
                  <a:pt x="2304774" y="54312"/>
                </a:lnTo>
                <a:lnTo>
                  <a:pt x="2324433" y="45977"/>
                </a:lnTo>
                <a:lnTo>
                  <a:pt x="2343760" y="37348"/>
                </a:lnTo>
                <a:lnTo>
                  <a:pt x="2362752" y="28423"/>
                </a:lnTo>
                <a:lnTo>
                  <a:pt x="2381412" y="19221"/>
                </a:lnTo>
                <a:lnTo>
                  <a:pt x="2399719" y="9744"/>
                </a:lnTo>
                <a:lnTo>
                  <a:pt x="241766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6FC231A9-B35E-4614-9A28-D446DFB0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2930576"/>
            <a:ext cx="2417864" cy="1524000"/>
          </a:xfrm>
          <a:custGeom xmlns:a="http://schemas.openxmlformats.org/drawingml/2006/main">
            <a:pathLst>
              <a:path w="2417864" h="1524000">
                <a:moveTo>
                  <a:pt x="0" y="1524000"/>
                </a:moveTo>
                <a:lnTo>
                  <a:pt x="38824" y="1524000"/>
                </a:lnTo>
                <a:lnTo>
                  <a:pt x="77638" y="1524000"/>
                </a:lnTo>
                <a:lnTo>
                  <a:pt x="116462" y="1524000"/>
                </a:lnTo>
                <a:lnTo>
                  <a:pt x="155286" y="1524000"/>
                </a:lnTo>
                <a:lnTo>
                  <a:pt x="194110" y="1524000"/>
                </a:lnTo>
                <a:lnTo>
                  <a:pt x="232924" y="1524000"/>
                </a:lnTo>
                <a:lnTo>
                  <a:pt x="271748" y="1524000"/>
                </a:lnTo>
                <a:lnTo>
                  <a:pt x="310572" y="1524000"/>
                </a:lnTo>
                <a:lnTo>
                  <a:pt x="349396" y="1524000"/>
                </a:lnTo>
                <a:lnTo>
                  <a:pt x="388210" y="1524000"/>
                </a:lnTo>
                <a:lnTo>
                  <a:pt x="427034" y="1524000"/>
                </a:lnTo>
                <a:lnTo>
                  <a:pt x="465858" y="1524000"/>
                </a:lnTo>
                <a:lnTo>
                  <a:pt x="504682" y="1524000"/>
                </a:lnTo>
                <a:lnTo>
                  <a:pt x="543497" y="1524000"/>
                </a:lnTo>
                <a:lnTo>
                  <a:pt x="582320" y="1524000"/>
                </a:lnTo>
                <a:lnTo>
                  <a:pt x="621144" y="1524000"/>
                </a:lnTo>
                <a:lnTo>
                  <a:pt x="659959" y="1524000"/>
                </a:lnTo>
                <a:lnTo>
                  <a:pt x="698783" y="1524000"/>
                </a:lnTo>
                <a:lnTo>
                  <a:pt x="737606" y="1524000"/>
                </a:lnTo>
                <a:lnTo>
                  <a:pt x="776430" y="1524000"/>
                </a:lnTo>
                <a:lnTo>
                  <a:pt x="815245" y="1524000"/>
                </a:lnTo>
                <a:lnTo>
                  <a:pt x="854069" y="1524000"/>
                </a:lnTo>
                <a:lnTo>
                  <a:pt x="892893" y="1524000"/>
                </a:lnTo>
                <a:lnTo>
                  <a:pt x="931716" y="1524000"/>
                </a:lnTo>
                <a:lnTo>
                  <a:pt x="970531" y="1524000"/>
                </a:lnTo>
                <a:lnTo>
                  <a:pt x="1009355" y="1524000"/>
                </a:lnTo>
                <a:lnTo>
                  <a:pt x="1048179" y="1524000"/>
                </a:lnTo>
                <a:lnTo>
                  <a:pt x="1087003" y="1524000"/>
                </a:lnTo>
                <a:lnTo>
                  <a:pt x="1125817" y="1524000"/>
                </a:lnTo>
                <a:lnTo>
                  <a:pt x="1164641" y="1524000"/>
                </a:lnTo>
                <a:lnTo>
                  <a:pt x="1203465" y="1524000"/>
                </a:lnTo>
                <a:lnTo>
                  <a:pt x="1242289" y="1524000"/>
                </a:lnTo>
                <a:lnTo>
                  <a:pt x="1281103" y="1524000"/>
                </a:lnTo>
                <a:lnTo>
                  <a:pt x="1319927" y="1524000"/>
                </a:lnTo>
                <a:lnTo>
                  <a:pt x="1358751" y="1524000"/>
                </a:lnTo>
                <a:lnTo>
                  <a:pt x="1397565" y="1524000"/>
                </a:lnTo>
                <a:lnTo>
                  <a:pt x="1436389" y="1524000"/>
                </a:lnTo>
                <a:lnTo>
                  <a:pt x="1475213" y="1524000"/>
                </a:lnTo>
                <a:lnTo>
                  <a:pt x="1514037" y="1524000"/>
                </a:lnTo>
                <a:lnTo>
                  <a:pt x="1552851" y="1524000"/>
                </a:lnTo>
                <a:lnTo>
                  <a:pt x="1591675" y="1524000"/>
                </a:lnTo>
                <a:lnTo>
                  <a:pt x="1630108" y="1521247"/>
                </a:lnTo>
                <a:lnTo>
                  <a:pt x="1668342" y="1516971"/>
                </a:lnTo>
                <a:lnTo>
                  <a:pt x="1706566" y="1512694"/>
                </a:lnTo>
                <a:lnTo>
                  <a:pt x="1744790" y="1508417"/>
                </a:lnTo>
                <a:lnTo>
                  <a:pt x="1783013" y="1504140"/>
                </a:lnTo>
                <a:lnTo>
                  <a:pt x="1821237" y="1499873"/>
                </a:lnTo>
                <a:lnTo>
                  <a:pt x="1859461" y="1495596"/>
                </a:lnTo>
                <a:lnTo>
                  <a:pt x="1897685" y="1491320"/>
                </a:lnTo>
                <a:lnTo>
                  <a:pt x="1926860" y="1476346"/>
                </a:lnTo>
                <a:lnTo>
                  <a:pt x="1953797" y="1458735"/>
                </a:lnTo>
                <a:lnTo>
                  <a:pt x="1980743" y="1441113"/>
                </a:lnTo>
                <a:lnTo>
                  <a:pt x="2007680" y="1423492"/>
                </a:lnTo>
                <a:lnTo>
                  <a:pt x="2034616" y="1405871"/>
                </a:lnTo>
                <a:lnTo>
                  <a:pt x="2061553" y="1388250"/>
                </a:lnTo>
                <a:lnTo>
                  <a:pt x="2088490" y="1370628"/>
                </a:lnTo>
                <a:lnTo>
                  <a:pt x="2115426" y="1353007"/>
                </a:lnTo>
                <a:lnTo>
                  <a:pt x="2142363" y="1335395"/>
                </a:lnTo>
                <a:lnTo>
                  <a:pt x="2169300" y="1317774"/>
                </a:lnTo>
                <a:lnTo>
                  <a:pt x="2196246" y="1300153"/>
                </a:lnTo>
                <a:lnTo>
                  <a:pt x="2223183" y="1282532"/>
                </a:lnTo>
                <a:lnTo>
                  <a:pt x="2250119" y="1264910"/>
                </a:lnTo>
                <a:lnTo>
                  <a:pt x="2277056" y="1247289"/>
                </a:lnTo>
                <a:lnTo>
                  <a:pt x="2303993" y="1229668"/>
                </a:lnTo>
                <a:lnTo>
                  <a:pt x="2330929" y="1212056"/>
                </a:lnTo>
                <a:lnTo>
                  <a:pt x="2357866" y="1194435"/>
                </a:lnTo>
                <a:lnTo>
                  <a:pt x="2384803" y="1176814"/>
                </a:lnTo>
                <a:lnTo>
                  <a:pt x="2411749" y="1159193"/>
                </a:lnTo>
                <a:lnTo>
                  <a:pt x="2417864" y="1136275"/>
                </a:lnTo>
                <a:lnTo>
                  <a:pt x="2417864" y="1111806"/>
                </a:lnTo>
                <a:lnTo>
                  <a:pt x="2417864" y="1087336"/>
                </a:lnTo>
                <a:lnTo>
                  <a:pt x="2417864" y="1062866"/>
                </a:lnTo>
                <a:lnTo>
                  <a:pt x="2417864" y="1038396"/>
                </a:lnTo>
                <a:lnTo>
                  <a:pt x="2417864" y="1013927"/>
                </a:lnTo>
                <a:lnTo>
                  <a:pt x="2417864" y="989457"/>
                </a:lnTo>
                <a:lnTo>
                  <a:pt x="2417864" y="964997"/>
                </a:lnTo>
                <a:lnTo>
                  <a:pt x="2417864" y="940527"/>
                </a:lnTo>
                <a:lnTo>
                  <a:pt x="2417864" y="916057"/>
                </a:lnTo>
                <a:lnTo>
                  <a:pt x="2417864" y="891588"/>
                </a:lnTo>
                <a:lnTo>
                  <a:pt x="2417864" y="867118"/>
                </a:lnTo>
                <a:lnTo>
                  <a:pt x="2417864" y="842648"/>
                </a:lnTo>
                <a:lnTo>
                  <a:pt x="2417864" y="818178"/>
                </a:lnTo>
                <a:lnTo>
                  <a:pt x="2417864" y="793709"/>
                </a:lnTo>
                <a:lnTo>
                  <a:pt x="2417864" y="769239"/>
                </a:lnTo>
                <a:lnTo>
                  <a:pt x="2417864" y="744769"/>
                </a:lnTo>
                <a:lnTo>
                  <a:pt x="2417864" y="720300"/>
                </a:lnTo>
                <a:lnTo>
                  <a:pt x="2417864" y="695830"/>
                </a:lnTo>
                <a:lnTo>
                  <a:pt x="2417864" y="671360"/>
                </a:lnTo>
                <a:lnTo>
                  <a:pt x="2417864" y="646890"/>
                </a:lnTo>
                <a:lnTo>
                  <a:pt x="2417864" y="622421"/>
                </a:lnTo>
                <a:lnTo>
                  <a:pt x="2417864" y="597951"/>
                </a:lnTo>
                <a:lnTo>
                  <a:pt x="2417864" y="573481"/>
                </a:lnTo>
                <a:lnTo>
                  <a:pt x="2417864" y="549011"/>
                </a:lnTo>
                <a:lnTo>
                  <a:pt x="2417864" y="524542"/>
                </a:lnTo>
                <a:lnTo>
                  <a:pt x="2417864" y="500072"/>
                </a:lnTo>
                <a:lnTo>
                  <a:pt x="2417864" y="475602"/>
                </a:lnTo>
                <a:lnTo>
                  <a:pt x="2417864" y="451133"/>
                </a:lnTo>
                <a:lnTo>
                  <a:pt x="2417864" y="426663"/>
                </a:lnTo>
                <a:lnTo>
                  <a:pt x="2417864" y="402193"/>
                </a:lnTo>
                <a:lnTo>
                  <a:pt x="2417864" y="377723"/>
                </a:lnTo>
                <a:lnTo>
                  <a:pt x="2417864" y="353254"/>
                </a:lnTo>
                <a:lnTo>
                  <a:pt x="2417864" y="328784"/>
                </a:lnTo>
                <a:lnTo>
                  <a:pt x="2417864" y="304314"/>
                </a:lnTo>
                <a:lnTo>
                  <a:pt x="2417864" y="279845"/>
                </a:lnTo>
                <a:lnTo>
                  <a:pt x="2417864" y="255375"/>
                </a:lnTo>
                <a:lnTo>
                  <a:pt x="2417864" y="230905"/>
                </a:lnTo>
                <a:lnTo>
                  <a:pt x="2417864" y="206435"/>
                </a:lnTo>
                <a:lnTo>
                  <a:pt x="2417864" y="181966"/>
                </a:lnTo>
                <a:lnTo>
                  <a:pt x="2417864" y="157496"/>
                </a:lnTo>
                <a:lnTo>
                  <a:pt x="2417864" y="133026"/>
                </a:lnTo>
                <a:lnTo>
                  <a:pt x="2417864" y="108556"/>
                </a:lnTo>
                <a:lnTo>
                  <a:pt x="2417864" y="84087"/>
                </a:lnTo>
                <a:lnTo>
                  <a:pt x="2417864" y="59627"/>
                </a:lnTo>
                <a:lnTo>
                  <a:pt x="2417864" y="35157"/>
                </a:lnTo>
                <a:lnTo>
                  <a:pt x="2417864" y="10687"/>
                </a:lnTo>
                <a:lnTo>
                  <a:pt x="2395985" y="0"/>
                </a:lnTo>
                <a:lnTo>
                  <a:pt x="2357171" y="0"/>
                </a:lnTo>
                <a:lnTo>
                  <a:pt x="2318347" y="0"/>
                </a:lnTo>
                <a:lnTo>
                  <a:pt x="2279523" y="0"/>
                </a:lnTo>
                <a:lnTo>
                  <a:pt x="2240699" y="0"/>
                </a:lnTo>
                <a:lnTo>
                  <a:pt x="2201885" y="0"/>
                </a:lnTo>
                <a:lnTo>
                  <a:pt x="2163061" y="0"/>
                </a:lnTo>
                <a:lnTo>
                  <a:pt x="2124237" y="0"/>
                </a:lnTo>
                <a:lnTo>
                  <a:pt x="2085423" y="0"/>
                </a:lnTo>
                <a:lnTo>
                  <a:pt x="2046599" y="0"/>
                </a:lnTo>
                <a:lnTo>
                  <a:pt x="2007775" y="0"/>
                </a:lnTo>
                <a:lnTo>
                  <a:pt x="1968951" y="0"/>
                </a:lnTo>
                <a:lnTo>
                  <a:pt x="1930136" y="0"/>
                </a:lnTo>
                <a:lnTo>
                  <a:pt x="1891313" y="0"/>
                </a:lnTo>
                <a:lnTo>
                  <a:pt x="1852489" y="0"/>
                </a:lnTo>
                <a:lnTo>
                  <a:pt x="1813665" y="0"/>
                </a:lnTo>
                <a:lnTo>
                  <a:pt x="1774850" y="0"/>
                </a:lnTo>
                <a:lnTo>
                  <a:pt x="1736027" y="0"/>
                </a:lnTo>
                <a:lnTo>
                  <a:pt x="1697203" y="0"/>
                </a:lnTo>
                <a:lnTo>
                  <a:pt x="1658379" y="0"/>
                </a:lnTo>
                <a:lnTo>
                  <a:pt x="1619564" y="0"/>
                </a:lnTo>
                <a:lnTo>
                  <a:pt x="1580740" y="0"/>
                </a:lnTo>
                <a:lnTo>
                  <a:pt x="1541917" y="0"/>
                </a:lnTo>
                <a:lnTo>
                  <a:pt x="1503102" y="0"/>
                </a:lnTo>
                <a:lnTo>
                  <a:pt x="1464278" y="0"/>
                </a:lnTo>
                <a:lnTo>
                  <a:pt x="1425454" y="0"/>
                </a:lnTo>
                <a:lnTo>
                  <a:pt x="1386630" y="0"/>
                </a:lnTo>
                <a:lnTo>
                  <a:pt x="1347816" y="0"/>
                </a:lnTo>
                <a:lnTo>
                  <a:pt x="1308992" y="0"/>
                </a:lnTo>
                <a:lnTo>
                  <a:pt x="1270168" y="0"/>
                </a:lnTo>
                <a:lnTo>
                  <a:pt x="1231344" y="0"/>
                </a:lnTo>
                <a:lnTo>
                  <a:pt x="1192530" y="0"/>
                </a:lnTo>
                <a:lnTo>
                  <a:pt x="1153706" y="0"/>
                </a:lnTo>
                <a:lnTo>
                  <a:pt x="1114882" y="0"/>
                </a:lnTo>
                <a:lnTo>
                  <a:pt x="1076058" y="0"/>
                </a:lnTo>
                <a:lnTo>
                  <a:pt x="1037244" y="0"/>
                </a:lnTo>
                <a:lnTo>
                  <a:pt x="998420" y="0"/>
                </a:lnTo>
                <a:lnTo>
                  <a:pt x="959596" y="0"/>
                </a:lnTo>
                <a:lnTo>
                  <a:pt x="920772" y="0"/>
                </a:lnTo>
                <a:lnTo>
                  <a:pt x="881958" y="0"/>
                </a:lnTo>
                <a:lnTo>
                  <a:pt x="843134" y="0"/>
                </a:lnTo>
                <a:lnTo>
                  <a:pt x="804310" y="0"/>
                </a:lnTo>
                <a:lnTo>
                  <a:pt x="765496" y="0"/>
                </a:lnTo>
                <a:lnTo>
                  <a:pt x="726672" y="0"/>
                </a:lnTo>
                <a:lnTo>
                  <a:pt x="687848" y="0"/>
                </a:lnTo>
                <a:lnTo>
                  <a:pt x="649024" y="0"/>
                </a:lnTo>
                <a:lnTo>
                  <a:pt x="610210" y="0"/>
                </a:lnTo>
                <a:lnTo>
                  <a:pt x="571386" y="0"/>
                </a:lnTo>
                <a:lnTo>
                  <a:pt x="532562" y="0"/>
                </a:lnTo>
                <a:lnTo>
                  <a:pt x="493738" y="0"/>
                </a:lnTo>
                <a:lnTo>
                  <a:pt x="454924" y="0"/>
                </a:lnTo>
                <a:lnTo>
                  <a:pt x="416100" y="0"/>
                </a:lnTo>
                <a:lnTo>
                  <a:pt x="377276" y="0"/>
                </a:lnTo>
                <a:lnTo>
                  <a:pt x="338452" y="0"/>
                </a:lnTo>
                <a:lnTo>
                  <a:pt x="299637" y="0"/>
                </a:lnTo>
                <a:lnTo>
                  <a:pt x="260814" y="0"/>
                </a:lnTo>
                <a:lnTo>
                  <a:pt x="221990" y="0"/>
                </a:lnTo>
                <a:lnTo>
                  <a:pt x="183175" y="0"/>
                </a:lnTo>
                <a:lnTo>
                  <a:pt x="144351" y="0"/>
                </a:lnTo>
                <a:lnTo>
                  <a:pt x="105527" y="0"/>
                </a:lnTo>
                <a:lnTo>
                  <a:pt x="66704" y="0"/>
                </a:lnTo>
                <a:lnTo>
                  <a:pt x="27889" y="0"/>
                </a:lnTo>
                <a:lnTo>
                  <a:pt x="0" y="6896"/>
                </a:lnTo>
                <a:lnTo>
                  <a:pt x="0" y="31366"/>
                </a:lnTo>
                <a:lnTo>
                  <a:pt x="0" y="55836"/>
                </a:lnTo>
                <a:lnTo>
                  <a:pt x="0" y="80305"/>
                </a:lnTo>
                <a:lnTo>
                  <a:pt x="0" y="104775"/>
                </a:lnTo>
                <a:lnTo>
                  <a:pt x="0" y="129245"/>
                </a:lnTo>
                <a:lnTo>
                  <a:pt x="0" y="153714"/>
                </a:lnTo>
                <a:lnTo>
                  <a:pt x="0" y="178175"/>
                </a:lnTo>
                <a:lnTo>
                  <a:pt x="0" y="202644"/>
                </a:lnTo>
                <a:lnTo>
                  <a:pt x="0" y="227114"/>
                </a:lnTo>
                <a:lnTo>
                  <a:pt x="0" y="251584"/>
                </a:lnTo>
                <a:lnTo>
                  <a:pt x="0" y="276054"/>
                </a:lnTo>
                <a:lnTo>
                  <a:pt x="0" y="300523"/>
                </a:lnTo>
                <a:lnTo>
                  <a:pt x="0" y="324993"/>
                </a:lnTo>
                <a:lnTo>
                  <a:pt x="0" y="349463"/>
                </a:lnTo>
                <a:lnTo>
                  <a:pt x="0" y="373932"/>
                </a:lnTo>
                <a:lnTo>
                  <a:pt x="0" y="398402"/>
                </a:lnTo>
                <a:lnTo>
                  <a:pt x="0" y="422872"/>
                </a:lnTo>
                <a:lnTo>
                  <a:pt x="0" y="447342"/>
                </a:lnTo>
                <a:lnTo>
                  <a:pt x="0" y="471811"/>
                </a:lnTo>
                <a:lnTo>
                  <a:pt x="0" y="496281"/>
                </a:lnTo>
                <a:lnTo>
                  <a:pt x="0" y="520751"/>
                </a:lnTo>
                <a:lnTo>
                  <a:pt x="0" y="545221"/>
                </a:lnTo>
                <a:lnTo>
                  <a:pt x="0" y="569690"/>
                </a:lnTo>
                <a:lnTo>
                  <a:pt x="0" y="594160"/>
                </a:lnTo>
                <a:lnTo>
                  <a:pt x="0" y="618630"/>
                </a:lnTo>
                <a:lnTo>
                  <a:pt x="0" y="643099"/>
                </a:lnTo>
                <a:lnTo>
                  <a:pt x="0" y="667569"/>
                </a:lnTo>
                <a:lnTo>
                  <a:pt x="0" y="692039"/>
                </a:lnTo>
                <a:lnTo>
                  <a:pt x="0" y="716509"/>
                </a:lnTo>
                <a:lnTo>
                  <a:pt x="0" y="740978"/>
                </a:lnTo>
                <a:lnTo>
                  <a:pt x="0" y="765448"/>
                </a:lnTo>
                <a:lnTo>
                  <a:pt x="0" y="789918"/>
                </a:lnTo>
                <a:lnTo>
                  <a:pt x="0" y="814388"/>
                </a:lnTo>
                <a:lnTo>
                  <a:pt x="0" y="838857"/>
                </a:lnTo>
                <a:lnTo>
                  <a:pt x="0" y="863327"/>
                </a:lnTo>
                <a:lnTo>
                  <a:pt x="0" y="887797"/>
                </a:lnTo>
                <a:lnTo>
                  <a:pt x="0" y="912266"/>
                </a:lnTo>
                <a:lnTo>
                  <a:pt x="0" y="936736"/>
                </a:lnTo>
                <a:lnTo>
                  <a:pt x="0" y="961206"/>
                </a:lnTo>
                <a:lnTo>
                  <a:pt x="0" y="985676"/>
                </a:lnTo>
                <a:lnTo>
                  <a:pt x="0" y="1010145"/>
                </a:lnTo>
                <a:lnTo>
                  <a:pt x="0" y="1034615"/>
                </a:lnTo>
                <a:lnTo>
                  <a:pt x="0" y="1059085"/>
                </a:lnTo>
                <a:lnTo>
                  <a:pt x="0" y="1083545"/>
                </a:lnTo>
                <a:lnTo>
                  <a:pt x="0" y="1108015"/>
                </a:lnTo>
                <a:lnTo>
                  <a:pt x="0" y="1132484"/>
                </a:lnTo>
                <a:lnTo>
                  <a:pt x="0" y="1156954"/>
                </a:lnTo>
                <a:lnTo>
                  <a:pt x="0" y="1181424"/>
                </a:lnTo>
                <a:lnTo>
                  <a:pt x="0" y="1205894"/>
                </a:lnTo>
                <a:lnTo>
                  <a:pt x="0" y="1230363"/>
                </a:lnTo>
                <a:lnTo>
                  <a:pt x="0" y="1254833"/>
                </a:lnTo>
                <a:lnTo>
                  <a:pt x="0" y="1279303"/>
                </a:lnTo>
                <a:lnTo>
                  <a:pt x="0" y="1303772"/>
                </a:lnTo>
                <a:lnTo>
                  <a:pt x="0" y="1328242"/>
                </a:lnTo>
                <a:lnTo>
                  <a:pt x="0" y="1352712"/>
                </a:lnTo>
                <a:lnTo>
                  <a:pt x="0" y="1377182"/>
                </a:lnTo>
                <a:lnTo>
                  <a:pt x="0" y="1401651"/>
                </a:lnTo>
                <a:lnTo>
                  <a:pt x="0" y="1426121"/>
                </a:lnTo>
                <a:lnTo>
                  <a:pt x="0" y="1450591"/>
                </a:lnTo>
                <a:lnTo>
                  <a:pt x="0" y="1475061"/>
                </a:lnTo>
                <a:lnTo>
                  <a:pt x="0" y="149953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3350BB2A-BA02-475D-894E-DB91340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2930576"/>
            <a:ext cx="2417864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0FEB27B6-DE7E-483E-8FEF-45F0120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517" y="4085768"/>
            <a:ext cx="890816" cy="369094"/>
          </a:xfrm>
          <a:custGeom xmlns:a="http://schemas.openxmlformats.org/drawingml/2006/main">
            <a:pathLst>
              <a:path w="890816" h="369094">
                <a:moveTo>
                  <a:pt x="890816" y="0"/>
                </a:moveTo>
                <a:lnTo>
                  <a:pt x="889749" y="6125"/>
                </a:lnTo>
                <a:lnTo>
                  <a:pt x="888359" y="12221"/>
                </a:lnTo>
                <a:lnTo>
                  <a:pt x="886739" y="18288"/>
                </a:lnTo>
                <a:lnTo>
                  <a:pt x="884911" y="24336"/>
                </a:lnTo>
                <a:lnTo>
                  <a:pt x="882891" y="30366"/>
                </a:lnTo>
                <a:lnTo>
                  <a:pt x="880701" y="36366"/>
                </a:lnTo>
                <a:lnTo>
                  <a:pt x="878348" y="42348"/>
                </a:lnTo>
                <a:lnTo>
                  <a:pt x="875833" y="48301"/>
                </a:lnTo>
                <a:lnTo>
                  <a:pt x="873157" y="54226"/>
                </a:lnTo>
                <a:lnTo>
                  <a:pt x="870337" y="60122"/>
                </a:lnTo>
                <a:lnTo>
                  <a:pt x="867366" y="65989"/>
                </a:lnTo>
                <a:lnTo>
                  <a:pt x="864241" y="71819"/>
                </a:lnTo>
                <a:lnTo>
                  <a:pt x="860974" y="77629"/>
                </a:lnTo>
                <a:lnTo>
                  <a:pt x="857574" y="83401"/>
                </a:lnTo>
                <a:lnTo>
                  <a:pt x="854021" y="89135"/>
                </a:lnTo>
                <a:lnTo>
                  <a:pt x="850335" y="94840"/>
                </a:lnTo>
                <a:lnTo>
                  <a:pt x="846515" y="100508"/>
                </a:lnTo>
                <a:lnTo>
                  <a:pt x="842553" y="106137"/>
                </a:lnTo>
                <a:lnTo>
                  <a:pt x="838457" y="111728"/>
                </a:lnTo>
                <a:lnTo>
                  <a:pt x="834219" y="117281"/>
                </a:lnTo>
                <a:lnTo>
                  <a:pt x="829856" y="122787"/>
                </a:lnTo>
                <a:lnTo>
                  <a:pt x="825360" y="128254"/>
                </a:lnTo>
                <a:lnTo>
                  <a:pt x="820722" y="133683"/>
                </a:lnTo>
                <a:lnTo>
                  <a:pt x="815959" y="139055"/>
                </a:lnTo>
                <a:lnTo>
                  <a:pt x="811063" y="144389"/>
                </a:lnTo>
                <a:lnTo>
                  <a:pt x="806044" y="149666"/>
                </a:lnTo>
                <a:lnTo>
                  <a:pt x="800881" y="154905"/>
                </a:lnTo>
                <a:lnTo>
                  <a:pt x="795604" y="160087"/>
                </a:lnTo>
                <a:lnTo>
                  <a:pt x="790204" y="165211"/>
                </a:lnTo>
                <a:lnTo>
                  <a:pt x="784670" y="170297"/>
                </a:lnTo>
                <a:lnTo>
                  <a:pt x="779012" y="175317"/>
                </a:lnTo>
                <a:lnTo>
                  <a:pt x="773240" y="180280"/>
                </a:lnTo>
                <a:lnTo>
                  <a:pt x="767344" y="185195"/>
                </a:lnTo>
                <a:lnTo>
                  <a:pt x="761324" y="190043"/>
                </a:lnTo>
                <a:lnTo>
                  <a:pt x="755190" y="194834"/>
                </a:lnTo>
                <a:lnTo>
                  <a:pt x="748932" y="199568"/>
                </a:lnTo>
                <a:lnTo>
                  <a:pt x="742569" y="204245"/>
                </a:lnTo>
                <a:lnTo>
                  <a:pt x="736092" y="208855"/>
                </a:lnTo>
                <a:lnTo>
                  <a:pt x="729491" y="213398"/>
                </a:lnTo>
                <a:lnTo>
                  <a:pt x="722795" y="217884"/>
                </a:lnTo>
                <a:lnTo>
                  <a:pt x="715985" y="222294"/>
                </a:lnTo>
                <a:lnTo>
                  <a:pt x="709070" y="226647"/>
                </a:lnTo>
                <a:lnTo>
                  <a:pt x="702050" y="230934"/>
                </a:lnTo>
                <a:lnTo>
                  <a:pt x="694925" y="235144"/>
                </a:lnTo>
                <a:lnTo>
                  <a:pt x="687705" y="239297"/>
                </a:lnTo>
                <a:lnTo>
                  <a:pt x="680380" y="243373"/>
                </a:lnTo>
                <a:lnTo>
                  <a:pt x="672970" y="247383"/>
                </a:lnTo>
                <a:lnTo>
                  <a:pt x="665455" y="251327"/>
                </a:lnTo>
                <a:lnTo>
                  <a:pt x="657854" y="255194"/>
                </a:lnTo>
                <a:lnTo>
                  <a:pt x="650167" y="258994"/>
                </a:lnTo>
                <a:lnTo>
                  <a:pt x="642385" y="262728"/>
                </a:lnTo>
                <a:lnTo>
                  <a:pt x="634527" y="266386"/>
                </a:lnTo>
                <a:lnTo>
                  <a:pt x="626583" y="269967"/>
                </a:lnTo>
                <a:lnTo>
                  <a:pt x="618563" y="273482"/>
                </a:lnTo>
                <a:lnTo>
                  <a:pt x="610457" y="276920"/>
                </a:lnTo>
                <a:lnTo>
                  <a:pt x="602275" y="280292"/>
                </a:lnTo>
                <a:lnTo>
                  <a:pt x="594027" y="283597"/>
                </a:lnTo>
                <a:lnTo>
                  <a:pt x="585711" y="286826"/>
                </a:lnTo>
                <a:lnTo>
                  <a:pt x="577320" y="289979"/>
                </a:lnTo>
                <a:lnTo>
                  <a:pt x="568862" y="293065"/>
                </a:lnTo>
                <a:lnTo>
                  <a:pt x="560337" y="296075"/>
                </a:lnTo>
                <a:lnTo>
                  <a:pt x="551755" y="299018"/>
                </a:lnTo>
                <a:lnTo>
                  <a:pt x="543106" y="301895"/>
                </a:lnTo>
                <a:lnTo>
                  <a:pt x="534410" y="304695"/>
                </a:lnTo>
                <a:lnTo>
                  <a:pt x="525656" y="307429"/>
                </a:lnTo>
                <a:lnTo>
                  <a:pt x="516846" y="310086"/>
                </a:lnTo>
                <a:lnTo>
                  <a:pt x="507978" y="312687"/>
                </a:lnTo>
                <a:lnTo>
                  <a:pt x="499062" y="315211"/>
                </a:lnTo>
                <a:lnTo>
                  <a:pt x="490109" y="317668"/>
                </a:lnTo>
                <a:lnTo>
                  <a:pt x="481098" y="320059"/>
                </a:lnTo>
                <a:lnTo>
                  <a:pt x="472049" y="322383"/>
                </a:lnTo>
                <a:lnTo>
                  <a:pt x="462963" y="324641"/>
                </a:lnTo>
                <a:lnTo>
                  <a:pt x="453828" y="326831"/>
                </a:lnTo>
                <a:lnTo>
                  <a:pt x="444656" y="328955"/>
                </a:lnTo>
                <a:lnTo>
                  <a:pt x="435454" y="331022"/>
                </a:lnTo>
                <a:lnTo>
                  <a:pt x="426215" y="333023"/>
                </a:lnTo>
                <a:lnTo>
                  <a:pt x="416938" y="334956"/>
                </a:lnTo>
                <a:lnTo>
                  <a:pt x="407622" y="336833"/>
                </a:lnTo>
                <a:lnTo>
                  <a:pt x="398288" y="338642"/>
                </a:lnTo>
                <a:lnTo>
                  <a:pt x="388925" y="340395"/>
                </a:lnTo>
                <a:lnTo>
                  <a:pt x="379524" y="342081"/>
                </a:lnTo>
                <a:lnTo>
                  <a:pt x="370103" y="343719"/>
                </a:lnTo>
                <a:lnTo>
                  <a:pt x="360655" y="345291"/>
                </a:lnTo>
                <a:lnTo>
                  <a:pt x="351187" y="346805"/>
                </a:lnTo>
                <a:lnTo>
                  <a:pt x="341690" y="348263"/>
                </a:lnTo>
                <a:lnTo>
                  <a:pt x="332175" y="349663"/>
                </a:lnTo>
                <a:lnTo>
                  <a:pt x="322640" y="351015"/>
                </a:lnTo>
                <a:lnTo>
                  <a:pt x="313087" y="352301"/>
                </a:lnTo>
                <a:lnTo>
                  <a:pt x="303514" y="353539"/>
                </a:lnTo>
                <a:lnTo>
                  <a:pt x="293932" y="354730"/>
                </a:lnTo>
                <a:lnTo>
                  <a:pt x="284321" y="355854"/>
                </a:lnTo>
                <a:lnTo>
                  <a:pt x="274701" y="356940"/>
                </a:lnTo>
                <a:lnTo>
                  <a:pt x="265071" y="357969"/>
                </a:lnTo>
                <a:lnTo>
                  <a:pt x="255422" y="358940"/>
                </a:lnTo>
                <a:lnTo>
                  <a:pt x="245764" y="359874"/>
                </a:lnTo>
                <a:lnTo>
                  <a:pt x="236087" y="360750"/>
                </a:lnTo>
                <a:lnTo>
                  <a:pt x="226409" y="361579"/>
                </a:lnTo>
                <a:lnTo>
                  <a:pt x="216713" y="362369"/>
                </a:lnTo>
                <a:lnTo>
                  <a:pt x="207016" y="363103"/>
                </a:lnTo>
                <a:lnTo>
                  <a:pt x="197310" y="363798"/>
                </a:lnTo>
                <a:lnTo>
                  <a:pt x="187585" y="364436"/>
                </a:lnTo>
                <a:lnTo>
                  <a:pt x="177860" y="365036"/>
                </a:lnTo>
                <a:lnTo>
                  <a:pt x="168135" y="365598"/>
                </a:lnTo>
                <a:lnTo>
                  <a:pt x="158391" y="366103"/>
                </a:lnTo>
                <a:lnTo>
                  <a:pt x="148657" y="366579"/>
                </a:lnTo>
                <a:lnTo>
                  <a:pt x="138903" y="367008"/>
                </a:lnTo>
                <a:lnTo>
                  <a:pt x="129149" y="367389"/>
                </a:lnTo>
                <a:lnTo>
                  <a:pt x="119396" y="367732"/>
                </a:lnTo>
                <a:lnTo>
                  <a:pt x="109642" y="368036"/>
                </a:lnTo>
                <a:lnTo>
                  <a:pt x="99879" y="368303"/>
                </a:lnTo>
                <a:lnTo>
                  <a:pt x="90107" y="368532"/>
                </a:lnTo>
                <a:lnTo>
                  <a:pt x="80343" y="368713"/>
                </a:lnTo>
                <a:lnTo>
                  <a:pt x="70571" y="368865"/>
                </a:lnTo>
                <a:lnTo>
                  <a:pt x="60808" y="368979"/>
                </a:lnTo>
                <a:lnTo>
                  <a:pt x="51035" y="369046"/>
                </a:lnTo>
                <a:lnTo>
                  <a:pt x="41262" y="369084"/>
                </a:lnTo>
                <a:lnTo>
                  <a:pt x="31490" y="369094"/>
                </a:lnTo>
                <a:lnTo>
                  <a:pt x="21727" y="369056"/>
                </a:lnTo>
                <a:lnTo>
                  <a:pt x="11954" y="368989"/>
                </a:lnTo>
                <a:lnTo>
                  <a:pt x="2181" y="368884"/>
                </a:lnTo>
                <a:lnTo>
                  <a:pt x="0" y="368789"/>
                </a:lnTo>
                <a:lnTo>
                  <a:pt x="9773" y="368637"/>
                </a:lnTo>
                <a:lnTo>
                  <a:pt x="19526" y="368379"/>
                </a:lnTo>
                <a:lnTo>
                  <a:pt x="29289" y="368036"/>
                </a:lnTo>
                <a:lnTo>
                  <a:pt x="39033" y="367627"/>
                </a:lnTo>
                <a:lnTo>
                  <a:pt x="48778" y="367141"/>
                </a:lnTo>
                <a:lnTo>
                  <a:pt x="58512" y="366598"/>
                </a:lnTo>
                <a:lnTo>
                  <a:pt x="68228" y="365979"/>
                </a:lnTo>
                <a:lnTo>
                  <a:pt x="77943" y="365293"/>
                </a:lnTo>
                <a:lnTo>
                  <a:pt x="87640" y="364550"/>
                </a:lnTo>
                <a:lnTo>
                  <a:pt x="97326" y="363741"/>
                </a:lnTo>
                <a:lnTo>
                  <a:pt x="107004" y="362864"/>
                </a:lnTo>
                <a:lnTo>
                  <a:pt x="116662" y="361931"/>
                </a:lnTo>
                <a:lnTo>
                  <a:pt x="126302" y="360921"/>
                </a:lnTo>
                <a:lnTo>
                  <a:pt x="135922" y="359855"/>
                </a:lnTo>
                <a:lnTo>
                  <a:pt x="145523" y="358711"/>
                </a:lnTo>
                <a:lnTo>
                  <a:pt x="155105" y="357502"/>
                </a:lnTo>
                <a:lnTo>
                  <a:pt x="164659" y="356225"/>
                </a:lnTo>
                <a:lnTo>
                  <a:pt x="174193" y="354882"/>
                </a:lnTo>
                <a:lnTo>
                  <a:pt x="183709" y="353463"/>
                </a:lnTo>
                <a:lnTo>
                  <a:pt x="193186" y="351968"/>
                </a:lnTo>
                <a:lnTo>
                  <a:pt x="202635" y="350396"/>
                </a:lnTo>
                <a:lnTo>
                  <a:pt x="212046" y="348748"/>
                </a:lnTo>
                <a:lnTo>
                  <a:pt x="221428" y="347024"/>
                </a:lnTo>
                <a:lnTo>
                  <a:pt x="230772" y="345215"/>
                </a:lnTo>
                <a:lnTo>
                  <a:pt x="240068" y="343329"/>
                </a:lnTo>
                <a:lnTo>
                  <a:pt x="249326" y="341347"/>
                </a:lnTo>
                <a:lnTo>
                  <a:pt x="258528" y="339290"/>
                </a:lnTo>
                <a:lnTo>
                  <a:pt x="267691" y="337137"/>
                </a:lnTo>
                <a:lnTo>
                  <a:pt x="276787" y="334889"/>
                </a:lnTo>
                <a:lnTo>
                  <a:pt x="285826" y="332556"/>
                </a:lnTo>
                <a:lnTo>
                  <a:pt x="294799" y="330117"/>
                </a:lnTo>
                <a:lnTo>
                  <a:pt x="303705" y="327574"/>
                </a:lnTo>
                <a:lnTo>
                  <a:pt x="312534" y="324936"/>
                </a:lnTo>
                <a:lnTo>
                  <a:pt x="321278" y="322193"/>
                </a:lnTo>
                <a:lnTo>
                  <a:pt x="329936" y="319345"/>
                </a:lnTo>
                <a:lnTo>
                  <a:pt x="338509" y="316382"/>
                </a:lnTo>
                <a:lnTo>
                  <a:pt x="346967" y="313306"/>
                </a:lnTo>
                <a:lnTo>
                  <a:pt x="355330" y="310115"/>
                </a:lnTo>
                <a:lnTo>
                  <a:pt x="363569" y="306800"/>
                </a:lnTo>
                <a:lnTo>
                  <a:pt x="371675" y="303371"/>
                </a:lnTo>
                <a:lnTo>
                  <a:pt x="379657" y="299818"/>
                </a:lnTo>
                <a:lnTo>
                  <a:pt x="387496" y="296132"/>
                </a:lnTo>
                <a:lnTo>
                  <a:pt x="395173" y="292322"/>
                </a:lnTo>
                <a:lnTo>
                  <a:pt x="402688" y="288388"/>
                </a:lnTo>
                <a:lnTo>
                  <a:pt x="410023" y="284321"/>
                </a:lnTo>
                <a:lnTo>
                  <a:pt x="417176" y="280130"/>
                </a:lnTo>
                <a:lnTo>
                  <a:pt x="424129" y="275806"/>
                </a:lnTo>
                <a:lnTo>
                  <a:pt x="430873" y="271348"/>
                </a:lnTo>
                <a:lnTo>
                  <a:pt x="437398" y="266757"/>
                </a:lnTo>
                <a:lnTo>
                  <a:pt x="443684" y="262042"/>
                </a:lnTo>
                <a:lnTo>
                  <a:pt x="449723" y="257204"/>
                </a:lnTo>
                <a:lnTo>
                  <a:pt x="455514" y="252241"/>
                </a:lnTo>
                <a:lnTo>
                  <a:pt x="461029" y="247164"/>
                </a:lnTo>
                <a:lnTo>
                  <a:pt x="466277" y="241964"/>
                </a:lnTo>
                <a:lnTo>
                  <a:pt x="471240" y="236658"/>
                </a:lnTo>
                <a:lnTo>
                  <a:pt x="475917" y="231248"/>
                </a:lnTo>
                <a:lnTo>
                  <a:pt x="480289" y="225743"/>
                </a:lnTo>
                <a:lnTo>
                  <a:pt x="484365" y="220151"/>
                </a:lnTo>
                <a:lnTo>
                  <a:pt x="488128" y="214465"/>
                </a:lnTo>
                <a:lnTo>
                  <a:pt x="491595" y="208702"/>
                </a:lnTo>
                <a:lnTo>
                  <a:pt x="494748" y="202873"/>
                </a:lnTo>
                <a:lnTo>
                  <a:pt x="497586" y="196987"/>
                </a:lnTo>
                <a:lnTo>
                  <a:pt x="500129" y="191033"/>
                </a:lnTo>
                <a:lnTo>
                  <a:pt x="502368" y="185042"/>
                </a:lnTo>
                <a:lnTo>
                  <a:pt x="504301" y="179003"/>
                </a:lnTo>
                <a:lnTo>
                  <a:pt x="505949" y="172936"/>
                </a:lnTo>
                <a:lnTo>
                  <a:pt x="507311" y="166840"/>
                </a:lnTo>
                <a:lnTo>
                  <a:pt x="508397" y="160715"/>
                </a:lnTo>
                <a:lnTo>
                  <a:pt x="509207" y="154581"/>
                </a:lnTo>
                <a:lnTo>
                  <a:pt x="509759" y="148428"/>
                </a:lnTo>
                <a:lnTo>
                  <a:pt x="510045" y="142275"/>
                </a:lnTo>
                <a:lnTo>
                  <a:pt x="510092" y="136112"/>
                </a:lnTo>
                <a:lnTo>
                  <a:pt x="509892" y="129959"/>
                </a:lnTo>
                <a:lnTo>
                  <a:pt x="509473" y="123806"/>
                </a:lnTo>
                <a:lnTo>
                  <a:pt x="508826" y="117662"/>
                </a:lnTo>
                <a:lnTo>
                  <a:pt x="517874" y="116148"/>
                </a:lnTo>
                <a:lnTo>
                  <a:pt x="527390" y="114776"/>
                </a:lnTo>
                <a:lnTo>
                  <a:pt x="536886" y="113309"/>
                </a:lnTo>
                <a:lnTo>
                  <a:pt x="546344" y="111766"/>
                </a:lnTo>
                <a:lnTo>
                  <a:pt x="555774" y="110147"/>
                </a:lnTo>
                <a:lnTo>
                  <a:pt x="565175" y="108471"/>
                </a:lnTo>
                <a:lnTo>
                  <a:pt x="574548" y="106737"/>
                </a:lnTo>
                <a:lnTo>
                  <a:pt x="583892" y="104937"/>
                </a:lnTo>
                <a:lnTo>
                  <a:pt x="593207" y="103070"/>
                </a:lnTo>
                <a:lnTo>
                  <a:pt x="602494" y="101155"/>
                </a:lnTo>
                <a:lnTo>
                  <a:pt x="611743" y="99174"/>
                </a:lnTo>
                <a:lnTo>
                  <a:pt x="620973" y="97136"/>
                </a:lnTo>
                <a:lnTo>
                  <a:pt x="630155" y="95050"/>
                </a:lnTo>
                <a:lnTo>
                  <a:pt x="639318" y="92897"/>
                </a:lnTo>
                <a:lnTo>
                  <a:pt x="648443" y="90697"/>
                </a:lnTo>
                <a:lnTo>
                  <a:pt x="657530" y="88430"/>
                </a:lnTo>
                <a:lnTo>
                  <a:pt x="666579" y="86116"/>
                </a:lnTo>
                <a:lnTo>
                  <a:pt x="675599" y="83734"/>
                </a:lnTo>
                <a:lnTo>
                  <a:pt x="684571" y="81305"/>
                </a:lnTo>
                <a:lnTo>
                  <a:pt x="693506" y="78810"/>
                </a:lnTo>
                <a:lnTo>
                  <a:pt x="702402" y="76257"/>
                </a:lnTo>
                <a:lnTo>
                  <a:pt x="711251" y="73647"/>
                </a:lnTo>
                <a:lnTo>
                  <a:pt x="720052" y="70980"/>
                </a:lnTo>
                <a:lnTo>
                  <a:pt x="728815" y="68247"/>
                </a:lnTo>
                <a:lnTo>
                  <a:pt x="737521" y="65456"/>
                </a:lnTo>
                <a:lnTo>
                  <a:pt x="746179" y="62608"/>
                </a:lnTo>
                <a:lnTo>
                  <a:pt x="754790" y="59693"/>
                </a:lnTo>
                <a:lnTo>
                  <a:pt x="763343" y="56712"/>
                </a:lnTo>
                <a:lnTo>
                  <a:pt x="771839" y="53673"/>
                </a:lnTo>
                <a:lnTo>
                  <a:pt x="780278" y="50568"/>
                </a:lnTo>
                <a:lnTo>
                  <a:pt x="788660" y="47396"/>
                </a:lnTo>
                <a:lnTo>
                  <a:pt x="796976" y="44167"/>
                </a:lnTo>
                <a:lnTo>
                  <a:pt x="805224" y="40862"/>
                </a:lnTo>
                <a:lnTo>
                  <a:pt x="813406" y="37500"/>
                </a:lnTo>
                <a:lnTo>
                  <a:pt x="821522" y="34061"/>
                </a:lnTo>
                <a:lnTo>
                  <a:pt x="829551" y="30556"/>
                </a:lnTo>
                <a:lnTo>
                  <a:pt x="837514" y="26984"/>
                </a:lnTo>
                <a:lnTo>
                  <a:pt x="845391" y="23346"/>
                </a:lnTo>
                <a:lnTo>
                  <a:pt x="853192" y="19631"/>
                </a:lnTo>
                <a:lnTo>
                  <a:pt x="860908" y="15850"/>
                </a:lnTo>
                <a:lnTo>
                  <a:pt x="868528" y="12002"/>
                </a:lnTo>
                <a:lnTo>
                  <a:pt x="876052" y="8068"/>
                </a:lnTo>
                <a:lnTo>
                  <a:pt x="883482" y="4067"/>
                </a:lnTo>
                <a:lnTo>
                  <a:pt x="890816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34026E54-55DE-46CD-BCCB-F94713A4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215" y="4050716"/>
            <a:ext cx="2418417" cy="405203"/>
          </a:xfrm>
          <a:custGeom xmlns:a="http://schemas.openxmlformats.org/drawingml/2006/main">
            <a:pathLst>
              <a:path w="2418417" h="405203">
                <a:moveTo>
                  <a:pt x="2417664" y="0"/>
                </a:moveTo>
                <a:lnTo>
                  <a:pt x="2418417" y="14926"/>
                </a:lnTo>
                <a:lnTo>
                  <a:pt x="2418083" y="29851"/>
                </a:lnTo>
                <a:lnTo>
                  <a:pt x="2416912" y="44768"/>
                </a:lnTo>
                <a:lnTo>
                  <a:pt x="2414959" y="59646"/>
                </a:lnTo>
                <a:lnTo>
                  <a:pt x="2412263" y="74476"/>
                </a:lnTo>
                <a:lnTo>
                  <a:pt x="2408815" y="89249"/>
                </a:lnTo>
                <a:lnTo>
                  <a:pt x="2404634" y="103946"/>
                </a:lnTo>
                <a:lnTo>
                  <a:pt x="2399690" y="118548"/>
                </a:lnTo>
                <a:lnTo>
                  <a:pt x="2393975" y="133036"/>
                </a:lnTo>
                <a:lnTo>
                  <a:pt x="2387479" y="147399"/>
                </a:lnTo>
                <a:lnTo>
                  <a:pt x="2380183" y="161601"/>
                </a:lnTo>
                <a:lnTo>
                  <a:pt x="2372068" y="175631"/>
                </a:lnTo>
                <a:lnTo>
                  <a:pt x="2363114" y="189452"/>
                </a:lnTo>
                <a:lnTo>
                  <a:pt x="2353313" y="203044"/>
                </a:lnTo>
                <a:lnTo>
                  <a:pt x="2342655" y="216379"/>
                </a:lnTo>
                <a:lnTo>
                  <a:pt x="2331120" y="229419"/>
                </a:lnTo>
                <a:lnTo>
                  <a:pt x="2318709" y="242135"/>
                </a:lnTo>
                <a:lnTo>
                  <a:pt x="2305421" y="254489"/>
                </a:lnTo>
                <a:lnTo>
                  <a:pt x="2291258" y="266462"/>
                </a:lnTo>
                <a:lnTo>
                  <a:pt x="2276246" y="278016"/>
                </a:lnTo>
                <a:lnTo>
                  <a:pt x="2260397" y="289103"/>
                </a:lnTo>
                <a:lnTo>
                  <a:pt x="2243738" y="299723"/>
                </a:lnTo>
                <a:lnTo>
                  <a:pt x="2226307" y="309829"/>
                </a:lnTo>
                <a:lnTo>
                  <a:pt x="2208143" y="319411"/>
                </a:lnTo>
                <a:lnTo>
                  <a:pt x="2189283" y="328441"/>
                </a:lnTo>
                <a:lnTo>
                  <a:pt x="2169785" y="336928"/>
                </a:lnTo>
                <a:lnTo>
                  <a:pt x="2149707" y="344843"/>
                </a:lnTo>
                <a:lnTo>
                  <a:pt x="2129085" y="352187"/>
                </a:lnTo>
                <a:lnTo>
                  <a:pt x="2107987" y="358978"/>
                </a:lnTo>
                <a:lnTo>
                  <a:pt x="2086451" y="365198"/>
                </a:lnTo>
                <a:lnTo>
                  <a:pt x="2064544" y="370884"/>
                </a:lnTo>
                <a:lnTo>
                  <a:pt x="2042312" y="376028"/>
                </a:lnTo>
                <a:lnTo>
                  <a:pt x="2019786" y="380648"/>
                </a:lnTo>
                <a:lnTo>
                  <a:pt x="1997012" y="384762"/>
                </a:lnTo>
                <a:lnTo>
                  <a:pt x="1974037" y="388401"/>
                </a:lnTo>
                <a:lnTo>
                  <a:pt x="1950891" y="391563"/>
                </a:lnTo>
                <a:lnTo>
                  <a:pt x="1927593" y="394278"/>
                </a:lnTo>
                <a:lnTo>
                  <a:pt x="1904190" y="396573"/>
                </a:lnTo>
                <a:lnTo>
                  <a:pt x="1880692" y="398459"/>
                </a:lnTo>
                <a:lnTo>
                  <a:pt x="1857118" y="399955"/>
                </a:lnTo>
                <a:lnTo>
                  <a:pt x="1833496" y="401069"/>
                </a:lnTo>
                <a:lnTo>
                  <a:pt x="1809826" y="401593"/>
                </a:lnTo>
                <a:lnTo>
                  <a:pt x="1786138" y="401945"/>
                </a:lnTo>
                <a:lnTo>
                  <a:pt x="1762458" y="402222"/>
                </a:lnTo>
                <a:lnTo>
                  <a:pt x="1738770" y="402460"/>
                </a:lnTo>
                <a:lnTo>
                  <a:pt x="1715081" y="402669"/>
                </a:lnTo>
                <a:lnTo>
                  <a:pt x="1691392" y="402860"/>
                </a:lnTo>
                <a:lnTo>
                  <a:pt x="1667713" y="403031"/>
                </a:lnTo>
                <a:lnTo>
                  <a:pt x="1644025" y="403184"/>
                </a:lnTo>
                <a:lnTo>
                  <a:pt x="1620336" y="403327"/>
                </a:lnTo>
                <a:lnTo>
                  <a:pt x="1596647" y="403469"/>
                </a:lnTo>
                <a:lnTo>
                  <a:pt x="1572958" y="403593"/>
                </a:lnTo>
                <a:lnTo>
                  <a:pt x="1549270" y="403708"/>
                </a:lnTo>
                <a:lnTo>
                  <a:pt x="1525581" y="403822"/>
                </a:lnTo>
                <a:lnTo>
                  <a:pt x="1501892" y="403927"/>
                </a:lnTo>
                <a:lnTo>
                  <a:pt x="1478204" y="404031"/>
                </a:lnTo>
                <a:lnTo>
                  <a:pt x="1454515" y="404127"/>
                </a:lnTo>
                <a:lnTo>
                  <a:pt x="1430826" y="404212"/>
                </a:lnTo>
                <a:lnTo>
                  <a:pt x="1407138" y="404298"/>
                </a:lnTo>
                <a:lnTo>
                  <a:pt x="1383449" y="404374"/>
                </a:lnTo>
                <a:lnTo>
                  <a:pt x="1359760" y="404451"/>
                </a:lnTo>
                <a:lnTo>
                  <a:pt x="1336072" y="404527"/>
                </a:lnTo>
                <a:lnTo>
                  <a:pt x="1312383" y="404593"/>
                </a:lnTo>
                <a:lnTo>
                  <a:pt x="1288694" y="404651"/>
                </a:lnTo>
                <a:lnTo>
                  <a:pt x="1265006" y="404717"/>
                </a:lnTo>
                <a:lnTo>
                  <a:pt x="1241308" y="404774"/>
                </a:lnTo>
                <a:lnTo>
                  <a:pt x="1217619" y="404822"/>
                </a:lnTo>
                <a:lnTo>
                  <a:pt x="1193930" y="404870"/>
                </a:lnTo>
                <a:lnTo>
                  <a:pt x="1170242" y="404917"/>
                </a:lnTo>
                <a:lnTo>
                  <a:pt x="1146553" y="404955"/>
                </a:lnTo>
                <a:lnTo>
                  <a:pt x="1122864" y="404993"/>
                </a:lnTo>
                <a:lnTo>
                  <a:pt x="1099175" y="405041"/>
                </a:lnTo>
                <a:lnTo>
                  <a:pt x="1075487" y="405070"/>
                </a:lnTo>
                <a:lnTo>
                  <a:pt x="1051798" y="405098"/>
                </a:lnTo>
                <a:lnTo>
                  <a:pt x="1028109" y="405117"/>
                </a:lnTo>
                <a:lnTo>
                  <a:pt x="1004421" y="405146"/>
                </a:lnTo>
                <a:lnTo>
                  <a:pt x="980732" y="405165"/>
                </a:lnTo>
                <a:lnTo>
                  <a:pt x="957043" y="405174"/>
                </a:lnTo>
                <a:lnTo>
                  <a:pt x="933355" y="405194"/>
                </a:lnTo>
                <a:lnTo>
                  <a:pt x="909666" y="405194"/>
                </a:lnTo>
                <a:lnTo>
                  <a:pt x="885977" y="405203"/>
                </a:lnTo>
                <a:lnTo>
                  <a:pt x="862289" y="405203"/>
                </a:lnTo>
                <a:lnTo>
                  <a:pt x="838600" y="405203"/>
                </a:lnTo>
                <a:lnTo>
                  <a:pt x="814902" y="405194"/>
                </a:lnTo>
                <a:lnTo>
                  <a:pt x="791213" y="405194"/>
                </a:lnTo>
                <a:lnTo>
                  <a:pt x="767525" y="405184"/>
                </a:lnTo>
                <a:lnTo>
                  <a:pt x="743836" y="405155"/>
                </a:lnTo>
                <a:lnTo>
                  <a:pt x="720147" y="405136"/>
                </a:lnTo>
                <a:lnTo>
                  <a:pt x="696458" y="405117"/>
                </a:lnTo>
                <a:lnTo>
                  <a:pt x="672770" y="405089"/>
                </a:lnTo>
                <a:lnTo>
                  <a:pt x="649081" y="405051"/>
                </a:lnTo>
                <a:lnTo>
                  <a:pt x="625392" y="405013"/>
                </a:lnTo>
                <a:lnTo>
                  <a:pt x="601704" y="404974"/>
                </a:lnTo>
                <a:lnTo>
                  <a:pt x="578015" y="404917"/>
                </a:lnTo>
                <a:lnTo>
                  <a:pt x="554326" y="404870"/>
                </a:lnTo>
                <a:lnTo>
                  <a:pt x="530638" y="404813"/>
                </a:lnTo>
                <a:lnTo>
                  <a:pt x="506949" y="404746"/>
                </a:lnTo>
                <a:lnTo>
                  <a:pt x="483260" y="404679"/>
                </a:lnTo>
                <a:lnTo>
                  <a:pt x="459572" y="404603"/>
                </a:lnTo>
                <a:lnTo>
                  <a:pt x="435883" y="404517"/>
                </a:lnTo>
                <a:lnTo>
                  <a:pt x="412194" y="404432"/>
                </a:lnTo>
                <a:lnTo>
                  <a:pt x="388506" y="404336"/>
                </a:lnTo>
                <a:lnTo>
                  <a:pt x="364817" y="404222"/>
                </a:lnTo>
                <a:lnTo>
                  <a:pt x="341128" y="404108"/>
                </a:lnTo>
                <a:lnTo>
                  <a:pt x="317440" y="403974"/>
                </a:lnTo>
                <a:lnTo>
                  <a:pt x="293751" y="403841"/>
                </a:lnTo>
                <a:lnTo>
                  <a:pt x="270062" y="403689"/>
                </a:lnTo>
                <a:lnTo>
                  <a:pt x="246374" y="403527"/>
                </a:lnTo>
                <a:lnTo>
                  <a:pt x="222685" y="403336"/>
                </a:lnTo>
                <a:lnTo>
                  <a:pt x="198996" y="403136"/>
                </a:lnTo>
                <a:lnTo>
                  <a:pt x="175317" y="402917"/>
                </a:lnTo>
                <a:lnTo>
                  <a:pt x="151628" y="402669"/>
                </a:lnTo>
                <a:lnTo>
                  <a:pt x="127940" y="402384"/>
                </a:lnTo>
                <a:lnTo>
                  <a:pt x="104261" y="402060"/>
                </a:lnTo>
                <a:lnTo>
                  <a:pt x="80572" y="401679"/>
                </a:lnTo>
                <a:lnTo>
                  <a:pt x="56902" y="401212"/>
                </a:lnTo>
                <a:lnTo>
                  <a:pt x="33233" y="400602"/>
                </a:lnTo>
                <a:lnTo>
                  <a:pt x="9592" y="399631"/>
                </a:lnTo>
                <a:lnTo>
                  <a:pt x="4391" y="387496"/>
                </a:lnTo>
                <a:lnTo>
                  <a:pt x="4077" y="372570"/>
                </a:lnTo>
                <a:lnTo>
                  <a:pt x="3762" y="357635"/>
                </a:lnTo>
                <a:lnTo>
                  <a:pt x="3448" y="342709"/>
                </a:lnTo>
                <a:lnTo>
                  <a:pt x="3134" y="327774"/>
                </a:lnTo>
                <a:lnTo>
                  <a:pt x="2819" y="312849"/>
                </a:lnTo>
                <a:lnTo>
                  <a:pt x="2515" y="297913"/>
                </a:lnTo>
                <a:lnTo>
                  <a:pt x="2200" y="282988"/>
                </a:lnTo>
                <a:lnTo>
                  <a:pt x="1886" y="268053"/>
                </a:lnTo>
                <a:lnTo>
                  <a:pt x="1572" y="253127"/>
                </a:lnTo>
                <a:lnTo>
                  <a:pt x="1257" y="238192"/>
                </a:lnTo>
                <a:lnTo>
                  <a:pt x="943" y="223266"/>
                </a:lnTo>
                <a:lnTo>
                  <a:pt x="629" y="208331"/>
                </a:lnTo>
                <a:lnTo>
                  <a:pt x="314" y="193405"/>
                </a:lnTo>
                <a:lnTo>
                  <a:pt x="0" y="178479"/>
                </a:lnTo>
                <a:lnTo>
                  <a:pt x="8687" y="168707"/>
                </a:lnTo>
                <a:lnTo>
                  <a:pt x="32318" y="167621"/>
                </a:lnTo>
                <a:lnTo>
                  <a:pt x="55959" y="166707"/>
                </a:lnTo>
                <a:lnTo>
                  <a:pt x="79619" y="165945"/>
                </a:lnTo>
                <a:lnTo>
                  <a:pt x="103289" y="165325"/>
                </a:lnTo>
                <a:lnTo>
                  <a:pt x="126968" y="164830"/>
                </a:lnTo>
                <a:lnTo>
                  <a:pt x="150647" y="164440"/>
                </a:lnTo>
                <a:lnTo>
                  <a:pt x="174327" y="164154"/>
                </a:lnTo>
                <a:lnTo>
                  <a:pt x="198015" y="163963"/>
                </a:lnTo>
                <a:lnTo>
                  <a:pt x="221704" y="163859"/>
                </a:lnTo>
                <a:lnTo>
                  <a:pt x="245393" y="163820"/>
                </a:lnTo>
                <a:lnTo>
                  <a:pt x="269081" y="163868"/>
                </a:lnTo>
                <a:lnTo>
                  <a:pt x="292770" y="163973"/>
                </a:lnTo>
                <a:lnTo>
                  <a:pt x="316459" y="164144"/>
                </a:lnTo>
                <a:lnTo>
                  <a:pt x="340147" y="164363"/>
                </a:lnTo>
                <a:lnTo>
                  <a:pt x="363836" y="164640"/>
                </a:lnTo>
                <a:lnTo>
                  <a:pt x="387515" y="164963"/>
                </a:lnTo>
                <a:lnTo>
                  <a:pt x="411194" y="165335"/>
                </a:lnTo>
                <a:lnTo>
                  <a:pt x="434883" y="165745"/>
                </a:lnTo>
                <a:lnTo>
                  <a:pt x="458562" y="166192"/>
                </a:lnTo>
                <a:lnTo>
                  <a:pt x="482232" y="166678"/>
                </a:lnTo>
                <a:lnTo>
                  <a:pt x="505911" y="167192"/>
                </a:lnTo>
                <a:lnTo>
                  <a:pt x="529580" y="167735"/>
                </a:lnTo>
                <a:lnTo>
                  <a:pt x="553260" y="168307"/>
                </a:lnTo>
                <a:lnTo>
                  <a:pt x="576929" y="168907"/>
                </a:lnTo>
                <a:lnTo>
                  <a:pt x="600589" y="169535"/>
                </a:lnTo>
                <a:lnTo>
                  <a:pt x="624259" y="170174"/>
                </a:lnTo>
                <a:lnTo>
                  <a:pt x="647929" y="170840"/>
                </a:lnTo>
                <a:lnTo>
                  <a:pt x="671589" y="171526"/>
                </a:lnTo>
                <a:lnTo>
                  <a:pt x="695258" y="172222"/>
                </a:lnTo>
                <a:lnTo>
                  <a:pt x="718918" y="172936"/>
                </a:lnTo>
                <a:lnTo>
                  <a:pt x="742579" y="173669"/>
                </a:lnTo>
                <a:lnTo>
                  <a:pt x="766239" y="174403"/>
                </a:lnTo>
                <a:lnTo>
                  <a:pt x="789899" y="175146"/>
                </a:lnTo>
                <a:lnTo>
                  <a:pt x="813559" y="175898"/>
                </a:lnTo>
                <a:lnTo>
                  <a:pt x="837219" y="176670"/>
                </a:lnTo>
                <a:lnTo>
                  <a:pt x="860870" y="177432"/>
                </a:lnTo>
                <a:lnTo>
                  <a:pt x="884530" y="178203"/>
                </a:lnTo>
                <a:lnTo>
                  <a:pt x="908190" y="178984"/>
                </a:lnTo>
                <a:lnTo>
                  <a:pt x="931840" y="179756"/>
                </a:lnTo>
                <a:lnTo>
                  <a:pt x="955500" y="180527"/>
                </a:lnTo>
                <a:lnTo>
                  <a:pt x="979160" y="181299"/>
                </a:lnTo>
                <a:lnTo>
                  <a:pt x="1002821" y="182070"/>
                </a:lnTo>
                <a:lnTo>
                  <a:pt x="1026471" y="182842"/>
                </a:lnTo>
                <a:lnTo>
                  <a:pt x="1050131" y="183594"/>
                </a:lnTo>
                <a:lnTo>
                  <a:pt x="1073791" y="184356"/>
                </a:lnTo>
                <a:lnTo>
                  <a:pt x="1097451" y="185090"/>
                </a:lnTo>
                <a:lnTo>
                  <a:pt x="1121112" y="185833"/>
                </a:lnTo>
                <a:lnTo>
                  <a:pt x="1144772" y="186547"/>
                </a:lnTo>
                <a:lnTo>
                  <a:pt x="1168441" y="187262"/>
                </a:lnTo>
                <a:lnTo>
                  <a:pt x="1192101" y="187947"/>
                </a:lnTo>
                <a:lnTo>
                  <a:pt x="1215771" y="188624"/>
                </a:lnTo>
                <a:lnTo>
                  <a:pt x="1239431" y="189281"/>
                </a:lnTo>
                <a:lnTo>
                  <a:pt x="1263101" y="189919"/>
                </a:lnTo>
                <a:lnTo>
                  <a:pt x="1286770" y="190529"/>
                </a:lnTo>
                <a:lnTo>
                  <a:pt x="1310440" y="191119"/>
                </a:lnTo>
                <a:lnTo>
                  <a:pt x="1334110" y="191681"/>
                </a:lnTo>
                <a:lnTo>
                  <a:pt x="1357789" y="192205"/>
                </a:lnTo>
                <a:lnTo>
                  <a:pt x="1381468" y="192710"/>
                </a:lnTo>
                <a:lnTo>
                  <a:pt x="1405138" y="193167"/>
                </a:lnTo>
                <a:lnTo>
                  <a:pt x="1428817" y="193596"/>
                </a:lnTo>
                <a:lnTo>
                  <a:pt x="1452505" y="193977"/>
                </a:lnTo>
                <a:lnTo>
                  <a:pt x="1476185" y="194320"/>
                </a:lnTo>
                <a:lnTo>
                  <a:pt x="1499873" y="194615"/>
                </a:lnTo>
                <a:lnTo>
                  <a:pt x="1523552" y="194853"/>
                </a:lnTo>
                <a:lnTo>
                  <a:pt x="1547241" y="195043"/>
                </a:lnTo>
                <a:lnTo>
                  <a:pt x="1570930" y="195167"/>
                </a:lnTo>
                <a:lnTo>
                  <a:pt x="1594618" y="195224"/>
                </a:lnTo>
                <a:lnTo>
                  <a:pt x="1618307" y="195205"/>
                </a:lnTo>
                <a:lnTo>
                  <a:pt x="1641996" y="195110"/>
                </a:lnTo>
                <a:lnTo>
                  <a:pt x="1665684" y="194929"/>
                </a:lnTo>
                <a:lnTo>
                  <a:pt x="1689373" y="194662"/>
                </a:lnTo>
                <a:lnTo>
                  <a:pt x="1713052" y="194281"/>
                </a:lnTo>
                <a:lnTo>
                  <a:pt x="1736731" y="193786"/>
                </a:lnTo>
                <a:lnTo>
                  <a:pt x="1760401" y="193157"/>
                </a:lnTo>
                <a:lnTo>
                  <a:pt x="1784061" y="192395"/>
                </a:lnTo>
                <a:lnTo>
                  <a:pt x="1807702" y="191462"/>
                </a:lnTo>
                <a:lnTo>
                  <a:pt x="1831324" y="190357"/>
                </a:lnTo>
                <a:lnTo>
                  <a:pt x="1854918" y="189033"/>
                </a:lnTo>
                <a:lnTo>
                  <a:pt x="1878482" y="187481"/>
                </a:lnTo>
                <a:lnTo>
                  <a:pt x="1901990" y="185642"/>
                </a:lnTo>
                <a:lnTo>
                  <a:pt x="1925422" y="183471"/>
                </a:lnTo>
                <a:lnTo>
                  <a:pt x="1948758" y="180908"/>
                </a:lnTo>
                <a:lnTo>
                  <a:pt x="1971951" y="177851"/>
                </a:lnTo>
                <a:lnTo>
                  <a:pt x="1994916" y="174184"/>
                </a:lnTo>
                <a:lnTo>
                  <a:pt x="2017519" y="169736"/>
                </a:lnTo>
                <a:lnTo>
                  <a:pt x="2039522" y="164211"/>
                </a:lnTo>
                <a:lnTo>
                  <a:pt x="2060419" y="157201"/>
                </a:lnTo>
                <a:lnTo>
                  <a:pt x="2079088" y="148066"/>
                </a:lnTo>
                <a:lnTo>
                  <a:pt x="2093043" y="136084"/>
                </a:lnTo>
                <a:lnTo>
                  <a:pt x="2098662" y="121691"/>
                </a:lnTo>
                <a:lnTo>
                  <a:pt x="2114540" y="114214"/>
                </a:lnTo>
                <a:lnTo>
                  <a:pt x="2136839" y="109166"/>
                </a:lnTo>
                <a:lnTo>
                  <a:pt x="2158822" y="103622"/>
                </a:lnTo>
                <a:lnTo>
                  <a:pt x="2180530" y="97641"/>
                </a:lnTo>
                <a:lnTo>
                  <a:pt x="2201961" y="91278"/>
                </a:lnTo>
                <a:lnTo>
                  <a:pt x="2223106" y="84544"/>
                </a:lnTo>
                <a:lnTo>
                  <a:pt x="2243966" y="77476"/>
                </a:lnTo>
                <a:lnTo>
                  <a:pt x="2264540" y="70066"/>
                </a:lnTo>
                <a:lnTo>
                  <a:pt x="2284809" y="62351"/>
                </a:lnTo>
                <a:lnTo>
                  <a:pt x="2304774" y="54312"/>
                </a:lnTo>
                <a:lnTo>
                  <a:pt x="2324433" y="45977"/>
                </a:lnTo>
                <a:lnTo>
                  <a:pt x="2343760" y="37348"/>
                </a:lnTo>
                <a:lnTo>
                  <a:pt x="2362752" y="28423"/>
                </a:lnTo>
                <a:lnTo>
                  <a:pt x="2381412" y="19221"/>
                </a:lnTo>
                <a:lnTo>
                  <a:pt x="2399719" y="9744"/>
                </a:lnTo>
                <a:lnTo>
                  <a:pt x="2417664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EDB07E3B-8156-424C-AB98-2C7A7AD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2930576"/>
            <a:ext cx="2417864" cy="1524000"/>
          </a:xfrm>
          <a:custGeom xmlns:a="http://schemas.openxmlformats.org/drawingml/2006/main">
            <a:pathLst>
              <a:path w="2417864" h="1524000">
                <a:moveTo>
                  <a:pt x="0" y="1524000"/>
                </a:moveTo>
                <a:lnTo>
                  <a:pt x="38824" y="1524000"/>
                </a:lnTo>
                <a:lnTo>
                  <a:pt x="77638" y="1524000"/>
                </a:lnTo>
                <a:lnTo>
                  <a:pt x="116462" y="1524000"/>
                </a:lnTo>
                <a:lnTo>
                  <a:pt x="155286" y="1524000"/>
                </a:lnTo>
                <a:lnTo>
                  <a:pt x="194110" y="1524000"/>
                </a:lnTo>
                <a:lnTo>
                  <a:pt x="232924" y="1524000"/>
                </a:lnTo>
                <a:lnTo>
                  <a:pt x="271748" y="1524000"/>
                </a:lnTo>
                <a:lnTo>
                  <a:pt x="310572" y="1524000"/>
                </a:lnTo>
                <a:lnTo>
                  <a:pt x="349396" y="1524000"/>
                </a:lnTo>
                <a:lnTo>
                  <a:pt x="388210" y="1524000"/>
                </a:lnTo>
                <a:lnTo>
                  <a:pt x="427034" y="1524000"/>
                </a:lnTo>
                <a:lnTo>
                  <a:pt x="465858" y="1524000"/>
                </a:lnTo>
                <a:lnTo>
                  <a:pt x="504682" y="1524000"/>
                </a:lnTo>
                <a:lnTo>
                  <a:pt x="543497" y="1524000"/>
                </a:lnTo>
                <a:lnTo>
                  <a:pt x="582320" y="1524000"/>
                </a:lnTo>
                <a:lnTo>
                  <a:pt x="621144" y="1524000"/>
                </a:lnTo>
                <a:lnTo>
                  <a:pt x="659959" y="1524000"/>
                </a:lnTo>
                <a:lnTo>
                  <a:pt x="698783" y="1524000"/>
                </a:lnTo>
                <a:lnTo>
                  <a:pt x="737606" y="1524000"/>
                </a:lnTo>
                <a:lnTo>
                  <a:pt x="776430" y="1524000"/>
                </a:lnTo>
                <a:lnTo>
                  <a:pt x="815245" y="1524000"/>
                </a:lnTo>
                <a:lnTo>
                  <a:pt x="854069" y="1524000"/>
                </a:lnTo>
                <a:lnTo>
                  <a:pt x="892893" y="1524000"/>
                </a:lnTo>
                <a:lnTo>
                  <a:pt x="931716" y="1524000"/>
                </a:lnTo>
                <a:lnTo>
                  <a:pt x="970531" y="1524000"/>
                </a:lnTo>
                <a:lnTo>
                  <a:pt x="1009355" y="1524000"/>
                </a:lnTo>
                <a:lnTo>
                  <a:pt x="1048179" y="1524000"/>
                </a:lnTo>
                <a:lnTo>
                  <a:pt x="1087003" y="1524000"/>
                </a:lnTo>
                <a:lnTo>
                  <a:pt x="1125817" y="1524000"/>
                </a:lnTo>
                <a:lnTo>
                  <a:pt x="1164641" y="1524000"/>
                </a:lnTo>
                <a:lnTo>
                  <a:pt x="1203465" y="1524000"/>
                </a:lnTo>
                <a:lnTo>
                  <a:pt x="1242289" y="1524000"/>
                </a:lnTo>
                <a:lnTo>
                  <a:pt x="1281103" y="1524000"/>
                </a:lnTo>
                <a:lnTo>
                  <a:pt x="1319927" y="1524000"/>
                </a:lnTo>
                <a:lnTo>
                  <a:pt x="1358751" y="1524000"/>
                </a:lnTo>
                <a:lnTo>
                  <a:pt x="1397565" y="1524000"/>
                </a:lnTo>
                <a:lnTo>
                  <a:pt x="1436389" y="1524000"/>
                </a:lnTo>
                <a:lnTo>
                  <a:pt x="1475213" y="1524000"/>
                </a:lnTo>
                <a:lnTo>
                  <a:pt x="1514037" y="1524000"/>
                </a:lnTo>
                <a:lnTo>
                  <a:pt x="1552851" y="1524000"/>
                </a:lnTo>
                <a:lnTo>
                  <a:pt x="1591675" y="1524000"/>
                </a:lnTo>
                <a:lnTo>
                  <a:pt x="1630108" y="1521247"/>
                </a:lnTo>
                <a:lnTo>
                  <a:pt x="1668342" y="1516971"/>
                </a:lnTo>
                <a:lnTo>
                  <a:pt x="1706566" y="1512694"/>
                </a:lnTo>
                <a:lnTo>
                  <a:pt x="1744790" y="1508417"/>
                </a:lnTo>
                <a:lnTo>
                  <a:pt x="1783013" y="1504140"/>
                </a:lnTo>
                <a:lnTo>
                  <a:pt x="1821237" y="1499873"/>
                </a:lnTo>
                <a:lnTo>
                  <a:pt x="1859461" y="1495596"/>
                </a:lnTo>
                <a:lnTo>
                  <a:pt x="1897685" y="1491320"/>
                </a:lnTo>
                <a:lnTo>
                  <a:pt x="1926860" y="1476346"/>
                </a:lnTo>
                <a:lnTo>
                  <a:pt x="1953797" y="1458735"/>
                </a:lnTo>
                <a:lnTo>
                  <a:pt x="1980743" y="1441113"/>
                </a:lnTo>
                <a:lnTo>
                  <a:pt x="2007680" y="1423492"/>
                </a:lnTo>
                <a:lnTo>
                  <a:pt x="2034616" y="1405871"/>
                </a:lnTo>
                <a:lnTo>
                  <a:pt x="2061553" y="1388250"/>
                </a:lnTo>
                <a:lnTo>
                  <a:pt x="2088490" y="1370628"/>
                </a:lnTo>
                <a:lnTo>
                  <a:pt x="2115426" y="1353007"/>
                </a:lnTo>
                <a:lnTo>
                  <a:pt x="2142363" y="1335395"/>
                </a:lnTo>
                <a:lnTo>
                  <a:pt x="2169300" y="1317774"/>
                </a:lnTo>
                <a:lnTo>
                  <a:pt x="2196246" y="1300153"/>
                </a:lnTo>
                <a:lnTo>
                  <a:pt x="2223183" y="1282532"/>
                </a:lnTo>
                <a:lnTo>
                  <a:pt x="2250119" y="1264910"/>
                </a:lnTo>
                <a:lnTo>
                  <a:pt x="2277056" y="1247289"/>
                </a:lnTo>
                <a:lnTo>
                  <a:pt x="2303993" y="1229668"/>
                </a:lnTo>
                <a:lnTo>
                  <a:pt x="2330929" y="1212056"/>
                </a:lnTo>
                <a:lnTo>
                  <a:pt x="2357866" y="1194435"/>
                </a:lnTo>
                <a:lnTo>
                  <a:pt x="2384803" y="1176814"/>
                </a:lnTo>
                <a:lnTo>
                  <a:pt x="2411749" y="1159193"/>
                </a:lnTo>
                <a:lnTo>
                  <a:pt x="2417864" y="1136275"/>
                </a:lnTo>
                <a:lnTo>
                  <a:pt x="2417864" y="1111806"/>
                </a:lnTo>
                <a:lnTo>
                  <a:pt x="2417864" y="1087336"/>
                </a:lnTo>
                <a:lnTo>
                  <a:pt x="2417864" y="1062866"/>
                </a:lnTo>
                <a:lnTo>
                  <a:pt x="2417864" y="1038396"/>
                </a:lnTo>
                <a:lnTo>
                  <a:pt x="2417864" y="1013927"/>
                </a:lnTo>
                <a:lnTo>
                  <a:pt x="2417864" y="989457"/>
                </a:lnTo>
                <a:lnTo>
                  <a:pt x="2417864" y="964997"/>
                </a:lnTo>
                <a:lnTo>
                  <a:pt x="2417864" y="940527"/>
                </a:lnTo>
                <a:lnTo>
                  <a:pt x="2417864" y="916057"/>
                </a:lnTo>
                <a:lnTo>
                  <a:pt x="2417864" y="891588"/>
                </a:lnTo>
                <a:lnTo>
                  <a:pt x="2417864" y="867118"/>
                </a:lnTo>
                <a:lnTo>
                  <a:pt x="2417864" y="842648"/>
                </a:lnTo>
                <a:lnTo>
                  <a:pt x="2417864" y="818178"/>
                </a:lnTo>
                <a:lnTo>
                  <a:pt x="2417864" y="793709"/>
                </a:lnTo>
                <a:lnTo>
                  <a:pt x="2417864" y="769239"/>
                </a:lnTo>
                <a:lnTo>
                  <a:pt x="2417864" y="744769"/>
                </a:lnTo>
                <a:lnTo>
                  <a:pt x="2417864" y="720300"/>
                </a:lnTo>
                <a:lnTo>
                  <a:pt x="2417864" y="695830"/>
                </a:lnTo>
                <a:lnTo>
                  <a:pt x="2417864" y="671360"/>
                </a:lnTo>
                <a:lnTo>
                  <a:pt x="2417864" y="646890"/>
                </a:lnTo>
                <a:lnTo>
                  <a:pt x="2417864" y="622421"/>
                </a:lnTo>
                <a:lnTo>
                  <a:pt x="2417864" y="597951"/>
                </a:lnTo>
                <a:lnTo>
                  <a:pt x="2417864" y="573481"/>
                </a:lnTo>
                <a:lnTo>
                  <a:pt x="2417864" y="549011"/>
                </a:lnTo>
                <a:lnTo>
                  <a:pt x="2417864" y="524542"/>
                </a:lnTo>
                <a:lnTo>
                  <a:pt x="2417864" y="500072"/>
                </a:lnTo>
                <a:lnTo>
                  <a:pt x="2417864" y="475602"/>
                </a:lnTo>
                <a:lnTo>
                  <a:pt x="2417864" y="451133"/>
                </a:lnTo>
                <a:lnTo>
                  <a:pt x="2417864" y="426663"/>
                </a:lnTo>
                <a:lnTo>
                  <a:pt x="2417864" y="402193"/>
                </a:lnTo>
                <a:lnTo>
                  <a:pt x="2417864" y="377723"/>
                </a:lnTo>
                <a:lnTo>
                  <a:pt x="2417864" y="353254"/>
                </a:lnTo>
                <a:lnTo>
                  <a:pt x="2417864" y="328784"/>
                </a:lnTo>
                <a:lnTo>
                  <a:pt x="2417864" y="304314"/>
                </a:lnTo>
                <a:lnTo>
                  <a:pt x="2417864" y="279845"/>
                </a:lnTo>
                <a:lnTo>
                  <a:pt x="2417864" y="255375"/>
                </a:lnTo>
                <a:lnTo>
                  <a:pt x="2417864" y="230905"/>
                </a:lnTo>
                <a:lnTo>
                  <a:pt x="2417864" y="206435"/>
                </a:lnTo>
                <a:lnTo>
                  <a:pt x="2417864" y="181966"/>
                </a:lnTo>
                <a:lnTo>
                  <a:pt x="2417864" y="157496"/>
                </a:lnTo>
                <a:lnTo>
                  <a:pt x="2417864" y="133026"/>
                </a:lnTo>
                <a:lnTo>
                  <a:pt x="2417864" y="108556"/>
                </a:lnTo>
                <a:lnTo>
                  <a:pt x="2417864" y="84087"/>
                </a:lnTo>
                <a:lnTo>
                  <a:pt x="2417864" y="59627"/>
                </a:lnTo>
                <a:lnTo>
                  <a:pt x="2417864" y="35157"/>
                </a:lnTo>
                <a:lnTo>
                  <a:pt x="2417864" y="10687"/>
                </a:lnTo>
                <a:lnTo>
                  <a:pt x="2395985" y="0"/>
                </a:lnTo>
                <a:lnTo>
                  <a:pt x="2357171" y="0"/>
                </a:lnTo>
                <a:lnTo>
                  <a:pt x="2318347" y="0"/>
                </a:lnTo>
                <a:lnTo>
                  <a:pt x="2279523" y="0"/>
                </a:lnTo>
                <a:lnTo>
                  <a:pt x="2240699" y="0"/>
                </a:lnTo>
                <a:lnTo>
                  <a:pt x="2201885" y="0"/>
                </a:lnTo>
                <a:lnTo>
                  <a:pt x="2163061" y="0"/>
                </a:lnTo>
                <a:lnTo>
                  <a:pt x="2124237" y="0"/>
                </a:lnTo>
                <a:lnTo>
                  <a:pt x="2085423" y="0"/>
                </a:lnTo>
                <a:lnTo>
                  <a:pt x="2046599" y="0"/>
                </a:lnTo>
                <a:lnTo>
                  <a:pt x="2007775" y="0"/>
                </a:lnTo>
                <a:lnTo>
                  <a:pt x="1968951" y="0"/>
                </a:lnTo>
                <a:lnTo>
                  <a:pt x="1930136" y="0"/>
                </a:lnTo>
                <a:lnTo>
                  <a:pt x="1891313" y="0"/>
                </a:lnTo>
                <a:lnTo>
                  <a:pt x="1852489" y="0"/>
                </a:lnTo>
                <a:lnTo>
                  <a:pt x="1813665" y="0"/>
                </a:lnTo>
                <a:lnTo>
                  <a:pt x="1774850" y="0"/>
                </a:lnTo>
                <a:lnTo>
                  <a:pt x="1736027" y="0"/>
                </a:lnTo>
                <a:lnTo>
                  <a:pt x="1697203" y="0"/>
                </a:lnTo>
                <a:lnTo>
                  <a:pt x="1658379" y="0"/>
                </a:lnTo>
                <a:lnTo>
                  <a:pt x="1619564" y="0"/>
                </a:lnTo>
                <a:lnTo>
                  <a:pt x="1580740" y="0"/>
                </a:lnTo>
                <a:lnTo>
                  <a:pt x="1541917" y="0"/>
                </a:lnTo>
                <a:lnTo>
                  <a:pt x="1503102" y="0"/>
                </a:lnTo>
                <a:lnTo>
                  <a:pt x="1464278" y="0"/>
                </a:lnTo>
                <a:lnTo>
                  <a:pt x="1425454" y="0"/>
                </a:lnTo>
                <a:lnTo>
                  <a:pt x="1386630" y="0"/>
                </a:lnTo>
                <a:lnTo>
                  <a:pt x="1347816" y="0"/>
                </a:lnTo>
                <a:lnTo>
                  <a:pt x="1308992" y="0"/>
                </a:lnTo>
                <a:lnTo>
                  <a:pt x="1270168" y="0"/>
                </a:lnTo>
                <a:lnTo>
                  <a:pt x="1231344" y="0"/>
                </a:lnTo>
                <a:lnTo>
                  <a:pt x="1192530" y="0"/>
                </a:lnTo>
                <a:lnTo>
                  <a:pt x="1153706" y="0"/>
                </a:lnTo>
                <a:lnTo>
                  <a:pt x="1114882" y="0"/>
                </a:lnTo>
                <a:lnTo>
                  <a:pt x="1076058" y="0"/>
                </a:lnTo>
                <a:lnTo>
                  <a:pt x="1037244" y="0"/>
                </a:lnTo>
                <a:lnTo>
                  <a:pt x="998420" y="0"/>
                </a:lnTo>
                <a:lnTo>
                  <a:pt x="959596" y="0"/>
                </a:lnTo>
                <a:lnTo>
                  <a:pt x="920772" y="0"/>
                </a:lnTo>
                <a:lnTo>
                  <a:pt x="881958" y="0"/>
                </a:lnTo>
                <a:lnTo>
                  <a:pt x="843134" y="0"/>
                </a:lnTo>
                <a:lnTo>
                  <a:pt x="804310" y="0"/>
                </a:lnTo>
                <a:lnTo>
                  <a:pt x="765496" y="0"/>
                </a:lnTo>
                <a:lnTo>
                  <a:pt x="726672" y="0"/>
                </a:lnTo>
                <a:lnTo>
                  <a:pt x="687848" y="0"/>
                </a:lnTo>
                <a:lnTo>
                  <a:pt x="649024" y="0"/>
                </a:lnTo>
                <a:lnTo>
                  <a:pt x="610210" y="0"/>
                </a:lnTo>
                <a:lnTo>
                  <a:pt x="571386" y="0"/>
                </a:lnTo>
                <a:lnTo>
                  <a:pt x="532562" y="0"/>
                </a:lnTo>
                <a:lnTo>
                  <a:pt x="493738" y="0"/>
                </a:lnTo>
                <a:lnTo>
                  <a:pt x="454924" y="0"/>
                </a:lnTo>
                <a:lnTo>
                  <a:pt x="416100" y="0"/>
                </a:lnTo>
                <a:lnTo>
                  <a:pt x="377276" y="0"/>
                </a:lnTo>
                <a:lnTo>
                  <a:pt x="338452" y="0"/>
                </a:lnTo>
                <a:lnTo>
                  <a:pt x="299637" y="0"/>
                </a:lnTo>
                <a:lnTo>
                  <a:pt x="260814" y="0"/>
                </a:lnTo>
                <a:lnTo>
                  <a:pt x="221990" y="0"/>
                </a:lnTo>
                <a:lnTo>
                  <a:pt x="183175" y="0"/>
                </a:lnTo>
                <a:lnTo>
                  <a:pt x="144351" y="0"/>
                </a:lnTo>
                <a:lnTo>
                  <a:pt x="105527" y="0"/>
                </a:lnTo>
                <a:lnTo>
                  <a:pt x="66704" y="0"/>
                </a:lnTo>
                <a:lnTo>
                  <a:pt x="27889" y="0"/>
                </a:lnTo>
                <a:lnTo>
                  <a:pt x="0" y="6896"/>
                </a:lnTo>
                <a:lnTo>
                  <a:pt x="0" y="31366"/>
                </a:lnTo>
                <a:lnTo>
                  <a:pt x="0" y="55836"/>
                </a:lnTo>
                <a:lnTo>
                  <a:pt x="0" y="80305"/>
                </a:lnTo>
                <a:lnTo>
                  <a:pt x="0" y="104775"/>
                </a:lnTo>
                <a:lnTo>
                  <a:pt x="0" y="129245"/>
                </a:lnTo>
                <a:lnTo>
                  <a:pt x="0" y="153714"/>
                </a:lnTo>
                <a:lnTo>
                  <a:pt x="0" y="178175"/>
                </a:lnTo>
                <a:lnTo>
                  <a:pt x="0" y="202644"/>
                </a:lnTo>
                <a:lnTo>
                  <a:pt x="0" y="227114"/>
                </a:lnTo>
                <a:lnTo>
                  <a:pt x="0" y="251584"/>
                </a:lnTo>
                <a:lnTo>
                  <a:pt x="0" y="276054"/>
                </a:lnTo>
                <a:lnTo>
                  <a:pt x="0" y="300523"/>
                </a:lnTo>
                <a:lnTo>
                  <a:pt x="0" y="324993"/>
                </a:lnTo>
                <a:lnTo>
                  <a:pt x="0" y="349463"/>
                </a:lnTo>
                <a:lnTo>
                  <a:pt x="0" y="373932"/>
                </a:lnTo>
                <a:lnTo>
                  <a:pt x="0" y="398402"/>
                </a:lnTo>
                <a:lnTo>
                  <a:pt x="0" y="422872"/>
                </a:lnTo>
                <a:lnTo>
                  <a:pt x="0" y="447342"/>
                </a:lnTo>
                <a:lnTo>
                  <a:pt x="0" y="471811"/>
                </a:lnTo>
                <a:lnTo>
                  <a:pt x="0" y="496281"/>
                </a:lnTo>
                <a:lnTo>
                  <a:pt x="0" y="520751"/>
                </a:lnTo>
                <a:lnTo>
                  <a:pt x="0" y="545221"/>
                </a:lnTo>
                <a:lnTo>
                  <a:pt x="0" y="569690"/>
                </a:lnTo>
                <a:lnTo>
                  <a:pt x="0" y="594160"/>
                </a:lnTo>
                <a:lnTo>
                  <a:pt x="0" y="618630"/>
                </a:lnTo>
                <a:lnTo>
                  <a:pt x="0" y="643099"/>
                </a:lnTo>
                <a:lnTo>
                  <a:pt x="0" y="667569"/>
                </a:lnTo>
                <a:lnTo>
                  <a:pt x="0" y="692039"/>
                </a:lnTo>
                <a:lnTo>
                  <a:pt x="0" y="716509"/>
                </a:lnTo>
                <a:lnTo>
                  <a:pt x="0" y="740978"/>
                </a:lnTo>
                <a:lnTo>
                  <a:pt x="0" y="765448"/>
                </a:lnTo>
                <a:lnTo>
                  <a:pt x="0" y="789918"/>
                </a:lnTo>
                <a:lnTo>
                  <a:pt x="0" y="814388"/>
                </a:lnTo>
                <a:lnTo>
                  <a:pt x="0" y="838857"/>
                </a:lnTo>
                <a:lnTo>
                  <a:pt x="0" y="863327"/>
                </a:lnTo>
                <a:lnTo>
                  <a:pt x="0" y="887797"/>
                </a:lnTo>
                <a:lnTo>
                  <a:pt x="0" y="912266"/>
                </a:lnTo>
                <a:lnTo>
                  <a:pt x="0" y="936736"/>
                </a:lnTo>
                <a:lnTo>
                  <a:pt x="0" y="961206"/>
                </a:lnTo>
                <a:lnTo>
                  <a:pt x="0" y="985676"/>
                </a:lnTo>
                <a:lnTo>
                  <a:pt x="0" y="1010145"/>
                </a:lnTo>
                <a:lnTo>
                  <a:pt x="0" y="1034615"/>
                </a:lnTo>
                <a:lnTo>
                  <a:pt x="0" y="1059085"/>
                </a:lnTo>
                <a:lnTo>
                  <a:pt x="0" y="1083545"/>
                </a:lnTo>
                <a:lnTo>
                  <a:pt x="0" y="1108015"/>
                </a:lnTo>
                <a:lnTo>
                  <a:pt x="0" y="1132484"/>
                </a:lnTo>
                <a:lnTo>
                  <a:pt x="0" y="1156954"/>
                </a:lnTo>
                <a:lnTo>
                  <a:pt x="0" y="1181424"/>
                </a:lnTo>
                <a:lnTo>
                  <a:pt x="0" y="1205894"/>
                </a:lnTo>
                <a:lnTo>
                  <a:pt x="0" y="1230363"/>
                </a:lnTo>
                <a:lnTo>
                  <a:pt x="0" y="1254833"/>
                </a:lnTo>
                <a:lnTo>
                  <a:pt x="0" y="1279303"/>
                </a:lnTo>
                <a:lnTo>
                  <a:pt x="0" y="1303772"/>
                </a:lnTo>
                <a:lnTo>
                  <a:pt x="0" y="1328242"/>
                </a:lnTo>
                <a:lnTo>
                  <a:pt x="0" y="1352712"/>
                </a:lnTo>
                <a:lnTo>
                  <a:pt x="0" y="1377182"/>
                </a:lnTo>
                <a:lnTo>
                  <a:pt x="0" y="1401651"/>
                </a:lnTo>
                <a:lnTo>
                  <a:pt x="0" y="1426121"/>
                </a:lnTo>
                <a:lnTo>
                  <a:pt x="0" y="1450591"/>
                </a:lnTo>
                <a:lnTo>
                  <a:pt x="0" y="1475061"/>
                </a:lnTo>
                <a:lnTo>
                  <a:pt x="0" y="1499530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7DC9CADC-B7EC-49F8-AF7E-C1552697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2930576"/>
            <a:ext cx="2417864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75628A50-A6E2-46E5-9B4F-125F07D3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063" y="4085768"/>
            <a:ext cx="890816" cy="369094"/>
          </a:xfrm>
          <a:custGeom xmlns:a="http://schemas.openxmlformats.org/drawingml/2006/main">
            <a:pathLst>
              <a:path w="890816" h="369094">
                <a:moveTo>
                  <a:pt x="890816" y="0"/>
                </a:moveTo>
                <a:lnTo>
                  <a:pt x="889749" y="6125"/>
                </a:lnTo>
                <a:lnTo>
                  <a:pt x="888359" y="12221"/>
                </a:lnTo>
                <a:lnTo>
                  <a:pt x="886739" y="18288"/>
                </a:lnTo>
                <a:lnTo>
                  <a:pt x="884911" y="24336"/>
                </a:lnTo>
                <a:lnTo>
                  <a:pt x="882891" y="30366"/>
                </a:lnTo>
                <a:lnTo>
                  <a:pt x="880701" y="36366"/>
                </a:lnTo>
                <a:lnTo>
                  <a:pt x="878348" y="42348"/>
                </a:lnTo>
                <a:lnTo>
                  <a:pt x="875833" y="48301"/>
                </a:lnTo>
                <a:lnTo>
                  <a:pt x="873157" y="54226"/>
                </a:lnTo>
                <a:lnTo>
                  <a:pt x="870337" y="60122"/>
                </a:lnTo>
                <a:lnTo>
                  <a:pt x="867366" y="65989"/>
                </a:lnTo>
                <a:lnTo>
                  <a:pt x="864241" y="71819"/>
                </a:lnTo>
                <a:lnTo>
                  <a:pt x="860974" y="77629"/>
                </a:lnTo>
                <a:lnTo>
                  <a:pt x="857574" y="83401"/>
                </a:lnTo>
                <a:lnTo>
                  <a:pt x="854021" y="89135"/>
                </a:lnTo>
                <a:lnTo>
                  <a:pt x="850335" y="94840"/>
                </a:lnTo>
                <a:lnTo>
                  <a:pt x="846515" y="100508"/>
                </a:lnTo>
                <a:lnTo>
                  <a:pt x="842553" y="106137"/>
                </a:lnTo>
                <a:lnTo>
                  <a:pt x="838457" y="111728"/>
                </a:lnTo>
                <a:lnTo>
                  <a:pt x="834219" y="117281"/>
                </a:lnTo>
                <a:lnTo>
                  <a:pt x="829856" y="122787"/>
                </a:lnTo>
                <a:lnTo>
                  <a:pt x="825360" y="128254"/>
                </a:lnTo>
                <a:lnTo>
                  <a:pt x="820722" y="133683"/>
                </a:lnTo>
                <a:lnTo>
                  <a:pt x="815959" y="139055"/>
                </a:lnTo>
                <a:lnTo>
                  <a:pt x="811063" y="144389"/>
                </a:lnTo>
                <a:lnTo>
                  <a:pt x="806044" y="149666"/>
                </a:lnTo>
                <a:lnTo>
                  <a:pt x="800881" y="154905"/>
                </a:lnTo>
                <a:lnTo>
                  <a:pt x="795604" y="160087"/>
                </a:lnTo>
                <a:lnTo>
                  <a:pt x="790204" y="165211"/>
                </a:lnTo>
                <a:lnTo>
                  <a:pt x="784670" y="170297"/>
                </a:lnTo>
                <a:lnTo>
                  <a:pt x="779012" y="175317"/>
                </a:lnTo>
                <a:lnTo>
                  <a:pt x="773240" y="180280"/>
                </a:lnTo>
                <a:lnTo>
                  <a:pt x="767344" y="185195"/>
                </a:lnTo>
                <a:lnTo>
                  <a:pt x="761324" y="190043"/>
                </a:lnTo>
                <a:lnTo>
                  <a:pt x="755190" y="194834"/>
                </a:lnTo>
                <a:lnTo>
                  <a:pt x="748932" y="199568"/>
                </a:lnTo>
                <a:lnTo>
                  <a:pt x="742569" y="204245"/>
                </a:lnTo>
                <a:lnTo>
                  <a:pt x="736092" y="208855"/>
                </a:lnTo>
                <a:lnTo>
                  <a:pt x="729491" y="213398"/>
                </a:lnTo>
                <a:lnTo>
                  <a:pt x="722795" y="217884"/>
                </a:lnTo>
                <a:lnTo>
                  <a:pt x="715985" y="222294"/>
                </a:lnTo>
                <a:lnTo>
                  <a:pt x="709070" y="226647"/>
                </a:lnTo>
                <a:lnTo>
                  <a:pt x="702050" y="230934"/>
                </a:lnTo>
                <a:lnTo>
                  <a:pt x="694925" y="235144"/>
                </a:lnTo>
                <a:lnTo>
                  <a:pt x="687705" y="239297"/>
                </a:lnTo>
                <a:lnTo>
                  <a:pt x="680380" y="243373"/>
                </a:lnTo>
                <a:lnTo>
                  <a:pt x="672970" y="247383"/>
                </a:lnTo>
                <a:lnTo>
                  <a:pt x="665455" y="251327"/>
                </a:lnTo>
                <a:lnTo>
                  <a:pt x="657854" y="255194"/>
                </a:lnTo>
                <a:lnTo>
                  <a:pt x="650167" y="258994"/>
                </a:lnTo>
                <a:lnTo>
                  <a:pt x="642385" y="262728"/>
                </a:lnTo>
                <a:lnTo>
                  <a:pt x="634527" y="266386"/>
                </a:lnTo>
                <a:lnTo>
                  <a:pt x="626583" y="269967"/>
                </a:lnTo>
                <a:lnTo>
                  <a:pt x="618563" y="273482"/>
                </a:lnTo>
                <a:lnTo>
                  <a:pt x="610457" y="276920"/>
                </a:lnTo>
                <a:lnTo>
                  <a:pt x="602275" y="280292"/>
                </a:lnTo>
                <a:lnTo>
                  <a:pt x="594027" y="283597"/>
                </a:lnTo>
                <a:lnTo>
                  <a:pt x="585711" y="286826"/>
                </a:lnTo>
                <a:lnTo>
                  <a:pt x="577320" y="289979"/>
                </a:lnTo>
                <a:lnTo>
                  <a:pt x="568862" y="293065"/>
                </a:lnTo>
                <a:lnTo>
                  <a:pt x="560337" y="296075"/>
                </a:lnTo>
                <a:lnTo>
                  <a:pt x="551755" y="299018"/>
                </a:lnTo>
                <a:lnTo>
                  <a:pt x="543106" y="301895"/>
                </a:lnTo>
                <a:lnTo>
                  <a:pt x="534410" y="304695"/>
                </a:lnTo>
                <a:lnTo>
                  <a:pt x="525656" y="307429"/>
                </a:lnTo>
                <a:lnTo>
                  <a:pt x="516846" y="310086"/>
                </a:lnTo>
                <a:lnTo>
                  <a:pt x="507978" y="312687"/>
                </a:lnTo>
                <a:lnTo>
                  <a:pt x="499062" y="315211"/>
                </a:lnTo>
                <a:lnTo>
                  <a:pt x="490109" y="317668"/>
                </a:lnTo>
                <a:lnTo>
                  <a:pt x="481098" y="320059"/>
                </a:lnTo>
                <a:lnTo>
                  <a:pt x="472049" y="322383"/>
                </a:lnTo>
                <a:lnTo>
                  <a:pt x="462963" y="324641"/>
                </a:lnTo>
                <a:lnTo>
                  <a:pt x="453828" y="326831"/>
                </a:lnTo>
                <a:lnTo>
                  <a:pt x="444656" y="328955"/>
                </a:lnTo>
                <a:lnTo>
                  <a:pt x="435454" y="331022"/>
                </a:lnTo>
                <a:lnTo>
                  <a:pt x="426215" y="333023"/>
                </a:lnTo>
                <a:lnTo>
                  <a:pt x="416938" y="334956"/>
                </a:lnTo>
                <a:lnTo>
                  <a:pt x="407622" y="336833"/>
                </a:lnTo>
                <a:lnTo>
                  <a:pt x="398288" y="338642"/>
                </a:lnTo>
                <a:lnTo>
                  <a:pt x="388925" y="340395"/>
                </a:lnTo>
                <a:lnTo>
                  <a:pt x="379524" y="342081"/>
                </a:lnTo>
                <a:lnTo>
                  <a:pt x="370103" y="343719"/>
                </a:lnTo>
                <a:lnTo>
                  <a:pt x="360655" y="345291"/>
                </a:lnTo>
                <a:lnTo>
                  <a:pt x="351187" y="346805"/>
                </a:lnTo>
                <a:lnTo>
                  <a:pt x="341690" y="348263"/>
                </a:lnTo>
                <a:lnTo>
                  <a:pt x="332175" y="349663"/>
                </a:lnTo>
                <a:lnTo>
                  <a:pt x="322640" y="351015"/>
                </a:lnTo>
                <a:lnTo>
                  <a:pt x="313087" y="352301"/>
                </a:lnTo>
                <a:lnTo>
                  <a:pt x="303514" y="353539"/>
                </a:lnTo>
                <a:lnTo>
                  <a:pt x="293932" y="354730"/>
                </a:lnTo>
                <a:lnTo>
                  <a:pt x="284321" y="355854"/>
                </a:lnTo>
                <a:lnTo>
                  <a:pt x="274701" y="356940"/>
                </a:lnTo>
                <a:lnTo>
                  <a:pt x="265071" y="357969"/>
                </a:lnTo>
                <a:lnTo>
                  <a:pt x="255422" y="358940"/>
                </a:lnTo>
                <a:lnTo>
                  <a:pt x="245764" y="359874"/>
                </a:lnTo>
                <a:lnTo>
                  <a:pt x="236087" y="360750"/>
                </a:lnTo>
                <a:lnTo>
                  <a:pt x="226409" y="361579"/>
                </a:lnTo>
                <a:lnTo>
                  <a:pt x="216713" y="362369"/>
                </a:lnTo>
                <a:lnTo>
                  <a:pt x="207016" y="363103"/>
                </a:lnTo>
                <a:lnTo>
                  <a:pt x="197310" y="363798"/>
                </a:lnTo>
                <a:lnTo>
                  <a:pt x="187585" y="364436"/>
                </a:lnTo>
                <a:lnTo>
                  <a:pt x="177860" y="365036"/>
                </a:lnTo>
                <a:lnTo>
                  <a:pt x="168135" y="365598"/>
                </a:lnTo>
                <a:lnTo>
                  <a:pt x="158391" y="366103"/>
                </a:lnTo>
                <a:lnTo>
                  <a:pt x="148657" y="366579"/>
                </a:lnTo>
                <a:lnTo>
                  <a:pt x="138903" y="367008"/>
                </a:lnTo>
                <a:lnTo>
                  <a:pt x="129149" y="367389"/>
                </a:lnTo>
                <a:lnTo>
                  <a:pt x="119396" y="367732"/>
                </a:lnTo>
                <a:lnTo>
                  <a:pt x="109642" y="368036"/>
                </a:lnTo>
                <a:lnTo>
                  <a:pt x="99879" y="368303"/>
                </a:lnTo>
                <a:lnTo>
                  <a:pt x="90107" y="368532"/>
                </a:lnTo>
                <a:lnTo>
                  <a:pt x="80343" y="368713"/>
                </a:lnTo>
                <a:lnTo>
                  <a:pt x="70571" y="368865"/>
                </a:lnTo>
                <a:lnTo>
                  <a:pt x="60808" y="368979"/>
                </a:lnTo>
                <a:lnTo>
                  <a:pt x="51035" y="369046"/>
                </a:lnTo>
                <a:lnTo>
                  <a:pt x="41262" y="369084"/>
                </a:lnTo>
                <a:lnTo>
                  <a:pt x="31490" y="369094"/>
                </a:lnTo>
                <a:lnTo>
                  <a:pt x="21727" y="369056"/>
                </a:lnTo>
                <a:lnTo>
                  <a:pt x="11954" y="368989"/>
                </a:lnTo>
                <a:lnTo>
                  <a:pt x="2181" y="368884"/>
                </a:lnTo>
                <a:lnTo>
                  <a:pt x="0" y="368789"/>
                </a:lnTo>
                <a:lnTo>
                  <a:pt x="9773" y="368637"/>
                </a:lnTo>
                <a:lnTo>
                  <a:pt x="19526" y="368379"/>
                </a:lnTo>
                <a:lnTo>
                  <a:pt x="29289" y="368036"/>
                </a:lnTo>
                <a:lnTo>
                  <a:pt x="39033" y="367627"/>
                </a:lnTo>
                <a:lnTo>
                  <a:pt x="48778" y="367141"/>
                </a:lnTo>
                <a:lnTo>
                  <a:pt x="58512" y="366598"/>
                </a:lnTo>
                <a:lnTo>
                  <a:pt x="68228" y="365979"/>
                </a:lnTo>
                <a:lnTo>
                  <a:pt x="77943" y="365293"/>
                </a:lnTo>
                <a:lnTo>
                  <a:pt x="87640" y="364550"/>
                </a:lnTo>
                <a:lnTo>
                  <a:pt x="97326" y="363741"/>
                </a:lnTo>
                <a:lnTo>
                  <a:pt x="107004" y="362864"/>
                </a:lnTo>
                <a:lnTo>
                  <a:pt x="116662" y="361931"/>
                </a:lnTo>
                <a:lnTo>
                  <a:pt x="126302" y="360921"/>
                </a:lnTo>
                <a:lnTo>
                  <a:pt x="135922" y="359855"/>
                </a:lnTo>
                <a:lnTo>
                  <a:pt x="145523" y="358711"/>
                </a:lnTo>
                <a:lnTo>
                  <a:pt x="155105" y="357502"/>
                </a:lnTo>
                <a:lnTo>
                  <a:pt x="164659" y="356225"/>
                </a:lnTo>
                <a:lnTo>
                  <a:pt x="174193" y="354882"/>
                </a:lnTo>
                <a:lnTo>
                  <a:pt x="183709" y="353463"/>
                </a:lnTo>
                <a:lnTo>
                  <a:pt x="193186" y="351968"/>
                </a:lnTo>
                <a:lnTo>
                  <a:pt x="202635" y="350396"/>
                </a:lnTo>
                <a:lnTo>
                  <a:pt x="212046" y="348748"/>
                </a:lnTo>
                <a:lnTo>
                  <a:pt x="221428" y="347024"/>
                </a:lnTo>
                <a:lnTo>
                  <a:pt x="230772" y="345215"/>
                </a:lnTo>
                <a:lnTo>
                  <a:pt x="240068" y="343329"/>
                </a:lnTo>
                <a:lnTo>
                  <a:pt x="249326" y="341347"/>
                </a:lnTo>
                <a:lnTo>
                  <a:pt x="258528" y="339290"/>
                </a:lnTo>
                <a:lnTo>
                  <a:pt x="267691" y="337137"/>
                </a:lnTo>
                <a:lnTo>
                  <a:pt x="276787" y="334889"/>
                </a:lnTo>
                <a:lnTo>
                  <a:pt x="285826" y="332556"/>
                </a:lnTo>
                <a:lnTo>
                  <a:pt x="294799" y="330117"/>
                </a:lnTo>
                <a:lnTo>
                  <a:pt x="303705" y="327574"/>
                </a:lnTo>
                <a:lnTo>
                  <a:pt x="312534" y="324936"/>
                </a:lnTo>
                <a:lnTo>
                  <a:pt x="321278" y="322193"/>
                </a:lnTo>
                <a:lnTo>
                  <a:pt x="329936" y="319345"/>
                </a:lnTo>
                <a:lnTo>
                  <a:pt x="338509" y="316382"/>
                </a:lnTo>
                <a:lnTo>
                  <a:pt x="346967" y="313306"/>
                </a:lnTo>
                <a:lnTo>
                  <a:pt x="355330" y="310115"/>
                </a:lnTo>
                <a:lnTo>
                  <a:pt x="363569" y="306800"/>
                </a:lnTo>
                <a:lnTo>
                  <a:pt x="371675" y="303371"/>
                </a:lnTo>
                <a:lnTo>
                  <a:pt x="379657" y="299818"/>
                </a:lnTo>
                <a:lnTo>
                  <a:pt x="387496" y="296132"/>
                </a:lnTo>
                <a:lnTo>
                  <a:pt x="395173" y="292322"/>
                </a:lnTo>
                <a:lnTo>
                  <a:pt x="402688" y="288388"/>
                </a:lnTo>
                <a:lnTo>
                  <a:pt x="410023" y="284321"/>
                </a:lnTo>
                <a:lnTo>
                  <a:pt x="417176" y="280130"/>
                </a:lnTo>
                <a:lnTo>
                  <a:pt x="424129" y="275806"/>
                </a:lnTo>
                <a:lnTo>
                  <a:pt x="430873" y="271348"/>
                </a:lnTo>
                <a:lnTo>
                  <a:pt x="437398" y="266757"/>
                </a:lnTo>
                <a:lnTo>
                  <a:pt x="443684" y="262042"/>
                </a:lnTo>
                <a:lnTo>
                  <a:pt x="449723" y="257204"/>
                </a:lnTo>
                <a:lnTo>
                  <a:pt x="455514" y="252241"/>
                </a:lnTo>
                <a:lnTo>
                  <a:pt x="461029" y="247164"/>
                </a:lnTo>
                <a:lnTo>
                  <a:pt x="466277" y="241964"/>
                </a:lnTo>
                <a:lnTo>
                  <a:pt x="471240" y="236658"/>
                </a:lnTo>
                <a:lnTo>
                  <a:pt x="475917" y="231248"/>
                </a:lnTo>
                <a:lnTo>
                  <a:pt x="480289" y="225743"/>
                </a:lnTo>
                <a:lnTo>
                  <a:pt x="484365" y="220151"/>
                </a:lnTo>
                <a:lnTo>
                  <a:pt x="488128" y="214465"/>
                </a:lnTo>
                <a:lnTo>
                  <a:pt x="491595" y="208702"/>
                </a:lnTo>
                <a:lnTo>
                  <a:pt x="494748" y="202873"/>
                </a:lnTo>
                <a:lnTo>
                  <a:pt x="497586" y="196987"/>
                </a:lnTo>
                <a:lnTo>
                  <a:pt x="500129" y="191033"/>
                </a:lnTo>
                <a:lnTo>
                  <a:pt x="502368" y="185042"/>
                </a:lnTo>
                <a:lnTo>
                  <a:pt x="504301" y="179003"/>
                </a:lnTo>
                <a:lnTo>
                  <a:pt x="505949" y="172936"/>
                </a:lnTo>
                <a:lnTo>
                  <a:pt x="507311" y="166840"/>
                </a:lnTo>
                <a:lnTo>
                  <a:pt x="508397" y="160715"/>
                </a:lnTo>
                <a:lnTo>
                  <a:pt x="509207" y="154581"/>
                </a:lnTo>
                <a:lnTo>
                  <a:pt x="509759" y="148428"/>
                </a:lnTo>
                <a:lnTo>
                  <a:pt x="510045" y="142275"/>
                </a:lnTo>
                <a:lnTo>
                  <a:pt x="510092" y="136112"/>
                </a:lnTo>
                <a:lnTo>
                  <a:pt x="509892" y="129959"/>
                </a:lnTo>
                <a:lnTo>
                  <a:pt x="509473" y="123806"/>
                </a:lnTo>
                <a:lnTo>
                  <a:pt x="508826" y="117662"/>
                </a:lnTo>
                <a:lnTo>
                  <a:pt x="517874" y="116148"/>
                </a:lnTo>
                <a:lnTo>
                  <a:pt x="527390" y="114776"/>
                </a:lnTo>
                <a:lnTo>
                  <a:pt x="536886" y="113309"/>
                </a:lnTo>
                <a:lnTo>
                  <a:pt x="546344" y="111766"/>
                </a:lnTo>
                <a:lnTo>
                  <a:pt x="555774" y="110147"/>
                </a:lnTo>
                <a:lnTo>
                  <a:pt x="565175" y="108471"/>
                </a:lnTo>
                <a:lnTo>
                  <a:pt x="574548" y="106737"/>
                </a:lnTo>
                <a:lnTo>
                  <a:pt x="583892" y="104937"/>
                </a:lnTo>
                <a:lnTo>
                  <a:pt x="593207" y="103070"/>
                </a:lnTo>
                <a:lnTo>
                  <a:pt x="602494" y="101155"/>
                </a:lnTo>
                <a:lnTo>
                  <a:pt x="611743" y="99174"/>
                </a:lnTo>
                <a:lnTo>
                  <a:pt x="620973" y="97136"/>
                </a:lnTo>
                <a:lnTo>
                  <a:pt x="630155" y="95050"/>
                </a:lnTo>
                <a:lnTo>
                  <a:pt x="639318" y="92897"/>
                </a:lnTo>
                <a:lnTo>
                  <a:pt x="648443" y="90697"/>
                </a:lnTo>
                <a:lnTo>
                  <a:pt x="657530" y="88430"/>
                </a:lnTo>
                <a:lnTo>
                  <a:pt x="666579" y="86116"/>
                </a:lnTo>
                <a:lnTo>
                  <a:pt x="675599" y="83734"/>
                </a:lnTo>
                <a:lnTo>
                  <a:pt x="684571" y="81305"/>
                </a:lnTo>
                <a:lnTo>
                  <a:pt x="693506" y="78810"/>
                </a:lnTo>
                <a:lnTo>
                  <a:pt x="702402" y="76257"/>
                </a:lnTo>
                <a:lnTo>
                  <a:pt x="711251" y="73647"/>
                </a:lnTo>
                <a:lnTo>
                  <a:pt x="720052" y="70980"/>
                </a:lnTo>
                <a:lnTo>
                  <a:pt x="728815" y="68247"/>
                </a:lnTo>
                <a:lnTo>
                  <a:pt x="737521" y="65456"/>
                </a:lnTo>
                <a:lnTo>
                  <a:pt x="746179" y="62608"/>
                </a:lnTo>
                <a:lnTo>
                  <a:pt x="754790" y="59693"/>
                </a:lnTo>
                <a:lnTo>
                  <a:pt x="763343" y="56712"/>
                </a:lnTo>
                <a:lnTo>
                  <a:pt x="771839" y="53673"/>
                </a:lnTo>
                <a:lnTo>
                  <a:pt x="780278" y="50568"/>
                </a:lnTo>
                <a:lnTo>
                  <a:pt x="788660" y="47396"/>
                </a:lnTo>
                <a:lnTo>
                  <a:pt x="796976" y="44167"/>
                </a:lnTo>
                <a:lnTo>
                  <a:pt x="805224" y="40862"/>
                </a:lnTo>
                <a:lnTo>
                  <a:pt x="813406" y="37500"/>
                </a:lnTo>
                <a:lnTo>
                  <a:pt x="821522" y="34061"/>
                </a:lnTo>
                <a:lnTo>
                  <a:pt x="829551" y="30556"/>
                </a:lnTo>
                <a:lnTo>
                  <a:pt x="837514" y="26984"/>
                </a:lnTo>
                <a:lnTo>
                  <a:pt x="845391" y="23346"/>
                </a:lnTo>
                <a:lnTo>
                  <a:pt x="853192" y="19631"/>
                </a:lnTo>
                <a:lnTo>
                  <a:pt x="860908" y="15850"/>
                </a:lnTo>
                <a:lnTo>
                  <a:pt x="868528" y="12002"/>
                </a:lnTo>
                <a:lnTo>
                  <a:pt x="876052" y="8068"/>
                </a:lnTo>
                <a:lnTo>
                  <a:pt x="883482" y="4067"/>
                </a:lnTo>
                <a:lnTo>
                  <a:pt x="890816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198D8E1D-F765-4EF6-B022-73DAFB25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4833" y="1260129"/>
            <a:ext cx="1805435" cy="25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0C997CC4-ACD2-4BC8-B738-1ED66521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598" y="1619098"/>
            <a:ext cx="1893541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ACF21C06-28B0-4168-A87F-C97F6BE0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379" y="1260129"/>
            <a:ext cx="1805435" cy="25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EAB3C989-52CC-4D79-A8F3-F375807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144" y="1619098"/>
            <a:ext cx="1893541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35946E3-0AE3-434F-9839-18CCF83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4833" y="2930576"/>
            <a:ext cx="1805435" cy="25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18B2511-03D6-490C-91BF-4FA08C6A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598" y="3289544"/>
            <a:ext cx="1893541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48E9B919-F390-429F-835A-0DFCEF1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4379" y="2930576"/>
            <a:ext cx="1805435" cy="25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8480A440-8A70-4CB8-A62C-F069EA7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144" y="3289544"/>
            <a:ext cx="1893541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AD52D64E-898D-4113-AC01-327F6E1B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9144" y="3582591"/>
            <a:ext cx="1893541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7A178023-E48D-4CFE-B6BD-34128F6A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1260129"/>
            <a:ext cx="322364" cy="25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15b734d414844">
            <a:extLst>
              <a:ext uri="{96DAC541-7B7A-43D3-8B79-37D633B846F1}">
                <asvg:svgBlip xmlns:asvg="http://schemas.microsoft.com/office/drawing/2016/SVG/main" r:embed="Rcedcae39dffa40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72993" y="1311326"/>
            <a:ext cx="146447" cy="146447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D096A963-2564-46BD-9ED4-277FCC23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1260129"/>
            <a:ext cx="322364" cy="25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0174f0d4b4f51">
            <a:extLst>
              <a:ext uri="{96DAC541-7B7A-43D3-8B79-37D633B846F1}">
                <asvg:svgBlip xmlns:asvg="http://schemas.microsoft.com/office/drawing/2016/SVG/main" r:embed="R0267cd20f52240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42530" y="1311326"/>
            <a:ext cx="146447" cy="146447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54EA4BA4-5426-4928-A6E0-9E102433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478" y="2930576"/>
            <a:ext cx="322364" cy="25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26fd3a8144117">
            <a:extLst>
              <a:ext uri="{96DAC541-7B7A-43D3-8B79-37D633B846F1}">
                <asvg:svgBlip xmlns:asvg="http://schemas.microsoft.com/office/drawing/2016/SVG/main" r:embed="R52516dc295a242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72993" y="2981773"/>
            <a:ext cx="146447" cy="146447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D5EDA41D-7FAF-4416-A3C2-01C4975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2015" y="2930576"/>
            <a:ext cx="322364" cy="256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7f95b59f34310">
            <a:extLst>
              <a:ext uri="{96DAC541-7B7A-43D3-8B79-37D633B846F1}">
                <asvg:svgBlip xmlns:asvg="http://schemas.microsoft.com/office/drawing/2016/SVG/main" r:embed="Rb97b38e21831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42530" y="2981773"/>
            <a:ext cx="146447" cy="146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60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2026-09-07T13:56:01.1950000Z</dcterms:created>
  <dcterms:modified xsi:type="dcterms:W3CDTF">2026-09-07T13:56:01.1950000Z</dcterms:modified>
</coreProperties>
</file>