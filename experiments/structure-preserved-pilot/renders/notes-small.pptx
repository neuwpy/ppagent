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30bca1a9148b5" /><Relationship Type="http://schemas.openxmlformats.org/officeDocument/2006/relationships/extended-properties" Target="/docProps/app.xml" Id="R4fd44d08749246bb" /><Relationship Type="http://schemas.openxmlformats.org/officeDocument/2006/relationships/officeDocument" Target="/ppt/presentation.xml" Id="R9e1672a577db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6693e2be74536"/>
  </p:sldMasterIdLst>
  <p:notesMasterIdLst>
    <p:notesMasterId xmlns:r="http://schemas.openxmlformats.org/officeDocument/2006/relationships" r:id="R903c0e32d6c44e1c"/>
  </p:notesMasterIdLst>
  <p:sldIdLst>
    <p:sldId xmlns:r="http://schemas.openxmlformats.org/officeDocument/2006/relationships" id="256" r:id="R8d61f471051941b9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53458af52942d7" /><Relationship Type="http://schemas.openxmlformats.org/officeDocument/2006/relationships/slideMaster" Target="/ppt/slideMasters/slideMaster1.xml" Id="R7116693e2be74536" /><Relationship Type="http://schemas.openxmlformats.org/officeDocument/2006/relationships/notesMaster" Target="/ppt/notesMasters/notesMaster1.xml" Id="R903c0e32d6c44e1c" /><Relationship Type="http://schemas.openxmlformats.org/officeDocument/2006/relationships/presProps" Target="/ppt/presProps.xml" Id="R667a9c38d4c54a85" /><Relationship Type="http://schemas.openxmlformats.org/officeDocument/2006/relationships/tableStyles" Target="/ppt/tableStyles.xml" Id="R3b0e685819ff4a55" /><Relationship Type="http://schemas.openxmlformats.org/officeDocument/2006/relationships/slide" Target="/ppt/slides/slide1.xml" Id="R8d61f471051941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d55c7ef514c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3e7d11a324265" /><Relationship Type="http://schemas.openxmlformats.org/officeDocument/2006/relationships/notesMaster" Target="/ppt/notesMasters/notesMaster1.xml" Id="R900de89e96c4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83f76d12c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14a8ae828462c" /><Relationship Type="http://schemas.openxmlformats.org/officeDocument/2006/relationships/slideLayout" Target="/ppt/slideLayouts/slideLayout1.xml" Id="R7a7cb3aa3b17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7cb3aa3b17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023b130284816" /><Relationship Type="http://schemas.openxmlformats.org/officeDocument/2006/relationships/image" Target="/ppt/media/image.png" Id="Rd34e12169ca54656" /><Relationship Type="http://schemas.openxmlformats.org/officeDocument/2006/relationships/image" Target="/ppt/media/image.svg" Id="R573a53bf126a4c4d" /><Relationship Type="http://schemas.openxmlformats.org/officeDocument/2006/relationships/image" Target="/ppt/media/image2.png" Id="R7364c0196e954dc5" /><Relationship Type="http://schemas.openxmlformats.org/officeDocument/2006/relationships/image" Target="/ppt/media/image2.svg" Id="Rf48a43ca98dd4164" /><Relationship Type="http://schemas.openxmlformats.org/officeDocument/2006/relationships/image" Target="/ppt/media/image3.png" Id="R18659460b0e54d6e" /><Relationship Type="http://schemas.openxmlformats.org/officeDocument/2006/relationships/image" Target="/ppt/media/image3.svg" Id="R403698aa45b34796" /><Relationship Type="http://schemas.openxmlformats.org/officeDocument/2006/relationships/image" Target="/ppt/media/image4.png" Id="R08f83f969b0d4ed1" /><Relationship Type="http://schemas.openxmlformats.org/officeDocument/2006/relationships/image" Target="/ppt/media/image4.svg" Id="R45304750cc1b41b7" /><Relationship Type="http://schemas.openxmlformats.org/officeDocument/2006/relationships/notesSlide" Target="/ppt/notesSlides/notesSlide1.xml" Id="Re870aa7d683846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921E62F2-3764-4F58-BB01-202751F2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F0D1540F-519D-4F95-B0B1-CC0FA5FA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9170ADBE-9CFC-459A-84BA-C80F6E1F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E0FB021-8326-43B0-80D1-8AF50DC5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6603446A-10A0-4597-B160-D96B4AF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41317622-79E4-4B64-B224-A7D7581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A225163-21E1-4442-BA8A-8E77FB6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4DE36198-F65D-40CA-8926-92C8988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149D4B0-AAC3-4DAF-BF3B-1ED594C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6E5134A-6A31-4CA7-841C-CEA3FBB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B7E11DA4-C60E-4097-8E43-5721108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7D92D1B7-5921-4B15-ADDF-D0B64838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7768C605-EF15-4BBD-A64D-45E9EB4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D16A5755-3EB3-4C1B-AB17-D230658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536FF41B-32D5-491B-8EEB-CE0D12C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E2445D3B-81E3-4DAF-BDB8-2DECE216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2935B76E-702B-462C-837A-954F366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316" y="226724"/>
            <a:ext cx="199504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110B3CC-FF2A-444A-A6E1-3F1DD206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623354"/>
            <a:ext cx="209222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0412880F-018C-4483-86D7-04B6C07B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670" y="226724"/>
            <a:ext cx="199504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9B2F3C5-3FDB-4D0D-A356-6906510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623354"/>
            <a:ext cx="2092223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DCA2D7BC-3FB8-4AB9-8D88-DB54AAF1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316" y="2072640"/>
            <a:ext cx="199504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1F38571-44B8-4046-8050-C5B11C6D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2469261"/>
            <a:ext cx="209222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F09F5A85-2C3C-49FD-B884-823ED8EB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670" y="2072640"/>
            <a:ext cx="199504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C1D25023-0933-47BC-83E2-B8C33FA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2469261"/>
            <a:ext cx="209222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FBB85CBD-7F7C-44A4-89B6-F90E36EC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2762307"/>
            <a:ext cx="209222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1448FBE-B8E1-4119-BE53-0F17AD1A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356149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e12169ca54656">
            <a:extLst>
              <a:ext uri="{96DAC541-7B7A-43D3-8B79-37D633B846F1}">
                <asvg:svgBlip xmlns:asvg="http://schemas.microsoft.com/office/drawing/2016/SVG/main" r:embed="R573a53bf126a4c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59178" y="283274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827AE15-BA19-4DBF-955E-7224774F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356149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4c0196e954dc5">
            <a:extLst>
              <a:ext uri="{96DAC541-7B7A-43D3-8B79-37D633B846F1}">
                <asvg:svgBlip xmlns:asvg="http://schemas.microsoft.com/office/drawing/2016/SVG/main" r:embed="Rf48a43ca98dd41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9523" y="283274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3537A7F-3667-478E-9AAD-B5934F2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356149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59460b0e54d6e">
            <a:extLst>
              <a:ext uri="{96DAC541-7B7A-43D3-8B79-37D633B846F1}">
                <asvg:svgBlip xmlns:asvg="http://schemas.microsoft.com/office/drawing/2016/SVG/main" r:embed="R403698aa45b347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59178" y="212919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EF98798E-E363-48DC-A56B-27E9F13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356149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83f969b0d4ed1">
            <a:extLst>
              <a:ext uri="{96DAC541-7B7A-43D3-8B79-37D633B846F1}">
                <asvg:svgBlip xmlns:asvg="http://schemas.microsoft.com/office/drawing/2016/SVG/main" r:embed="R45304750cc1b41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9523" y="2129190"/>
            <a:ext cx="161925" cy="161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75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2026-09-07T13:55:58.9560000Z</dcterms:created>
  <dcterms:modified xsi:type="dcterms:W3CDTF">2026-09-07T13:55:58.9560000Z</dcterms:modified>
</coreProperties>
</file>