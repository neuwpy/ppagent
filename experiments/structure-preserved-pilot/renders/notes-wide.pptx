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c4db71b314c2c" /><Relationship Type="http://schemas.openxmlformats.org/officeDocument/2006/relationships/extended-properties" Target="/docProps/app.xml" Id="R015efdc500874086" /><Relationship Type="http://schemas.openxmlformats.org/officeDocument/2006/relationships/officeDocument" Target="/ppt/presentation.xml" Id="R11f40446cc4e47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b57a20becb4a39"/>
  </p:sldMasterIdLst>
  <p:notesMasterIdLst>
    <p:notesMasterId xmlns:r="http://schemas.openxmlformats.org/officeDocument/2006/relationships" r:id="R0a53647317db485b"/>
  </p:notesMasterIdLst>
  <p:sldIdLst>
    <p:sldId xmlns:r="http://schemas.openxmlformats.org/officeDocument/2006/relationships" id="256" r:id="R1bb8908fa3ea43a8"/>
  </p:sldIdLst>
  <p:sldSz cx="12858750" cy="419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e50020cc5b468c" /><Relationship Type="http://schemas.openxmlformats.org/officeDocument/2006/relationships/slideMaster" Target="/ppt/slideMasters/slideMaster1.xml" Id="R8ab57a20becb4a39" /><Relationship Type="http://schemas.openxmlformats.org/officeDocument/2006/relationships/notesMaster" Target="/ppt/notesMasters/notesMaster1.xml" Id="R0a53647317db485b" /><Relationship Type="http://schemas.openxmlformats.org/officeDocument/2006/relationships/presProps" Target="/ppt/presProps.xml" Id="R3f6eb0975cf644d4" /><Relationship Type="http://schemas.openxmlformats.org/officeDocument/2006/relationships/tableStyles" Target="/ppt/tableStyles.xml" Id="R0ad265300b49419f" /><Relationship Type="http://schemas.openxmlformats.org/officeDocument/2006/relationships/slide" Target="/ppt/slides/slide1.xml" Id="R1bb8908fa3ea43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fbe10edd4541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d6b1cff9d34b7c" /><Relationship Type="http://schemas.openxmlformats.org/officeDocument/2006/relationships/notesMaster" Target="/ppt/notesMasters/notesMaster1.xml" Id="R5f85ed0766864d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ccd6e58ab49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f338e1b29344d4" /><Relationship Type="http://schemas.openxmlformats.org/officeDocument/2006/relationships/slideLayout" Target="/ppt/slideLayouts/slideLayout1.xml" Id="Rf03350005fec43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3350005fec43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4dabe94974688" /><Relationship Type="http://schemas.openxmlformats.org/officeDocument/2006/relationships/image" Target="/ppt/media/image.png" Id="R898d130bbd134940" /><Relationship Type="http://schemas.openxmlformats.org/officeDocument/2006/relationships/image" Target="/ppt/media/image.svg" Id="Re9c54a7d6b0e4d67" /><Relationship Type="http://schemas.openxmlformats.org/officeDocument/2006/relationships/image" Target="/ppt/media/image2.png" Id="R85ade962d2144e4b" /><Relationship Type="http://schemas.openxmlformats.org/officeDocument/2006/relationships/image" Target="/ppt/media/image2.svg" Id="R3be13b5d306b41e7" /><Relationship Type="http://schemas.openxmlformats.org/officeDocument/2006/relationships/image" Target="/ppt/media/image3.png" Id="R1e395f0b25504600" /><Relationship Type="http://schemas.openxmlformats.org/officeDocument/2006/relationships/image" Target="/ppt/media/image3.svg" Id="R201226d5e748440b" /><Relationship Type="http://schemas.openxmlformats.org/officeDocument/2006/relationships/image" Target="/ppt/media/image4.png" Id="R606d67ea78b445e0" /><Relationship Type="http://schemas.openxmlformats.org/officeDocument/2006/relationships/image" Target="/ppt/media/image4.svg" Id="R89fbc25455144975" /><Relationship Type="http://schemas.openxmlformats.org/officeDocument/2006/relationships/notesSlide" Target="/ppt/notesSlides/notesSlide1.xml" Id="R58cbff58c19040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B1954A2F-2AC1-45C1-B807-71E602BC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4046" y="1540697"/>
            <a:ext cx="2811561" cy="471097"/>
          </a:xfrm>
          <a:custGeom xmlns:a="http://schemas.openxmlformats.org/drawingml/2006/main">
            <a:pathLst>
              <a:path w="2811561" h="471097">
                <a:moveTo>
                  <a:pt x="2810685" y="0"/>
                </a:moveTo>
                <a:lnTo>
                  <a:pt x="2811561" y="17345"/>
                </a:lnTo>
                <a:lnTo>
                  <a:pt x="2811170" y="34709"/>
                </a:lnTo>
                <a:lnTo>
                  <a:pt x="2809808" y="52045"/>
                </a:lnTo>
                <a:lnTo>
                  <a:pt x="2807541" y="69342"/>
                </a:lnTo>
                <a:lnTo>
                  <a:pt x="2804408" y="86592"/>
                </a:lnTo>
                <a:lnTo>
                  <a:pt x="2800407" y="103765"/>
                </a:lnTo>
                <a:lnTo>
                  <a:pt x="2795530" y="120844"/>
                </a:lnTo>
                <a:lnTo>
                  <a:pt x="2789787" y="137827"/>
                </a:lnTo>
                <a:lnTo>
                  <a:pt x="2783148" y="154667"/>
                </a:lnTo>
                <a:lnTo>
                  <a:pt x="2775595" y="171364"/>
                </a:lnTo>
                <a:lnTo>
                  <a:pt x="2767108" y="187881"/>
                </a:lnTo>
                <a:lnTo>
                  <a:pt x="2757678" y="204187"/>
                </a:lnTo>
                <a:lnTo>
                  <a:pt x="2747267" y="220256"/>
                </a:lnTo>
                <a:lnTo>
                  <a:pt x="2735875" y="236058"/>
                </a:lnTo>
                <a:lnTo>
                  <a:pt x="2723483" y="251555"/>
                </a:lnTo>
                <a:lnTo>
                  <a:pt x="2710072" y="266719"/>
                </a:lnTo>
                <a:lnTo>
                  <a:pt x="2695642" y="281502"/>
                </a:lnTo>
                <a:lnTo>
                  <a:pt x="2680192" y="295875"/>
                </a:lnTo>
                <a:lnTo>
                  <a:pt x="2663733" y="309791"/>
                </a:lnTo>
                <a:lnTo>
                  <a:pt x="2646283" y="323212"/>
                </a:lnTo>
                <a:lnTo>
                  <a:pt x="2627852" y="336118"/>
                </a:lnTo>
                <a:lnTo>
                  <a:pt x="2608488" y="348453"/>
                </a:lnTo>
                <a:lnTo>
                  <a:pt x="2588219" y="360207"/>
                </a:lnTo>
                <a:lnTo>
                  <a:pt x="2567102" y="371342"/>
                </a:lnTo>
                <a:lnTo>
                  <a:pt x="2545175" y="381848"/>
                </a:lnTo>
                <a:lnTo>
                  <a:pt x="2522515" y="391706"/>
                </a:lnTo>
                <a:lnTo>
                  <a:pt x="2499170" y="400907"/>
                </a:lnTo>
                <a:lnTo>
                  <a:pt x="2475195" y="409451"/>
                </a:lnTo>
                <a:lnTo>
                  <a:pt x="2450668" y="417347"/>
                </a:lnTo>
                <a:lnTo>
                  <a:pt x="2425637" y="424586"/>
                </a:lnTo>
                <a:lnTo>
                  <a:pt x="2400167" y="431187"/>
                </a:lnTo>
                <a:lnTo>
                  <a:pt x="2374316" y="437159"/>
                </a:lnTo>
                <a:lnTo>
                  <a:pt x="2348122" y="442541"/>
                </a:lnTo>
                <a:lnTo>
                  <a:pt x="2321652" y="447323"/>
                </a:lnTo>
                <a:lnTo>
                  <a:pt x="2294944" y="451552"/>
                </a:lnTo>
                <a:lnTo>
                  <a:pt x="2268036" y="455228"/>
                </a:lnTo>
                <a:lnTo>
                  <a:pt x="2240956" y="458391"/>
                </a:lnTo>
                <a:lnTo>
                  <a:pt x="2213743" y="461058"/>
                </a:lnTo>
                <a:lnTo>
                  <a:pt x="2186416" y="463248"/>
                </a:lnTo>
                <a:lnTo>
                  <a:pt x="2159022" y="464982"/>
                </a:lnTo>
                <a:lnTo>
                  <a:pt x="2131562" y="466277"/>
                </a:lnTo>
                <a:lnTo>
                  <a:pt x="2104034" y="466896"/>
                </a:lnTo>
                <a:lnTo>
                  <a:pt x="2076507" y="467297"/>
                </a:lnTo>
                <a:lnTo>
                  <a:pt x="2048970" y="467630"/>
                </a:lnTo>
                <a:lnTo>
                  <a:pt x="2021434" y="467897"/>
                </a:lnTo>
                <a:lnTo>
                  <a:pt x="1993897" y="468144"/>
                </a:lnTo>
                <a:lnTo>
                  <a:pt x="1966351" y="468363"/>
                </a:lnTo>
                <a:lnTo>
                  <a:pt x="1938814" y="468563"/>
                </a:lnTo>
                <a:lnTo>
                  <a:pt x="1911277" y="468744"/>
                </a:lnTo>
                <a:lnTo>
                  <a:pt x="1883740" y="468906"/>
                </a:lnTo>
                <a:lnTo>
                  <a:pt x="1856203" y="469068"/>
                </a:lnTo>
                <a:lnTo>
                  <a:pt x="1828657" y="469211"/>
                </a:lnTo>
                <a:lnTo>
                  <a:pt x="1801120" y="469354"/>
                </a:lnTo>
                <a:lnTo>
                  <a:pt x="1773584" y="469487"/>
                </a:lnTo>
                <a:lnTo>
                  <a:pt x="1746047" y="469602"/>
                </a:lnTo>
                <a:lnTo>
                  <a:pt x="1718500" y="469725"/>
                </a:lnTo>
                <a:lnTo>
                  <a:pt x="1690964" y="469830"/>
                </a:lnTo>
                <a:lnTo>
                  <a:pt x="1663427" y="469935"/>
                </a:lnTo>
                <a:lnTo>
                  <a:pt x="1635881" y="470040"/>
                </a:lnTo>
                <a:lnTo>
                  <a:pt x="1608344" y="470125"/>
                </a:lnTo>
                <a:lnTo>
                  <a:pt x="1580807" y="470211"/>
                </a:lnTo>
                <a:lnTo>
                  <a:pt x="1553261" y="470297"/>
                </a:lnTo>
                <a:lnTo>
                  <a:pt x="1525724" y="470373"/>
                </a:lnTo>
                <a:lnTo>
                  <a:pt x="1498187" y="470449"/>
                </a:lnTo>
                <a:lnTo>
                  <a:pt x="1470641" y="470525"/>
                </a:lnTo>
                <a:lnTo>
                  <a:pt x="1443104" y="470583"/>
                </a:lnTo>
                <a:lnTo>
                  <a:pt x="1415567" y="470649"/>
                </a:lnTo>
                <a:lnTo>
                  <a:pt x="1388021" y="470706"/>
                </a:lnTo>
                <a:lnTo>
                  <a:pt x="1360484" y="470764"/>
                </a:lnTo>
                <a:lnTo>
                  <a:pt x="1332948" y="470802"/>
                </a:lnTo>
                <a:lnTo>
                  <a:pt x="1305401" y="470849"/>
                </a:lnTo>
                <a:lnTo>
                  <a:pt x="1277864" y="470897"/>
                </a:lnTo>
                <a:lnTo>
                  <a:pt x="1250318" y="470926"/>
                </a:lnTo>
                <a:lnTo>
                  <a:pt x="1222781" y="470964"/>
                </a:lnTo>
                <a:lnTo>
                  <a:pt x="1195245" y="470992"/>
                </a:lnTo>
                <a:lnTo>
                  <a:pt x="1167698" y="471021"/>
                </a:lnTo>
                <a:lnTo>
                  <a:pt x="1140162" y="471040"/>
                </a:lnTo>
                <a:lnTo>
                  <a:pt x="1112625" y="471059"/>
                </a:lnTo>
                <a:lnTo>
                  <a:pt x="1085078" y="471078"/>
                </a:lnTo>
                <a:lnTo>
                  <a:pt x="1057542" y="471078"/>
                </a:lnTo>
                <a:lnTo>
                  <a:pt x="1030005" y="471087"/>
                </a:lnTo>
                <a:lnTo>
                  <a:pt x="1002459" y="471097"/>
                </a:lnTo>
                <a:lnTo>
                  <a:pt x="974922" y="471087"/>
                </a:lnTo>
                <a:lnTo>
                  <a:pt x="947376" y="471078"/>
                </a:lnTo>
                <a:lnTo>
                  <a:pt x="919839" y="471068"/>
                </a:lnTo>
                <a:lnTo>
                  <a:pt x="892302" y="471059"/>
                </a:lnTo>
                <a:lnTo>
                  <a:pt x="864756" y="471040"/>
                </a:lnTo>
                <a:lnTo>
                  <a:pt x="837219" y="471011"/>
                </a:lnTo>
                <a:lnTo>
                  <a:pt x="809682" y="470992"/>
                </a:lnTo>
                <a:lnTo>
                  <a:pt x="782136" y="470954"/>
                </a:lnTo>
                <a:lnTo>
                  <a:pt x="754599" y="470906"/>
                </a:lnTo>
                <a:lnTo>
                  <a:pt x="727062" y="470868"/>
                </a:lnTo>
                <a:lnTo>
                  <a:pt x="699516" y="470821"/>
                </a:lnTo>
                <a:lnTo>
                  <a:pt x="671979" y="470764"/>
                </a:lnTo>
                <a:lnTo>
                  <a:pt x="644442" y="470697"/>
                </a:lnTo>
                <a:lnTo>
                  <a:pt x="616896" y="470640"/>
                </a:lnTo>
                <a:lnTo>
                  <a:pt x="589359" y="470554"/>
                </a:lnTo>
                <a:lnTo>
                  <a:pt x="561823" y="470478"/>
                </a:lnTo>
                <a:lnTo>
                  <a:pt x="534276" y="470392"/>
                </a:lnTo>
                <a:lnTo>
                  <a:pt x="506740" y="470297"/>
                </a:lnTo>
                <a:lnTo>
                  <a:pt x="479203" y="470192"/>
                </a:lnTo>
                <a:lnTo>
                  <a:pt x="451656" y="470078"/>
                </a:lnTo>
                <a:lnTo>
                  <a:pt x="424120" y="469954"/>
                </a:lnTo>
                <a:lnTo>
                  <a:pt x="396583" y="469811"/>
                </a:lnTo>
                <a:lnTo>
                  <a:pt x="369037" y="469668"/>
                </a:lnTo>
                <a:lnTo>
                  <a:pt x="341500" y="469506"/>
                </a:lnTo>
                <a:lnTo>
                  <a:pt x="313963" y="469325"/>
                </a:lnTo>
                <a:lnTo>
                  <a:pt x="286426" y="469135"/>
                </a:lnTo>
                <a:lnTo>
                  <a:pt x="258890" y="468925"/>
                </a:lnTo>
                <a:lnTo>
                  <a:pt x="231353" y="468687"/>
                </a:lnTo>
                <a:lnTo>
                  <a:pt x="203816" y="468430"/>
                </a:lnTo>
                <a:lnTo>
                  <a:pt x="176279" y="468144"/>
                </a:lnTo>
                <a:lnTo>
                  <a:pt x="148742" y="467811"/>
                </a:lnTo>
                <a:lnTo>
                  <a:pt x="121206" y="467439"/>
                </a:lnTo>
                <a:lnTo>
                  <a:pt x="93678" y="466992"/>
                </a:lnTo>
                <a:lnTo>
                  <a:pt x="66151" y="466449"/>
                </a:lnTo>
                <a:lnTo>
                  <a:pt x="38633" y="465744"/>
                </a:lnTo>
                <a:lnTo>
                  <a:pt x="11154" y="464610"/>
                </a:lnTo>
                <a:lnTo>
                  <a:pt x="5105" y="450504"/>
                </a:lnTo>
                <a:lnTo>
                  <a:pt x="4743" y="433149"/>
                </a:lnTo>
                <a:lnTo>
                  <a:pt x="4382" y="415785"/>
                </a:lnTo>
                <a:lnTo>
                  <a:pt x="4010" y="398431"/>
                </a:lnTo>
                <a:lnTo>
                  <a:pt x="3648" y="381076"/>
                </a:lnTo>
                <a:lnTo>
                  <a:pt x="3286" y="363712"/>
                </a:lnTo>
                <a:lnTo>
                  <a:pt x="2915" y="346358"/>
                </a:lnTo>
                <a:lnTo>
                  <a:pt x="2553" y="329003"/>
                </a:lnTo>
                <a:lnTo>
                  <a:pt x="2191" y="311639"/>
                </a:lnTo>
                <a:lnTo>
                  <a:pt x="1819" y="294284"/>
                </a:lnTo>
                <a:lnTo>
                  <a:pt x="1457" y="276930"/>
                </a:lnTo>
                <a:lnTo>
                  <a:pt x="1095" y="259566"/>
                </a:lnTo>
                <a:lnTo>
                  <a:pt x="733" y="242211"/>
                </a:lnTo>
                <a:lnTo>
                  <a:pt x="362" y="224857"/>
                </a:lnTo>
                <a:lnTo>
                  <a:pt x="0" y="207493"/>
                </a:lnTo>
                <a:lnTo>
                  <a:pt x="10106" y="196139"/>
                </a:lnTo>
                <a:lnTo>
                  <a:pt x="37567" y="194882"/>
                </a:lnTo>
                <a:lnTo>
                  <a:pt x="65056" y="193815"/>
                </a:lnTo>
                <a:lnTo>
                  <a:pt x="92564" y="192929"/>
                </a:lnTo>
                <a:lnTo>
                  <a:pt x="120082" y="192205"/>
                </a:lnTo>
                <a:lnTo>
                  <a:pt x="147609" y="191624"/>
                </a:lnTo>
                <a:lnTo>
                  <a:pt x="175136" y="191176"/>
                </a:lnTo>
                <a:lnTo>
                  <a:pt x="202673" y="190843"/>
                </a:lnTo>
                <a:lnTo>
                  <a:pt x="230210" y="190624"/>
                </a:lnTo>
                <a:lnTo>
                  <a:pt x="257747" y="190500"/>
                </a:lnTo>
                <a:lnTo>
                  <a:pt x="285293" y="190462"/>
                </a:lnTo>
                <a:lnTo>
                  <a:pt x="312830" y="190510"/>
                </a:lnTo>
                <a:lnTo>
                  <a:pt x="340366" y="190633"/>
                </a:lnTo>
                <a:lnTo>
                  <a:pt x="367903" y="190833"/>
                </a:lnTo>
                <a:lnTo>
                  <a:pt x="395440" y="191091"/>
                </a:lnTo>
                <a:lnTo>
                  <a:pt x="422977" y="191414"/>
                </a:lnTo>
                <a:lnTo>
                  <a:pt x="450513" y="191786"/>
                </a:lnTo>
                <a:lnTo>
                  <a:pt x="478041" y="192215"/>
                </a:lnTo>
                <a:lnTo>
                  <a:pt x="505577" y="192691"/>
                </a:lnTo>
                <a:lnTo>
                  <a:pt x="533105" y="193215"/>
                </a:lnTo>
                <a:lnTo>
                  <a:pt x="560632" y="193777"/>
                </a:lnTo>
                <a:lnTo>
                  <a:pt x="588150" y="194377"/>
                </a:lnTo>
                <a:lnTo>
                  <a:pt x="615677" y="195005"/>
                </a:lnTo>
                <a:lnTo>
                  <a:pt x="643195" y="195672"/>
                </a:lnTo>
                <a:lnTo>
                  <a:pt x="670712" y="196377"/>
                </a:lnTo>
                <a:lnTo>
                  <a:pt x="698230" y="197101"/>
                </a:lnTo>
                <a:lnTo>
                  <a:pt x="725738" y="197844"/>
                </a:lnTo>
                <a:lnTo>
                  <a:pt x="753256" y="198625"/>
                </a:lnTo>
                <a:lnTo>
                  <a:pt x="780764" y="199415"/>
                </a:lnTo>
                <a:lnTo>
                  <a:pt x="808272" y="200225"/>
                </a:lnTo>
                <a:lnTo>
                  <a:pt x="835790" y="201054"/>
                </a:lnTo>
                <a:lnTo>
                  <a:pt x="863289" y="201901"/>
                </a:lnTo>
                <a:lnTo>
                  <a:pt x="890797" y="202759"/>
                </a:lnTo>
                <a:lnTo>
                  <a:pt x="918305" y="203625"/>
                </a:lnTo>
                <a:lnTo>
                  <a:pt x="945813" y="204502"/>
                </a:lnTo>
                <a:lnTo>
                  <a:pt x="973312" y="205397"/>
                </a:lnTo>
                <a:lnTo>
                  <a:pt x="1000820" y="206283"/>
                </a:lnTo>
                <a:lnTo>
                  <a:pt x="1028319" y="207188"/>
                </a:lnTo>
                <a:lnTo>
                  <a:pt x="1055827" y="208083"/>
                </a:lnTo>
                <a:lnTo>
                  <a:pt x="1083326" y="208988"/>
                </a:lnTo>
                <a:lnTo>
                  <a:pt x="1110834" y="209883"/>
                </a:lnTo>
                <a:lnTo>
                  <a:pt x="1138333" y="210779"/>
                </a:lnTo>
                <a:lnTo>
                  <a:pt x="1165841" y="211674"/>
                </a:lnTo>
                <a:lnTo>
                  <a:pt x="1193340" y="212569"/>
                </a:lnTo>
                <a:lnTo>
                  <a:pt x="1220848" y="213455"/>
                </a:lnTo>
                <a:lnTo>
                  <a:pt x="1248356" y="214332"/>
                </a:lnTo>
                <a:lnTo>
                  <a:pt x="1275855" y="215189"/>
                </a:lnTo>
                <a:lnTo>
                  <a:pt x="1303363" y="216046"/>
                </a:lnTo>
                <a:lnTo>
                  <a:pt x="1330871" y="216875"/>
                </a:lnTo>
                <a:lnTo>
                  <a:pt x="1358379" y="217703"/>
                </a:lnTo>
                <a:lnTo>
                  <a:pt x="1385897" y="218513"/>
                </a:lnTo>
                <a:lnTo>
                  <a:pt x="1413405" y="219294"/>
                </a:lnTo>
                <a:lnTo>
                  <a:pt x="1440923" y="220056"/>
                </a:lnTo>
                <a:lnTo>
                  <a:pt x="1468431" y="220799"/>
                </a:lnTo>
                <a:lnTo>
                  <a:pt x="1495949" y="221513"/>
                </a:lnTo>
                <a:lnTo>
                  <a:pt x="1523467" y="222190"/>
                </a:lnTo>
                <a:lnTo>
                  <a:pt x="1550994" y="222847"/>
                </a:lnTo>
                <a:lnTo>
                  <a:pt x="1578512" y="223466"/>
                </a:lnTo>
                <a:lnTo>
                  <a:pt x="1606039" y="224038"/>
                </a:lnTo>
                <a:lnTo>
                  <a:pt x="1633566" y="224580"/>
                </a:lnTo>
                <a:lnTo>
                  <a:pt x="1661093" y="225076"/>
                </a:lnTo>
                <a:lnTo>
                  <a:pt x="1688630" y="225523"/>
                </a:lnTo>
                <a:lnTo>
                  <a:pt x="1716157" y="225923"/>
                </a:lnTo>
                <a:lnTo>
                  <a:pt x="1743694" y="226257"/>
                </a:lnTo>
                <a:lnTo>
                  <a:pt x="1771231" y="226543"/>
                </a:lnTo>
                <a:lnTo>
                  <a:pt x="1798768" y="226752"/>
                </a:lnTo>
                <a:lnTo>
                  <a:pt x="1826304" y="226895"/>
                </a:lnTo>
                <a:lnTo>
                  <a:pt x="1853851" y="226962"/>
                </a:lnTo>
                <a:lnTo>
                  <a:pt x="1881388" y="226952"/>
                </a:lnTo>
                <a:lnTo>
                  <a:pt x="1908924" y="226838"/>
                </a:lnTo>
                <a:lnTo>
                  <a:pt x="1936471" y="226628"/>
                </a:lnTo>
                <a:lnTo>
                  <a:pt x="1963998" y="226314"/>
                </a:lnTo>
                <a:lnTo>
                  <a:pt x="1991535" y="225866"/>
                </a:lnTo>
                <a:lnTo>
                  <a:pt x="2019062" y="225295"/>
                </a:lnTo>
                <a:lnTo>
                  <a:pt x="2046570" y="224571"/>
                </a:lnTo>
                <a:lnTo>
                  <a:pt x="2074078" y="223676"/>
                </a:lnTo>
                <a:lnTo>
                  <a:pt x="2101567" y="222599"/>
                </a:lnTo>
                <a:lnTo>
                  <a:pt x="2129028" y="221304"/>
                </a:lnTo>
                <a:lnTo>
                  <a:pt x="2156460" y="219770"/>
                </a:lnTo>
                <a:lnTo>
                  <a:pt x="2183854" y="217961"/>
                </a:lnTo>
                <a:lnTo>
                  <a:pt x="2211181" y="215827"/>
                </a:lnTo>
                <a:lnTo>
                  <a:pt x="2238432" y="213303"/>
                </a:lnTo>
                <a:lnTo>
                  <a:pt x="2265559" y="210322"/>
                </a:lnTo>
                <a:lnTo>
                  <a:pt x="2292515" y="206769"/>
                </a:lnTo>
                <a:lnTo>
                  <a:pt x="2319214" y="202511"/>
                </a:lnTo>
                <a:lnTo>
                  <a:pt x="2345493" y="197329"/>
                </a:lnTo>
                <a:lnTo>
                  <a:pt x="2371068" y="190910"/>
                </a:lnTo>
                <a:lnTo>
                  <a:pt x="2395366" y="182766"/>
                </a:lnTo>
                <a:lnTo>
                  <a:pt x="2417074" y="172136"/>
                </a:lnTo>
                <a:lnTo>
                  <a:pt x="2433295" y="158220"/>
                </a:lnTo>
                <a:lnTo>
                  <a:pt x="2439829" y="141484"/>
                </a:lnTo>
                <a:lnTo>
                  <a:pt x="2458288" y="132788"/>
                </a:lnTo>
                <a:lnTo>
                  <a:pt x="2484206" y="126921"/>
                </a:lnTo>
                <a:lnTo>
                  <a:pt x="2509771" y="120472"/>
                </a:lnTo>
                <a:lnTo>
                  <a:pt x="2535012" y="113519"/>
                </a:lnTo>
                <a:lnTo>
                  <a:pt x="2559920" y="106118"/>
                </a:lnTo>
                <a:lnTo>
                  <a:pt x="2584504" y="98298"/>
                </a:lnTo>
                <a:lnTo>
                  <a:pt x="2608755" y="90068"/>
                </a:lnTo>
                <a:lnTo>
                  <a:pt x="2632672" y="81467"/>
                </a:lnTo>
                <a:lnTo>
                  <a:pt x="2656237" y="72485"/>
                </a:lnTo>
                <a:lnTo>
                  <a:pt x="2679449" y="63141"/>
                </a:lnTo>
                <a:lnTo>
                  <a:pt x="2702300" y="53454"/>
                </a:lnTo>
                <a:lnTo>
                  <a:pt x="2724769" y="43415"/>
                </a:lnTo>
                <a:lnTo>
                  <a:pt x="2746858" y="33042"/>
                </a:lnTo>
                <a:lnTo>
                  <a:pt x="2768546" y="22346"/>
                </a:lnTo>
                <a:lnTo>
                  <a:pt x="2789825" y="11325"/>
                </a:lnTo>
                <a:lnTo>
                  <a:pt x="281068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E8CA7414-7A20-4AC4-AD4E-537B5F55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3817" y="238420"/>
            <a:ext cx="2810913" cy="1771802"/>
          </a:xfrm>
          <a:custGeom xmlns:a="http://schemas.openxmlformats.org/drawingml/2006/main">
            <a:pathLst>
              <a:path w="2810913" h="1771802">
                <a:moveTo>
                  <a:pt x="0" y="1771802"/>
                </a:moveTo>
                <a:lnTo>
                  <a:pt x="45129" y="1771802"/>
                </a:lnTo>
                <a:lnTo>
                  <a:pt x="90268" y="1771802"/>
                </a:lnTo>
                <a:lnTo>
                  <a:pt x="135398" y="1771802"/>
                </a:lnTo>
                <a:lnTo>
                  <a:pt x="180527" y="1771802"/>
                </a:lnTo>
                <a:lnTo>
                  <a:pt x="225657" y="1771802"/>
                </a:lnTo>
                <a:lnTo>
                  <a:pt x="270796" y="1771802"/>
                </a:lnTo>
                <a:lnTo>
                  <a:pt x="315925" y="1771802"/>
                </a:lnTo>
                <a:lnTo>
                  <a:pt x="361055" y="1771802"/>
                </a:lnTo>
                <a:lnTo>
                  <a:pt x="406194" y="1771802"/>
                </a:lnTo>
                <a:lnTo>
                  <a:pt x="451323" y="1771802"/>
                </a:lnTo>
                <a:lnTo>
                  <a:pt x="496453" y="1771802"/>
                </a:lnTo>
                <a:lnTo>
                  <a:pt x="541592" y="1771802"/>
                </a:lnTo>
                <a:lnTo>
                  <a:pt x="586721" y="1771802"/>
                </a:lnTo>
                <a:lnTo>
                  <a:pt x="631850" y="1771802"/>
                </a:lnTo>
                <a:lnTo>
                  <a:pt x="676980" y="1771802"/>
                </a:lnTo>
                <a:lnTo>
                  <a:pt x="722119" y="1771802"/>
                </a:lnTo>
                <a:lnTo>
                  <a:pt x="767248" y="1771802"/>
                </a:lnTo>
                <a:lnTo>
                  <a:pt x="812378" y="1771802"/>
                </a:lnTo>
                <a:lnTo>
                  <a:pt x="857517" y="1771802"/>
                </a:lnTo>
                <a:lnTo>
                  <a:pt x="902646" y="1771802"/>
                </a:lnTo>
                <a:lnTo>
                  <a:pt x="947776" y="1771802"/>
                </a:lnTo>
                <a:lnTo>
                  <a:pt x="992915" y="1771802"/>
                </a:lnTo>
                <a:lnTo>
                  <a:pt x="1038044" y="1771802"/>
                </a:lnTo>
                <a:lnTo>
                  <a:pt x="1083173" y="1771802"/>
                </a:lnTo>
                <a:lnTo>
                  <a:pt x="1128303" y="1771802"/>
                </a:lnTo>
                <a:lnTo>
                  <a:pt x="1173442" y="1771802"/>
                </a:lnTo>
                <a:lnTo>
                  <a:pt x="1218571" y="1771802"/>
                </a:lnTo>
                <a:lnTo>
                  <a:pt x="1263701" y="1771802"/>
                </a:lnTo>
                <a:lnTo>
                  <a:pt x="1308840" y="1771802"/>
                </a:lnTo>
                <a:lnTo>
                  <a:pt x="1353969" y="1771802"/>
                </a:lnTo>
                <a:lnTo>
                  <a:pt x="1399099" y="1771802"/>
                </a:lnTo>
                <a:lnTo>
                  <a:pt x="1444238" y="1771802"/>
                </a:lnTo>
                <a:lnTo>
                  <a:pt x="1489367" y="1771802"/>
                </a:lnTo>
                <a:lnTo>
                  <a:pt x="1534497" y="1771802"/>
                </a:lnTo>
                <a:lnTo>
                  <a:pt x="1579626" y="1771802"/>
                </a:lnTo>
                <a:lnTo>
                  <a:pt x="1624765" y="1771802"/>
                </a:lnTo>
                <a:lnTo>
                  <a:pt x="1669894" y="1771802"/>
                </a:lnTo>
                <a:lnTo>
                  <a:pt x="1715024" y="1771802"/>
                </a:lnTo>
                <a:lnTo>
                  <a:pt x="1760163" y="1771802"/>
                </a:lnTo>
                <a:lnTo>
                  <a:pt x="1805292" y="1771802"/>
                </a:lnTo>
                <a:lnTo>
                  <a:pt x="1850422" y="1771802"/>
                </a:lnTo>
                <a:lnTo>
                  <a:pt x="1895113" y="1768592"/>
                </a:lnTo>
                <a:lnTo>
                  <a:pt x="1939547" y="1763620"/>
                </a:lnTo>
                <a:lnTo>
                  <a:pt x="1983981" y="1758658"/>
                </a:lnTo>
                <a:lnTo>
                  <a:pt x="2028425" y="1753686"/>
                </a:lnTo>
                <a:lnTo>
                  <a:pt x="2072859" y="1748714"/>
                </a:lnTo>
                <a:lnTo>
                  <a:pt x="2117303" y="1743742"/>
                </a:lnTo>
                <a:lnTo>
                  <a:pt x="2161737" y="1738779"/>
                </a:lnTo>
                <a:lnTo>
                  <a:pt x="2206181" y="1733807"/>
                </a:lnTo>
                <a:lnTo>
                  <a:pt x="2240099" y="1716405"/>
                </a:lnTo>
                <a:lnTo>
                  <a:pt x="2271417" y="1695917"/>
                </a:lnTo>
                <a:lnTo>
                  <a:pt x="2302735" y="1675428"/>
                </a:lnTo>
                <a:lnTo>
                  <a:pt x="2334054" y="1654950"/>
                </a:lnTo>
                <a:lnTo>
                  <a:pt x="2365372" y="1634461"/>
                </a:lnTo>
                <a:lnTo>
                  <a:pt x="2396681" y="1613983"/>
                </a:lnTo>
                <a:lnTo>
                  <a:pt x="2427999" y="1593494"/>
                </a:lnTo>
                <a:lnTo>
                  <a:pt x="2459317" y="1573006"/>
                </a:lnTo>
                <a:lnTo>
                  <a:pt x="2490635" y="1552527"/>
                </a:lnTo>
                <a:lnTo>
                  <a:pt x="2521953" y="1532039"/>
                </a:lnTo>
                <a:lnTo>
                  <a:pt x="2553272" y="1511551"/>
                </a:lnTo>
                <a:lnTo>
                  <a:pt x="2584590" y="1491072"/>
                </a:lnTo>
                <a:lnTo>
                  <a:pt x="2615908" y="1470584"/>
                </a:lnTo>
                <a:lnTo>
                  <a:pt x="2647217" y="1450096"/>
                </a:lnTo>
                <a:lnTo>
                  <a:pt x="2678535" y="1429617"/>
                </a:lnTo>
                <a:lnTo>
                  <a:pt x="2709853" y="1409129"/>
                </a:lnTo>
                <a:lnTo>
                  <a:pt x="2741171" y="1388640"/>
                </a:lnTo>
                <a:lnTo>
                  <a:pt x="2772489" y="1368161"/>
                </a:lnTo>
                <a:lnTo>
                  <a:pt x="2803808" y="1347673"/>
                </a:lnTo>
                <a:lnTo>
                  <a:pt x="2810913" y="1321032"/>
                </a:lnTo>
                <a:lnTo>
                  <a:pt x="2810913" y="1292590"/>
                </a:lnTo>
                <a:lnTo>
                  <a:pt x="2810913" y="1264139"/>
                </a:lnTo>
                <a:lnTo>
                  <a:pt x="2810913" y="1235688"/>
                </a:lnTo>
                <a:lnTo>
                  <a:pt x="2810913" y="1207246"/>
                </a:lnTo>
                <a:lnTo>
                  <a:pt x="2810913" y="1178795"/>
                </a:lnTo>
                <a:lnTo>
                  <a:pt x="2810913" y="1150344"/>
                </a:lnTo>
                <a:lnTo>
                  <a:pt x="2810913" y="1121902"/>
                </a:lnTo>
                <a:lnTo>
                  <a:pt x="2810913" y="1093451"/>
                </a:lnTo>
                <a:lnTo>
                  <a:pt x="2810913" y="1065000"/>
                </a:lnTo>
                <a:lnTo>
                  <a:pt x="2810913" y="1036549"/>
                </a:lnTo>
                <a:lnTo>
                  <a:pt x="2810913" y="1008107"/>
                </a:lnTo>
                <a:lnTo>
                  <a:pt x="2810913" y="979656"/>
                </a:lnTo>
                <a:lnTo>
                  <a:pt x="2810913" y="951205"/>
                </a:lnTo>
                <a:lnTo>
                  <a:pt x="2810913" y="922763"/>
                </a:lnTo>
                <a:lnTo>
                  <a:pt x="2810913" y="894312"/>
                </a:lnTo>
                <a:lnTo>
                  <a:pt x="2810913" y="865861"/>
                </a:lnTo>
                <a:lnTo>
                  <a:pt x="2810913" y="837419"/>
                </a:lnTo>
                <a:lnTo>
                  <a:pt x="2810913" y="808968"/>
                </a:lnTo>
                <a:lnTo>
                  <a:pt x="2810913" y="780517"/>
                </a:lnTo>
                <a:lnTo>
                  <a:pt x="2810913" y="752075"/>
                </a:lnTo>
                <a:lnTo>
                  <a:pt x="2810913" y="723624"/>
                </a:lnTo>
                <a:lnTo>
                  <a:pt x="2810913" y="695173"/>
                </a:lnTo>
                <a:lnTo>
                  <a:pt x="2810913" y="666731"/>
                </a:lnTo>
                <a:lnTo>
                  <a:pt x="2810913" y="638280"/>
                </a:lnTo>
                <a:lnTo>
                  <a:pt x="2810913" y="609829"/>
                </a:lnTo>
                <a:lnTo>
                  <a:pt x="2810913" y="581387"/>
                </a:lnTo>
                <a:lnTo>
                  <a:pt x="2810913" y="552936"/>
                </a:lnTo>
                <a:lnTo>
                  <a:pt x="2810913" y="524485"/>
                </a:lnTo>
                <a:lnTo>
                  <a:pt x="2810913" y="496043"/>
                </a:lnTo>
                <a:lnTo>
                  <a:pt x="2810913" y="467592"/>
                </a:lnTo>
                <a:lnTo>
                  <a:pt x="2810913" y="439141"/>
                </a:lnTo>
                <a:lnTo>
                  <a:pt x="2810913" y="410689"/>
                </a:lnTo>
                <a:lnTo>
                  <a:pt x="2810913" y="382248"/>
                </a:lnTo>
                <a:lnTo>
                  <a:pt x="2810913" y="353797"/>
                </a:lnTo>
                <a:lnTo>
                  <a:pt x="2810913" y="325345"/>
                </a:lnTo>
                <a:lnTo>
                  <a:pt x="2810913" y="296904"/>
                </a:lnTo>
                <a:lnTo>
                  <a:pt x="2810913" y="268453"/>
                </a:lnTo>
                <a:lnTo>
                  <a:pt x="2810913" y="240001"/>
                </a:lnTo>
                <a:lnTo>
                  <a:pt x="2810913" y="211560"/>
                </a:lnTo>
                <a:lnTo>
                  <a:pt x="2810913" y="183109"/>
                </a:lnTo>
                <a:lnTo>
                  <a:pt x="2810913" y="154657"/>
                </a:lnTo>
                <a:lnTo>
                  <a:pt x="2810913" y="126216"/>
                </a:lnTo>
                <a:lnTo>
                  <a:pt x="2810913" y="97765"/>
                </a:lnTo>
                <a:lnTo>
                  <a:pt x="2810913" y="69313"/>
                </a:lnTo>
                <a:lnTo>
                  <a:pt x="2810913" y="40872"/>
                </a:lnTo>
                <a:lnTo>
                  <a:pt x="2810913" y="12421"/>
                </a:lnTo>
                <a:lnTo>
                  <a:pt x="2785491" y="0"/>
                </a:lnTo>
                <a:lnTo>
                  <a:pt x="2740352" y="0"/>
                </a:lnTo>
                <a:lnTo>
                  <a:pt x="2695223" y="0"/>
                </a:lnTo>
                <a:lnTo>
                  <a:pt x="2650093" y="0"/>
                </a:lnTo>
                <a:lnTo>
                  <a:pt x="2604964" y="0"/>
                </a:lnTo>
                <a:lnTo>
                  <a:pt x="2559825" y="0"/>
                </a:lnTo>
                <a:lnTo>
                  <a:pt x="2514695" y="0"/>
                </a:lnTo>
                <a:lnTo>
                  <a:pt x="2469566" y="0"/>
                </a:lnTo>
                <a:lnTo>
                  <a:pt x="2424427" y="0"/>
                </a:lnTo>
                <a:lnTo>
                  <a:pt x="2379297" y="0"/>
                </a:lnTo>
                <a:lnTo>
                  <a:pt x="2334168" y="0"/>
                </a:lnTo>
                <a:lnTo>
                  <a:pt x="2289029" y="0"/>
                </a:lnTo>
                <a:lnTo>
                  <a:pt x="2243900" y="0"/>
                </a:lnTo>
                <a:lnTo>
                  <a:pt x="2198770" y="0"/>
                </a:lnTo>
                <a:lnTo>
                  <a:pt x="2153641" y="0"/>
                </a:lnTo>
                <a:lnTo>
                  <a:pt x="2108502" y="0"/>
                </a:lnTo>
                <a:lnTo>
                  <a:pt x="2063372" y="0"/>
                </a:lnTo>
                <a:lnTo>
                  <a:pt x="2018243" y="0"/>
                </a:lnTo>
                <a:lnTo>
                  <a:pt x="1973104" y="0"/>
                </a:lnTo>
                <a:lnTo>
                  <a:pt x="1927974" y="0"/>
                </a:lnTo>
                <a:lnTo>
                  <a:pt x="1882845" y="0"/>
                </a:lnTo>
                <a:lnTo>
                  <a:pt x="1837706" y="0"/>
                </a:lnTo>
                <a:lnTo>
                  <a:pt x="1792576" y="0"/>
                </a:lnTo>
                <a:lnTo>
                  <a:pt x="1747447" y="0"/>
                </a:lnTo>
                <a:lnTo>
                  <a:pt x="1702318" y="0"/>
                </a:lnTo>
                <a:lnTo>
                  <a:pt x="1657179" y="0"/>
                </a:lnTo>
                <a:lnTo>
                  <a:pt x="1612049" y="0"/>
                </a:lnTo>
                <a:lnTo>
                  <a:pt x="1566920" y="0"/>
                </a:lnTo>
                <a:lnTo>
                  <a:pt x="1521781" y="0"/>
                </a:lnTo>
                <a:lnTo>
                  <a:pt x="1476651" y="0"/>
                </a:lnTo>
                <a:lnTo>
                  <a:pt x="1431522" y="0"/>
                </a:lnTo>
                <a:lnTo>
                  <a:pt x="1386383" y="0"/>
                </a:lnTo>
                <a:lnTo>
                  <a:pt x="1341253" y="0"/>
                </a:lnTo>
                <a:lnTo>
                  <a:pt x="1296124" y="0"/>
                </a:lnTo>
                <a:lnTo>
                  <a:pt x="1250994" y="0"/>
                </a:lnTo>
                <a:lnTo>
                  <a:pt x="1205855" y="0"/>
                </a:lnTo>
                <a:lnTo>
                  <a:pt x="1160726" y="0"/>
                </a:lnTo>
                <a:lnTo>
                  <a:pt x="1115597" y="0"/>
                </a:lnTo>
                <a:lnTo>
                  <a:pt x="1070458" y="0"/>
                </a:lnTo>
                <a:lnTo>
                  <a:pt x="1025328" y="0"/>
                </a:lnTo>
                <a:lnTo>
                  <a:pt x="980199" y="0"/>
                </a:lnTo>
                <a:lnTo>
                  <a:pt x="935060" y="0"/>
                </a:lnTo>
                <a:lnTo>
                  <a:pt x="889930" y="0"/>
                </a:lnTo>
                <a:lnTo>
                  <a:pt x="844801" y="0"/>
                </a:lnTo>
                <a:lnTo>
                  <a:pt x="799671" y="0"/>
                </a:lnTo>
                <a:lnTo>
                  <a:pt x="754532" y="0"/>
                </a:lnTo>
                <a:lnTo>
                  <a:pt x="709403" y="0"/>
                </a:lnTo>
                <a:lnTo>
                  <a:pt x="664274" y="0"/>
                </a:lnTo>
                <a:lnTo>
                  <a:pt x="619135" y="0"/>
                </a:lnTo>
                <a:lnTo>
                  <a:pt x="574005" y="0"/>
                </a:lnTo>
                <a:lnTo>
                  <a:pt x="528876" y="0"/>
                </a:lnTo>
                <a:lnTo>
                  <a:pt x="483737" y="0"/>
                </a:lnTo>
                <a:lnTo>
                  <a:pt x="438607" y="0"/>
                </a:lnTo>
                <a:lnTo>
                  <a:pt x="393478" y="0"/>
                </a:lnTo>
                <a:lnTo>
                  <a:pt x="348348" y="0"/>
                </a:lnTo>
                <a:lnTo>
                  <a:pt x="303209" y="0"/>
                </a:lnTo>
                <a:lnTo>
                  <a:pt x="258080" y="0"/>
                </a:lnTo>
                <a:lnTo>
                  <a:pt x="212950" y="0"/>
                </a:lnTo>
                <a:lnTo>
                  <a:pt x="167811" y="0"/>
                </a:lnTo>
                <a:lnTo>
                  <a:pt x="122682" y="0"/>
                </a:lnTo>
                <a:lnTo>
                  <a:pt x="77553" y="0"/>
                </a:lnTo>
                <a:lnTo>
                  <a:pt x="32414" y="0"/>
                </a:lnTo>
                <a:lnTo>
                  <a:pt x="0" y="8011"/>
                </a:lnTo>
                <a:lnTo>
                  <a:pt x="0" y="36462"/>
                </a:lnTo>
                <a:lnTo>
                  <a:pt x="0" y="64913"/>
                </a:lnTo>
                <a:lnTo>
                  <a:pt x="0" y="93355"/>
                </a:lnTo>
                <a:lnTo>
                  <a:pt x="0" y="121806"/>
                </a:lnTo>
                <a:lnTo>
                  <a:pt x="0" y="150257"/>
                </a:lnTo>
                <a:lnTo>
                  <a:pt x="0" y="178699"/>
                </a:lnTo>
                <a:lnTo>
                  <a:pt x="0" y="207150"/>
                </a:lnTo>
                <a:lnTo>
                  <a:pt x="0" y="235601"/>
                </a:lnTo>
                <a:lnTo>
                  <a:pt x="0" y="264052"/>
                </a:lnTo>
                <a:lnTo>
                  <a:pt x="0" y="292494"/>
                </a:lnTo>
                <a:lnTo>
                  <a:pt x="0" y="320945"/>
                </a:lnTo>
                <a:lnTo>
                  <a:pt x="0" y="349396"/>
                </a:lnTo>
                <a:lnTo>
                  <a:pt x="0" y="377838"/>
                </a:lnTo>
                <a:lnTo>
                  <a:pt x="0" y="406289"/>
                </a:lnTo>
                <a:lnTo>
                  <a:pt x="0" y="434740"/>
                </a:lnTo>
                <a:lnTo>
                  <a:pt x="0" y="463182"/>
                </a:lnTo>
                <a:lnTo>
                  <a:pt x="0" y="491633"/>
                </a:lnTo>
                <a:lnTo>
                  <a:pt x="0" y="520084"/>
                </a:lnTo>
                <a:lnTo>
                  <a:pt x="0" y="548526"/>
                </a:lnTo>
                <a:lnTo>
                  <a:pt x="0" y="576977"/>
                </a:lnTo>
                <a:lnTo>
                  <a:pt x="0" y="605428"/>
                </a:lnTo>
                <a:lnTo>
                  <a:pt x="0" y="633870"/>
                </a:lnTo>
                <a:lnTo>
                  <a:pt x="0" y="662321"/>
                </a:lnTo>
                <a:lnTo>
                  <a:pt x="0" y="690772"/>
                </a:lnTo>
                <a:lnTo>
                  <a:pt x="0" y="719214"/>
                </a:lnTo>
                <a:lnTo>
                  <a:pt x="0" y="747665"/>
                </a:lnTo>
                <a:lnTo>
                  <a:pt x="0" y="776116"/>
                </a:lnTo>
                <a:lnTo>
                  <a:pt x="0" y="804558"/>
                </a:lnTo>
                <a:lnTo>
                  <a:pt x="0" y="833009"/>
                </a:lnTo>
                <a:lnTo>
                  <a:pt x="0" y="861460"/>
                </a:lnTo>
                <a:lnTo>
                  <a:pt x="0" y="889902"/>
                </a:lnTo>
                <a:lnTo>
                  <a:pt x="0" y="918353"/>
                </a:lnTo>
                <a:lnTo>
                  <a:pt x="0" y="946804"/>
                </a:lnTo>
                <a:lnTo>
                  <a:pt x="0" y="975255"/>
                </a:lnTo>
                <a:lnTo>
                  <a:pt x="0" y="1003697"/>
                </a:lnTo>
                <a:lnTo>
                  <a:pt x="0" y="1032148"/>
                </a:lnTo>
                <a:lnTo>
                  <a:pt x="0" y="1060599"/>
                </a:lnTo>
                <a:lnTo>
                  <a:pt x="0" y="1089041"/>
                </a:lnTo>
                <a:lnTo>
                  <a:pt x="0" y="1117492"/>
                </a:lnTo>
                <a:lnTo>
                  <a:pt x="0" y="1145943"/>
                </a:lnTo>
                <a:lnTo>
                  <a:pt x="0" y="1174385"/>
                </a:lnTo>
                <a:lnTo>
                  <a:pt x="0" y="1202836"/>
                </a:lnTo>
                <a:lnTo>
                  <a:pt x="0" y="1231287"/>
                </a:lnTo>
                <a:lnTo>
                  <a:pt x="0" y="1259729"/>
                </a:lnTo>
                <a:lnTo>
                  <a:pt x="0" y="1288180"/>
                </a:lnTo>
                <a:lnTo>
                  <a:pt x="0" y="1316631"/>
                </a:lnTo>
                <a:lnTo>
                  <a:pt x="0" y="1345073"/>
                </a:lnTo>
                <a:lnTo>
                  <a:pt x="0" y="1373524"/>
                </a:lnTo>
                <a:lnTo>
                  <a:pt x="0" y="1401975"/>
                </a:lnTo>
                <a:lnTo>
                  <a:pt x="0" y="1430417"/>
                </a:lnTo>
                <a:lnTo>
                  <a:pt x="0" y="1458868"/>
                </a:lnTo>
                <a:lnTo>
                  <a:pt x="0" y="1487319"/>
                </a:lnTo>
                <a:lnTo>
                  <a:pt x="0" y="1515770"/>
                </a:lnTo>
                <a:lnTo>
                  <a:pt x="0" y="1544212"/>
                </a:lnTo>
                <a:lnTo>
                  <a:pt x="0" y="1572663"/>
                </a:lnTo>
                <a:lnTo>
                  <a:pt x="0" y="1601114"/>
                </a:lnTo>
                <a:lnTo>
                  <a:pt x="0" y="1629556"/>
                </a:lnTo>
                <a:lnTo>
                  <a:pt x="0" y="1658007"/>
                </a:lnTo>
                <a:lnTo>
                  <a:pt x="0" y="1686458"/>
                </a:lnTo>
                <a:lnTo>
                  <a:pt x="0" y="1714900"/>
                </a:lnTo>
                <a:lnTo>
                  <a:pt x="0" y="1743351"/>
                </a:lnTo>
                <a:lnTo>
                  <a:pt x="0" y="17718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BFEC1733-F95F-4856-9209-3BD2BC00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3817" y="238420"/>
            <a:ext cx="2810913" cy="304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94FB4D3C-EA65-473F-BEE5-9AD91706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9106" y="1581445"/>
            <a:ext cx="1035625" cy="429101"/>
          </a:xfrm>
          <a:custGeom xmlns:a="http://schemas.openxmlformats.org/drawingml/2006/main">
            <a:pathLst>
              <a:path w="1035625" h="429101">
                <a:moveTo>
                  <a:pt x="1035625" y="0"/>
                </a:moveTo>
                <a:lnTo>
                  <a:pt x="1034396" y="7115"/>
                </a:lnTo>
                <a:lnTo>
                  <a:pt x="1032777" y="14202"/>
                </a:lnTo>
                <a:lnTo>
                  <a:pt x="1030891" y="21269"/>
                </a:lnTo>
                <a:lnTo>
                  <a:pt x="1028757" y="28299"/>
                </a:lnTo>
                <a:lnTo>
                  <a:pt x="1026414" y="35309"/>
                </a:lnTo>
                <a:lnTo>
                  <a:pt x="1023871" y="42281"/>
                </a:lnTo>
                <a:lnTo>
                  <a:pt x="1021137" y="49235"/>
                </a:lnTo>
                <a:lnTo>
                  <a:pt x="1018203" y="56150"/>
                </a:lnTo>
                <a:lnTo>
                  <a:pt x="1015098" y="63036"/>
                </a:lnTo>
                <a:lnTo>
                  <a:pt x="1011822" y="69894"/>
                </a:lnTo>
                <a:lnTo>
                  <a:pt x="1008364" y="76714"/>
                </a:lnTo>
                <a:lnTo>
                  <a:pt x="1004735" y="83496"/>
                </a:lnTo>
                <a:lnTo>
                  <a:pt x="1000944" y="90249"/>
                </a:lnTo>
                <a:lnTo>
                  <a:pt x="996982" y="96955"/>
                </a:lnTo>
                <a:lnTo>
                  <a:pt x="992857" y="103632"/>
                </a:lnTo>
                <a:lnTo>
                  <a:pt x="988571" y="110261"/>
                </a:lnTo>
                <a:lnTo>
                  <a:pt x="984123" y="116853"/>
                </a:lnTo>
                <a:lnTo>
                  <a:pt x="979522" y="123396"/>
                </a:lnTo>
                <a:lnTo>
                  <a:pt x="974760" y="129902"/>
                </a:lnTo>
                <a:lnTo>
                  <a:pt x="969835" y="136350"/>
                </a:lnTo>
                <a:lnTo>
                  <a:pt x="964759" y="142751"/>
                </a:lnTo>
                <a:lnTo>
                  <a:pt x="959529" y="149114"/>
                </a:lnTo>
                <a:lnTo>
                  <a:pt x="954138" y="155419"/>
                </a:lnTo>
                <a:lnTo>
                  <a:pt x="948604" y="161668"/>
                </a:lnTo>
                <a:lnTo>
                  <a:pt x="942908" y="167859"/>
                </a:lnTo>
                <a:lnTo>
                  <a:pt x="937070" y="174003"/>
                </a:lnTo>
                <a:lnTo>
                  <a:pt x="931078" y="180089"/>
                </a:lnTo>
                <a:lnTo>
                  <a:pt x="924944" y="186119"/>
                </a:lnTo>
                <a:lnTo>
                  <a:pt x="918658" y="192081"/>
                </a:lnTo>
                <a:lnTo>
                  <a:pt x="912228" y="197987"/>
                </a:lnTo>
                <a:lnTo>
                  <a:pt x="905656" y="203825"/>
                </a:lnTo>
                <a:lnTo>
                  <a:pt x="898941" y="209598"/>
                </a:lnTo>
                <a:lnTo>
                  <a:pt x="892083" y="215303"/>
                </a:lnTo>
                <a:lnTo>
                  <a:pt x="885092" y="220951"/>
                </a:lnTo>
                <a:lnTo>
                  <a:pt x="877957" y="226524"/>
                </a:lnTo>
                <a:lnTo>
                  <a:pt x="870690" y="232019"/>
                </a:lnTo>
                <a:lnTo>
                  <a:pt x="863279" y="237449"/>
                </a:lnTo>
                <a:lnTo>
                  <a:pt x="855745" y="242811"/>
                </a:lnTo>
                <a:lnTo>
                  <a:pt x="848087" y="248098"/>
                </a:lnTo>
                <a:lnTo>
                  <a:pt x="840296" y="253308"/>
                </a:lnTo>
                <a:lnTo>
                  <a:pt x="832380" y="258442"/>
                </a:lnTo>
                <a:lnTo>
                  <a:pt x="824332" y="263500"/>
                </a:lnTo>
                <a:lnTo>
                  <a:pt x="816178" y="268481"/>
                </a:lnTo>
                <a:lnTo>
                  <a:pt x="807891" y="273387"/>
                </a:lnTo>
                <a:lnTo>
                  <a:pt x="799500" y="278206"/>
                </a:lnTo>
                <a:lnTo>
                  <a:pt x="790985" y="282950"/>
                </a:lnTo>
                <a:lnTo>
                  <a:pt x="782364" y="287607"/>
                </a:lnTo>
                <a:lnTo>
                  <a:pt x="773640" y="292189"/>
                </a:lnTo>
                <a:lnTo>
                  <a:pt x="764800" y="296694"/>
                </a:lnTo>
                <a:lnTo>
                  <a:pt x="755856" y="301104"/>
                </a:lnTo>
                <a:lnTo>
                  <a:pt x="746817" y="305448"/>
                </a:lnTo>
                <a:lnTo>
                  <a:pt x="737673" y="309696"/>
                </a:lnTo>
                <a:lnTo>
                  <a:pt x="728443" y="313868"/>
                </a:lnTo>
                <a:lnTo>
                  <a:pt x="719118" y="317954"/>
                </a:lnTo>
                <a:lnTo>
                  <a:pt x="709698" y="321955"/>
                </a:lnTo>
                <a:lnTo>
                  <a:pt x="700192" y="325869"/>
                </a:lnTo>
                <a:lnTo>
                  <a:pt x="690591" y="329708"/>
                </a:lnTo>
                <a:lnTo>
                  <a:pt x="680923" y="333461"/>
                </a:lnTo>
                <a:lnTo>
                  <a:pt x="671170" y="337128"/>
                </a:lnTo>
                <a:lnTo>
                  <a:pt x="661330" y="340719"/>
                </a:lnTo>
                <a:lnTo>
                  <a:pt x="651424" y="344224"/>
                </a:lnTo>
                <a:lnTo>
                  <a:pt x="641452" y="347643"/>
                </a:lnTo>
                <a:lnTo>
                  <a:pt x="631403" y="350977"/>
                </a:lnTo>
                <a:lnTo>
                  <a:pt x="621287" y="354235"/>
                </a:lnTo>
                <a:lnTo>
                  <a:pt x="611105" y="357416"/>
                </a:lnTo>
                <a:lnTo>
                  <a:pt x="600856" y="360512"/>
                </a:lnTo>
                <a:lnTo>
                  <a:pt x="590560" y="363522"/>
                </a:lnTo>
                <a:lnTo>
                  <a:pt x="580196" y="366465"/>
                </a:lnTo>
                <a:lnTo>
                  <a:pt x="569786" y="369322"/>
                </a:lnTo>
                <a:lnTo>
                  <a:pt x="559308" y="372094"/>
                </a:lnTo>
                <a:lnTo>
                  <a:pt x="548792" y="374799"/>
                </a:lnTo>
                <a:lnTo>
                  <a:pt x="538220" y="377428"/>
                </a:lnTo>
                <a:lnTo>
                  <a:pt x="527609" y="379971"/>
                </a:lnTo>
                <a:lnTo>
                  <a:pt x="516941" y="382448"/>
                </a:lnTo>
                <a:lnTo>
                  <a:pt x="506244" y="384839"/>
                </a:lnTo>
                <a:lnTo>
                  <a:pt x="495500" y="387163"/>
                </a:lnTo>
                <a:lnTo>
                  <a:pt x="484708" y="389420"/>
                </a:lnTo>
                <a:lnTo>
                  <a:pt x="473888" y="391592"/>
                </a:lnTo>
                <a:lnTo>
                  <a:pt x="463039" y="393706"/>
                </a:lnTo>
                <a:lnTo>
                  <a:pt x="452142" y="395735"/>
                </a:lnTo>
                <a:lnTo>
                  <a:pt x="441217" y="397707"/>
                </a:lnTo>
                <a:lnTo>
                  <a:pt x="430263" y="399602"/>
                </a:lnTo>
                <a:lnTo>
                  <a:pt x="419281" y="401431"/>
                </a:lnTo>
                <a:lnTo>
                  <a:pt x="408270" y="403193"/>
                </a:lnTo>
                <a:lnTo>
                  <a:pt x="397240" y="404889"/>
                </a:lnTo>
                <a:lnTo>
                  <a:pt x="386172" y="406517"/>
                </a:lnTo>
                <a:lnTo>
                  <a:pt x="375095" y="408089"/>
                </a:lnTo>
                <a:lnTo>
                  <a:pt x="363988" y="409585"/>
                </a:lnTo>
                <a:lnTo>
                  <a:pt x="352854" y="411023"/>
                </a:lnTo>
                <a:lnTo>
                  <a:pt x="341709" y="412404"/>
                </a:lnTo>
                <a:lnTo>
                  <a:pt x="330546" y="413718"/>
                </a:lnTo>
                <a:lnTo>
                  <a:pt x="319364" y="414976"/>
                </a:lnTo>
                <a:lnTo>
                  <a:pt x="308162" y="416166"/>
                </a:lnTo>
                <a:lnTo>
                  <a:pt x="296942" y="417309"/>
                </a:lnTo>
                <a:lnTo>
                  <a:pt x="285712" y="418386"/>
                </a:lnTo>
                <a:lnTo>
                  <a:pt x="274472" y="419405"/>
                </a:lnTo>
                <a:lnTo>
                  <a:pt x="263214" y="420376"/>
                </a:lnTo>
                <a:lnTo>
                  <a:pt x="251946" y="421281"/>
                </a:lnTo>
                <a:lnTo>
                  <a:pt x="240668" y="422138"/>
                </a:lnTo>
                <a:lnTo>
                  <a:pt x="229381" y="422948"/>
                </a:lnTo>
                <a:lnTo>
                  <a:pt x="218084" y="423691"/>
                </a:lnTo>
                <a:lnTo>
                  <a:pt x="206778" y="424396"/>
                </a:lnTo>
                <a:lnTo>
                  <a:pt x="195463" y="425044"/>
                </a:lnTo>
                <a:lnTo>
                  <a:pt x="184147" y="425634"/>
                </a:lnTo>
                <a:lnTo>
                  <a:pt x="172822" y="426177"/>
                </a:lnTo>
                <a:lnTo>
                  <a:pt x="161487" y="426682"/>
                </a:lnTo>
                <a:lnTo>
                  <a:pt x="150152" y="427130"/>
                </a:lnTo>
                <a:lnTo>
                  <a:pt x="138808" y="427530"/>
                </a:lnTo>
                <a:lnTo>
                  <a:pt x="127464" y="427882"/>
                </a:lnTo>
                <a:lnTo>
                  <a:pt x="116110" y="428187"/>
                </a:lnTo>
                <a:lnTo>
                  <a:pt x="104756" y="428454"/>
                </a:lnTo>
                <a:lnTo>
                  <a:pt x="93402" y="428673"/>
                </a:lnTo>
                <a:lnTo>
                  <a:pt x="82048" y="428844"/>
                </a:lnTo>
                <a:lnTo>
                  <a:pt x="70695" y="428968"/>
                </a:lnTo>
                <a:lnTo>
                  <a:pt x="59331" y="429054"/>
                </a:lnTo>
                <a:lnTo>
                  <a:pt x="47968" y="429101"/>
                </a:lnTo>
                <a:lnTo>
                  <a:pt x="36614" y="429101"/>
                </a:lnTo>
                <a:lnTo>
                  <a:pt x="25251" y="429063"/>
                </a:lnTo>
                <a:lnTo>
                  <a:pt x="13897" y="428987"/>
                </a:lnTo>
                <a:lnTo>
                  <a:pt x="2534" y="428863"/>
                </a:lnTo>
                <a:lnTo>
                  <a:pt x="0" y="428749"/>
                </a:lnTo>
                <a:lnTo>
                  <a:pt x="11354" y="428577"/>
                </a:lnTo>
                <a:lnTo>
                  <a:pt x="22708" y="428273"/>
                </a:lnTo>
                <a:lnTo>
                  <a:pt x="34052" y="427882"/>
                </a:lnTo>
                <a:lnTo>
                  <a:pt x="45387" y="427406"/>
                </a:lnTo>
                <a:lnTo>
                  <a:pt x="56712" y="426844"/>
                </a:lnTo>
                <a:lnTo>
                  <a:pt x="68018" y="426206"/>
                </a:lnTo>
                <a:lnTo>
                  <a:pt x="79324" y="425491"/>
                </a:lnTo>
                <a:lnTo>
                  <a:pt x="90611" y="424691"/>
                </a:lnTo>
                <a:lnTo>
                  <a:pt x="101889" y="423824"/>
                </a:lnTo>
                <a:lnTo>
                  <a:pt x="113147" y="422881"/>
                </a:lnTo>
                <a:lnTo>
                  <a:pt x="124397" y="421872"/>
                </a:lnTo>
                <a:lnTo>
                  <a:pt x="135626" y="420776"/>
                </a:lnTo>
                <a:lnTo>
                  <a:pt x="146828" y="419605"/>
                </a:lnTo>
                <a:lnTo>
                  <a:pt x="158020" y="418367"/>
                </a:lnTo>
                <a:lnTo>
                  <a:pt x="169183" y="417043"/>
                </a:lnTo>
                <a:lnTo>
                  <a:pt x="180318" y="415633"/>
                </a:lnTo>
                <a:lnTo>
                  <a:pt x="191433" y="414147"/>
                </a:lnTo>
                <a:lnTo>
                  <a:pt x="202511" y="412585"/>
                </a:lnTo>
                <a:lnTo>
                  <a:pt x="213570" y="410928"/>
                </a:lnTo>
                <a:lnTo>
                  <a:pt x="224590" y="409194"/>
                </a:lnTo>
                <a:lnTo>
                  <a:pt x="235572" y="407365"/>
                </a:lnTo>
                <a:lnTo>
                  <a:pt x="246517" y="405451"/>
                </a:lnTo>
                <a:lnTo>
                  <a:pt x="257423" y="403450"/>
                </a:lnTo>
                <a:lnTo>
                  <a:pt x="268281" y="401345"/>
                </a:lnTo>
                <a:lnTo>
                  <a:pt x="279092" y="399145"/>
                </a:lnTo>
                <a:lnTo>
                  <a:pt x="289855" y="396850"/>
                </a:lnTo>
                <a:lnTo>
                  <a:pt x="300561" y="394459"/>
                </a:lnTo>
                <a:lnTo>
                  <a:pt x="311201" y="391954"/>
                </a:lnTo>
                <a:lnTo>
                  <a:pt x="321783" y="389344"/>
                </a:lnTo>
                <a:lnTo>
                  <a:pt x="332289" y="386620"/>
                </a:lnTo>
                <a:lnTo>
                  <a:pt x="342719" y="383791"/>
                </a:lnTo>
                <a:lnTo>
                  <a:pt x="353073" y="380838"/>
                </a:lnTo>
                <a:lnTo>
                  <a:pt x="363341" y="377771"/>
                </a:lnTo>
                <a:lnTo>
                  <a:pt x="373504" y="374580"/>
                </a:lnTo>
                <a:lnTo>
                  <a:pt x="383572" y="371265"/>
                </a:lnTo>
                <a:lnTo>
                  <a:pt x="393535" y="367827"/>
                </a:lnTo>
                <a:lnTo>
                  <a:pt x="403374" y="364246"/>
                </a:lnTo>
                <a:lnTo>
                  <a:pt x="413090" y="360540"/>
                </a:lnTo>
                <a:lnTo>
                  <a:pt x="422672" y="356683"/>
                </a:lnTo>
                <a:lnTo>
                  <a:pt x="432102" y="352701"/>
                </a:lnTo>
                <a:lnTo>
                  <a:pt x="441379" y="348567"/>
                </a:lnTo>
                <a:lnTo>
                  <a:pt x="450485" y="344281"/>
                </a:lnTo>
                <a:lnTo>
                  <a:pt x="459410" y="339862"/>
                </a:lnTo>
                <a:lnTo>
                  <a:pt x="468154" y="335280"/>
                </a:lnTo>
                <a:lnTo>
                  <a:pt x="476679" y="330556"/>
                </a:lnTo>
                <a:lnTo>
                  <a:pt x="484994" y="325679"/>
                </a:lnTo>
                <a:lnTo>
                  <a:pt x="493081" y="320650"/>
                </a:lnTo>
                <a:lnTo>
                  <a:pt x="500920" y="315468"/>
                </a:lnTo>
                <a:lnTo>
                  <a:pt x="508502" y="310134"/>
                </a:lnTo>
                <a:lnTo>
                  <a:pt x="515807" y="304648"/>
                </a:lnTo>
                <a:lnTo>
                  <a:pt x="522837" y="299028"/>
                </a:lnTo>
                <a:lnTo>
                  <a:pt x="529561" y="293256"/>
                </a:lnTo>
                <a:lnTo>
                  <a:pt x="535981" y="287350"/>
                </a:lnTo>
                <a:lnTo>
                  <a:pt x="542077" y="281311"/>
                </a:lnTo>
                <a:lnTo>
                  <a:pt x="547849" y="275139"/>
                </a:lnTo>
                <a:lnTo>
                  <a:pt x="553279" y="268853"/>
                </a:lnTo>
                <a:lnTo>
                  <a:pt x="558365" y="262452"/>
                </a:lnTo>
                <a:lnTo>
                  <a:pt x="563099" y="255946"/>
                </a:lnTo>
                <a:lnTo>
                  <a:pt x="567480" y="249336"/>
                </a:lnTo>
                <a:lnTo>
                  <a:pt x="571510" y="242640"/>
                </a:lnTo>
                <a:lnTo>
                  <a:pt x="575167" y="235868"/>
                </a:lnTo>
                <a:lnTo>
                  <a:pt x="578472" y="229010"/>
                </a:lnTo>
                <a:lnTo>
                  <a:pt x="581425" y="222104"/>
                </a:lnTo>
                <a:lnTo>
                  <a:pt x="584035" y="215132"/>
                </a:lnTo>
                <a:lnTo>
                  <a:pt x="586283" y="208112"/>
                </a:lnTo>
                <a:lnTo>
                  <a:pt x="588197" y="201054"/>
                </a:lnTo>
                <a:lnTo>
                  <a:pt x="589788" y="193967"/>
                </a:lnTo>
                <a:lnTo>
                  <a:pt x="591045" y="186852"/>
                </a:lnTo>
                <a:lnTo>
                  <a:pt x="591988" y="179718"/>
                </a:lnTo>
                <a:lnTo>
                  <a:pt x="592626" y="172564"/>
                </a:lnTo>
                <a:lnTo>
                  <a:pt x="592960" y="165411"/>
                </a:lnTo>
                <a:lnTo>
                  <a:pt x="593017" y="158248"/>
                </a:lnTo>
                <a:lnTo>
                  <a:pt x="592788" y="151086"/>
                </a:lnTo>
                <a:lnTo>
                  <a:pt x="592293" y="143932"/>
                </a:lnTo>
                <a:lnTo>
                  <a:pt x="591550" y="136789"/>
                </a:lnTo>
                <a:lnTo>
                  <a:pt x="602056" y="135036"/>
                </a:lnTo>
                <a:lnTo>
                  <a:pt x="613134" y="133436"/>
                </a:lnTo>
                <a:lnTo>
                  <a:pt x="624164" y="131731"/>
                </a:lnTo>
                <a:lnTo>
                  <a:pt x="635156" y="129940"/>
                </a:lnTo>
                <a:lnTo>
                  <a:pt x="646119" y="128064"/>
                </a:lnTo>
                <a:lnTo>
                  <a:pt x="657054" y="126111"/>
                </a:lnTo>
                <a:lnTo>
                  <a:pt x="667950" y="124092"/>
                </a:lnTo>
                <a:lnTo>
                  <a:pt x="678809" y="121996"/>
                </a:lnTo>
                <a:lnTo>
                  <a:pt x="689639" y="119834"/>
                </a:lnTo>
                <a:lnTo>
                  <a:pt x="700440" y="117596"/>
                </a:lnTo>
                <a:lnTo>
                  <a:pt x="711194" y="115300"/>
                </a:lnTo>
                <a:lnTo>
                  <a:pt x="721919" y="112938"/>
                </a:lnTo>
                <a:lnTo>
                  <a:pt x="732596" y="110500"/>
                </a:lnTo>
                <a:lnTo>
                  <a:pt x="743245" y="108004"/>
                </a:lnTo>
                <a:lnTo>
                  <a:pt x="753856" y="105442"/>
                </a:lnTo>
                <a:lnTo>
                  <a:pt x="764419" y="102813"/>
                </a:lnTo>
                <a:lnTo>
                  <a:pt x="774944" y="100117"/>
                </a:lnTo>
                <a:lnTo>
                  <a:pt x="785422" y="97355"/>
                </a:lnTo>
                <a:lnTo>
                  <a:pt x="795852" y="94517"/>
                </a:lnTo>
                <a:lnTo>
                  <a:pt x="806244" y="91621"/>
                </a:lnTo>
                <a:lnTo>
                  <a:pt x="816578" y="88659"/>
                </a:lnTo>
                <a:lnTo>
                  <a:pt x="826875" y="85620"/>
                </a:lnTo>
                <a:lnTo>
                  <a:pt x="837105" y="82515"/>
                </a:lnTo>
                <a:lnTo>
                  <a:pt x="847287" y="79343"/>
                </a:lnTo>
                <a:lnTo>
                  <a:pt x="857412" y="76095"/>
                </a:lnTo>
                <a:lnTo>
                  <a:pt x="867480" y="72781"/>
                </a:lnTo>
                <a:lnTo>
                  <a:pt x="877491" y="69399"/>
                </a:lnTo>
                <a:lnTo>
                  <a:pt x="887435" y="65932"/>
                </a:lnTo>
                <a:lnTo>
                  <a:pt x="897312" y="62398"/>
                </a:lnTo>
                <a:lnTo>
                  <a:pt x="907123" y="58788"/>
                </a:lnTo>
                <a:lnTo>
                  <a:pt x="916867" y="55102"/>
                </a:lnTo>
                <a:lnTo>
                  <a:pt x="926535" y="51349"/>
                </a:lnTo>
                <a:lnTo>
                  <a:pt x="936127" y="47511"/>
                </a:lnTo>
                <a:lnTo>
                  <a:pt x="945642" y="43596"/>
                </a:lnTo>
                <a:lnTo>
                  <a:pt x="955072" y="39605"/>
                </a:lnTo>
                <a:lnTo>
                  <a:pt x="964406" y="35528"/>
                </a:lnTo>
                <a:lnTo>
                  <a:pt x="973665" y="31375"/>
                </a:lnTo>
                <a:lnTo>
                  <a:pt x="982828" y="27146"/>
                </a:lnTo>
                <a:lnTo>
                  <a:pt x="991886" y="22831"/>
                </a:lnTo>
                <a:lnTo>
                  <a:pt x="1000858" y="18431"/>
                </a:lnTo>
                <a:lnTo>
                  <a:pt x="1009717" y="13945"/>
                </a:lnTo>
                <a:lnTo>
                  <a:pt x="1018470" y="9382"/>
                </a:lnTo>
                <a:lnTo>
                  <a:pt x="1027109" y="4734"/>
                </a:lnTo>
                <a:lnTo>
                  <a:pt x="1035625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CF6C4900-186E-46F5-8AB8-704FF814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791" y="1540697"/>
            <a:ext cx="2811561" cy="471097"/>
          </a:xfrm>
          <a:custGeom xmlns:a="http://schemas.openxmlformats.org/drawingml/2006/main">
            <a:pathLst>
              <a:path w="2811561" h="471097">
                <a:moveTo>
                  <a:pt x="2810685" y="0"/>
                </a:moveTo>
                <a:lnTo>
                  <a:pt x="2811561" y="17345"/>
                </a:lnTo>
                <a:lnTo>
                  <a:pt x="2811170" y="34709"/>
                </a:lnTo>
                <a:lnTo>
                  <a:pt x="2809808" y="52045"/>
                </a:lnTo>
                <a:lnTo>
                  <a:pt x="2807541" y="69342"/>
                </a:lnTo>
                <a:lnTo>
                  <a:pt x="2804408" y="86592"/>
                </a:lnTo>
                <a:lnTo>
                  <a:pt x="2800407" y="103765"/>
                </a:lnTo>
                <a:lnTo>
                  <a:pt x="2795530" y="120844"/>
                </a:lnTo>
                <a:lnTo>
                  <a:pt x="2789787" y="137827"/>
                </a:lnTo>
                <a:lnTo>
                  <a:pt x="2783148" y="154667"/>
                </a:lnTo>
                <a:lnTo>
                  <a:pt x="2775595" y="171364"/>
                </a:lnTo>
                <a:lnTo>
                  <a:pt x="2767108" y="187881"/>
                </a:lnTo>
                <a:lnTo>
                  <a:pt x="2757678" y="204187"/>
                </a:lnTo>
                <a:lnTo>
                  <a:pt x="2747267" y="220256"/>
                </a:lnTo>
                <a:lnTo>
                  <a:pt x="2735875" y="236058"/>
                </a:lnTo>
                <a:lnTo>
                  <a:pt x="2723483" y="251555"/>
                </a:lnTo>
                <a:lnTo>
                  <a:pt x="2710072" y="266719"/>
                </a:lnTo>
                <a:lnTo>
                  <a:pt x="2695642" y="281502"/>
                </a:lnTo>
                <a:lnTo>
                  <a:pt x="2680192" y="295875"/>
                </a:lnTo>
                <a:lnTo>
                  <a:pt x="2663733" y="309791"/>
                </a:lnTo>
                <a:lnTo>
                  <a:pt x="2646283" y="323212"/>
                </a:lnTo>
                <a:lnTo>
                  <a:pt x="2627852" y="336118"/>
                </a:lnTo>
                <a:lnTo>
                  <a:pt x="2608488" y="348453"/>
                </a:lnTo>
                <a:lnTo>
                  <a:pt x="2588219" y="360207"/>
                </a:lnTo>
                <a:lnTo>
                  <a:pt x="2567102" y="371342"/>
                </a:lnTo>
                <a:lnTo>
                  <a:pt x="2545175" y="381848"/>
                </a:lnTo>
                <a:lnTo>
                  <a:pt x="2522515" y="391706"/>
                </a:lnTo>
                <a:lnTo>
                  <a:pt x="2499170" y="400907"/>
                </a:lnTo>
                <a:lnTo>
                  <a:pt x="2475195" y="409451"/>
                </a:lnTo>
                <a:lnTo>
                  <a:pt x="2450668" y="417347"/>
                </a:lnTo>
                <a:lnTo>
                  <a:pt x="2425637" y="424586"/>
                </a:lnTo>
                <a:lnTo>
                  <a:pt x="2400167" y="431187"/>
                </a:lnTo>
                <a:lnTo>
                  <a:pt x="2374316" y="437159"/>
                </a:lnTo>
                <a:lnTo>
                  <a:pt x="2348122" y="442541"/>
                </a:lnTo>
                <a:lnTo>
                  <a:pt x="2321652" y="447323"/>
                </a:lnTo>
                <a:lnTo>
                  <a:pt x="2294944" y="451552"/>
                </a:lnTo>
                <a:lnTo>
                  <a:pt x="2268036" y="455228"/>
                </a:lnTo>
                <a:lnTo>
                  <a:pt x="2240956" y="458391"/>
                </a:lnTo>
                <a:lnTo>
                  <a:pt x="2213743" y="461058"/>
                </a:lnTo>
                <a:lnTo>
                  <a:pt x="2186416" y="463248"/>
                </a:lnTo>
                <a:lnTo>
                  <a:pt x="2159022" y="464982"/>
                </a:lnTo>
                <a:lnTo>
                  <a:pt x="2131562" y="466277"/>
                </a:lnTo>
                <a:lnTo>
                  <a:pt x="2104034" y="466896"/>
                </a:lnTo>
                <a:lnTo>
                  <a:pt x="2076507" y="467297"/>
                </a:lnTo>
                <a:lnTo>
                  <a:pt x="2048970" y="467630"/>
                </a:lnTo>
                <a:lnTo>
                  <a:pt x="2021434" y="467897"/>
                </a:lnTo>
                <a:lnTo>
                  <a:pt x="1993897" y="468144"/>
                </a:lnTo>
                <a:lnTo>
                  <a:pt x="1966351" y="468363"/>
                </a:lnTo>
                <a:lnTo>
                  <a:pt x="1938814" y="468563"/>
                </a:lnTo>
                <a:lnTo>
                  <a:pt x="1911277" y="468744"/>
                </a:lnTo>
                <a:lnTo>
                  <a:pt x="1883740" y="468906"/>
                </a:lnTo>
                <a:lnTo>
                  <a:pt x="1856203" y="469068"/>
                </a:lnTo>
                <a:lnTo>
                  <a:pt x="1828657" y="469211"/>
                </a:lnTo>
                <a:lnTo>
                  <a:pt x="1801120" y="469354"/>
                </a:lnTo>
                <a:lnTo>
                  <a:pt x="1773584" y="469487"/>
                </a:lnTo>
                <a:lnTo>
                  <a:pt x="1746047" y="469602"/>
                </a:lnTo>
                <a:lnTo>
                  <a:pt x="1718500" y="469725"/>
                </a:lnTo>
                <a:lnTo>
                  <a:pt x="1690964" y="469830"/>
                </a:lnTo>
                <a:lnTo>
                  <a:pt x="1663427" y="469935"/>
                </a:lnTo>
                <a:lnTo>
                  <a:pt x="1635881" y="470040"/>
                </a:lnTo>
                <a:lnTo>
                  <a:pt x="1608344" y="470125"/>
                </a:lnTo>
                <a:lnTo>
                  <a:pt x="1580807" y="470211"/>
                </a:lnTo>
                <a:lnTo>
                  <a:pt x="1553261" y="470297"/>
                </a:lnTo>
                <a:lnTo>
                  <a:pt x="1525724" y="470373"/>
                </a:lnTo>
                <a:lnTo>
                  <a:pt x="1498187" y="470449"/>
                </a:lnTo>
                <a:lnTo>
                  <a:pt x="1470641" y="470525"/>
                </a:lnTo>
                <a:lnTo>
                  <a:pt x="1443104" y="470583"/>
                </a:lnTo>
                <a:lnTo>
                  <a:pt x="1415567" y="470649"/>
                </a:lnTo>
                <a:lnTo>
                  <a:pt x="1388021" y="470706"/>
                </a:lnTo>
                <a:lnTo>
                  <a:pt x="1360484" y="470764"/>
                </a:lnTo>
                <a:lnTo>
                  <a:pt x="1332948" y="470802"/>
                </a:lnTo>
                <a:lnTo>
                  <a:pt x="1305401" y="470849"/>
                </a:lnTo>
                <a:lnTo>
                  <a:pt x="1277864" y="470897"/>
                </a:lnTo>
                <a:lnTo>
                  <a:pt x="1250318" y="470926"/>
                </a:lnTo>
                <a:lnTo>
                  <a:pt x="1222781" y="470964"/>
                </a:lnTo>
                <a:lnTo>
                  <a:pt x="1195245" y="470992"/>
                </a:lnTo>
                <a:lnTo>
                  <a:pt x="1167698" y="471021"/>
                </a:lnTo>
                <a:lnTo>
                  <a:pt x="1140162" y="471040"/>
                </a:lnTo>
                <a:lnTo>
                  <a:pt x="1112625" y="471059"/>
                </a:lnTo>
                <a:lnTo>
                  <a:pt x="1085078" y="471078"/>
                </a:lnTo>
                <a:lnTo>
                  <a:pt x="1057542" y="471078"/>
                </a:lnTo>
                <a:lnTo>
                  <a:pt x="1030005" y="471087"/>
                </a:lnTo>
                <a:lnTo>
                  <a:pt x="1002459" y="471097"/>
                </a:lnTo>
                <a:lnTo>
                  <a:pt x="974922" y="471087"/>
                </a:lnTo>
                <a:lnTo>
                  <a:pt x="947376" y="471078"/>
                </a:lnTo>
                <a:lnTo>
                  <a:pt x="919839" y="471068"/>
                </a:lnTo>
                <a:lnTo>
                  <a:pt x="892302" y="471059"/>
                </a:lnTo>
                <a:lnTo>
                  <a:pt x="864756" y="471040"/>
                </a:lnTo>
                <a:lnTo>
                  <a:pt x="837219" y="471011"/>
                </a:lnTo>
                <a:lnTo>
                  <a:pt x="809682" y="470992"/>
                </a:lnTo>
                <a:lnTo>
                  <a:pt x="782136" y="470954"/>
                </a:lnTo>
                <a:lnTo>
                  <a:pt x="754599" y="470906"/>
                </a:lnTo>
                <a:lnTo>
                  <a:pt x="727062" y="470868"/>
                </a:lnTo>
                <a:lnTo>
                  <a:pt x="699516" y="470821"/>
                </a:lnTo>
                <a:lnTo>
                  <a:pt x="671979" y="470764"/>
                </a:lnTo>
                <a:lnTo>
                  <a:pt x="644442" y="470697"/>
                </a:lnTo>
                <a:lnTo>
                  <a:pt x="616896" y="470640"/>
                </a:lnTo>
                <a:lnTo>
                  <a:pt x="589359" y="470554"/>
                </a:lnTo>
                <a:lnTo>
                  <a:pt x="561823" y="470478"/>
                </a:lnTo>
                <a:lnTo>
                  <a:pt x="534276" y="470392"/>
                </a:lnTo>
                <a:lnTo>
                  <a:pt x="506740" y="470297"/>
                </a:lnTo>
                <a:lnTo>
                  <a:pt x="479203" y="470192"/>
                </a:lnTo>
                <a:lnTo>
                  <a:pt x="451656" y="470078"/>
                </a:lnTo>
                <a:lnTo>
                  <a:pt x="424120" y="469954"/>
                </a:lnTo>
                <a:lnTo>
                  <a:pt x="396583" y="469811"/>
                </a:lnTo>
                <a:lnTo>
                  <a:pt x="369037" y="469668"/>
                </a:lnTo>
                <a:lnTo>
                  <a:pt x="341500" y="469506"/>
                </a:lnTo>
                <a:lnTo>
                  <a:pt x="313963" y="469325"/>
                </a:lnTo>
                <a:lnTo>
                  <a:pt x="286426" y="469135"/>
                </a:lnTo>
                <a:lnTo>
                  <a:pt x="258890" y="468925"/>
                </a:lnTo>
                <a:lnTo>
                  <a:pt x="231353" y="468687"/>
                </a:lnTo>
                <a:lnTo>
                  <a:pt x="203816" y="468430"/>
                </a:lnTo>
                <a:lnTo>
                  <a:pt x="176279" y="468144"/>
                </a:lnTo>
                <a:lnTo>
                  <a:pt x="148742" y="467811"/>
                </a:lnTo>
                <a:lnTo>
                  <a:pt x="121206" y="467439"/>
                </a:lnTo>
                <a:lnTo>
                  <a:pt x="93678" y="466992"/>
                </a:lnTo>
                <a:lnTo>
                  <a:pt x="66151" y="466449"/>
                </a:lnTo>
                <a:lnTo>
                  <a:pt x="38633" y="465744"/>
                </a:lnTo>
                <a:lnTo>
                  <a:pt x="11154" y="464610"/>
                </a:lnTo>
                <a:lnTo>
                  <a:pt x="5105" y="450504"/>
                </a:lnTo>
                <a:lnTo>
                  <a:pt x="4743" y="433149"/>
                </a:lnTo>
                <a:lnTo>
                  <a:pt x="4382" y="415785"/>
                </a:lnTo>
                <a:lnTo>
                  <a:pt x="4010" y="398431"/>
                </a:lnTo>
                <a:lnTo>
                  <a:pt x="3648" y="381076"/>
                </a:lnTo>
                <a:lnTo>
                  <a:pt x="3286" y="363712"/>
                </a:lnTo>
                <a:lnTo>
                  <a:pt x="2915" y="346358"/>
                </a:lnTo>
                <a:lnTo>
                  <a:pt x="2553" y="329003"/>
                </a:lnTo>
                <a:lnTo>
                  <a:pt x="2191" y="311639"/>
                </a:lnTo>
                <a:lnTo>
                  <a:pt x="1819" y="294284"/>
                </a:lnTo>
                <a:lnTo>
                  <a:pt x="1457" y="276930"/>
                </a:lnTo>
                <a:lnTo>
                  <a:pt x="1095" y="259566"/>
                </a:lnTo>
                <a:lnTo>
                  <a:pt x="733" y="242211"/>
                </a:lnTo>
                <a:lnTo>
                  <a:pt x="362" y="224857"/>
                </a:lnTo>
                <a:lnTo>
                  <a:pt x="0" y="207493"/>
                </a:lnTo>
                <a:lnTo>
                  <a:pt x="10106" y="196139"/>
                </a:lnTo>
                <a:lnTo>
                  <a:pt x="37567" y="194882"/>
                </a:lnTo>
                <a:lnTo>
                  <a:pt x="65056" y="193815"/>
                </a:lnTo>
                <a:lnTo>
                  <a:pt x="92564" y="192929"/>
                </a:lnTo>
                <a:lnTo>
                  <a:pt x="120082" y="192205"/>
                </a:lnTo>
                <a:lnTo>
                  <a:pt x="147609" y="191624"/>
                </a:lnTo>
                <a:lnTo>
                  <a:pt x="175136" y="191176"/>
                </a:lnTo>
                <a:lnTo>
                  <a:pt x="202673" y="190843"/>
                </a:lnTo>
                <a:lnTo>
                  <a:pt x="230210" y="190624"/>
                </a:lnTo>
                <a:lnTo>
                  <a:pt x="257747" y="190500"/>
                </a:lnTo>
                <a:lnTo>
                  <a:pt x="285293" y="190462"/>
                </a:lnTo>
                <a:lnTo>
                  <a:pt x="312830" y="190510"/>
                </a:lnTo>
                <a:lnTo>
                  <a:pt x="340366" y="190633"/>
                </a:lnTo>
                <a:lnTo>
                  <a:pt x="367903" y="190833"/>
                </a:lnTo>
                <a:lnTo>
                  <a:pt x="395440" y="191091"/>
                </a:lnTo>
                <a:lnTo>
                  <a:pt x="422977" y="191414"/>
                </a:lnTo>
                <a:lnTo>
                  <a:pt x="450513" y="191786"/>
                </a:lnTo>
                <a:lnTo>
                  <a:pt x="478041" y="192215"/>
                </a:lnTo>
                <a:lnTo>
                  <a:pt x="505577" y="192691"/>
                </a:lnTo>
                <a:lnTo>
                  <a:pt x="533105" y="193215"/>
                </a:lnTo>
                <a:lnTo>
                  <a:pt x="560632" y="193777"/>
                </a:lnTo>
                <a:lnTo>
                  <a:pt x="588150" y="194377"/>
                </a:lnTo>
                <a:lnTo>
                  <a:pt x="615677" y="195005"/>
                </a:lnTo>
                <a:lnTo>
                  <a:pt x="643195" y="195672"/>
                </a:lnTo>
                <a:lnTo>
                  <a:pt x="670712" y="196377"/>
                </a:lnTo>
                <a:lnTo>
                  <a:pt x="698230" y="197101"/>
                </a:lnTo>
                <a:lnTo>
                  <a:pt x="725738" y="197844"/>
                </a:lnTo>
                <a:lnTo>
                  <a:pt x="753256" y="198625"/>
                </a:lnTo>
                <a:lnTo>
                  <a:pt x="780764" y="199415"/>
                </a:lnTo>
                <a:lnTo>
                  <a:pt x="808272" y="200225"/>
                </a:lnTo>
                <a:lnTo>
                  <a:pt x="835790" y="201054"/>
                </a:lnTo>
                <a:lnTo>
                  <a:pt x="863289" y="201901"/>
                </a:lnTo>
                <a:lnTo>
                  <a:pt x="890797" y="202759"/>
                </a:lnTo>
                <a:lnTo>
                  <a:pt x="918305" y="203625"/>
                </a:lnTo>
                <a:lnTo>
                  <a:pt x="945813" y="204502"/>
                </a:lnTo>
                <a:lnTo>
                  <a:pt x="973312" y="205397"/>
                </a:lnTo>
                <a:lnTo>
                  <a:pt x="1000820" y="206283"/>
                </a:lnTo>
                <a:lnTo>
                  <a:pt x="1028319" y="207188"/>
                </a:lnTo>
                <a:lnTo>
                  <a:pt x="1055827" y="208083"/>
                </a:lnTo>
                <a:lnTo>
                  <a:pt x="1083326" y="208988"/>
                </a:lnTo>
                <a:lnTo>
                  <a:pt x="1110834" y="209883"/>
                </a:lnTo>
                <a:lnTo>
                  <a:pt x="1138333" y="210779"/>
                </a:lnTo>
                <a:lnTo>
                  <a:pt x="1165841" y="211674"/>
                </a:lnTo>
                <a:lnTo>
                  <a:pt x="1193340" y="212569"/>
                </a:lnTo>
                <a:lnTo>
                  <a:pt x="1220848" y="213455"/>
                </a:lnTo>
                <a:lnTo>
                  <a:pt x="1248356" y="214332"/>
                </a:lnTo>
                <a:lnTo>
                  <a:pt x="1275855" y="215189"/>
                </a:lnTo>
                <a:lnTo>
                  <a:pt x="1303363" y="216046"/>
                </a:lnTo>
                <a:lnTo>
                  <a:pt x="1330871" y="216875"/>
                </a:lnTo>
                <a:lnTo>
                  <a:pt x="1358379" y="217703"/>
                </a:lnTo>
                <a:lnTo>
                  <a:pt x="1385897" y="218513"/>
                </a:lnTo>
                <a:lnTo>
                  <a:pt x="1413405" y="219294"/>
                </a:lnTo>
                <a:lnTo>
                  <a:pt x="1440923" y="220056"/>
                </a:lnTo>
                <a:lnTo>
                  <a:pt x="1468431" y="220799"/>
                </a:lnTo>
                <a:lnTo>
                  <a:pt x="1495949" y="221513"/>
                </a:lnTo>
                <a:lnTo>
                  <a:pt x="1523467" y="222190"/>
                </a:lnTo>
                <a:lnTo>
                  <a:pt x="1550994" y="222847"/>
                </a:lnTo>
                <a:lnTo>
                  <a:pt x="1578512" y="223466"/>
                </a:lnTo>
                <a:lnTo>
                  <a:pt x="1606039" y="224038"/>
                </a:lnTo>
                <a:lnTo>
                  <a:pt x="1633566" y="224580"/>
                </a:lnTo>
                <a:lnTo>
                  <a:pt x="1661093" y="225076"/>
                </a:lnTo>
                <a:lnTo>
                  <a:pt x="1688630" y="225523"/>
                </a:lnTo>
                <a:lnTo>
                  <a:pt x="1716157" y="225923"/>
                </a:lnTo>
                <a:lnTo>
                  <a:pt x="1743694" y="226257"/>
                </a:lnTo>
                <a:lnTo>
                  <a:pt x="1771231" y="226543"/>
                </a:lnTo>
                <a:lnTo>
                  <a:pt x="1798768" y="226752"/>
                </a:lnTo>
                <a:lnTo>
                  <a:pt x="1826304" y="226895"/>
                </a:lnTo>
                <a:lnTo>
                  <a:pt x="1853851" y="226962"/>
                </a:lnTo>
                <a:lnTo>
                  <a:pt x="1881388" y="226952"/>
                </a:lnTo>
                <a:lnTo>
                  <a:pt x="1908924" y="226838"/>
                </a:lnTo>
                <a:lnTo>
                  <a:pt x="1936471" y="226628"/>
                </a:lnTo>
                <a:lnTo>
                  <a:pt x="1963998" y="226314"/>
                </a:lnTo>
                <a:lnTo>
                  <a:pt x="1991535" y="225866"/>
                </a:lnTo>
                <a:lnTo>
                  <a:pt x="2019062" y="225295"/>
                </a:lnTo>
                <a:lnTo>
                  <a:pt x="2046570" y="224571"/>
                </a:lnTo>
                <a:lnTo>
                  <a:pt x="2074078" y="223676"/>
                </a:lnTo>
                <a:lnTo>
                  <a:pt x="2101567" y="222599"/>
                </a:lnTo>
                <a:lnTo>
                  <a:pt x="2129028" y="221304"/>
                </a:lnTo>
                <a:lnTo>
                  <a:pt x="2156460" y="219770"/>
                </a:lnTo>
                <a:lnTo>
                  <a:pt x="2183854" y="217961"/>
                </a:lnTo>
                <a:lnTo>
                  <a:pt x="2211181" y="215827"/>
                </a:lnTo>
                <a:lnTo>
                  <a:pt x="2238432" y="213303"/>
                </a:lnTo>
                <a:lnTo>
                  <a:pt x="2265559" y="210322"/>
                </a:lnTo>
                <a:lnTo>
                  <a:pt x="2292515" y="206769"/>
                </a:lnTo>
                <a:lnTo>
                  <a:pt x="2319214" y="202511"/>
                </a:lnTo>
                <a:lnTo>
                  <a:pt x="2345493" y="197329"/>
                </a:lnTo>
                <a:lnTo>
                  <a:pt x="2371068" y="190910"/>
                </a:lnTo>
                <a:lnTo>
                  <a:pt x="2395366" y="182766"/>
                </a:lnTo>
                <a:lnTo>
                  <a:pt x="2417074" y="172136"/>
                </a:lnTo>
                <a:lnTo>
                  <a:pt x="2433295" y="158220"/>
                </a:lnTo>
                <a:lnTo>
                  <a:pt x="2439829" y="141484"/>
                </a:lnTo>
                <a:lnTo>
                  <a:pt x="2458288" y="132788"/>
                </a:lnTo>
                <a:lnTo>
                  <a:pt x="2484206" y="126921"/>
                </a:lnTo>
                <a:lnTo>
                  <a:pt x="2509771" y="120472"/>
                </a:lnTo>
                <a:lnTo>
                  <a:pt x="2535012" y="113519"/>
                </a:lnTo>
                <a:lnTo>
                  <a:pt x="2559920" y="106118"/>
                </a:lnTo>
                <a:lnTo>
                  <a:pt x="2584504" y="98298"/>
                </a:lnTo>
                <a:lnTo>
                  <a:pt x="2608755" y="90068"/>
                </a:lnTo>
                <a:lnTo>
                  <a:pt x="2632672" y="81467"/>
                </a:lnTo>
                <a:lnTo>
                  <a:pt x="2656237" y="72485"/>
                </a:lnTo>
                <a:lnTo>
                  <a:pt x="2679449" y="63141"/>
                </a:lnTo>
                <a:lnTo>
                  <a:pt x="2702300" y="53454"/>
                </a:lnTo>
                <a:lnTo>
                  <a:pt x="2724769" y="43415"/>
                </a:lnTo>
                <a:lnTo>
                  <a:pt x="2746858" y="33042"/>
                </a:lnTo>
                <a:lnTo>
                  <a:pt x="2768546" y="22346"/>
                </a:lnTo>
                <a:lnTo>
                  <a:pt x="2789825" y="11325"/>
                </a:lnTo>
                <a:lnTo>
                  <a:pt x="281068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53211706-FEA1-4439-AD91-835EA4C5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572" y="238420"/>
            <a:ext cx="2810913" cy="1771802"/>
          </a:xfrm>
          <a:custGeom xmlns:a="http://schemas.openxmlformats.org/drawingml/2006/main">
            <a:pathLst>
              <a:path w="2810913" h="1771802">
                <a:moveTo>
                  <a:pt x="0" y="1771802"/>
                </a:moveTo>
                <a:lnTo>
                  <a:pt x="45129" y="1771802"/>
                </a:lnTo>
                <a:lnTo>
                  <a:pt x="90268" y="1771802"/>
                </a:lnTo>
                <a:lnTo>
                  <a:pt x="135398" y="1771802"/>
                </a:lnTo>
                <a:lnTo>
                  <a:pt x="180527" y="1771802"/>
                </a:lnTo>
                <a:lnTo>
                  <a:pt x="225657" y="1771802"/>
                </a:lnTo>
                <a:lnTo>
                  <a:pt x="270796" y="1771802"/>
                </a:lnTo>
                <a:lnTo>
                  <a:pt x="315925" y="1771802"/>
                </a:lnTo>
                <a:lnTo>
                  <a:pt x="361055" y="1771802"/>
                </a:lnTo>
                <a:lnTo>
                  <a:pt x="406194" y="1771802"/>
                </a:lnTo>
                <a:lnTo>
                  <a:pt x="451323" y="1771802"/>
                </a:lnTo>
                <a:lnTo>
                  <a:pt x="496453" y="1771802"/>
                </a:lnTo>
                <a:lnTo>
                  <a:pt x="541592" y="1771802"/>
                </a:lnTo>
                <a:lnTo>
                  <a:pt x="586721" y="1771802"/>
                </a:lnTo>
                <a:lnTo>
                  <a:pt x="631850" y="1771802"/>
                </a:lnTo>
                <a:lnTo>
                  <a:pt x="676980" y="1771802"/>
                </a:lnTo>
                <a:lnTo>
                  <a:pt x="722119" y="1771802"/>
                </a:lnTo>
                <a:lnTo>
                  <a:pt x="767248" y="1771802"/>
                </a:lnTo>
                <a:lnTo>
                  <a:pt x="812378" y="1771802"/>
                </a:lnTo>
                <a:lnTo>
                  <a:pt x="857517" y="1771802"/>
                </a:lnTo>
                <a:lnTo>
                  <a:pt x="902646" y="1771802"/>
                </a:lnTo>
                <a:lnTo>
                  <a:pt x="947776" y="1771802"/>
                </a:lnTo>
                <a:lnTo>
                  <a:pt x="992915" y="1771802"/>
                </a:lnTo>
                <a:lnTo>
                  <a:pt x="1038044" y="1771802"/>
                </a:lnTo>
                <a:lnTo>
                  <a:pt x="1083173" y="1771802"/>
                </a:lnTo>
                <a:lnTo>
                  <a:pt x="1128303" y="1771802"/>
                </a:lnTo>
                <a:lnTo>
                  <a:pt x="1173442" y="1771802"/>
                </a:lnTo>
                <a:lnTo>
                  <a:pt x="1218571" y="1771802"/>
                </a:lnTo>
                <a:lnTo>
                  <a:pt x="1263701" y="1771802"/>
                </a:lnTo>
                <a:lnTo>
                  <a:pt x="1308840" y="1771802"/>
                </a:lnTo>
                <a:lnTo>
                  <a:pt x="1353969" y="1771802"/>
                </a:lnTo>
                <a:lnTo>
                  <a:pt x="1399099" y="1771802"/>
                </a:lnTo>
                <a:lnTo>
                  <a:pt x="1444238" y="1771802"/>
                </a:lnTo>
                <a:lnTo>
                  <a:pt x="1489367" y="1771802"/>
                </a:lnTo>
                <a:lnTo>
                  <a:pt x="1534497" y="1771802"/>
                </a:lnTo>
                <a:lnTo>
                  <a:pt x="1579626" y="1771802"/>
                </a:lnTo>
                <a:lnTo>
                  <a:pt x="1624765" y="1771802"/>
                </a:lnTo>
                <a:lnTo>
                  <a:pt x="1669894" y="1771802"/>
                </a:lnTo>
                <a:lnTo>
                  <a:pt x="1715024" y="1771802"/>
                </a:lnTo>
                <a:lnTo>
                  <a:pt x="1760163" y="1771802"/>
                </a:lnTo>
                <a:lnTo>
                  <a:pt x="1805292" y="1771802"/>
                </a:lnTo>
                <a:lnTo>
                  <a:pt x="1850422" y="1771802"/>
                </a:lnTo>
                <a:lnTo>
                  <a:pt x="1895113" y="1768592"/>
                </a:lnTo>
                <a:lnTo>
                  <a:pt x="1939547" y="1763620"/>
                </a:lnTo>
                <a:lnTo>
                  <a:pt x="1983981" y="1758658"/>
                </a:lnTo>
                <a:lnTo>
                  <a:pt x="2028425" y="1753686"/>
                </a:lnTo>
                <a:lnTo>
                  <a:pt x="2072859" y="1748714"/>
                </a:lnTo>
                <a:lnTo>
                  <a:pt x="2117303" y="1743742"/>
                </a:lnTo>
                <a:lnTo>
                  <a:pt x="2161737" y="1738779"/>
                </a:lnTo>
                <a:lnTo>
                  <a:pt x="2206181" y="1733807"/>
                </a:lnTo>
                <a:lnTo>
                  <a:pt x="2240099" y="1716405"/>
                </a:lnTo>
                <a:lnTo>
                  <a:pt x="2271417" y="1695917"/>
                </a:lnTo>
                <a:lnTo>
                  <a:pt x="2302735" y="1675428"/>
                </a:lnTo>
                <a:lnTo>
                  <a:pt x="2334054" y="1654950"/>
                </a:lnTo>
                <a:lnTo>
                  <a:pt x="2365372" y="1634461"/>
                </a:lnTo>
                <a:lnTo>
                  <a:pt x="2396681" y="1613983"/>
                </a:lnTo>
                <a:lnTo>
                  <a:pt x="2427999" y="1593494"/>
                </a:lnTo>
                <a:lnTo>
                  <a:pt x="2459317" y="1573006"/>
                </a:lnTo>
                <a:lnTo>
                  <a:pt x="2490635" y="1552527"/>
                </a:lnTo>
                <a:lnTo>
                  <a:pt x="2521953" y="1532039"/>
                </a:lnTo>
                <a:lnTo>
                  <a:pt x="2553272" y="1511551"/>
                </a:lnTo>
                <a:lnTo>
                  <a:pt x="2584590" y="1491072"/>
                </a:lnTo>
                <a:lnTo>
                  <a:pt x="2615908" y="1470584"/>
                </a:lnTo>
                <a:lnTo>
                  <a:pt x="2647217" y="1450096"/>
                </a:lnTo>
                <a:lnTo>
                  <a:pt x="2678535" y="1429617"/>
                </a:lnTo>
                <a:lnTo>
                  <a:pt x="2709853" y="1409129"/>
                </a:lnTo>
                <a:lnTo>
                  <a:pt x="2741171" y="1388640"/>
                </a:lnTo>
                <a:lnTo>
                  <a:pt x="2772489" y="1368161"/>
                </a:lnTo>
                <a:lnTo>
                  <a:pt x="2803808" y="1347673"/>
                </a:lnTo>
                <a:lnTo>
                  <a:pt x="2810913" y="1321032"/>
                </a:lnTo>
                <a:lnTo>
                  <a:pt x="2810913" y="1292590"/>
                </a:lnTo>
                <a:lnTo>
                  <a:pt x="2810913" y="1264139"/>
                </a:lnTo>
                <a:lnTo>
                  <a:pt x="2810913" y="1235688"/>
                </a:lnTo>
                <a:lnTo>
                  <a:pt x="2810913" y="1207246"/>
                </a:lnTo>
                <a:lnTo>
                  <a:pt x="2810913" y="1178795"/>
                </a:lnTo>
                <a:lnTo>
                  <a:pt x="2810913" y="1150344"/>
                </a:lnTo>
                <a:lnTo>
                  <a:pt x="2810913" y="1121902"/>
                </a:lnTo>
                <a:lnTo>
                  <a:pt x="2810913" y="1093451"/>
                </a:lnTo>
                <a:lnTo>
                  <a:pt x="2810913" y="1065000"/>
                </a:lnTo>
                <a:lnTo>
                  <a:pt x="2810913" y="1036549"/>
                </a:lnTo>
                <a:lnTo>
                  <a:pt x="2810913" y="1008107"/>
                </a:lnTo>
                <a:lnTo>
                  <a:pt x="2810913" y="979656"/>
                </a:lnTo>
                <a:lnTo>
                  <a:pt x="2810913" y="951205"/>
                </a:lnTo>
                <a:lnTo>
                  <a:pt x="2810913" y="922763"/>
                </a:lnTo>
                <a:lnTo>
                  <a:pt x="2810913" y="894312"/>
                </a:lnTo>
                <a:lnTo>
                  <a:pt x="2810913" y="865861"/>
                </a:lnTo>
                <a:lnTo>
                  <a:pt x="2810913" y="837419"/>
                </a:lnTo>
                <a:lnTo>
                  <a:pt x="2810913" y="808968"/>
                </a:lnTo>
                <a:lnTo>
                  <a:pt x="2810913" y="780517"/>
                </a:lnTo>
                <a:lnTo>
                  <a:pt x="2810913" y="752075"/>
                </a:lnTo>
                <a:lnTo>
                  <a:pt x="2810913" y="723624"/>
                </a:lnTo>
                <a:lnTo>
                  <a:pt x="2810913" y="695173"/>
                </a:lnTo>
                <a:lnTo>
                  <a:pt x="2810913" y="666731"/>
                </a:lnTo>
                <a:lnTo>
                  <a:pt x="2810913" y="638280"/>
                </a:lnTo>
                <a:lnTo>
                  <a:pt x="2810913" y="609829"/>
                </a:lnTo>
                <a:lnTo>
                  <a:pt x="2810913" y="581387"/>
                </a:lnTo>
                <a:lnTo>
                  <a:pt x="2810913" y="552936"/>
                </a:lnTo>
                <a:lnTo>
                  <a:pt x="2810913" y="524485"/>
                </a:lnTo>
                <a:lnTo>
                  <a:pt x="2810913" y="496043"/>
                </a:lnTo>
                <a:lnTo>
                  <a:pt x="2810913" y="467592"/>
                </a:lnTo>
                <a:lnTo>
                  <a:pt x="2810913" y="439141"/>
                </a:lnTo>
                <a:lnTo>
                  <a:pt x="2810913" y="410689"/>
                </a:lnTo>
                <a:lnTo>
                  <a:pt x="2810913" y="382248"/>
                </a:lnTo>
                <a:lnTo>
                  <a:pt x="2810913" y="353797"/>
                </a:lnTo>
                <a:lnTo>
                  <a:pt x="2810913" y="325345"/>
                </a:lnTo>
                <a:lnTo>
                  <a:pt x="2810913" y="296904"/>
                </a:lnTo>
                <a:lnTo>
                  <a:pt x="2810913" y="268453"/>
                </a:lnTo>
                <a:lnTo>
                  <a:pt x="2810913" y="240001"/>
                </a:lnTo>
                <a:lnTo>
                  <a:pt x="2810913" y="211560"/>
                </a:lnTo>
                <a:lnTo>
                  <a:pt x="2810913" y="183109"/>
                </a:lnTo>
                <a:lnTo>
                  <a:pt x="2810913" y="154657"/>
                </a:lnTo>
                <a:lnTo>
                  <a:pt x="2810913" y="126216"/>
                </a:lnTo>
                <a:lnTo>
                  <a:pt x="2810913" y="97765"/>
                </a:lnTo>
                <a:lnTo>
                  <a:pt x="2810913" y="69313"/>
                </a:lnTo>
                <a:lnTo>
                  <a:pt x="2810913" y="40872"/>
                </a:lnTo>
                <a:lnTo>
                  <a:pt x="2810913" y="12421"/>
                </a:lnTo>
                <a:lnTo>
                  <a:pt x="2785491" y="0"/>
                </a:lnTo>
                <a:lnTo>
                  <a:pt x="2740352" y="0"/>
                </a:lnTo>
                <a:lnTo>
                  <a:pt x="2695223" y="0"/>
                </a:lnTo>
                <a:lnTo>
                  <a:pt x="2650093" y="0"/>
                </a:lnTo>
                <a:lnTo>
                  <a:pt x="2604964" y="0"/>
                </a:lnTo>
                <a:lnTo>
                  <a:pt x="2559825" y="0"/>
                </a:lnTo>
                <a:lnTo>
                  <a:pt x="2514695" y="0"/>
                </a:lnTo>
                <a:lnTo>
                  <a:pt x="2469566" y="0"/>
                </a:lnTo>
                <a:lnTo>
                  <a:pt x="2424427" y="0"/>
                </a:lnTo>
                <a:lnTo>
                  <a:pt x="2379297" y="0"/>
                </a:lnTo>
                <a:lnTo>
                  <a:pt x="2334168" y="0"/>
                </a:lnTo>
                <a:lnTo>
                  <a:pt x="2289029" y="0"/>
                </a:lnTo>
                <a:lnTo>
                  <a:pt x="2243900" y="0"/>
                </a:lnTo>
                <a:lnTo>
                  <a:pt x="2198770" y="0"/>
                </a:lnTo>
                <a:lnTo>
                  <a:pt x="2153641" y="0"/>
                </a:lnTo>
                <a:lnTo>
                  <a:pt x="2108502" y="0"/>
                </a:lnTo>
                <a:lnTo>
                  <a:pt x="2063372" y="0"/>
                </a:lnTo>
                <a:lnTo>
                  <a:pt x="2018243" y="0"/>
                </a:lnTo>
                <a:lnTo>
                  <a:pt x="1973104" y="0"/>
                </a:lnTo>
                <a:lnTo>
                  <a:pt x="1927974" y="0"/>
                </a:lnTo>
                <a:lnTo>
                  <a:pt x="1882845" y="0"/>
                </a:lnTo>
                <a:lnTo>
                  <a:pt x="1837706" y="0"/>
                </a:lnTo>
                <a:lnTo>
                  <a:pt x="1792576" y="0"/>
                </a:lnTo>
                <a:lnTo>
                  <a:pt x="1747447" y="0"/>
                </a:lnTo>
                <a:lnTo>
                  <a:pt x="1702318" y="0"/>
                </a:lnTo>
                <a:lnTo>
                  <a:pt x="1657179" y="0"/>
                </a:lnTo>
                <a:lnTo>
                  <a:pt x="1612049" y="0"/>
                </a:lnTo>
                <a:lnTo>
                  <a:pt x="1566920" y="0"/>
                </a:lnTo>
                <a:lnTo>
                  <a:pt x="1521781" y="0"/>
                </a:lnTo>
                <a:lnTo>
                  <a:pt x="1476651" y="0"/>
                </a:lnTo>
                <a:lnTo>
                  <a:pt x="1431522" y="0"/>
                </a:lnTo>
                <a:lnTo>
                  <a:pt x="1386383" y="0"/>
                </a:lnTo>
                <a:lnTo>
                  <a:pt x="1341253" y="0"/>
                </a:lnTo>
                <a:lnTo>
                  <a:pt x="1296124" y="0"/>
                </a:lnTo>
                <a:lnTo>
                  <a:pt x="1250994" y="0"/>
                </a:lnTo>
                <a:lnTo>
                  <a:pt x="1205855" y="0"/>
                </a:lnTo>
                <a:lnTo>
                  <a:pt x="1160726" y="0"/>
                </a:lnTo>
                <a:lnTo>
                  <a:pt x="1115597" y="0"/>
                </a:lnTo>
                <a:lnTo>
                  <a:pt x="1070458" y="0"/>
                </a:lnTo>
                <a:lnTo>
                  <a:pt x="1025328" y="0"/>
                </a:lnTo>
                <a:lnTo>
                  <a:pt x="980199" y="0"/>
                </a:lnTo>
                <a:lnTo>
                  <a:pt x="935060" y="0"/>
                </a:lnTo>
                <a:lnTo>
                  <a:pt x="889930" y="0"/>
                </a:lnTo>
                <a:lnTo>
                  <a:pt x="844801" y="0"/>
                </a:lnTo>
                <a:lnTo>
                  <a:pt x="799671" y="0"/>
                </a:lnTo>
                <a:lnTo>
                  <a:pt x="754532" y="0"/>
                </a:lnTo>
                <a:lnTo>
                  <a:pt x="709403" y="0"/>
                </a:lnTo>
                <a:lnTo>
                  <a:pt x="664274" y="0"/>
                </a:lnTo>
                <a:lnTo>
                  <a:pt x="619135" y="0"/>
                </a:lnTo>
                <a:lnTo>
                  <a:pt x="574005" y="0"/>
                </a:lnTo>
                <a:lnTo>
                  <a:pt x="528876" y="0"/>
                </a:lnTo>
                <a:lnTo>
                  <a:pt x="483737" y="0"/>
                </a:lnTo>
                <a:lnTo>
                  <a:pt x="438607" y="0"/>
                </a:lnTo>
                <a:lnTo>
                  <a:pt x="393478" y="0"/>
                </a:lnTo>
                <a:lnTo>
                  <a:pt x="348348" y="0"/>
                </a:lnTo>
                <a:lnTo>
                  <a:pt x="303209" y="0"/>
                </a:lnTo>
                <a:lnTo>
                  <a:pt x="258080" y="0"/>
                </a:lnTo>
                <a:lnTo>
                  <a:pt x="212950" y="0"/>
                </a:lnTo>
                <a:lnTo>
                  <a:pt x="167811" y="0"/>
                </a:lnTo>
                <a:lnTo>
                  <a:pt x="122682" y="0"/>
                </a:lnTo>
                <a:lnTo>
                  <a:pt x="77553" y="0"/>
                </a:lnTo>
                <a:lnTo>
                  <a:pt x="32414" y="0"/>
                </a:lnTo>
                <a:lnTo>
                  <a:pt x="0" y="8011"/>
                </a:lnTo>
                <a:lnTo>
                  <a:pt x="0" y="36462"/>
                </a:lnTo>
                <a:lnTo>
                  <a:pt x="0" y="64913"/>
                </a:lnTo>
                <a:lnTo>
                  <a:pt x="0" y="93355"/>
                </a:lnTo>
                <a:lnTo>
                  <a:pt x="0" y="121806"/>
                </a:lnTo>
                <a:lnTo>
                  <a:pt x="0" y="150257"/>
                </a:lnTo>
                <a:lnTo>
                  <a:pt x="0" y="178699"/>
                </a:lnTo>
                <a:lnTo>
                  <a:pt x="0" y="207150"/>
                </a:lnTo>
                <a:lnTo>
                  <a:pt x="0" y="235601"/>
                </a:lnTo>
                <a:lnTo>
                  <a:pt x="0" y="264052"/>
                </a:lnTo>
                <a:lnTo>
                  <a:pt x="0" y="292494"/>
                </a:lnTo>
                <a:lnTo>
                  <a:pt x="0" y="320945"/>
                </a:lnTo>
                <a:lnTo>
                  <a:pt x="0" y="349396"/>
                </a:lnTo>
                <a:lnTo>
                  <a:pt x="0" y="377838"/>
                </a:lnTo>
                <a:lnTo>
                  <a:pt x="0" y="406289"/>
                </a:lnTo>
                <a:lnTo>
                  <a:pt x="0" y="434740"/>
                </a:lnTo>
                <a:lnTo>
                  <a:pt x="0" y="463182"/>
                </a:lnTo>
                <a:lnTo>
                  <a:pt x="0" y="491633"/>
                </a:lnTo>
                <a:lnTo>
                  <a:pt x="0" y="520084"/>
                </a:lnTo>
                <a:lnTo>
                  <a:pt x="0" y="548526"/>
                </a:lnTo>
                <a:lnTo>
                  <a:pt x="0" y="576977"/>
                </a:lnTo>
                <a:lnTo>
                  <a:pt x="0" y="605428"/>
                </a:lnTo>
                <a:lnTo>
                  <a:pt x="0" y="633870"/>
                </a:lnTo>
                <a:lnTo>
                  <a:pt x="0" y="662321"/>
                </a:lnTo>
                <a:lnTo>
                  <a:pt x="0" y="690772"/>
                </a:lnTo>
                <a:lnTo>
                  <a:pt x="0" y="719214"/>
                </a:lnTo>
                <a:lnTo>
                  <a:pt x="0" y="747665"/>
                </a:lnTo>
                <a:lnTo>
                  <a:pt x="0" y="776116"/>
                </a:lnTo>
                <a:lnTo>
                  <a:pt x="0" y="804558"/>
                </a:lnTo>
                <a:lnTo>
                  <a:pt x="0" y="833009"/>
                </a:lnTo>
                <a:lnTo>
                  <a:pt x="0" y="861460"/>
                </a:lnTo>
                <a:lnTo>
                  <a:pt x="0" y="889902"/>
                </a:lnTo>
                <a:lnTo>
                  <a:pt x="0" y="918353"/>
                </a:lnTo>
                <a:lnTo>
                  <a:pt x="0" y="946804"/>
                </a:lnTo>
                <a:lnTo>
                  <a:pt x="0" y="975255"/>
                </a:lnTo>
                <a:lnTo>
                  <a:pt x="0" y="1003697"/>
                </a:lnTo>
                <a:lnTo>
                  <a:pt x="0" y="1032148"/>
                </a:lnTo>
                <a:lnTo>
                  <a:pt x="0" y="1060599"/>
                </a:lnTo>
                <a:lnTo>
                  <a:pt x="0" y="1089041"/>
                </a:lnTo>
                <a:lnTo>
                  <a:pt x="0" y="1117492"/>
                </a:lnTo>
                <a:lnTo>
                  <a:pt x="0" y="1145943"/>
                </a:lnTo>
                <a:lnTo>
                  <a:pt x="0" y="1174385"/>
                </a:lnTo>
                <a:lnTo>
                  <a:pt x="0" y="1202836"/>
                </a:lnTo>
                <a:lnTo>
                  <a:pt x="0" y="1231287"/>
                </a:lnTo>
                <a:lnTo>
                  <a:pt x="0" y="1259729"/>
                </a:lnTo>
                <a:lnTo>
                  <a:pt x="0" y="1288180"/>
                </a:lnTo>
                <a:lnTo>
                  <a:pt x="0" y="1316631"/>
                </a:lnTo>
                <a:lnTo>
                  <a:pt x="0" y="1345073"/>
                </a:lnTo>
                <a:lnTo>
                  <a:pt x="0" y="1373524"/>
                </a:lnTo>
                <a:lnTo>
                  <a:pt x="0" y="1401975"/>
                </a:lnTo>
                <a:lnTo>
                  <a:pt x="0" y="1430417"/>
                </a:lnTo>
                <a:lnTo>
                  <a:pt x="0" y="1458868"/>
                </a:lnTo>
                <a:lnTo>
                  <a:pt x="0" y="1487319"/>
                </a:lnTo>
                <a:lnTo>
                  <a:pt x="0" y="1515770"/>
                </a:lnTo>
                <a:lnTo>
                  <a:pt x="0" y="1544212"/>
                </a:lnTo>
                <a:lnTo>
                  <a:pt x="0" y="1572663"/>
                </a:lnTo>
                <a:lnTo>
                  <a:pt x="0" y="1601114"/>
                </a:lnTo>
                <a:lnTo>
                  <a:pt x="0" y="1629556"/>
                </a:lnTo>
                <a:lnTo>
                  <a:pt x="0" y="1658007"/>
                </a:lnTo>
                <a:lnTo>
                  <a:pt x="0" y="1686458"/>
                </a:lnTo>
                <a:lnTo>
                  <a:pt x="0" y="1714900"/>
                </a:lnTo>
                <a:lnTo>
                  <a:pt x="0" y="1743351"/>
                </a:lnTo>
                <a:lnTo>
                  <a:pt x="0" y="17718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D7A7CB28-AB07-4376-A489-7EB5391C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572" y="238420"/>
            <a:ext cx="2810913" cy="304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5C176CE1-9C67-4057-B735-2FBBA95A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8861" y="1581445"/>
            <a:ext cx="1035625" cy="429101"/>
          </a:xfrm>
          <a:custGeom xmlns:a="http://schemas.openxmlformats.org/drawingml/2006/main">
            <a:pathLst>
              <a:path w="1035625" h="429101">
                <a:moveTo>
                  <a:pt x="1035625" y="0"/>
                </a:moveTo>
                <a:lnTo>
                  <a:pt x="1034396" y="7115"/>
                </a:lnTo>
                <a:lnTo>
                  <a:pt x="1032777" y="14202"/>
                </a:lnTo>
                <a:lnTo>
                  <a:pt x="1030891" y="21269"/>
                </a:lnTo>
                <a:lnTo>
                  <a:pt x="1028757" y="28299"/>
                </a:lnTo>
                <a:lnTo>
                  <a:pt x="1026414" y="35309"/>
                </a:lnTo>
                <a:lnTo>
                  <a:pt x="1023871" y="42281"/>
                </a:lnTo>
                <a:lnTo>
                  <a:pt x="1021137" y="49235"/>
                </a:lnTo>
                <a:lnTo>
                  <a:pt x="1018203" y="56150"/>
                </a:lnTo>
                <a:lnTo>
                  <a:pt x="1015098" y="63036"/>
                </a:lnTo>
                <a:lnTo>
                  <a:pt x="1011822" y="69894"/>
                </a:lnTo>
                <a:lnTo>
                  <a:pt x="1008364" y="76714"/>
                </a:lnTo>
                <a:lnTo>
                  <a:pt x="1004735" y="83496"/>
                </a:lnTo>
                <a:lnTo>
                  <a:pt x="1000944" y="90249"/>
                </a:lnTo>
                <a:lnTo>
                  <a:pt x="996982" y="96955"/>
                </a:lnTo>
                <a:lnTo>
                  <a:pt x="992857" y="103632"/>
                </a:lnTo>
                <a:lnTo>
                  <a:pt x="988571" y="110261"/>
                </a:lnTo>
                <a:lnTo>
                  <a:pt x="984123" y="116853"/>
                </a:lnTo>
                <a:lnTo>
                  <a:pt x="979522" y="123396"/>
                </a:lnTo>
                <a:lnTo>
                  <a:pt x="974760" y="129902"/>
                </a:lnTo>
                <a:lnTo>
                  <a:pt x="969835" y="136350"/>
                </a:lnTo>
                <a:lnTo>
                  <a:pt x="964759" y="142751"/>
                </a:lnTo>
                <a:lnTo>
                  <a:pt x="959529" y="149114"/>
                </a:lnTo>
                <a:lnTo>
                  <a:pt x="954138" y="155419"/>
                </a:lnTo>
                <a:lnTo>
                  <a:pt x="948604" y="161668"/>
                </a:lnTo>
                <a:lnTo>
                  <a:pt x="942908" y="167859"/>
                </a:lnTo>
                <a:lnTo>
                  <a:pt x="937070" y="174003"/>
                </a:lnTo>
                <a:lnTo>
                  <a:pt x="931078" y="180089"/>
                </a:lnTo>
                <a:lnTo>
                  <a:pt x="924944" y="186119"/>
                </a:lnTo>
                <a:lnTo>
                  <a:pt x="918658" y="192081"/>
                </a:lnTo>
                <a:lnTo>
                  <a:pt x="912228" y="197987"/>
                </a:lnTo>
                <a:lnTo>
                  <a:pt x="905656" y="203825"/>
                </a:lnTo>
                <a:lnTo>
                  <a:pt x="898941" y="209598"/>
                </a:lnTo>
                <a:lnTo>
                  <a:pt x="892083" y="215303"/>
                </a:lnTo>
                <a:lnTo>
                  <a:pt x="885092" y="220951"/>
                </a:lnTo>
                <a:lnTo>
                  <a:pt x="877957" y="226524"/>
                </a:lnTo>
                <a:lnTo>
                  <a:pt x="870690" y="232019"/>
                </a:lnTo>
                <a:lnTo>
                  <a:pt x="863279" y="237449"/>
                </a:lnTo>
                <a:lnTo>
                  <a:pt x="855745" y="242811"/>
                </a:lnTo>
                <a:lnTo>
                  <a:pt x="848087" y="248098"/>
                </a:lnTo>
                <a:lnTo>
                  <a:pt x="840296" y="253308"/>
                </a:lnTo>
                <a:lnTo>
                  <a:pt x="832380" y="258442"/>
                </a:lnTo>
                <a:lnTo>
                  <a:pt x="824332" y="263500"/>
                </a:lnTo>
                <a:lnTo>
                  <a:pt x="816178" y="268481"/>
                </a:lnTo>
                <a:lnTo>
                  <a:pt x="807891" y="273387"/>
                </a:lnTo>
                <a:lnTo>
                  <a:pt x="799500" y="278206"/>
                </a:lnTo>
                <a:lnTo>
                  <a:pt x="790985" y="282950"/>
                </a:lnTo>
                <a:lnTo>
                  <a:pt x="782364" y="287607"/>
                </a:lnTo>
                <a:lnTo>
                  <a:pt x="773640" y="292189"/>
                </a:lnTo>
                <a:lnTo>
                  <a:pt x="764800" y="296694"/>
                </a:lnTo>
                <a:lnTo>
                  <a:pt x="755856" y="301104"/>
                </a:lnTo>
                <a:lnTo>
                  <a:pt x="746817" y="305448"/>
                </a:lnTo>
                <a:lnTo>
                  <a:pt x="737673" y="309696"/>
                </a:lnTo>
                <a:lnTo>
                  <a:pt x="728443" y="313868"/>
                </a:lnTo>
                <a:lnTo>
                  <a:pt x="719118" y="317954"/>
                </a:lnTo>
                <a:lnTo>
                  <a:pt x="709698" y="321955"/>
                </a:lnTo>
                <a:lnTo>
                  <a:pt x="700192" y="325869"/>
                </a:lnTo>
                <a:lnTo>
                  <a:pt x="690591" y="329708"/>
                </a:lnTo>
                <a:lnTo>
                  <a:pt x="680923" y="333461"/>
                </a:lnTo>
                <a:lnTo>
                  <a:pt x="671170" y="337128"/>
                </a:lnTo>
                <a:lnTo>
                  <a:pt x="661330" y="340719"/>
                </a:lnTo>
                <a:lnTo>
                  <a:pt x="651424" y="344224"/>
                </a:lnTo>
                <a:lnTo>
                  <a:pt x="641452" y="347643"/>
                </a:lnTo>
                <a:lnTo>
                  <a:pt x="631403" y="350977"/>
                </a:lnTo>
                <a:lnTo>
                  <a:pt x="621287" y="354235"/>
                </a:lnTo>
                <a:lnTo>
                  <a:pt x="611105" y="357416"/>
                </a:lnTo>
                <a:lnTo>
                  <a:pt x="600856" y="360512"/>
                </a:lnTo>
                <a:lnTo>
                  <a:pt x="590560" y="363522"/>
                </a:lnTo>
                <a:lnTo>
                  <a:pt x="580196" y="366465"/>
                </a:lnTo>
                <a:lnTo>
                  <a:pt x="569786" y="369322"/>
                </a:lnTo>
                <a:lnTo>
                  <a:pt x="559308" y="372094"/>
                </a:lnTo>
                <a:lnTo>
                  <a:pt x="548792" y="374799"/>
                </a:lnTo>
                <a:lnTo>
                  <a:pt x="538220" y="377428"/>
                </a:lnTo>
                <a:lnTo>
                  <a:pt x="527609" y="379971"/>
                </a:lnTo>
                <a:lnTo>
                  <a:pt x="516941" y="382448"/>
                </a:lnTo>
                <a:lnTo>
                  <a:pt x="506244" y="384839"/>
                </a:lnTo>
                <a:lnTo>
                  <a:pt x="495500" y="387163"/>
                </a:lnTo>
                <a:lnTo>
                  <a:pt x="484708" y="389420"/>
                </a:lnTo>
                <a:lnTo>
                  <a:pt x="473888" y="391592"/>
                </a:lnTo>
                <a:lnTo>
                  <a:pt x="463039" y="393706"/>
                </a:lnTo>
                <a:lnTo>
                  <a:pt x="452142" y="395735"/>
                </a:lnTo>
                <a:lnTo>
                  <a:pt x="441217" y="397707"/>
                </a:lnTo>
                <a:lnTo>
                  <a:pt x="430263" y="399602"/>
                </a:lnTo>
                <a:lnTo>
                  <a:pt x="419281" y="401431"/>
                </a:lnTo>
                <a:lnTo>
                  <a:pt x="408270" y="403193"/>
                </a:lnTo>
                <a:lnTo>
                  <a:pt x="397240" y="404889"/>
                </a:lnTo>
                <a:lnTo>
                  <a:pt x="386172" y="406517"/>
                </a:lnTo>
                <a:lnTo>
                  <a:pt x="375095" y="408089"/>
                </a:lnTo>
                <a:lnTo>
                  <a:pt x="363988" y="409585"/>
                </a:lnTo>
                <a:lnTo>
                  <a:pt x="352854" y="411023"/>
                </a:lnTo>
                <a:lnTo>
                  <a:pt x="341709" y="412404"/>
                </a:lnTo>
                <a:lnTo>
                  <a:pt x="330546" y="413718"/>
                </a:lnTo>
                <a:lnTo>
                  <a:pt x="319364" y="414976"/>
                </a:lnTo>
                <a:lnTo>
                  <a:pt x="308162" y="416166"/>
                </a:lnTo>
                <a:lnTo>
                  <a:pt x="296942" y="417309"/>
                </a:lnTo>
                <a:lnTo>
                  <a:pt x="285712" y="418386"/>
                </a:lnTo>
                <a:lnTo>
                  <a:pt x="274472" y="419405"/>
                </a:lnTo>
                <a:lnTo>
                  <a:pt x="263214" y="420376"/>
                </a:lnTo>
                <a:lnTo>
                  <a:pt x="251946" y="421281"/>
                </a:lnTo>
                <a:lnTo>
                  <a:pt x="240668" y="422138"/>
                </a:lnTo>
                <a:lnTo>
                  <a:pt x="229381" y="422948"/>
                </a:lnTo>
                <a:lnTo>
                  <a:pt x="218084" y="423691"/>
                </a:lnTo>
                <a:lnTo>
                  <a:pt x="206778" y="424396"/>
                </a:lnTo>
                <a:lnTo>
                  <a:pt x="195463" y="425044"/>
                </a:lnTo>
                <a:lnTo>
                  <a:pt x="184147" y="425634"/>
                </a:lnTo>
                <a:lnTo>
                  <a:pt x="172822" y="426177"/>
                </a:lnTo>
                <a:lnTo>
                  <a:pt x="161487" y="426682"/>
                </a:lnTo>
                <a:lnTo>
                  <a:pt x="150152" y="427130"/>
                </a:lnTo>
                <a:lnTo>
                  <a:pt x="138808" y="427530"/>
                </a:lnTo>
                <a:lnTo>
                  <a:pt x="127464" y="427882"/>
                </a:lnTo>
                <a:lnTo>
                  <a:pt x="116110" y="428187"/>
                </a:lnTo>
                <a:lnTo>
                  <a:pt x="104756" y="428454"/>
                </a:lnTo>
                <a:lnTo>
                  <a:pt x="93402" y="428673"/>
                </a:lnTo>
                <a:lnTo>
                  <a:pt x="82048" y="428844"/>
                </a:lnTo>
                <a:lnTo>
                  <a:pt x="70695" y="428968"/>
                </a:lnTo>
                <a:lnTo>
                  <a:pt x="59331" y="429054"/>
                </a:lnTo>
                <a:lnTo>
                  <a:pt x="47968" y="429101"/>
                </a:lnTo>
                <a:lnTo>
                  <a:pt x="36614" y="429101"/>
                </a:lnTo>
                <a:lnTo>
                  <a:pt x="25251" y="429063"/>
                </a:lnTo>
                <a:lnTo>
                  <a:pt x="13897" y="428987"/>
                </a:lnTo>
                <a:lnTo>
                  <a:pt x="2534" y="428863"/>
                </a:lnTo>
                <a:lnTo>
                  <a:pt x="0" y="428749"/>
                </a:lnTo>
                <a:lnTo>
                  <a:pt x="11354" y="428577"/>
                </a:lnTo>
                <a:lnTo>
                  <a:pt x="22708" y="428273"/>
                </a:lnTo>
                <a:lnTo>
                  <a:pt x="34052" y="427882"/>
                </a:lnTo>
                <a:lnTo>
                  <a:pt x="45387" y="427406"/>
                </a:lnTo>
                <a:lnTo>
                  <a:pt x="56712" y="426844"/>
                </a:lnTo>
                <a:lnTo>
                  <a:pt x="68018" y="426206"/>
                </a:lnTo>
                <a:lnTo>
                  <a:pt x="79324" y="425491"/>
                </a:lnTo>
                <a:lnTo>
                  <a:pt x="90611" y="424691"/>
                </a:lnTo>
                <a:lnTo>
                  <a:pt x="101889" y="423824"/>
                </a:lnTo>
                <a:lnTo>
                  <a:pt x="113147" y="422881"/>
                </a:lnTo>
                <a:lnTo>
                  <a:pt x="124397" y="421872"/>
                </a:lnTo>
                <a:lnTo>
                  <a:pt x="135626" y="420776"/>
                </a:lnTo>
                <a:lnTo>
                  <a:pt x="146828" y="419605"/>
                </a:lnTo>
                <a:lnTo>
                  <a:pt x="158020" y="418367"/>
                </a:lnTo>
                <a:lnTo>
                  <a:pt x="169183" y="417043"/>
                </a:lnTo>
                <a:lnTo>
                  <a:pt x="180318" y="415633"/>
                </a:lnTo>
                <a:lnTo>
                  <a:pt x="191433" y="414147"/>
                </a:lnTo>
                <a:lnTo>
                  <a:pt x="202511" y="412585"/>
                </a:lnTo>
                <a:lnTo>
                  <a:pt x="213570" y="410928"/>
                </a:lnTo>
                <a:lnTo>
                  <a:pt x="224590" y="409194"/>
                </a:lnTo>
                <a:lnTo>
                  <a:pt x="235572" y="407365"/>
                </a:lnTo>
                <a:lnTo>
                  <a:pt x="246517" y="405451"/>
                </a:lnTo>
                <a:lnTo>
                  <a:pt x="257423" y="403450"/>
                </a:lnTo>
                <a:lnTo>
                  <a:pt x="268281" y="401345"/>
                </a:lnTo>
                <a:lnTo>
                  <a:pt x="279092" y="399145"/>
                </a:lnTo>
                <a:lnTo>
                  <a:pt x="289855" y="396850"/>
                </a:lnTo>
                <a:lnTo>
                  <a:pt x="300561" y="394459"/>
                </a:lnTo>
                <a:lnTo>
                  <a:pt x="311201" y="391954"/>
                </a:lnTo>
                <a:lnTo>
                  <a:pt x="321783" y="389344"/>
                </a:lnTo>
                <a:lnTo>
                  <a:pt x="332289" y="386620"/>
                </a:lnTo>
                <a:lnTo>
                  <a:pt x="342719" y="383791"/>
                </a:lnTo>
                <a:lnTo>
                  <a:pt x="353073" y="380838"/>
                </a:lnTo>
                <a:lnTo>
                  <a:pt x="363341" y="377771"/>
                </a:lnTo>
                <a:lnTo>
                  <a:pt x="373504" y="374580"/>
                </a:lnTo>
                <a:lnTo>
                  <a:pt x="383572" y="371265"/>
                </a:lnTo>
                <a:lnTo>
                  <a:pt x="393535" y="367827"/>
                </a:lnTo>
                <a:lnTo>
                  <a:pt x="403374" y="364246"/>
                </a:lnTo>
                <a:lnTo>
                  <a:pt x="413090" y="360540"/>
                </a:lnTo>
                <a:lnTo>
                  <a:pt x="422672" y="356683"/>
                </a:lnTo>
                <a:lnTo>
                  <a:pt x="432102" y="352701"/>
                </a:lnTo>
                <a:lnTo>
                  <a:pt x="441379" y="348567"/>
                </a:lnTo>
                <a:lnTo>
                  <a:pt x="450485" y="344281"/>
                </a:lnTo>
                <a:lnTo>
                  <a:pt x="459410" y="339862"/>
                </a:lnTo>
                <a:lnTo>
                  <a:pt x="468154" y="335280"/>
                </a:lnTo>
                <a:lnTo>
                  <a:pt x="476679" y="330556"/>
                </a:lnTo>
                <a:lnTo>
                  <a:pt x="484994" y="325679"/>
                </a:lnTo>
                <a:lnTo>
                  <a:pt x="493081" y="320650"/>
                </a:lnTo>
                <a:lnTo>
                  <a:pt x="500920" y="315468"/>
                </a:lnTo>
                <a:lnTo>
                  <a:pt x="508502" y="310134"/>
                </a:lnTo>
                <a:lnTo>
                  <a:pt x="515807" y="304648"/>
                </a:lnTo>
                <a:lnTo>
                  <a:pt x="522837" y="299028"/>
                </a:lnTo>
                <a:lnTo>
                  <a:pt x="529561" y="293256"/>
                </a:lnTo>
                <a:lnTo>
                  <a:pt x="535981" y="287350"/>
                </a:lnTo>
                <a:lnTo>
                  <a:pt x="542077" y="281311"/>
                </a:lnTo>
                <a:lnTo>
                  <a:pt x="547849" y="275139"/>
                </a:lnTo>
                <a:lnTo>
                  <a:pt x="553279" y="268853"/>
                </a:lnTo>
                <a:lnTo>
                  <a:pt x="558365" y="262452"/>
                </a:lnTo>
                <a:lnTo>
                  <a:pt x="563099" y="255946"/>
                </a:lnTo>
                <a:lnTo>
                  <a:pt x="567480" y="249336"/>
                </a:lnTo>
                <a:lnTo>
                  <a:pt x="571510" y="242640"/>
                </a:lnTo>
                <a:lnTo>
                  <a:pt x="575167" y="235868"/>
                </a:lnTo>
                <a:lnTo>
                  <a:pt x="578472" y="229010"/>
                </a:lnTo>
                <a:lnTo>
                  <a:pt x="581425" y="222104"/>
                </a:lnTo>
                <a:lnTo>
                  <a:pt x="584035" y="215132"/>
                </a:lnTo>
                <a:lnTo>
                  <a:pt x="586283" y="208112"/>
                </a:lnTo>
                <a:lnTo>
                  <a:pt x="588197" y="201054"/>
                </a:lnTo>
                <a:lnTo>
                  <a:pt x="589788" y="193967"/>
                </a:lnTo>
                <a:lnTo>
                  <a:pt x="591045" y="186852"/>
                </a:lnTo>
                <a:lnTo>
                  <a:pt x="591988" y="179718"/>
                </a:lnTo>
                <a:lnTo>
                  <a:pt x="592626" y="172564"/>
                </a:lnTo>
                <a:lnTo>
                  <a:pt x="592960" y="165411"/>
                </a:lnTo>
                <a:lnTo>
                  <a:pt x="593017" y="158248"/>
                </a:lnTo>
                <a:lnTo>
                  <a:pt x="592788" y="151086"/>
                </a:lnTo>
                <a:lnTo>
                  <a:pt x="592293" y="143932"/>
                </a:lnTo>
                <a:lnTo>
                  <a:pt x="591550" y="136789"/>
                </a:lnTo>
                <a:lnTo>
                  <a:pt x="602056" y="135036"/>
                </a:lnTo>
                <a:lnTo>
                  <a:pt x="613134" y="133436"/>
                </a:lnTo>
                <a:lnTo>
                  <a:pt x="624164" y="131731"/>
                </a:lnTo>
                <a:lnTo>
                  <a:pt x="635156" y="129940"/>
                </a:lnTo>
                <a:lnTo>
                  <a:pt x="646119" y="128064"/>
                </a:lnTo>
                <a:lnTo>
                  <a:pt x="657054" y="126111"/>
                </a:lnTo>
                <a:lnTo>
                  <a:pt x="667950" y="124092"/>
                </a:lnTo>
                <a:lnTo>
                  <a:pt x="678809" y="121996"/>
                </a:lnTo>
                <a:lnTo>
                  <a:pt x="689639" y="119834"/>
                </a:lnTo>
                <a:lnTo>
                  <a:pt x="700440" y="117596"/>
                </a:lnTo>
                <a:lnTo>
                  <a:pt x="711194" y="115300"/>
                </a:lnTo>
                <a:lnTo>
                  <a:pt x="721919" y="112938"/>
                </a:lnTo>
                <a:lnTo>
                  <a:pt x="732596" y="110500"/>
                </a:lnTo>
                <a:lnTo>
                  <a:pt x="743245" y="108004"/>
                </a:lnTo>
                <a:lnTo>
                  <a:pt x="753856" y="105442"/>
                </a:lnTo>
                <a:lnTo>
                  <a:pt x="764419" y="102813"/>
                </a:lnTo>
                <a:lnTo>
                  <a:pt x="774944" y="100117"/>
                </a:lnTo>
                <a:lnTo>
                  <a:pt x="785422" y="97355"/>
                </a:lnTo>
                <a:lnTo>
                  <a:pt x="795852" y="94517"/>
                </a:lnTo>
                <a:lnTo>
                  <a:pt x="806244" y="91621"/>
                </a:lnTo>
                <a:lnTo>
                  <a:pt x="816578" y="88659"/>
                </a:lnTo>
                <a:lnTo>
                  <a:pt x="826875" y="85620"/>
                </a:lnTo>
                <a:lnTo>
                  <a:pt x="837105" y="82515"/>
                </a:lnTo>
                <a:lnTo>
                  <a:pt x="847287" y="79343"/>
                </a:lnTo>
                <a:lnTo>
                  <a:pt x="857412" y="76095"/>
                </a:lnTo>
                <a:lnTo>
                  <a:pt x="867480" y="72781"/>
                </a:lnTo>
                <a:lnTo>
                  <a:pt x="877491" y="69399"/>
                </a:lnTo>
                <a:lnTo>
                  <a:pt x="887435" y="65932"/>
                </a:lnTo>
                <a:lnTo>
                  <a:pt x="897312" y="62398"/>
                </a:lnTo>
                <a:lnTo>
                  <a:pt x="907123" y="58788"/>
                </a:lnTo>
                <a:lnTo>
                  <a:pt x="916867" y="55102"/>
                </a:lnTo>
                <a:lnTo>
                  <a:pt x="926535" y="51349"/>
                </a:lnTo>
                <a:lnTo>
                  <a:pt x="936127" y="47511"/>
                </a:lnTo>
                <a:lnTo>
                  <a:pt x="945642" y="43596"/>
                </a:lnTo>
                <a:lnTo>
                  <a:pt x="955072" y="39605"/>
                </a:lnTo>
                <a:lnTo>
                  <a:pt x="964406" y="35528"/>
                </a:lnTo>
                <a:lnTo>
                  <a:pt x="973665" y="31375"/>
                </a:lnTo>
                <a:lnTo>
                  <a:pt x="982828" y="27146"/>
                </a:lnTo>
                <a:lnTo>
                  <a:pt x="991886" y="22831"/>
                </a:lnTo>
                <a:lnTo>
                  <a:pt x="1000858" y="18431"/>
                </a:lnTo>
                <a:lnTo>
                  <a:pt x="1009717" y="13945"/>
                </a:lnTo>
                <a:lnTo>
                  <a:pt x="1018470" y="9382"/>
                </a:lnTo>
                <a:lnTo>
                  <a:pt x="1027109" y="4734"/>
                </a:lnTo>
                <a:lnTo>
                  <a:pt x="1035625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F7A2C869-4485-4FFE-884B-7D47B66A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4046" y="3482750"/>
            <a:ext cx="2811561" cy="471097"/>
          </a:xfrm>
          <a:custGeom xmlns:a="http://schemas.openxmlformats.org/drawingml/2006/main">
            <a:pathLst>
              <a:path w="2811561" h="471097">
                <a:moveTo>
                  <a:pt x="2810685" y="0"/>
                </a:moveTo>
                <a:lnTo>
                  <a:pt x="2811561" y="17345"/>
                </a:lnTo>
                <a:lnTo>
                  <a:pt x="2811170" y="34709"/>
                </a:lnTo>
                <a:lnTo>
                  <a:pt x="2809808" y="52045"/>
                </a:lnTo>
                <a:lnTo>
                  <a:pt x="2807541" y="69342"/>
                </a:lnTo>
                <a:lnTo>
                  <a:pt x="2804408" y="86592"/>
                </a:lnTo>
                <a:lnTo>
                  <a:pt x="2800407" y="103765"/>
                </a:lnTo>
                <a:lnTo>
                  <a:pt x="2795530" y="120844"/>
                </a:lnTo>
                <a:lnTo>
                  <a:pt x="2789787" y="137827"/>
                </a:lnTo>
                <a:lnTo>
                  <a:pt x="2783148" y="154667"/>
                </a:lnTo>
                <a:lnTo>
                  <a:pt x="2775595" y="171364"/>
                </a:lnTo>
                <a:lnTo>
                  <a:pt x="2767108" y="187881"/>
                </a:lnTo>
                <a:lnTo>
                  <a:pt x="2757678" y="204187"/>
                </a:lnTo>
                <a:lnTo>
                  <a:pt x="2747267" y="220256"/>
                </a:lnTo>
                <a:lnTo>
                  <a:pt x="2735875" y="236058"/>
                </a:lnTo>
                <a:lnTo>
                  <a:pt x="2723483" y="251555"/>
                </a:lnTo>
                <a:lnTo>
                  <a:pt x="2710072" y="266719"/>
                </a:lnTo>
                <a:lnTo>
                  <a:pt x="2695642" y="281502"/>
                </a:lnTo>
                <a:lnTo>
                  <a:pt x="2680192" y="295875"/>
                </a:lnTo>
                <a:lnTo>
                  <a:pt x="2663733" y="309791"/>
                </a:lnTo>
                <a:lnTo>
                  <a:pt x="2646283" y="323212"/>
                </a:lnTo>
                <a:lnTo>
                  <a:pt x="2627852" y="336118"/>
                </a:lnTo>
                <a:lnTo>
                  <a:pt x="2608488" y="348453"/>
                </a:lnTo>
                <a:lnTo>
                  <a:pt x="2588219" y="360207"/>
                </a:lnTo>
                <a:lnTo>
                  <a:pt x="2567102" y="371342"/>
                </a:lnTo>
                <a:lnTo>
                  <a:pt x="2545175" y="381848"/>
                </a:lnTo>
                <a:lnTo>
                  <a:pt x="2522515" y="391706"/>
                </a:lnTo>
                <a:lnTo>
                  <a:pt x="2499170" y="400907"/>
                </a:lnTo>
                <a:lnTo>
                  <a:pt x="2475195" y="409451"/>
                </a:lnTo>
                <a:lnTo>
                  <a:pt x="2450668" y="417347"/>
                </a:lnTo>
                <a:lnTo>
                  <a:pt x="2425637" y="424586"/>
                </a:lnTo>
                <a:lnTo>
                  <a:pt x="2400167" y="431187"/>
                </a:lnTo>
                <a:lnTo>
                  <a:pt x="2374316" y="437159"/>
                </a:lnTo>
                <a:lnTo>
                  <a:pt x="2348122" y="442541"/>
                </a:lnTo>
                <a:lnTo>
                  <a:pt x="2321652" y="447323"/>
                </a:lnTo>
                <a:lnTo>
                  <a:pt x="2294944" y="451552"/>
                </a:lnTo>
                <a:lnTo>
                  <a:pt x="2268036" y="455228"/>
                </a:lnTo>
                <a:lnTo>
                  <a:pt x="2240956" y="458391"/>
                </a:lnTo>
                <a:lnTo>
                  <a:pt x="2213743" y="461058"/>
                </a:lnTo>
                <a:lnTo>
                  <a:pt x="2186416" y="463248"/>
                </a:lnTo>
                <a:lnTo>
                  <a:pt x="2159022" y="464982"/>
                </a:lnTo>
                <a:lnTo>
                  <a:pt x="2131562" y="466277"/>
                </a:lnTo>
                <a:lnTo>
                  <a:pt x="2104034" y="466896"/>
                </a:lnTo>
                <a:lnTo>
                  <a:pt x="2076507" y="467297"/>
                </a:lnTo>
                <a:lnTo>
                  <a:pt x="2048970" y="467630"/>
                </a:lnTo>
                <a:lnTo>
                  <a:pt x="2021434" y="467897"/>
                </a:lnTo>
                <a:lnTo>
                  <a:pt x="1993897" y="468144"/>
                </a:lnTo>
                <a:lnTo>
                  <a:pt x="1966351" y="468363"/>
                </a:lnTo>
                <a:lnTo>
                  <a:pt x="1938814" y="468563"/>
                </a:lnTo>
                <a:lnTo>
                  <a:pt x="1911277" y="468744"/>
                </a:lnTo>
                <a:lnTo>
                  <a:pt x="1883740" y="468906"/>
                </a:lnTo>
                <a:lnTo>
                  <a:pt x="1856203" y="469068"/>
                </a:lnTo>
                <a:lnTo>
                  <a:pt x="1828657" y="469211"/>
                </a:lnTo>
                <a:lnTo>
                  <a:pt x="1801120" y="469354"/>
                </a:lnTo>
                <a:lnTo>
                  <a:pt x="1773584" y="469487"/>
                </a:lnTo>
                <a:lnTo>
                  <a:pt x="1746047" y="469602"/>
                </a:lnTo>
                <a:lnTo>
                  <a:pt x="1718500" y="469725"/>
                </a:lnTo>
                <a:lnTo>
                  <a:pt x="1690964" y="469830"/>
                </a:lnTo>
                <a:lnTo>
                  <a:pt x="1663427" y="469935"/>
                </a:lnTo>
                <a:lnTo>
                  <a:pt x="1635881" y="470040"/>
                </a:lnTo>
                <a:lnTo>
                  <a:pt x="1608344" y="470125"/>
                </a:lnTo>
                <a:lnTo>
                  <a:pt x="1580807" y="470211"/>
                </a:lnTo>
                <a:lnTo>
                  <a:pt x="1553261" y="470297"/>
                </a:lnTo>
                <a:lnTo>
                  <a:pt x="1525724" y="470373"/>
                </a:lnTo>
                <a:lnTo>
                  <a:pt x="1498187" y="470449"/>
                </a:lnTo>
                <a:lnTo>
                  <a:pt x="1470641" y="470525"/>
                </a:lnTo>
                <a:lnTo>
                  <a:pt x="1443104" y="470583"/>
                </a:lnTo>
                <a:lnTo>
                  <a:pt x="1415567" y="470649"/>
                </a:lnTo>
                <a:lnTo>
                  <a:pt x="1388021" y="470706"/>
                </a:lnTo>
                <a:lnTo>
                  <a:pt x="1360484" y="470764"/>
                </a:lnTo>
                <a:lnTo>
                  <a:pt x="1332948" y="470802"/>
                </a:lnTo>
                <a:lnTo>
                  <a:pt x="1305401" y="470849"/>
                </a:lnTo>
                <a:lnTo>
                  <a:pt x="1277864" y="470897"/>
                </a:lnTo>
                <a:lnTo>
                  <a:pt x="1250318" y="470926"/>
                </a:lnTo>
                <a:lnTo>
                  <a:pt x="1222781" y="470964"/>
                </a:lnTo>
                <a:lnTo>
                  <a:pt x="1195245" y="470992"/>
                </a:lnTo>
                <a:lnTo>
                  <a:pt x="1167698" y="471021"/>
                </a:lnTo>
                <a:lnTo>
                  <a:pt x="1140162" y="471040"/>
                </a:lnTo>
                <a:lnTo>
                  <a:pt x="1112625" y="471059"/>
                </a:lnTo>
                <a:lnTo>
                  <a:pt x="1085078" y="471078"/>
                </a:lnTo>
                <a:lnTo>
                  <a:pt x="1057542" y="471078"/>
                </a:lnTo>
                <a:lnTo>
                  <a:pt x="1030005" y="471087"/>
                </a:lnTo>
                <a:lnTo>
                  <a:pt x="1002459" y="471097"/>
                </a:lnTo>
                <a:lnTo>
                  <a:pt x="974922" y="471087"/>
                </a:lnTo>
                <a:lnTo>
                  <a:pt x="947376" y="471078"/>
                </a:lnTo>
                <a:lnTo>
                  <a:pt x="919839" y="471068"/>
                </a:lnTo>
                <a:lnTo>
                  <a:pt x="892302" y="471059"/>
                </a:lnTo>
                <a:lnTo>
                  <a:pt x="864756" y="471040"/>
                </a:lnTo>
                <a:lnTo>
                  <a:pt x="837219" y="471011"/>
                </a:lnTo>
                <a:lnTo>
                  <a:pt x="809682" y="470992"/>
                </a:lnTo>
                <a:lnTo>
                  <a:pt x="782136" y="470954"/>
                </a:lnTo>
                <a:lnTo>
                  <a:pt x="754599" y="470906"/>
                </a:lnTo>
                <a:lnTo>
                  <a:pt x="727062" y="470868"/>
                </a:lnTo>
                <a:lnTo>
                  <a:pt x="699516" y="470821"/>
                </a:lnTo>
                <a:lnTo>
                  <a:pt x="671979" y="470764"/>
                </a:lnTo>
                <a:lnTo>
                  <a:pt x="644442" y="470697"/>
                </a:lnTo>
                <a:lnTo>
                  <a:pt x="616896" y="470640"/>
                </a:lnTo>
                <a:lnTo>
                  <a:pt x="589359" y="470554"/>
                </a:lnTo>
                <a:lnTo>
                  <a:pt x="561823" y="470478"/>
                </a:lnTo>
                <a:lnTo>
                  <a:pt x="534276" y="470392"/>
                </a:lnTo>
                <a:lnTo>
                  <a:pt x="506740" y="470297"/>
                </a:lnTo>
                <a:lnTo>
                  <a:pt x="479203" y="470192"/>
                </a:lnTo>
                <a:lnTo>
                  <a:pt x="451656" y="470078"/>
                </a:lnTo>
                <a:lnTo>
                  <a:pt x="424120" y="469954"/>
                </a:lnTo>
                <a:lnTo>
                  <a:pt x="396583" y="469811"/>
                </a:lnTo>
                <a:lnTo>
                  <a:pt x="369037" y="469668"/>
                </a:lnTo>
                <a:lnTo>
                  <a:pt x="341500" y="469506"/>
                </a:lnTo>
                <a:lnTo>
                  <a:pt x="313963" y="469325"/>
                </a:lnTo>
                <a:lnTo>
                  <a:pt x="286426" y="469135"/>
                </a:lnTo>
                <a:lnTo>
                  <a:pt x="258890" y="468925"/>
                </a:lnTo>
                <a:lnTo>
                  <a:pt x="231353" y="468687"/>
                </a:lnTo>
                <a:lnTo>
                  <a:pt x="203816" y="468430"/>
                </a:lnTo>
                <a:lnTo>
                  <a:pt x="176279" y="468144"/>
                </a:lnTo>
                <a:lnTo>
                  <a:pt x="148742" y="467811"/>
                </a:lnTo>
                <a:lnTo>
                  <a:pt x="121206" y="467439"/>
                </a:lnTo>
                <a:lnTo>
                  <a:pt x="93678" y="466992"/>
                </a:lnTo>
                <a:lnTo>
                  <a:pt x="66151" y="466449"/>
                </a:lnTo>
                <a:lnTo>
                  <a:pt x="38633" y="465744"/>
                </a:lnTo>
                <a:lnTo>
                  <a:pt x="11154" y="464610"/>
                </a:lnTo>
                <a:lnTo>
                  <a:pt x="5105" y="450504"/>
                </a:lnTo>
                <a:lnTo>
                  <a:pt x="4743" y="433149"/>
                </a:lnTo>
                <a:lnTo>
                  <a:pt x="4382" y="415785"/>
                </a:lnTo>
                <a:lnTo>
                  <a:pt x="4010" y="398431"/>
                </a:lnTo>
                <a:lnTo>
                  <a:pt x="3648" y="381076"/>
                </a:lnTo>
                <a:lnTo>
                  <a:pt x="3286" y="363712"/>
                </a:lnTo>
                <a:lnTo>
                  <a:pt x="2915" y="346358"/>
                </a:lnTo>
                <a:lnTo>
                  <a:pt x="2553" y="329003"/>
                </a:lnTo>
                <a:lnTo>
                  <a:pt x="2191" y="311639"/>
                </a:lnTo>
                <a:lnTo>
                  <a:pt x="1819" y="294284"/>
                </a:lnTo>
                <a:lnTo>
                  <a:pt x="1457" y="276930"/>
                </a:lnTo>
                <a:lnTo>
                  <a:pt x="1095" y="259566"/>
                </a:lnTo>
                <a:lnTo>
                  <a:pt x="733" y="242211"/>
                </a:lnTo>
                <a:lnTo>
                  <a:pt x="362" y="224857"/>
                </a:lnTo>
                <a:lnTo>
                  <a:pt x="0" y="207493"/>
                </a:lnTo>
                <a:lnTo>
                  <a:pt x="10106" y="196139"/>
                </a:lnTo>
                <a:lnTo>
                  <a:pt x="37567" y="194882"/>
                </a:lnTo>
                <a:lnTo>
                  <a:pt x="65056" y="193815"/>
                </a:lnTo>
                <a:lnTo>
                  <a:pt x="92564" y="192929"/>
                </a:lnTo>
                <a:lnTo>
                  <a:pt x="120082" y="192205"/>
                </a:lnTo>
                <a:lnTo>
                  <a:pt x="147609" y="191624"/>
                </a:lnTo>
                <a:lnTo>
                  <a:pt x="175136" y="191176"/>
                </a:lnTo>
                <a:lnTo>
                  <a:pt x="202673" y="190843"/>
                </a:lnTo>
                <a:lnTo>
                  <a:pt x="230210" y="190624"/>
                </a:lnTo>
                <a:lnTo>
                  <a:pt x="257747" y="190500"/>
                </a:lnTo>
                <a:lnTo>
                  <a:pt x="285293" y="190462"/>
                </a:lnTo>
                <a:lnTo>
                  <a:pt x="312830" y="190510"/>
                </a:lnTo>
                <a:lnTo>
                  <a:pt x="340366" y="190633"/>
                </a:lnTo>
                <a:lnTo>
                  <a:pt x="367903" y="190833"/>
                </a:lnTo>
                <a:lnTo>
                  <a:pt x="395440" y="191091"/>
                </a:lnTo>
                <a:lnTo>
                  <a:pt x="422977" y="191414"/>
                </a:lnTo>
                <a:lnTo>
                  <a:pt x="450513" y="191786"/>
                </a:lnTo>
                <a:lnTo>
                  <a:pt x="478041" y="192215"/>
                </a:lnTo>
                <a:lnTo>
                  <a:pt x="505577" y="192691"/>
                </a:lnTo>
                <a:lnTo>
                  <a:pt x="533105" y="193215"/>
                </a:lnTo>
                <a:lnTo>
                  <a:pt x="560632" y="193777"/>
                </a:lnTo>
                <a:lnTo>
                  <a:pt x="588150" y="194377"/>
                </a:lnTo>
                <a:lnTo>
                  <a:pt x="615677" y="195005"/>
                </a:lnTo>
                <a:lnTo>
                  <a:pt x="643195" y="195672"/>
                </a:lnTo>
                <a:lnTo>
                  <a:pt x="670712" y="196377"/>
                </a:lnTo>
                <a:lnTo>
                  <a:pt x="698230" y="197101"/>
                </a:lnTo>
                <a:lnTo>
                  <a:pt x="725738" y="197844"/>
                </a:lnTo>
                <a:lnTo>
                  <a:pt x="753256" y="198625"/>
                </a:lnTo>
                <a:lnTo>
                  <a:pt x="780764" y="199415"/>
                </a:lnTo>
                <a:lnTo>
                  <a:pt x="808272" y="200225"/>
                </a:lnTo>
                <a:lnTo>
                  <a:pt x="835790" y="201054"/>
                </a:lnTo>
                <a:lnTo>
                  <a:pt x="863289" y="201901"/>
                </a:lnTo>
                <a:lnTo>
                  <a:pt x="890797" y="202759"/>
                </a:lnTo>
                <a:lnTo>
                  <a:pt x="918305" y="203625"/>
                </a:lnTo>
                <a:lnTo>
                  <a:pt x="945813" y="204502"/>
                </a:lnTo>
                <a:lnTo>
                  <a:pt x="973312" y="205397"/>
                </a:lnTo>
                <a:lnTo>
                  <a:pt x="1000820" y="206283"/>
                </a:lnTo>
                <a:lnTo>
                  <a:pt x="1028319" y="207188"/>
                </a:lnTo>
                <a:lnTo>
                  <a:pt x="1055827" y="208083"/>
                </a:lnTo>
                <a:lnTo>
                  <a:pt x="1083326" y="208988"/>
                </a:lnTo>
                <a:lnTo>
                  <a:pt x="1110834" y="209883"/>
                </a:lnTo>
                <a:lnTo>
                  <a:pt x="1138333" y="210779"/>
                </a:lnTo>
                <a:lnTo>
                  <a:pt x="1165841" y="211674"/>
                </a:lnTo>
                <a:lnTo>
                  <a:pt x="1193340" y="212569"/>
                </a:lnTo>
                <a:lnTo>
                  <a:pt x="1220848" y="213455"/>
                </a:lnTo>
                <a:lnTo>
                  <a:pt x="1248356" y="214332"/>
                </a:lnTo>
                <a:lnTo>
                  <a:pt x="1275855" y="215189"/>
                </a:lnTo>
                <a:lnTo>
                  <a:pt x="1303363" y="216046"/>
                </a:lnTo>
                <a:lnTo>
                  <a:pt x="1330871" y="216875"/>
                </a:lnTo>
                <a:lnTo>
                  <a:pt x="1358379" y="217703"/>
                </a:lnTo>
                <a:lnTo>
                  <a:pt x="1385897" y="218513"/>
                </a:lnTo>
                <a:lnTo>
                  <a:pt x="1413405" y="219294"/>
                </a:lnTo>
                <a:lnTo>
                  <a:pt x="1440923" y="220056"/>
                </a:lnTo>
                <a:lnTo>
                  <a:pt x="1468431" y="220799"/>
                </a:lnTo>
                <a:lnTo>
                  <a:pt x="1495949" y="221513"/>
                </a:lnTo>
                <a:lnTo>
                  <a:pt x="1523467" y="222190"/>
                </a:lnTo>
                <a:lnTo>
                  <a:pt x="1550994" y="222847"/>
                </a:lnTo>
                <a:lnTo>
                  <a:pt x="1578512" y="223466"/>
                </a:lnTo>
                <a:lnTo>
                  <a:pt x="1606039" y="224038"/>
                </a:lnTo>
                <a:lnTo>
                  <a:pt x="1633566" y="224580"/>
                </a:lnTo>
                <a:lnTo>
                  <a:pt x="1661093" y="225076"/>
                </a:lnTo>
                <a:lnTo>
                  <a:pt x="1688630" y="225523"/>
                </a:lnTo>
                <a:lnTo>
                  <a:pt x="1716157" y="225923"/>
                </a:lnTo>
                <a:lnTo>
                  <a:pt x="1743694" y="226257"/>
                </a:lnTo>
                <a:lnTo>
                  <a:pt x="1771231" y="226543"/>
                </a:lnTo>
                <a:lnTo>
                  <a:pt x="1798768" y="226752"/>
                </a:lnTo>
                <a:lnTo>
                  <a:pt x="1826304" y="226895"/>
                </a:lnTo>
                <a:lnTo>
                  <a:pt x="1853851" y="226962"/>
                </a:lnTo>
                <a:lnTo>
                  <a:pt x="1881388" y="226952"/>
                </a:lnTo>
                <a:lnTo>
                  <a:pt x="1908924" y="226838"/>
                </a:lnTo>
                <a:lnTo>
                  <a:pt x="1936471" y="226628"/>
                </a:lnTo>
                <a:lnTo>
                  <a:pt x="1963998" y="226314"/>
                </a:lnTo>
                <a:lnTo>
                  <a:pt x="1991535" y="225866"/>
                </a:lnTo>
                <a:lnTo>
                  <a:pt x="2019062" y="225295"/>
                </a:lnTo>
                <a:lnTo>
                  <a:pt x="2046570" y="224571"/>
                </a:lnTo>
                <a:lnTo>
                  <a:pt x="2074078" y="223676"/>
                </a:lnTo>
                <a:lnTo>
                  <a:pt x="2101567" y="222599"/>
                </a:lnTo>
                <a:lnTo>
                  <a:pt x="2129028" y="221304"/>
                </a:lnTo>
                <a:lnTo>
                  <a:pt x="2156460" y="219770"/>
                </a:lnTo>
                <a:lnTo>
                  <a:pt x="2183854" y="217961"/>
                </a:lnTo>
                <a:lnTo>
                  <a:pt x="2211181" y="215827"/>
                </a:lnTo>
                <a:lnTo>
                  <a:pt x="2238432" y="213303"/>
                </a:lnTo>
                <a:lnTo>
                  <a:pt x="2265559" y="210322"/>
                </a:lnTo>
                <a:lnTo>
                  <a:pt x="2292515" y="206769"/>
                </a:lnTo>
                <a:lnTo>
                  <a:pt x="2319214" y="202511"/>
                </a:lnTo>
                <a:lnTo>
                  <a:pt x="2345493" y="197329"/>
                </a:lnTo>
                <a:lnTo>
                  <a:pt x="2371068" y="190910"/>
                </a:lnTo>
                <a:lnTo>
                  <a:pt x="2395366" y="182766"/>
                </a:lnTo>
                <a:lnTo>
                  <a:pt x="2417074" y="172136"/>
                </a:lnTo>
                <a:lnTo>
                  <a:pt x="2433295" y="158220"/>
                </a:lnTo>
                <a:lnTo>
                  <a:pt x="2439829" y="141484"/>
                </a:lnTo>
                <a:lnTo>
                  <a:pt x="2458288" y="132788"/>
                </a:lnTo>
                <a:lnTo>
                  <a:pt x="2484206" y="126921"/>
                </a:lnTo>
                <a:lnTo>
                  <a:pt x="2509771" y="120472"/>
                </a:lnTo>
                <a:lnTo>
                  <a:pt x="2535012" y="113519"/>
                </a:lnTo>
                <a:lnTo>
                  <a:pt x="2559920" y="106118"/>
                </a:lnTo>
                <a:lnTo>
                  <a:pt x="2584504" y="98298"/>
                </a:lnTo>
                <a:lnTo>
                  <a:pt x="2608755" y="90068"/>
                </a:lnTo>
                <a:lnTo>
                  <a:pt x="2632672" y="81467"/>
                </a:lnTo>
                <a:lnTo>
                  <a:pt x="2656237" y="72485"/>
                </a:lnTo>
                <a:lnTo>
                  <a:pt x="2679449" y="63141"/>
                </a:lnTo>
                <a:lnTo>
                  <a:pt x="2702300" y="53454"/>
                </a:lnTo>
                <a:lnTo>
                  <a:pt x="2724769" y="43415"/>
                </a:lnTo>
                <a:lnTo>
                  <a:pt x="2746858" y="33042"/>
                </a:lnTo>
                <a:lnTo>
                  <a:pt x="2768546" y="22346"/>
                </a:lnTo>
                <a:lnTo>
                  <a:pt x="2789825" y="11325"/>
                </a:lnTo>
                <a:lnTo>
                  <a:pt x="281068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C7F213C4-CE59-430A-9FA7-73F578FC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3817" y="2180482"/>
            <a:ext cx="2810913" cy="1771802"/>
          </a:xfrm>
          <a:custGeom xmlns:a="http://schemas.openxmlformats.org/drawingml/2006/main">
            <a:pathLst>
              <a:path w="2810913" h="1771802">
                <a:moveTo>
                  <a:pt x="0" y="1771802"/>
                </a:moveTo>
                <a:lnTo>
                  <a:pt x="45129" y="1771802"/>
                </a:lnTo>
                <a:lnTo>
                  <a:pt x="90268" y="1771802"/>
                </a:lnTo>
                <a:lnTo>
                  <a:pt x="135398" y="1771802"/>
                </a:lnTo>
                <a:lnTo>
                  <a:pt x="180527" y="1771802"/>
                </a:lnTo>
                <a:lnTo>
                  <a:pt x="225657" y="1771802"/>
                </a:lnTo>
                <a:lnTo>
                  <a:pt x="270796" y="1771802"/>
                </a:lnTo>
                <a:lnTo>
                  <a:pt x="315925" y="1771802"/>
                </a:lnTo>
                <a:lnTo>
                  <a:pt x="361055" y="1771802"/>
                </a:lnTo>
                <a:lnTo>
                  <a:pt x="406194" y="1771802"/>
                </a:lnTo>
                <a:lnTo>
                  <a:pt x="451323" y="1771802"/>
                </a:lnTo>
                <a:lnTo>
                  <a:pt x="496453" y="1771802"/>
                </a:lnTo>
                <a:lnTo>
                  <a:pt x="541592" y="1771802"/>
                </a:lnTo>
                <a:lnTo>
                  <a:pt x="586721" y="1771802"/>
                </a:lnTo>
                <a:lnTo>
                  <a:pt x="631850" y="1771802"/>
                </a:lnTo>
                <a:lnTo>
                  <a:pt x="676980" y="1771802"/>
                </a:lnTo>
                <a:lnTo>
                  <a:pt x="722119" y="1771802"/>
                </a:lnTo>
                <a:lnTo>
                  <a:pt x="767248" y="1771802"/>
                </a:lnTo>
                <a:lnTo>
                  <a:pt x="812378" y="1771802"/>
                </a:lnTo>
                <a:lnTo>
                  <a:pt x="857517" y="1771802"/>
                </a:lnTo>
                <a:lnTo>
                  <a:pt x="902646" y="1771802"/>
                </a:lnTo>
                <a:lnTo>
                  <a:pt x="947776" y="1771802"/>
                </a:lnTo>
                <a:lnTo>
                  <a:pt x="992915" y="1771802"/>
                </a:lnTo>
                <a:lnTo>
                  <a:pt x="1038044" y="1771802"/>
                </a:lnTo>
                <a:lnTo>
                  <a:pt x="1083173" y="1771802"/>
                </a:lnTo>
                <a:lnTo>
                  <a:pt x="1128303" y="1771802"/>
                </a:lnTo>
                <a:lnTo>
                  <a:pt x="1173442" y="1771802"/>
                </a:lnTo>
                <a:lnTo>
                  <a:pt x="1218571" y="1771802"/>
                </a:lnTo>
                <a:lnTo>
                  <a:pt x="1263701" y="1771802"/>
                </a:lnTo>
                <a:lnTo>
                  <a:pt x="1308840" y="1771802"/>
                </a:lnTo>
                <a:lnTo>
                  <a:pt x="1353969" y="1771802"/>
                </a:lnTo>
                <a:lnTo>
                  <a:pt x="1399099" y="1771802"/>
                </a:lnTo>
                <a:lnTo>
                  <a:pt x="1444238" y="1771802"/>
                </a:lnTo>
                <a:lnTo>
                  <a:pt x="1489367" y="1771802"/>
                </a:lnTo>
                <a:lnTo>
                  <a:pt x="1534497" y="1771802"/>
                </a:lnTo>
                <a:lnTo>
                  <a:pt x="1579626" y="1771802"/>
                </a:lnTo>
                <a:lnTo>
                  <a:pt x="1624765" y="1771802"/>
                </a:lnTo>
                <a:lnTo>
                  <a:pt x="1669894" y="1771802"/>
                </a:lnTo>
                <a:lnTo>
                  <a:pt x="1715024" y="1771802"/>
                </a:lnTo>
                <a:lnTo>
                  <a:pt x="1760163" y="1771802"/>
                </a:lnTo>
                <a:lnTo>
                  <a:pt x="1805292" y="1771802"/>
                </a:lnTo>
                <a:lnTo>
                  <a:pt x="1850422" y="1771802"/>
                </a:lnTo>
                <a:lnTo>
                  <a:pt x="1895113" y="1768592"/>
                </a:lnTo>
                <a:lnTo>
                  <a:pt x="1939547" y="1763620"/>
                </a:lnTo>
                <a:lnTo>
                  <a:pt x="1983981" y="1758658"/>
                </a:lnTo>
                <a:lnTo>
                  <a:pt x="2028425" y="1753686"/>
                </a:lnTo>
                <a:lnTo>
                  <a:pt x="2072859" y="1748714"/>
                </a:lnTo>
                <a:lnTo>
                  <a:pt x="2117303" y="1743742"/>
                </a:lnTo>
                <a:lnTo>
                  <a:pt x="2161737" y="1738779"/>
                </a:lnTo>
                <a:lnTo>
                  <a:pt x="2206181" y="1733807"/>
                </a:lnTo>
                <a:lnTo>
                  <a:pt x="2240099" y="1716405"/>
                </a:lnTo>
                <a:lnTo>
                  <a:pt x="2271417" y="1695917"/>
                </a:lnTo>
                <a:lnTo>
                  <a:pt x="2302735" y="1675428"/>
                </a:lnTo>
                <a:lnTo>
                  <a:pt x="2334054" y="1654950"/>
                </a:lnTo>
                <a:lnTo>
                  <a:pt x="2365372" y="1634461"/>
                </a:lnTo>
                <a:lnTo>
                  <a:pt x="2396681" y="1613983"/>
                </a:lnTo>
                <a:lnTo>
                  <a:pt x="2427999" y="1593494"/>
                </a:lnTo>
                <a:lnTo>
                  <a:pt x="2459317" y="1573006"/>
                </a:lnTo>
                <a:lnTo>
                  <a:pt x="2490635" y="1552527"/>
                </a:lnTo>
                <a:lnTo>
                  <a:pt x="2521953" y="1532039"/>
                </a:lnTo>
                <a:lnTo>
                  <a:pt x="2553272" y="1511551"/>
                </a:lnTo>
                <a:lnTo>
                  <a:pt x="2584590" y="1491072"/>
                </a:lnTo>
                <a:lnTo>
                  <a:pt x="2615908" y="1470584"/>
                </a:lnTo>
                <a:lnTo>
                  <a:pt x="2647217" y="1450096"/>
                </a:lnTo>
                <a:lnTo>
                  <a:pt x="2678535" y="1429617"/>
                </a:lnTo>
                <a:lnTo>
                  <a:pt x="2709853" y="1409129"/>
                </a:lnTo>
                <a:lnTo>
                  <a:pt x="2741171" y="1388640"/>
                </a:lnTo>
                <a:lnTo>
                  <a:pt x="2772489" y="1368161"/>
                </a:lnTo>
                <a:lnTo>
                  <a:pt x="2803808" y="1347673"/>
                </a:lnTo>
                <a:lnTo>
                  <a:pt x="2810913" y="1321032"/>
                </a:lnTo>
                <a:lnTo>
                  <a:pt x="2810913" y="1292590"/>
                </a:lnTo>
                <a:lnTo>
                  <a:pt x="2810913" y="1264139"/>
                </a:lnTo>
                <a:lnTo>
                  <a:pt x="2810913" y="1235688"/>
                </a:lnTo>
                <a:lnTo>
                  <a:pt x="2810913" y="1207246"/>
                </a:lnTo>
                <a:lnTo>
                  <a:pt x="2810913" y="1178795"/>
                </a:lnTo>
                <a:lnTo>
                  <a:pt x="2810913" y="1150344"/>
                </a:lnTo>
                <a:lnTo>
                  <a:pt x="2810913" y="1121902"/>
                </a:lnTo>
                <a:lnTo>
                  <a:pt x="2810913" y="1093451"/>
                </a:lnTo>
                <a:lnTo>
                  <a:pt x="2810913" y="1065000"/>
                </a:lnTo>
                <a:lnTo>
                  <a:pt x="2810913" y="1036549"/>
                </a:lnTo>
                <a:lnTo>
                  <a:pt x="2810913" y="1008107"/>
                </a:lnTo>
                <a:lnTo>
                  <a:pt x="2810913" y="979656"/>
                </a:lnTo>
                <a:lnTo>
                  <a:pt x="2810913" y="951205"/>
                </a:lnTo>
                <a:lnTo>
                  <a:pt x="2810913" y="922763"/>
                </a:lnTo>
                <a:lnTo>
                  <a:pt x="2810913" y="894312"/>
                </a:lnTo>
                <a:lnTo>
                  <a:pt x="2810913" y="865861"/>
                </a:lnTo>
                <a:lnTo>
                  <a:pt x="2810913" y="837419"/>
                </a:lnTo>
                <a:lnTo>
                  <a:pt x="2810913" y="808968"/>
                </a:lnTo>
                <a:lnTo>
                  <a:pt x="2810913" y="780517"/>
                </a:lnTo>
                <a:lnTo>
                  <a:pt x="2810913" y="752075"/>
                </a:lnTo>
                <a:lnTo>
                  <a:pt x="2810913" y="723624"/>
                </a:lnTo>
                <a:lnTo>
                  <a:pt x="2810913" y="695173"/>
                </a:lnTo>
                <a:lnTo>
                  <a:pt x="2810913" y="666731"/>
                </a:lnTo>
                <a:lnTo>
                  <a:pt x="2810913" y="638280"/>
                </a:lnTo>
                <a:lnTo>
                  <a:pt x="2810913" y="609829"/>
                </a:lnTo>
                <a:lnTo>
                  <a:pt x="2810913" y="581387"/>
                </a:lnTo>
                <a:lnTo>
                  <a:pt x="2810913" y="552936"/>
                </a:lnTo>
                <a:lnTo>
                  <a:pt x="2810913" y="524485"/>
                </a:lnTo>
                <a:lnTo>
                  <a:pt x="2810913" y="496043"/>
                </a:lnTo>
                <a:lnTo>
                  <a:pt x="2810913" y="467592"/>
                </a:lnTo>
                <a:lnTo>
                  <a:pt x="2810913" y="439141"/>
                </a:lnTo>
                <a:lnTo>
                  <a:pt x="2810913" y="410689"/>
                </a:lnTo>
                <a:lnTo>
                  <a:pt x="2810913" y="382248"/>
                </a:lnTo>
                <a:lnTo>
                  <a:pt x="2810913" y="353797"/>
                </a:lnTo>
                <a:lnTo>
                  <a:pt x="2810913" y="325345"/>
                </a:lnTo>
                <a:lnTo>
                  <a:pt x="2810913" y="296904"/>
                </a:lnTo>
                <a:lnTo>
                  <a:pt x="2810913" y="268453"/>
                </a:lnTo>
                <a:lnTo>
                  <a:pt x="2810913" y="240001"/>
                </a:lnTo>
                <a:lnTo>
                  <a:pt x="2810913" y="211560"/>
                </a:lnTo>
                <a:lnTo>
                  <a:pt x="2810913" y="183109"/>
                </a:lnTo>
                <a:lnTo>
                  <a:pt x="2810913" y="154657"/>
                </a:lnTo>
                <a:lnTo>
                  <a:pt x="2810913" y="126216"/>
                </a:lnTo>
                <a:lnTo>
                  <a:pt x="2810913" y="97765"/>
                </a:lnTo>
                <a:lnTo>
                  <a:pt x="2810913" y="69313"/>
                </a:lnTo>
                <a:lnTo>
                  <a:pt x="2810913" y="40872"/>
                </a:lnTo>
                <a:lnTo>
                  <a:pt x="2810913" y="12421"/>
                </a:lnTo>
                <a:lnTo>
                  <a:pt x="2785491" y="0"/>
                </a:lnTo>
                <a:lnTo>
                  <a:pt x="2740352" y="0"/>
                </a:lnTo>
                <a:lnTo>
                  <a:pt x="2695223" y="0"/>
                </a:lnTo>
                <a:lnTo>
                  <a:pt x="2650093" y="0"/>
                </a:lnTo>
                <a:lnTo>
                  <a:pt x="2604964" y="0"/>
                </a:lnTo>
                <a:lnTo>
                  <a:pt x="2559825" y="0"/>
                </a:lnTo>
                <a:lnTo>
                  <a:pt x="2514695" y="0"/>
                </a:lnTo>
                <a:lnTo>
                  <a:pt x="2469566" y="0"/>
                </a:lnTo>
                <a:lnTo>
                  <a:pt x="2424427" y="0"/>
                </a:lnTo>
                <a:lnTo>
                  <a:pt x="2379297" y="0"/>
                </a:lnTo>
                <a:lnTo>
                  <a:pt x="2334168" y="0"/>
                </a:lnTo>
                <a:lnTo>
                  <a:pt x="2289029" y="0"/>
                </a:lnTo>
                <a:lnTo>
                  <a:pt x="2243900" y="0"/>
                </a:lnTo>
                <a:lnTo>
                  <a:pt x="2198770" y="0"/>
                </a:lnTo>
                <a:lnTo>
                  <a:pt x="2153641" y="0"/>
                </a:lnTo>
                <a:lnTo>
                  <a:pt x="2108502" y="0"/>
                </a:lnTo>
                <a:lnTo>
                  <a:pt x="2063372" y="0"/>
                </a:lnTo>
                <a:lnTo>
                  <a:pt x="2018243" y="0"/>
                </a:lnTo>
                <a:lnTo>
                  <a:pt x="1973104" y="0"/>
                </a:lnTo>
                <a:lnTo>
                  <a:pt x="1927974" y="0"/>
                </a:lnTo>
                <a:lnTo>
                  <a:pt x="1882845" y="0"/>
                </a:lnTo>
                <a:lnTo>
                  <a:pt x="1837706" y="0"/>
                </a:lnTo>
                <a:lnTo>
                  <a:pt x="1792576" y="0"/>
                </a:lnTo>
                <a:lnTo>
                  <a:pt x="1747447" y="0"/>
                </a:lnTo>
                <a:lnTo>
                  <a:pt x="1702318" y="0"/>
                </a:lnTo>
                <a:lnTo>
                  <a:pt x="1657179" y="0"/>
                </a:lnTo>
                <a:lnTo>
                  <a:pt x="1612049" y="0"/>
                </a:lnTo>
                <a:lnTo>
                  <a:pt x="1566920" y="0"/>
                </a:lnTo>
                <a:lnTo>
                  <a:pt x="1521781" y="0"/>
                </a:lnTo>
                <a:lnTo>
                  <a:pt x="1476651" y="0"/>
                </a:lnTo>
                <a:lnTo>
                  <a:pt x="1431522" y="0"/>
                </a:lnTo>
                <a:lnTo>
                  <a:pt x="1386383" y="0"/>
                </a:lnTo>
                <a:lnTo>
                  <a:pt x="1341253" y="0"/>
                </a:lnTo>
                <a:lnTo>
                  <a:pt x="1296124" y="0"/>
                </a:lnTo>
                <a:lnTo>
                  <a:pt x="1250994" y="0"/>
                </a:lnTo>
                <a:lnTo>
                  <a:pt x="1205855" y="0"/>
                </a:lnTo>
                <a:lnTo>
                  <a:pt x="1160726" y="0"/>
                </a:lnTo>
                <a:lnTo>
                  <a:pt x="1115597" y="0"/>
                </a:lnTo>
                <a:lnTo>
                  <a:pt x="1070458" y="0"/>
                </a:lnTo>
                <a:lnTo>
                  <a:pt x="1025328" y="0"/>
                </a:lnTo>
                <a:lnTo>
                  <a:pt x="980199" y="0"/>
                </a:lnTo>
                <a:lnTo>
                  <a:pt x="935060" y="0"/>
                </a:lnTo>
                <a:lnTo>
                  <a:pt x="889930" y="0"/>
                </a:lnTo>
                <a:lnTo>
                  <a:pt x="844801" y="0"/>
                </a:lnTo>
                <a:lnTo>
                  <a:pt x="799671" y="0"/>
                </a:lnTo>
                <a:lnTo>
                  <a:pt x="754532" y="0"/>
                </a:lnTo>
                <a:lnTo>
                  <a:pt x="709403" y="0"/>
                </a:lnTo>
                <a:lnTo>
                  <a:pt x="664274" y="0"/>
                </a:lnTo>
                <a:lnTo>
                  <a:pt x="619135" y="0"/>
                </a:lnTo>
                <a:lnTo>
                  <a:pt x="574005" y="0"/>
                </a:lnTo>
                <a:lnTo>
                  <a:pt x="528876" y="0"/>
                </a:lnTo>
                <a:lnTo>
                  <a:pt x="483737" y="0"/>
                </a:lnTo>
                <a:lnTo>
                  <a:pt x="438607" y="0"/>
                </a:lnTo>
                <a:lnTo>
                  <a:pt x="393478" y="0"/>
                </a:lnTo>
                <a:lnTo>
                  <a:pt x="348348" y="0"/>
                </a:lnTo>
                <a:lnTo>
                  <a:pt x="303209" y="0"/>
                </a:lnTo>
                <a:lnTo>
                  <a:pt x="258080" y="0"/>
                </a:lnTo>
                <a:lnTo>
                  <a:pt x="212950" y="0"/>
                </a:lnTo>
                <a:lnTo>
                  <a:pt x="167811" y="0"/>
                </a:lnTo>
                <a:lnTo>
                  <a:pt x="122682" y="0"/>
                </a:lnTo>
                <a:lnTo>
                  <a:pt x="77553" y="0"/>
                </a:lnTo>
                <a:lnTo>
                  <a:pt x="32414" y="0"/>
                </a:lnTo>
                <a:lnTo>
                  <a:pt x="0" y="8011"/>
                </a:lnTo>
                <a:lnTo>
                  <a:pt x="0" y="36462"/>
                </a:lnTo>
                <a:lnTo>
                  <a:pt x="0" y="64913"/>
                </a:lnTo>
                <a:lnTo>
                  <a:pt x="0" y="93355"/>
                </a:lnTo>
                <a:lnTo>
                  <a:pt x="0" y="121806"/>
                </a:lnTo>
                <a:lnTo>
                  <a:pt x="0" y="150257"/>
                </a:lnTo>
                <a:lnTo>
                  <a:pt x="0" y="178699"/>
                </a:lnTo>
                <a:lnTo>
                  <a:pt x="0" y="207150"/>
                </a:lnTo>
                <a:lnTo>
                  <a:pt x="0" y="235601"/>
                </a:lnTo>
                <a:lnTo>
                  <a:pt x="0" y="264052"/>
                </a:lnTo>
                <a:lnTo>
                  <a:pt x="0" y="292494"/>
                </a:lnTo>
                <a:lnTo>
                  <a:pt x="0" y="320945"/>
                </a:lnTo>
                <a:lnTo>
                  <a:pt x="0" y="349396"/>
                </a:lnTo>
                <a:lnTo>
                  <a:pt x="0" y="377838"/>
                </a:lnTo>
                <a:lnTo>
                  <a:pt x="0" y="406289"/>
                </a:lnTo>
                <a:lnTo>
                  <a:pt x="0" y="434740"/>
                </a:lnTo>
                <a:lnTo>
                  <a:pt x="0" y="463182"/>
                </a:lnTo>
                <a:lnTo>
                  <a:pt x="0" y="491633"/>
                </a:lnTo>
                <a:lnTo>
                  <a:pt x="0" y="520084"/>
                </a:lnTo>
                <a:lnTo>
                  <a:pt x="0" y="548526"/>
                </a:lnTo>
                <a:lnTo>
                  <a:pt x="0" y="576977"/>
                </a:lnTo>
                <a:lnTo>
                  <a:pt x="0" y="605428"/>
                </a:lnTo>
                <a:lnTo>
                  <a:pt x="0" y="633870"/>
                </a:lnTo>
                <a:lnTo>
                  <a:pt x="0" y="662321"/>
                </a:lnTo>
                <a:lnTo>
                  <a:pt x="0" y="690772"/>
                </a:lnTo>
                <a:lnTo>
                  <a:pt x="0" y="719214"/>
                </a:lnTo>
                <a:lnTo>
                  <a:pt x="0" y="747665"/>
                </a:lnTo>
                <a:lnTo>
                  <a:pt x="0" y="776116"/>
                </a:lnTo>
                <a:lnTo>
                  <a:pt x="0" y="804558"/>
                </a:lnTo>
                <a:lnTo>
                  <a:pt x="0" y="833009"/>
                </a:lnTo>
                <a:lnTo>
                  <a:pt x="0" y="861460"/>
                </a:lnTo>
                <a:lnTo>
                  <a:pt x="0" y="889902"/>
                </a:lnTo>
                <a:lnTo>
                  <a:pt x="0" y="918353"/>
                </a:lnTo>
                <a:lnTo>
                  <a:pt x="0" y="946804"/>
                </a:lnTo>
                <a:lnTo>
                  <a:pt x="0" y="975255"/>
                </a:lnTo>
                <a:lnTo>
                  <a:pt x="0" y="1003697"/>
                </a:lnTo>
                <a:lnTo>
                  <a:pt x="0" y="1032148"/>
                </a:lnTo>
                <a:lnTo>
                  <a:pt x="0" y="1060599"/>
                </a:lnTo>
                <a:lnTo>
                  <a:pt x="0" y="1089041"/>
                </a:lnTo>
                <a:lnTo>
                  <a:pt x="0" y="1117492"/>
                </a:lnTo>
                <a:lnTo>
                  <a:pt x="0" y="1145943"/>
                </a:lnTo>
                <a:lnTo>
                  <a:pt x="0" y="1174385"/>
                </a:lnTo>
                <a:lnTo>
                  <a:pt x="0" y="1202836"/>
                </a:lnTo>
                <a:lnTo>
                  <a:pt x="0" y="1231287"/>
                </a:lnTo>
                <a:lnTo>
                  <a:pt x="0" y="1259729"/>
                </a:lnTo>
                <a:lnTo>
                  <a:pt x="0" y="1288180"/>
                </a:lnTo>
                <a:lnTo>
                  <a:pt x="0" y="1316631"/>
                </a:lnTo>
                <a:lnTo>
                  <a:pt x="0" y="1345073"/>
                </a:lnTo>
                <a:lnTo>
                  <a:pt x="0" y="1373524"/>
                </a:lnTo>
                <a:lnTo>
                  <a:pt x="0" y="1401975"/>
                </a:lnTo>
                <a:lnTo>
                  <a:pt x="0" y="1430417"/>
                </a:lnTo>
                <a:lnTo>
                  <a:pt x="0" y="1458868"/>
                </a:lnTo>
                <a:lnTo>
                  <a:pt x="0" y="1487319"/>
                </a:lnTo>
                <a:lnTo>
                  <a:pt x="0" y="1515770"/>
                </a:lnTo>
                <a:lnTo>
                  <a:pt x="0" y="1544212"/>
                </a:lnTo>
                <a:lnTo>
                  <a:pt x="0" y="1572663"/>
                </a:lnTo>
                <a:lnTo>
                  <a:pt x="0" y="1601114"/>
                </a:lnTo>
                <a:lnTo>
                  <a:pt x="0" y="1629556"/>
                </a:lnTo>
                <a:lnTo>
                  <a:pt x="0" y="1658007"/>
                </a:lnTo>
                <a:lnTo>
                  <a:pt x="0" y="1686458"/>
                </a:lnTo>
                <a:lnTo>
                  <a:pt x="0" y="1714900"/>
                </a:lnTo>
                <a:lnTo>
                  <a:pt x="0" y="1743351"/>
                </a:lnTo>
                <a:lnTo>
                  <a:pt x="0" y="17718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D9A05AED-27A3-4B21-A4F1-705EF4A0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3817" y="2180482"/>
            <a:ext cx="2810913" cy="304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AE281C99-DDDD-45F9-95DB-1D11473A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9106" y="3523507"/>
            <a:ext cx="1035625" cy="429101"/>
          </a:xfrm>
          <a:custGeom xmlns:a="http://schemas.openxmlformats.org/drawingml/2006/main">
            <a:pathLst>
              <a:path w="1035625" h="429101">
                <a:moveTo>
                  <a:pt x="1035625" y="0"/>
                </a:moveTo>
                <a:lnTo>
                  <a:pt x="1034396" y="7115"/>
                </a:lnTo>
                <a:lnTo>
                  <a:pt x="1032777" y="14202"/>
                </a:lnTo>
                <a:lnTo>
                  <a:pt x="1030891" y="21269"/>
                </a:lnTo>
                <a:lnTo>
                  <a:pt x="1028757" y="28299"/>
                </a:lnTo>
                <a:lnTo>
                  <a:pt x="1026414" y="35309"/>
                </a:lnTo>
                <a:lnTo>
                  <a:pt x="1023871" y="42281"/>
                </a:lnTo>
                <a:lnTo>
                  <a:pt x="1021137" y="49235"/>
                </a:lnTo>
                <a:lnTo>
                  <a:pt x="1018203" y="56150"/>
                </a:lnTo>
                <a:lnTo>
                  <a:pt x="1015098" y="63036"/>
                </a:lnTo>
                <a:lnTo>
                  <a:pt x="1011822" y="69894"/>
                </a:lnTo>
                <a:lnTo>
                  <a:pt x="1008364" y="76714"/>
                </a:lnTo>
                <a:lnTo>
                  <a:pt x="1004735" y="83496"/>
                </a:lnTo>
                <a:lnTo>
                  <a:pt x="1000944" y="90249"/>
                </a:lnTo>
                <a:lnTo>
                  <a:pt x="996982" y="96955"/>
                </a:lnTo>
                <a:lnTo>
                  <a:pt x="992857" y="103632"/>
                </a:lnTo>
                <a:lnTo>
                  <a:pt x="988571" y="110261"/>
                </a:lnTo>
                <a:lnTo>
                  <a:pt x="984123" y="116853"/>
                </a:lnTo>
                <a:lnTo>
                  <a:pt x="979522" y="123396"/>
                </a:lnTo>
                <a:lnTo>
                  <a:pt x="974760" y="129902"/>
                </a:lnTo>
                <a:lnTo>
                  <a:pt x="969835" y="136350"/>
                </a:lnTo>
                <a:lnTo>
                  <a:pt x="964759" y="142751"/>
                </a:lnTo>
                <a:lnTo>
                  <a:pt x="959529" y="149114"/>
                </a:lnTo>
                <a:lnTo>
                  <a:pt x="954138" y="155419"/>
                </a:lnTo>
                <a:lnTo>
                  <a:pt x="948604" y="161668"/>
                </a:lnTo>
                <a:lnTo>
                  <a:pt x="942908" y="167859"/>
                </a:lnTo>
                <a:lnTo>
                  <a:pt x="937070" y="174003"/>
                </a:lnTo>
                <a:lnTo>
                  <a:pt x="931078" y="180089"/>
                </a:lnTo>
                <a:lnTo>
                  <a:pt x="924944" y="186119"/>
                </a:lnTo>
                <a:lnTo>
                  <a:pt x="918658" y="192081"/>
                </a:lnTo>
                <a:lnTo>
                  <a:pt x="912228" y="197987"/>
                </a:lnTo>
                <a:lnTo>
                  <a:pt x="905656" y="203825"/>
                </a:lnTo>
                <a:lnTo>
                  <a:pt x="898941" y="209598"/>
                </a:lnTo>
                <a:lnTo>
                  <a:pt x="892083" y="215303"/>
                </a:lnTo>
                <a:lnTo>
                  <a:pt x="885092" y="220951"/>
                </a:lnTo>
                <a:lnTo>
                  <a:pt x="877957" y="226524"/>
                </a:lnTo>
                <a:lnTo>
                  <a:pt x="870690" y="232019"/>
                </a:lnTo>
                <a:lnTo>
                  <a:pt x="863279" y="237449"/>
                </a:lnTo>
                <a:lnTo>
                  <a:pt x="855745" y="242811"/>
                </a:lnTo>
                <a:lnTo>
                  <a:pt x="848087" y="248098"/>
                </a:lnTo>
                <a:lnTo>
                  <a:pt x="840296" y="253308"/>
                </a:lnTo>
                <a:lnTo>
                  <a:pt x="832380" y="258442"/>
                </a:lnTo>
                <a:lnTo>
                  <a:pt x="824332" y="263500"/>
                </a:lnTo>
                <a:lnTo>
                  <a:pt x="816178" y="268481"/>
                </a:lnTo>
                <a:lnTo>
                  <a:pt x="807891" y="273387"/>
                </a:lnTo>
                <a:lnTo>
                  <a:pt x="799500" y="278206"/>
                </a:lnTo>
                <a:lnTo>
                  <a:pt x="790985" y="282950"/>
                </a:lnTo>
                <a:lnTo>
                  <a:pt x="782364" y="287607"/>
                </a:lnTo>
                <a:lnTo>
                  <a:pt x="773640" y="292189"/>
                </a:lnTo>
                <a:lnTo>
                  <a:pt x="764800" y="296694"/>
                </a:lnTo>
                <a:lnTo>
                  <a:pt x="755856" y="301104"/>
                </a:lnTo>
                <a:lnTo>
                  <a:pt x="746817" y="305448"/>
                </a:lnTo>
                <a:lnTo>
                  <a:pt x="737673" y="309696"/>
                </a:lnTo>
                <a:lnTo>
                  <a:pt x="728443" y="313868"/>
                </a:lnTo>
                <a:lnTo>
                  <a:pt x="719118" y="317954"/>
                </a:lnTo>
                <a:lnTo>
                  <a:pt x="709698" y="321955"/>
                </a:lnTo>
                <a:lnTo>
                  <a:pt x="700192" y="325869"/>
                </a:lnTo>
                <a:lnTo>
                  <a:pt x="690591" y="329708"/>
                </a:lnTo>
                <a:lnTo>
                  <a:pt x="680923" y="333461"/>
                </a:lnTo>
                <a:lnTo>
                  <a:pt x="671170" y="337128"/>
                </a:lnTo>
                <a:lnTo>
                  <a:pt x="661330" y="340719"/>
                </a:lnTo>
                <a:lnTo>
                  <a:pt x="651424" y="344224"/>
                </a:lnTo>
                <a:lnTo>
                  <a:pt x="641452" y="347643"/>
                </a:lnTo>
                <a:lnTo>
                  <a:pt x="631403" y="350977"/>
                </a:lnTo>
                <a:lnTo>
                  <a:pt x="621287" y="354235"/>
                </a:lnTo>
                <a:lnTo>
                  <a:pt x="611105" y="357416"/>
                </a:lnTo>
                <a:lnTo>
                  <a:pt x="600856" y="360512"/>
                </a:lnTo>
                <a:lnTo>
                  <a:pt x="590560" y="363522"/>
                </a:lnTo>
                <a:lnTo>
                  <a:pt x="580196" y="366465"/>
                </a:lnTo>
                <a:lnTo>
                  <a:pt x="569786" y="369322"/>
                </a:lnTo>
                <a:lnTo>
                  <a:pt x="559308" y="372094"/>
                </a:lnTo>
                <a:lnTo>
                  <a:pt x="548792" y="374799"/>
                </a:lnTo>
                <a:lnTo>
                  <a:pt x="538220" y="377428"/>
                </a:lnTo>
                <a:lnTo>
                  <a:pt x="527609" y="379971"/>
                </a:lnTo>
                <a:lnTo>
                  <a:pt x="516941" y="382448"/>
                </a:lnTo>
                <a:lnTo>
                  <a:pt x="506244" y="384839"/>
                </a:lnTo>
                <a:lnTo>
                  <a:pt x="495500" y="387163"/>
                </a:lnTo>
                <a:lnTo>
                  <a:pt x="484708" y="389420"/>
                </a:lnTo>
                <a:lnTo>
                  <a:pt x="473888" y="391592"/>
                </a:lnTo>
                <a:lnTo>
                  <a:pt x="463039" y="393706"/>
                </a:lnTo>
                <a:lnTo>
                  <a:pt x="452142" y="395735"/>
                </a:lnTo>
                <a:lnTo>
                  <a:pt x="441217" y="397707"/>
                </a:lnTo>
                <a:lnTo>
                  <a:pt x="430263" y="399602"/>
                </a:lnTo>
                <a:lnTo>
                  <a:pt x="419281" y="401431"/>
                </a:lnTo>
                <a:lnTo>
                  <a:pt x="408270" y="403193"/>
                </a:lnTo>
                <a:lnTo>
                  <a:pt x="397240" y="404889"/>
                </a:lnTo>
                <a:lnTo>
                  <a:pt x="386172" y="406517"/>
                </a:lnTo>
                <a:lnTo>
                  <a:pt x="375095" y="408089"/>
                </a:lnTo>
                <a:lnTo>
                  <a:pt x="363988" y="409585"/>
                </a:lnTo>
                <a:lnTo>
                  <a:pt x="352854" y="411023"/>
                </a:lnTo>
                <a:lnTo>
                  <a:pt x="341709" y="412404"/>
                </a:lnTo>
                <a:lnTo>
                  <a:pt x="330546" y="413718"/>
                </a:lnTo>
                <a:lnTo>
                  <a:pt x="319364" y="414976"/>
                </a:lnTo>
                <a:lnTo>
                  <a:pt x="308162" y="416166"/>
                </a:lnTo>
                <a:lnTo>
                  <a:pt x="296942" y="417309"/>
                </a:lnTo>
                <a:lnTo>
                  <a:pt x="285712" y="418386"/>
                </a:lnTo>
                <a:lnTo>
                  <a:pt x="274472" y="419405"/>
                </a:lnTo>
                <a:lnTo>
                  <a:pt x="263214" y="420376"/>
                </a:lnTo>
                <a:lnTo>
                  <a:pt x="251946" y="421281"/>
                </a:lnTo>
                <a:lnTo>
                  <a:pt x="240668" y="422138"/>
                </a:lnTo>
                <a:lnTo>
                  <a:pt x="229381" y="422948"/>
                </a:lnTo>
                <a:lnTo>
                  <a:pt x="218084" y="423691"/>
                </a:lnTo>
                <a:lnTo>
                  <a:pt x="206778" y="424396"/>
                </a:lnTo>
                <a:lnTo>
                  <a:pt x="195463" y="425044"/>
                </a:lnTo>
                <a:lnTo>
                  <a:pt x="184147" y="425634"/>
                </a:lnTo>
                <a:lnTo>
                  <a:pt x="172822" y="426177"/>
                </a:lnTo>
                <a:lnTo>
                  <a:pt x="161487" y="426682"/>
                </a:lnTo>
                <a:lnTo>
                  <a:pt x="150152" y="427130"/>
                </a:lnTo>
                <a:lnTo>
                  <a:pt x="138808" y="427530"/>
                </a:lnTo>
                <a:lnTo>
                  <a:pt x="127464" y="427882"/>
                </a:lnTo>
                <a:lnTo>
                  <a:pt x="116110" y="428187"/>
                </a:lnTo>
                <a:lnTo>
                  <a:pt x="104756" y="428454"/>
                </a:lnTo>
                <a:lnTo>
                  <a:pt x="93402" y="428673"/>
                </a:lnTo>
                <a:lnTo>
                  <a:pt x="82048" y="428844"/>
                </a:lnTo>
                <a:lnTo>
                  <a:pt x="70695" y="428968"/>
                </a:lnTo>
                <a:lnTo>
                  <a:pt x="59331" y="429054"/>
                </a:lnTo>
                <a:lnTo>
                  <a:pt x="47968" y="429101"/>
                </a:lnTo>
                <a:lnTo>
                  <a:pt x="36614" y="429101"/>
                </a:lnTo>
                <a:lnTo>
                  <a:pt x="25251" y="429063"/>
                </a:lnTo>
                <a:lnTo>
                  <a:pt x="13897" y="428987"/>
                </a:lnTo>
                <a:lnTo>
                  <a:pt x="2534" y="428863"/>
                </a:lnTo>
                <a:lnTo>
                  <a:pt x="0" y="428749"/>
                </a:lnTo>
                <a:lnTo>
                  <a:pt x="11354" y="428577"/>
                </a:lnTo>
                <a:lnTo>
                  <a:pt x="22708" y="428273"/>
                </a:lnTo>
                <a:lnTo>
                  <a:pt x="34052" y="427882"/>
                </a:lnTo>
                <a:lnTo>
                  <a:pt x="45387" y="427406"/>
                </a:lnTo>
                <a:lnTo>
                  <a:pt x="56712" y="426844"/>
                </a:lnTo>
                <a:lnTo>
                  <a:pt x="68018" y="426206"/>
                </a:lnTo>
                <a:lnTo>
                  <a:pt x="79324" y="425491"/>
                </a:lnTo>
                <a:lnTo>
                  <a:pt x="90611" y="424691"/>
                </a:lnTo>
                <a:lnTo>
                  <a:pt x="101889" y="423824"/>
                </a:lnTo>
                <a:lnTo>
                  <a:pt x="113147" y="422881"/>
                </a:lnTo>
                <a:lnTo>
                  <a:pt x="124397" y="421872"/>
                </a:lnTo>
                <a:lnTo>
                  <a:pt x="135626" y="420776"/>
                </a:lnTo>
                <a:lnTo>
                  <a:pt x="146828" y="419605"/>
                </a:lnTo>
                <a:lnTo>
                  <a:pt x="158020" y="418367"/>
                </a:lnTo>
                <a:lnTo>
                  <a:pt x="169183" y="417043"/>
                </a:lnTo>
                <a:lnTo>
                  <a:pt x="180318" y="415633"/>
                </a:lnTo>
                <a:lnTo>
                  <a:pt x="191433" y="414147"/>
                </a:lnTo>
                <a:lnTo>
                  <a:pt x="202511" y="412585"/>
                </a:lnTo>
                <a:lnTo>
                  <a:pt x="213570" y="410928"/>
                </a:lnTo>
                <a:lnTo>
                  <a:pt x="224590" y="409194"/>
                </a:lnTo>
                <a:lnTo>
                  <a:pt x="235572" y="407365"/>
                </a:lnTo>
                <a:lnTo>
                  <a:pt x="246517" y="405451"/>
                </a:lnTo>
                <a:lnTo>
                  <a:pt x="257423" y="403450"/>
                </a:lnTo>
                <a:lnTo>
                  <a:pt x="268281" y="401345"/>
                </a:lnTo>
                <a:lnTo>
                  <a:pt x="279092" y="399145"/>
                </a:lnTo>
                <a:lnTo>
                  <a:pt x="289855" y="396850"/>
                </a:lnTo>
                <a:lnTo>
                  <a:pt x="300561" y="394459"/>
                </a:lnTo>
                <a:lnTo>
                  <a:pt x="311201" y="391954"/>
                </a:lnTo>
                <a:lnTo>
                  <a:pt x="321783" y="389344"/>
                </a:lnTo>
                <a:lnTo>
                  <a:pt x="332289" y="386620"/>
                </a:lnTo>
                <a:lnTo>
                  <a:pt x="342719" y="383791"/>
                </a:lnTo>
                <a:lnTo>
                  <a:pt x="353073" y="380838"/>
                </a:lnTo>
                <a:lnTo>
                  <a:pt x="363341" y="377771"/>
                </a:lnTo>
                <a:lnTo>
                  <a:pt x="373504" y="374580"/>
                </a:lnTo>
                <a:lnTo>
                  <a:pt x="383572" y="371265"/>
                </a:lnTo>
                <a:lnTo>
                  <a:pt x="393535" y="367827"/>
                </a:lnTo>
                <a:lnTo>
                  <a:pt x="403374" y="364246"/>
                </a:lnTo>
                <a:lnTo>
                  <a:pt x="413090" y="360540"/>
                </a:lnTo>
                <a:lnTo>
                  <a:pt x="422672" y="356683"/>
                </a:lnTo>
                <a:lnTo>
                  <a:pt x="432102" y="352701"/>
                </a:lnTo>
                <a:lnTo>
                  <a:pt x="441379" y="348567"/>
                </a:lnTo>
                <a:lnTo>
                  <a:pt x="450485" y="344281"/>
                </a:lnTo>
                <a:lnTo>
                  <a:pt x="459410" y="339862"/>
                </a:lnTo>
                <a:lnTo>
                  <a:pt x="468154" y="335280"/>
                </a:lnTo>
                <a:lnTo>
                  <a:pt x="476679" y="330556"/>
                </a:lnTo>
                <a:lnTo>
                  <a:pt x="484994" y="325679"/>
                </a:lnTo>
                <a:lnTo>
                  <a:pt x="493081" y="320650"/>
                </a:lnTo>
                <a:lnTo>
                  <a:pt x="500920" y="315468"/>
                </a:lnTo>
                <a:lnTo>
                  <a:pt x="508502" y="310134"/>
                </a:lnTo>
                <a:lnTo>
                  <a:pt x="515807" y="304648"/>
                </a:lnTo>
                <a:lnTo>
                  <a:pt x="522837" y="299028"/>
                </a:lnTo>
                <a:lnTo>
                  <a:pt x="529561" y="293256"/>
                </a:lnTo>
                <a:lnTo>
                  <a:pt x="535981" y="287350"/>
                </a:lnTo>
                <a:lnTo>
                  <a:pt x="542077" y="281311"/>
                </a:lnTo>
                <a:lnTo>
                  <a:pt x="547849" y="275139"/>
                </a:lnTo>
                <a:lnTo>
                  <a:pt x="553279" y="268853"/>
                </a:lnTo>
                <a:lnTo>
                  <a:pt x="558365" y="262452"/>
                </a:lnTo>
                <a:lnTo>
                  <a:pt x="563099" y="255946"/>
                </a:lnTo>
                <a:lnTo>
                  <a:pt x="567480" y="249336"/>
                </a:lnTo>
                <a:lnTo>
                  <a:pt x="571510" y="242640"/>
                </a:lnTo>
                <a:lnTo>
                  <a:pt x="575167" y="235868"/>
                </a:lnTo>
                <a:lnTo>
                  <a:pt x="578472" y="229010"/>
                </a:lnTo>
                <a:lnTo>
                  <a:pt x="581425" y="222104"/>
                </a:lnTo>
                <a:lnTo>
                  <a:pt x="584035" y="215132"/>
                </a:lnTo>
                <a:lnTo>
                  <a:pt x="586283" y="208112"/>
                </a:lnTo>
                <a:lnTo>
                  <a:pt x="588197" y="201054"/>
                </a:lnTo>
                <a:lnTo>
                  <a:pt x="589788" y="193967"/>
                </a:lnTo>
                <a:lnTo>
                  <a:pt x="591045" y="186852"/>
                </a:lnTo>
                <a:lnTo>
                  <a:pt x="591988" y="179718"/>
                </a:lnTo>
                <a:lnTo>
                  <a:pt x="592626" y="172564"/>
                </a:lnTo>
                <a:lnTo>
                  <a:pt x="592960" y="165411"/>
                </a:lnTo>
                <a:lnTo>
                  <a:pt x="593017" y="158248"/>
                </a:lnTo>
                <a:lnTo>
                  <a:pt x="592788" y="151086"/>
                </a:lnTo>
                <a:lnTo>
                  <a:pt x="592293" y="143932"/>
                </a:lnTo>
                <a:lnTo>
                  <a:pt x="591550" y="136789"/>
                </a:lnTo>
                <a:lnTo>
                  <a:pt x="602056" y="135036"/>
                </a:lnTo>
                <a:lnTo>
                  <a:pt x="613134" y="133436"/>
                </a:lnTo>
                <a:lnTo>
                  <a:pt x="624164" y="131731"/>
                </a:lnTo>
                <a:lnTo>
                  <a:pt x="635156" y="129940"/>
                </a:lnTo>
                <a:lnTo>
                  <a:pt x="646119" y="128064"/>
                </a:lnTo>
                <a:lnTo>
                  <a:pt x="657054" y="126111"/>
                </a:lnTo>
                <a:lnTo>
                  <a:pt x="667950" y="124092"/>
                </a:lnTo>
                <a:lnTo>
                  <a:pt x="678809" y="121996"/>
                </a:lnTo>
                <a:lnTo>
                  <a:pt x="689639" y="119834"/>
                </a:lnTo>
                <a:lnTo>
                  <a:pt x="700440" y="117596"/>
                </a:lnTo>
                <a:lnTo>
                  <a:pt x="711194" y="115300"/>
                </a:lnTo>
                <a:lnTo>
                  <a:pt x="721919" y="112938"/>
                </a:lnTo>
                <a:lnTo>
                  <a:pt x="732596" y="110500"/>
                </a:lnTo>
                <a:lnTo>
                  <a:pt x="743245" y="108004"/>
                </a:lnTo>
                <a:lnTo>
                  <a:pt x="753856" y="105442"/>
                </a:lnTo>
                <a:lnTo>
                  <a:pt x="764419" y="102813"/>
                </a:lnTo>
                <a:lnTo>
                  <a:pt x="774944" y="100117"/>
                </a:lnTo>
                <a:lnTo>
                  <a:pt x="785422" y="97355"/>
                </a:lnTo>
                <a:lnTo>
                  <a:pt x="795852" y="94517"/>
                </a:lnTo>
                <a:lnTo>
                  <a:pt x="806244" y="91621"/>
                </a:lnTo>
                <a:lnTo>
                  <a:pt x="816578" y="88659"/>
                </a:lnTo>
                <a:lnTo>
                  <a:pt x="826875" y="85620"/>
                </a:lnTo>
                <a:lnTo>
                  <a:pt x="837105" y="82515"/>
                </a:lnTo>
                <a:lnTo>
                  <a:pt x="847287" y="79343"/>
                </a:lnTo>
                <a:lnTo>
                  <a:pt x="857412" y="76095"/>
                </a:lnTo>
                <a:lnTo>
                  <a:pt x="867480" y="72781"/>
                </a:lnTo>
                <a:lnTo>
                  <a:pt x="877491" y="69399"/>
                </a:lnTo>
                <a:lnTo>
                  <a:pt x="887435" y="65932"/>
                </a:lnTo>
                <a:lnTo>
                  <a:pt x="897312" y="62398"/>
                </a:lnTo>
                <a:lnTo>
                  <a:pt x="907123" y="58788"/>
                </a:lnTo>
                <a:lnTo>
                  <a:pt x="916867" y="55102"/>
                </a:lnTo>
                <a:lnTo>
                  <a:pt x="926535" y="51349"/>
                </a:lnTo>
                <a:lnTo>
                  <a:pt x="936127" y="47511"/>
                </a:lnTo>
                <a:lnTo>
                  <a:pt x="945642" y="43596"/>
                </a:lnTo>
                <a:lnTo>
                  <a:pt x="955072" y="39605"/>
                </a:lnTo>
                <a:lnTo>
                  <a:pt x="964406" y="35528"/>
                </a:lnTo>
                <a:lnTo>
                  <a:pt x="973665" y="31375"/>
                </a:lnTo>
                <a:lnTo>
                  <a:pt x="982828" y="27146"/>
                </a:lnTo>
                <a:lnTo>
                  <a:pt x="991886" y="22831"/>
                </a:lnTo>
                <a:lnTo>
                  <a:pt x="1000858" y="18431"/>
                </a:lnTo>
                <a:lnTo>
                  <a:pt x="1009717" y="13945"/>
                </a:lnTo>
                <a:lnTo>
                  <a:pt x="1018470" y="9382"/>
                </a:lnTo>
                <a:lnTo>
                  <a:pt x="1027109" y="4734"/>
                </a:lnTo>
                <a:lnTo>
                  <a:pt x="1035625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35DF6E83-5F4F-40AF-9F3A-E1D2EA6E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791" y="3482750"/>
            <a:ext cx="2811561" cy="471097"/>
          </a:xfrm>
          <a:custGeom xmlns:a="http://schemas.openxmlformats.org/drawingml/2006/main">
            <a:pathLst>
              <a:path w="2811561" h="471097">
                <a:moveTo>
                  <a:pt x="2810685" y="0"/>
                </a:moveTo>
                <a:lnTo>
                  <a:pt x="2811561" y="17345"/>
                </a:lnTo>
                <a:lnTo>
                  <a:pt x="2811170" y="34709"/>
                </a:lnTo>
                <a:lnTo>
                  <a:pt x="2809808" y="52045"/>
                </a:lnTo>
                <a:lnTo>
                  <a:pt x="2807541" y="69342"/>
                </a:lnTo>
                <a:lnTo>
                  <a:pt x="2804408" y="86592"/>
                </a:lnTo>
                <a:lnTo>
                  <a:pt x="2800407" y="103765"/>
                </a:lnTo>
                <a:lnTo>
                  <a:pt x="2795530" y="120844"/>
                </a:lnTo>
                <a:lnTo>
                  <a:pt x="2789787" y="137827"/>
                </a:lnTo>
                <a:lnTo>
                  <a:pt x="2783148" y="154667"/>
                </a:lnTo>
                <a:lnTo>
                  <a:pt x="2775595" y="171364"/>
                </a:lnTo>
                <a:lnTo>
                  <a:pt x="2767108" y="187881"/>
                </a:lnTo>
                <a:lnTo>
                  <a:pt x="2757678" y="204187"/>
                </a:lnTo>
                <a:lnTo>
                  <a:pt x="2747267" y="220256"/>
                </a:lnTo>
                <a:lnTo>
                  <a:pt x="2735875" y="236058"/>
                </a:lnTo>
                <a:lnTo>
                  <a:pt x="2723483" y="251555"/>
                </a:lnTo>
                <a:lnTo>
                  <a:pt x="2710072" y="266719"/>
                </a:lnTo>
                <a:lnTo>
                  <a:pt x="2695642" y="281502"/>
                </a:lnTo>
                <a:lnTo>
                  <a:pt x="2680192" y="295875"/>
                </a:lnTo>
                <a:lnTo>
                  <a:pt x="2663733" y="309791"/>
                </a:lnTo>
                <a:lnTo>
                  <a:pt x="2646283" y="323212"/>
                </a:lnTo>
                <a:lnTo>
                  <a:pt x="2627852" y="336118"/>
                </a:lnTo>
                <a:lnTo>
                  <a:pt x="2608488" y="348453"/>
                </a:lnTo>
                <a:lnTo>
                  <a:pt x="2588219" y="360207"/>
                </a:lnTo>
                <a:lnTo>
                  <a:pt x="2567102" y="371342"/>
                </a:lnTo>
                <a:lnTo>
                  <a:pt x="2545175" y="381848"/>
                </a:lnTo>
                <a:lnTo>
                  <a:pt x="2522515" y="391706"/>
                </a:lnTo>
                <a:lnTo>
                  <a:pt x="2499170" y="400907"/>
                </a:lnTo>
                <a:lnTo>
                  <a:pt x="2475195" y="409451"/>
                </a:lnTo>
                <a:lnTo>
                  <a:pt x="2450668" y="417347"/>
                </a:lnTo>
                <a:lnTo>
                  <a:pt x="2425637" y="424586"/>
                </a:lnTo>
                <a:lnTo>
                  <a:pt x="2400167" y="431187"/>
                </a:lnTo>
                <a:lnTo>
                  <a:pt x="2374316" y="437159"/>
                </a:lnTo>
                <a:lnTo>
                  <a:pt x="2348122" y="442541"/>
                </a:lnTo>
                <a:lnTo>
                  <a:pt x="2321652" y="447323"/>
                </a:lnTo>
                <a:lnTo>
                  <a:pt x="2294944" y="451552"/>
                </a:lnTo>
                <a:lnTo>
                  <a:pt x="2268036" y="455228"/>
                </a:lnTo>
                <a:lnTo>
                  <a:pt x="2240956" y="458391"/>
                </a:lnTo>
                <a:lnTo>
                  <a:pt x="2213743" y="461058"/>
                </a:lnTo>
                <a:lnTo>
                  <a:pt x="2186416" y="463248"/>
                </a:lnTo>
                <a:lnTo>
                  <a:pt x="2159022" y="464982"/>
                </a:lnTo>
                <a:lnTo>
                  <a:pt x="2131562" y="466277"/>
                </a:lnTo>
                <a:lnTo>
                  <a:pt x="2104034" y="466896"/>
                </a:lnTo>
                <a:lnTo>
                  <a:pt x="2076507" y="467297"/>
                </a:lnTo>
                <a:lnTo>
                  <a:pt x="2048970" y="467630"/>
                </a:lnTo>
                <a:lnTo>
                  <a:pt x="2021434" y="467897"/>
                </a:lnTo>
                <a:lnTo>
                  <a:pt x="1993897" y="468144"/>
                </a:lnTo>
                <a:lnTo>
                  <a:pt x="1966351" y="468363"/>
                </a:lnTo>
                <a:lnTo>
                  <a:pt x="1938814" y="468563"/>
                </a:lnTo>
                <a:lnTo>
                  <a:pt x="1911277" y="468744"/>
                </a:lnTo>
                <a:lnTo>
                  <a:pt x="1883740" y="468906"/>
                </a:lnTo>
                <a:lnTo>
                  <a:pt x="1856203" y="469068"/>
                </a:lnTo>
                <a:lnTo>
                  <a:pt x="1828657" y="469211"/>
                </a:lnTo>
                <a:lnTo>
                  <a:pt x="1801120" y="469354"/>
                </a:lnTo>
                <a:lnTo>
                  <a:pt x="1773584" y="469487"/>
                </a:lnTo>
                <a:lnTo>
                  <a:pt x="1746047" y="469602"/>
                </a:lnTo>
                <a:lnTo>
                  <a:pt x="1718500" y="469725"/>
                </a:lnTo>
                <a:lnTo>
                  <a:pt x="1690964" y="469830"/>
                </a:lnTo>
                <a:lnTo>
                  <a:pt x="1663427" y="469935"/>
                </a:lnTo>
                <a:lnTo>
                  <a:pt x="1635881" y="470040"/>
                </a:lnTo>
                <a:lnTo>
                  <a:pt x="1608344" y="470125"/>
                </a:lnTo>
                <a:lnTo>
                  <a:pt x="1580807" y="470211"/>
                </a:lnTo>
                <a:lnTo>
                  <a:pt x="1553261" y="470297"/>
                </a:lnTo>
                <a:lnTo>
                  <a:pt x="1525724" y="470373"/>
                </a:lnTo>
                <a:lnTo>
                  <a:pt x="1498187" y="470449"/>
                </a:lnTo>
                <a:lnTo>
                  <a:pt x="1470641" y="470525"/>
                </a:lnTo>
                <a:lnTo>
                  <a:pt x="1443104" y="470583"/>
                </a:lnTo>
                <a:lnTo>
                  <a:pt x="1415567" y="470649"/>
                </a:lnTo>
                <a:lnTo>
                  <a:pt x="1388021" y="470706"/>
                </a:lnTo>
                <a:lnTo>
                  <a:pt x="1360484" y="470764"/>
                </a:lnTo>
                <a:lnTo>
                  <a:pt x="1332948" y="470802"/>
                </a:lnTo>
                <a:lnTo>
                  <a:pt x="1305401" y="470849"/>
                </a:lnTo>
                <a:lnTo>
                  <a:pt x="1277864" y="470897"/>
                </a:lnTo>
                <a:lnTo>
                  <a:pt x="1250318" y="470926"/>
                </a:lnTo>
                <a:lnTo>
                  <a:pt x="1222781" y="470964"/>
                </a:lnTo>
                <a:lnTo>
                  <a:pt x="1195245" y="470992"/>
                </a:lnTo>
                <a:lnTo>
                  <a:pt x="1167698" y="471021"/>
                </a:lnTo>
                <a:lnTo>
                  <a:pt x="1140162" y="471040"/>
                </a:lnTo>
                <a:lnTo>
                  <a:pt x="1112625" y="471059"/>
                </a:lnTo>
                <a:lnTo>
                  <a:pt x="1085078" y="471078"/>
                </a:lnTo>
                <a:lnTo>
                  <a:pt x="1057542" y="471078"/>
                </a:lnTo>
                <a:lnTo>
                  <a:pt x="1030005" y="471087"/>
                </a:lnTo>
                <a:lnTo>
                  <a:pt x="1002459" y="471097"/>
                </a:lnTo>
                <a:lnTo>
                  <a:pt x="974922" y="471087"/>
                </a:lnTo>
                <a:lnTo>
                  <a:pt x="947376" y="471078"/>
                </a:lnTo>
                <a:lnTo>
                  <a:pt x="919839" y="471068"/>
                </a:lnTo>
                <a:lnTo>
                  <a:pt x="892302" y="471059"/>
                </a:lnTo>
                <a:lnTo>
                  <a:pt x="864756" y="471040"/>
                </a:lnTo>
                <a:lnTo>
                  <a:pt x="837219" y="471011"/>
                </a:lnTo>
                <a:lnTo>
                  <a:pt x="809682" y="470992"/>
                </a:lnTo>
                <a:lnTo>
                  <a:pt x="782136" y="470954"/>
                </a:lnTo>
                <a:lnTo>
                  <a:pt x="754599" y="470906"/>
                </a:lnTo>
                <a:lnTo>
                  <a:pt x="727062" y="470868"/>
                </a:lnTo>
                <a:lnTo>
                  <a:pt x="699516" y="470821"/>
                </a:lnTo>
                <a:lnTo>
                  <a:pt x="671979" y="470764"/>
                </a:lnTo>
                <a:lnTo>
                  <a:pt x="644442" y="470697"/>
                </a:lnTo>
                <a:lnTo>
                  <a:pt x="616896" y="470640"/>
                </a:lnTo>
                <a:lnTo>
                  <a:pt x="589359" y="470554"/>
                </a:lnTo>
                <a:lnTo>
                  <a:pt x="561823" y="470478"/>
                </a:lnTo>
                <a:lnTo>
                  <a:pt x="534276" y="470392"/>
                </a:lnTo>
                <a:lnTo>
                  <a:pt x="506740" y="470297"/>
                </a:lnTo>
                <a:lnTo>
                  <a:pt x="479203" y="470192"/>
                </a:lnTo>
                <a:lnTo>
                  <a:pt x="451656" y="470078"/>
                </a:lnTo>
                <a:lnTo>
                  <a:pt x="424120" y="469954"/>
                </a:lnTo>
                <a:lnTo>
                  <a:pt x="396583" y="469811"/>
                </a:lnTo>
                <a:lnTo>
                  <a:pt x="369037" y="469668"/>
                </a:lnTo>
                <a:lnTo>
                  <a:pt x="341500" y="469506"/>
                </a:lnTo>
                <a:lnTo>
                  <a:pt x="313963" y="469325"/>
                </a:lnTo>
                <a:lnTo>
                  <a:pt x="286426" y="469135"/>
                </a:lnTo>
                <a:lnTo>
                  <a:pt x="258890" y="468925"/>
                </a:lnTo>
                <a:lnTo>
                  <a:pt x="231353" y="468687"/>
                </a:lnTo>
                <a:lnTo>
                  <a:pt x="203816" y="468430"/>
                </a:lnTo>
                <a:lnTo>
                  <a:pt x="176279" y="468144"/>
                </a:lnTo>
                <a:lnTo>
                  <a:pt x="148742" y="467811"/>
                </a:lnTo>
                <a:lnTo>
                  <a:pt x="121206" y="467439"/>
                </a:lnTo>
                <a:lnTo>
                  <a:pt x="93678" y="466992"/>
                </a:lnTo>
                <a:lnTo>
                  <a:pt x="66151" y="466449"/>
                </a:lnTo>
                <a:lnTo>
                  <a:pt x="38633" y="465744"/>
                </a:lnTo>
                <a:lnTo>
                  <a:pt x="11154" y="464610"/>
                </a:lnTo>
                <a:lnTo>
                  <a:pt x="5105" y="450504"/>
                </a:lnTo>
                <a:lnTo>
                  <a:pt x="4743" y="433149"/>
                </a:lnTo>
                <a:lnTo>
                  <a:pt x="4382" y="415785"/>
                </a:lnTo>
                <a:lnTo>
                  <a:pt x="4010" y="398431"/>
                </a:lnTo>
                <a:lnTo>
                  <a:pt x="3648" y="381076"/>
                </a:lnTo>
                <a:lnTo>
                  <a:pt x="3286" y="363712"/>
                </a:lnTo>
                <a:lnTo>
                  <a:pt x="2915" y="346358"/>
                </a:lnTo>
                <a:lnTo>
                  <a:pt x="2553" y="329003"/>
                </a:lnTo>
                <a:lnTo>
                  <a:pt x="2191" y="311639"/>
                </a:lnTo>
                <a:lnTo>
                  <a:pt x="1819" y="294284"/>
                </a:lnTo>
                <a:lnTo>
                  <a:pt x="1457" y="276930"/>
                </a:lnTo>
                <a:lnTo>
                  <a:pt x="1095" y="259566"/>
                </a:lnTo>
                <a:lnTo>
                  <a:pt x="733" y="242211"/>
                </a:lnTo>
                <a:lnTo>
                  <a:pt x="362" y="224857"/>
                </a:lnTo>
                <a:lnTo>
                  <a:pt x="0" y="207493"/>
                </a:lnTo>
                <a:lnTo>
                  <a:pt x="10106" y="196139"/>
                </a:lnTo>
                <a:lnTo>
                  <a:pt x="37567" y="194882"/>
                </a:lnTo>
                <a:lnTo>
                  <a:pt x="65056" y="193815"/>
                </a:lnTo>
                <a:lnTo>
                  <a:pt x="92564" y="192929"/>
                </a:lnTo>
                <a:lnTo>
                  <a:pt x="120082" y="192205"/>
                </a:lnTo>
                <a:lnTo>
                  <a:pt x="147609" y="191624"/>
                </a:lnTo>
                <a:lnTo>
                  <a:pt x="175136" y="191176"/>
                </a:lnTo>
                <a:lnTo>
                  <a:pt x="202673" y="190843"/>
                </a:lnTo>
                <a:lnTo>
                  <a:pt x="230210" y="190624"/>
                </a:lnTo>
                <a:lnTo>
                  <a:pt x="257747" y="190500"/>
                </a:lnTo>
                <a:lnTo>
                  <a:pt x="285293" y="190462"/>
                </a:lnTo>
                <a:lnTo>
                  <a:pt x="312830" y="190510"/>
                </a:lnTo>
                <a:lnTo>
                  <a:pt x="340366" y="190633"/>
                </a:lnTo>
                <a:lnTo>
                  <a:pt x="367903" y="190833"/>
                </a:lnTo>
                <a:lnTo>
                  <a:pt x="395440" y="191091"/>
                </a:lnTo>
                <a:lnTo>
                  <a:pt x="422977" y="191414"/>
                </a:lnTo>
                <a:lnTo>
                  <a:pt x="450513" y="191786"/>
                </a:lnTo>
                <a:lnTo>
                  <a:pt x="478041" y="192215"/>
                </a:lnTo>
                <a:lnTo>
                  <a:pt x="505577" y="192691"/>
                </a:lnTo>
                <a:lnTo>
                  <a:pt x="533105" y="193215"/>
                </a:lnTo>
                <a:lnTo>
                  <a:pt x="560632" y="193777"/>
                </a:lnTo>
                <a:lnTo>
                  <a:pt x="588150" y="194377"/>
                </a:lnTo>
                <a:lnTo>
                  <a:pt x="615677" y="195005"/>
                </a:lnTo>
                <a:lnTo>
                  <a:pt x="643195" y="195672"/>
                </a:lnTo>
                <a:lnTo>
                  <a:pt x="670712" y="196377"/>
                </a:lnTo>
                <a:lnTo>
                  <a:pt x="698230" y="197101"/>
                </a:lnTo>
                <a:lnTo>
                  <a:pt x="725738" y="197844"/>
                </a:lnTo>
                <a:lnTo>
                  <a:pt x="753256" y="198625"/>
                </a:lnTo>
                <a:lnTo>
                  <a:pt x="780764" y="199415"/>
                </a:lnTo>
                <a:lnTo>
                  <a:pt x="808272" y="200225"/>
                </a:lnTo>
                <a:lnTo>
                  <a:pt x="835790" y="201054"/>
                </a:lnTo>
                <a:lnTo>
                  <a:pt x="863289" y="201901"/>
                </a:lnTo>
                <a:lnTo>
                  <a:pt x="890797" y="202759"/>
                </a:lnTo>
                <a:lnTo>
                  <a:pt x="918305" y="203625"/>
                </a:lnTo>
                <a:lnTo>
                  <a:pt x="945813" y="204502"/>
                </a:lnTo>
                <a:lnTo>
                  <a:pt x="973312" y="205397"/>
                </a:lnTo>
                <a:lnTo>
                  <a:pt x="1000820" y="206283"/>
                </a:lnTo>
                <a:lnTo>
                  <a:pt x="1028319" y="207188"/>
                </a:lnTo>
                <a:lnTo>
                  <a:pt x="1055827" y="208083"/>
                </a:lnTo>
                <a:lnTo>
                  <a:pt x="1083326" y="208988"/>
                </a:lnTo>
                <a:lnTo>
                  <a:pt x="1110834" y="209883"/>
                </a:lnTo>
                <a:lnTo>
                  <a:pt x="1138333" y="210779"/>
                </a:lnTo>
                <a:lnTo>
                  <a:pt x="1165841" y="211674"/>
                </a:lnTo>
                <a:lnTo>
                  <a:pt x="1193340" y="212569"/>
                </a:lnTo>
                <a:lnTo>
                  <a:pt x="1220848" y="213455"/>
                </a:lnTo>
                <a:lnTo>
                  <a:pt x="1248356" y="214332"/>
                </a:lnTo>
                <a:lnTo>
                  <a:pt x="1275855" y="215189"/>
                </a:lnTo>
                <a:lnTo>
                  <a:pt x="1303363" y="216046"/>
                </a:lnTo>
                <a:lnTo>
                  <a:pt x="1330871" y="216875"/>
                </a:lnTo>
                <a:lnTo>
                  <a:pt x="1358379" y="217703"/>
                </a:lnTo>
                <a:lnTo>
                  <a:pt x="1385897" y="218513"/>
                </a:lnTo>
                <a:lnTo>
                  <a:pt x="1413405" y="219294"/>
                </a:lnTo>
                <a:lnTo>
                  <a:pt x="1440923" y="220056"/>
                </a:lnTo>
                <a:lnTo>
                  <a:pt x="1468431" y="220799"/>
                </a:lnTo>
                <a:lnTo>
                  <a:pt x="1495949" y="221513"/>
                </a:lnTo>
                <a:lnTo>
                  <a:pt x="1523467" y="222190"/>
                </a:lnTo>
                <a:lnTo>
                  <a:pt x="1550994" y="222847"/>
                </a:lnTo>
                <a:lnTo>
                  <a:pt x="1578512" y="223466"/>
                </a:lnTo>
                <a:lnTo>
                  <a:pt x="1606039" y="224038"/>
                </a:lnTo>
                <a:lnTo>
                  <a:pt x="1633566" y="224580"/>
                </a:lnTo>
                <a:lnTo>
                  <a:pt x="1661093" y="225076"/>
                </a:lnTo>
                <a:lnTo>
                  <a:pt x="1688630" y="225523"/>
                </a:lnTo>
                <a:lnTo>
                  <a:pt x="1716157" y="225923"/>
                </a:lnTo>
                <a:lnTo>
                  <a:pt x="1743694" y="226257"/>
                </a:lnTo>
                <a:lnTo>
                  <a:pt x="1771231" y="226543"/>
                </a:lnTo>
                <a:lnTo>
                  <a:pt x="1798768" y="226752"/>
                </a:lnTo>
                <a:lnTo>
                  <a:pt x="1826304" y="226895"/>
                </a:lnTo>
                <a:lnTo>
                  <a:pt x="1853851" y="226962"/>
                </a:lnTo>
                <a:lnTo>
                  <a:pt x="1881388" y="226952"/>
                </a:lnTo>
                <a:lnTo>
                  <a:pt x="1908924" y="226838"/>
                </a:lnTo>
                <a:lnTo>
                  <a:pt x="1936471" y="226628"/>
                </a:lnTo>
                <a:lnTo>
                  <a:pt x="1963998" y="226314"/>
                </a:lnTo>
                <a:lnTo>
                  <a:pt x="1991535" y="225866"/>
                </a:lnTo>
                <a:lnTo>
                  <a:pt x="2019062" y="225295"/>
                </a:lnTo>
                <a:lnTo>
                  <a:pt x="2046570" y="224571"/>
                </a:lnTo>
                <a:lnTo>
                  <a:pt x="2074078" y="223676"/>
                </a:lnTo>
                <a:lnTo>
                  <a:pt x="2101567" y="222599"/>
                </a:lnTo>
                <a:lnTo>
                  <a:pt x="2129028" y="221304"/>
                </a:lnTo>
                <a:lnTo>
                  <a:pt x="2156460" y="219770"/>
                </a:lnTo>
                <a:lnTo>
                  <a:pt x="2183854" y="217961"/>
                </a:lnTo>
                <a:lnTo>
                  <a:pt x="2211181" y="215827"/>
                </a:lnTo>
                <a:lnTo>
                  <a:pt x="2238432" y="213303"/>
                </a:lnTo>
                <a:lnTo>
                  <a:pt x="2265559" y="210322"/>
                </a:lnTo>
                <a:lnTo>
                  <a:pt x="2292515" y="206769"/>
                </a:lnTo>
                <a:lnTo>
                  <a:pt x="2319214" y="202511"/>
                </a:lnTo>
                <a:lnTo>
                  <a:pt x="2345493" y="197329"/>
                </a:lnTo>
                <a:lnTo>
                  <a:pt x="2371068" y="190910"/>
                </a:lnTo>
                <a:lnTo>
                  <a:pt x="2395366" y="182766"/>
                </a:lnTo>
                <a:lnTo>
                  <a:pt x="2417074" y="172136"/>
                </a:lnTo>
                <a:lnTo>
                  <a:pt x="2433295" y="158220"/>
                </a:lnTo>
                <a:lnTo>
                  <a:pt x="2439829" y="141484"/>
                </a:lnTo>
                <a:lnTo>
                  <a:pt x="2458288" y="132788"/>
                </a:lnTo>
                <a:lnTo>
                  <a:pt x="2484206" y="126921"/>
                </a:lnTo>
                <a:lnTo>
                  <a:pt x="2509771" y="120472"/>
                </a:lnTo>
                <a:lnTo>
                  <a:pt x="2535012" y="113519"/>
                </a:lnTo>
                <a:lnTo>
                  <a:pt x="2559920" y="106118"/>
                </a:lnTo>
                <a:lnTo>
                  <a:pt x="2584504" y="98298"/>
                </a:lnTo>
                <a:lnTo>
                  <a:pt x="2608755" y="90068"/>
                </a:lnTo>
                <a:lnTo>
                  <a:pt x="2632672" y="81467"/>
                </a:lnTo>
                <a:lnTo>
                  <a:pt x="2656237" y="72485"/>
                </a:lnTo>
                <a:lnTo>
                  <a:pt x="2679449" y="63141"/>
                </a:lnTo>
                <a:lnTo>
                  <a:pt x="2702300" y="53454"/>
                </a:lnTo>
                <a:lnTo>
                  <a:pt x="2724769" y="43415"/>
                </a:lnTo>
                <a:lnTo>
                  <a:pt x="2746858" y="33042"/>
                </a:lnTo>
                <a:lnTo>
                  <a:pt x="2768546" y="22346"/>
                </a:lnTo>
                <a:lnTo>
                  <a:pt x="2789825" y="11325"/>
                </a:lnTo>
                <a:lnTo>
                  <a:pt x="281068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4A5FABC5-189C-476A-AF92-7E703288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572" y="2180482"/>
            <a:ext cx="2810913" cy="1771802"/>
          </a:xfrm>
          <a:custGeom xmlns:a="http://schemas.openxmlformats.org/drawingml/2006/main">
            <a:pathLst>
              <a:path w="2810913" h="1771802">
                <a:moveTo>
                  <a:pt x="0" y="1771802"/>
                </a:moveTo>
                <a:lnTo>
                  <a:pt x="45129" y="1771802"/>
                </a:lnTo>
                <a:lnTo>
                  <a:pt x="90268" y="1771802"/>
                </a:lnTo>
                <a:lnTo>
                  <a:pt x="135398" y="1771802"/>
                </a:lnTo>
                <a:lnTo>
                  <a:pt x="180527" y="1771802"/>
                </a:lnTo>
                <a:lnTo>
                  <a:pt x="225657" y="1771802"/>
                </a:lnTo>
                <a:lnTo>
                  <a:pt x="270796" y="1771802"/>
                </a:lnTo>
                <a:lnTo>
                  <a:pt x="315925" y="1771802"/>
                </a:lnTo>
                <a:lnTo>
                  <a:pt x="361055" y="1771802"/>
                </a:lnTo>
                <a:lnTo>
                  <a:pt x="406194" y="1771802"/>
                </a:lnTo>
                <a:lnTo>
                  <a:pt x="451323" y="1771802"/>
                </a:lnTo>
                <a:lnTo>
                  <a:pt x="496453" y="1771802"/>
                </a:lnTo>
                <a:lnTo>
                  <a:pt x="541592" y="1771802"/>
                </a:lnTo>
                <a:lnTo>
                  <a:pt x="586721" y="1771802"/>
                </a:lnTo>
                <a:lnTo>
                  <a:pt x="631850" y="1771802"/>
                </a:lnTo>
                <a:lnTo>
                  <a:pt x="676980" y="1771802"/>
                </a:lnTo>
                <a:lnTo>
                  <a:pt x="722119" y="1771802"/>
                </a:lnTo>
                <a:lnTo>
                  <a:pt x="767248" y="1771802"/>
                </a:lnTo>
                <a:lnTo>
                  <a:pt x="812378" y="1771802"/>
                </a:lnTo>
                <a:lnTo>
                  <a:pt x="857517" y="1771802"/>
                </a:lnTo>
                <a:lnTo>
                  <a:pt x="902646" y="1771802"/>
                </a:lnTo>
                <a:lnTo>
                  <a:pt x="947776" y="1771802"/>
                </a:lnTo>
                <a:lnTo>
                  <a:pt x="992915" y="1771802"/>
                </a:lnTo>
                <a:lnTo>
                  <a:pt x="1038044" y="1771802"/>
                </a:lnTo>
                <a:lnTo>
                  <a:pt x="1083173" y="1771802"/>
                </a:lnTo>
                <a:lnTo>
                  <a:pt x="1128303" y="1771802"/>
                </a:lnTo>
                <a:lnTo>
                  <a:pt x="1173442" y="1771802"/>
                </a:lnTo>
                <a:lnTo>
                  <a:pt x="1218571" y="1771802"/>
                </a:lnTo>
                <a:lnTo>
                  <a:pt x="1263701" y="1771802"/>
                </a:lnTo>
                <a:lnTo>
                  <a:pt x="1308840" y="1771802"/>
                </a:lnTo>
                <a:lnTo>
                  <a:pt x="1353969" y="1771802"/>
                </a:lnTo>
                <a:lnTo>
                  <a:pt x="1399099" y="1771802"/>
                </a:lnTo>
                <a:lnTo>
                  <a:pt x="1444238" y="1771802"/>
                </a:lnTo>
                <a:lnTo>
                  <a:pt x="1489367" y="1771802"/>
                </a:lnTo>
                <a:lnTo>
                  <a:pt x="1534497" y="1771802"/>
                </a:lnTo>
                <a:lnTo>
                  <a:pt x="1579626" y="1771802"/>
                </a:lnTo>
                <a:lnTo>
                  <a:pt x="1624765" y="1771802"/>
                </a:lnTo>
                <a:lnTo>
                  <a:pt x="1669894" y="1771802"/>
                </a:lnTo>
                <a:lnTo>
                  <a:pt x="1715024" y="1771802"/>
                </a:lnTo>
                <a:lnTo>
                  <a:pt x="1760163" y="1771802"/>
                </a:lnTo>
                <a:lnTo>
                  <a:pt x="1805292" y="1771802"/>
                </a:lnTo>
                <a:lnTo>
                  <a:pt x="1850422" y="1771802"/>
                </a:lnTo>
                <a:lnTo>
                  <a:pt x="1895113" y="1768592"/>
                </a:lnTo>
                <a:lnTo>
                  <a:pt x="1939547" y="1763620"/>
                </a:lnTo>
                <a:lnTo>
                  <a:pt x="1983981" y="1758658"/>
                </a:lnTo>
                <a:lnTo>
                  <a:pt x="2028425" y="1753686"/>
                </a:lnTo>
                <a:lnTo>
                  <a:pt x="2072859" y="1748714"/>
                </a:lnTo>
                <a:lnTo>
                  <a:pt x="2117303" y="1743742"/>
                </a:lnTo>
                <a:lnTo>
                  <a:pt x="2161737" y="1738779"/>
                </a:lnTo>
                <a:lnTo>
                  <a:pt x="2206181" y="1733807"/>
                </a:lnTo>
                <a:lnTo>
                  <a:pt x="2240099" y="1716405"/>
                </a:lnTo>
                <a:lnTo>
                  <a:pt x="2271417" y="1695917"/>
                </a:lnTo>
                <a:lnTo>
                  <a:pt x="2302735" y="1675428"/>
                </a:lnTo>
                <a:lnTo>
                  <a:pt x="2334054" y="1654950"/>
                </a:lnTo>
                <a:lnTo>
                  <a:pt x="2365372" y="1634461"/>
                </a:lnTo>
                <a:lnTo>
                  <a:pt x="2396681" y="1613983"/>
                </a:lnTo>
                <a:lnTo>
                  <a:pt x="2427999" y="1593494"/>
                </a:lnTo>
                <a:lnTo>
                  <a:pt x="2459317" y="1573006"/>
                </a:lnTo>
                <a:lnTo>
                  <a:pt x="2490635" y="1552527"/>
                </a:lnTo>
                <a:lnTo>
                  <a:pt x="2521953" y="1532039"/>
                </a:lnTo>
                <a:lnTo>
                  <a:pt x="2553272" y="1511551"/>
                </a:lnTo>
                <a:lnTo>
                  <a:pt x="2584590" y="1491072"/>
                </a:lnTo>
                <a:lnTo>
                  <a:pt x="2615908" y="1470584"/>
                </a:lnTo>
                <a:lnTo>
                  <a:pt x="2647217" y="1450096"/>
                </a:lnTo>
                <a:lnTo>
                  <a:pt x="2678535" y="1429617"/>
                </a:lnTo>
                <a:lnTo>
                  <a:pt x="2709853" y="1409129"/>
                </a:lnTo>
                <a:lnTo>
                  <a:pt x="2741171" y="1388640"/>
                </a:lnTo>
                <a:lnTo>
                  <a:pt x="2772489" y="1368161"/>
                </a:lnTo>
                <a:lnTo>
                  <a:pt x="2803808" y="1347673"/>
                </a:lnTo>
                <a:lnTo>
                  <a:pt x="2810913" y="1321032"/>
                </a:lnTo>
                <a:lnTo>
                  <a:pt x="2810913" y="1292590"/>
                </a:lnTo>
                <a:lnTo>
                  <a:pt x="2810913" y="1264139"/>
                </a:lnTo>
                <a:lnTo>
                  <a:pt x="2810913" y="1235688"/>
                </a:lnTo>
                <a:lnTo>
                  <a:pt x="2810913" y="1207246"/>
                </a:lnTo>
                <a:lnTo>
                  <a:pt x="2810913" y="1178795"/>
                </a:lnTo>
                <a:lnTo>
                  <a:pt x="2810913" y="1150344"/>
                </a:lnTo>
                <a:lnTo>
                  <a:pt x="2810913" y="1121902"/>
                </a:lnTo>
                <a:lnTo>
                  <a:pt x="2810913" y="1093451"/>
                </a:lnTo>
                <a:lnTo>
                  <a:pt x="2810913" y="1065000"/>
                </a:lnTo>
                <a:lnTo>
                  <a:pt x="2810913" y="1036549"/>
                </a:lnTo>
                <a:lnTo>
                  <a:pt x="2810913" y="1008107"/>
                </a:lnTo>
                <a:lnTo>
                  <a:pt x="2810913" y="979656"/>
                </a:lnTo>
                <a:lnTo>
                  <a:pt x="2810913" y="951205"/>
                </a:lnTo>
                <a:lnTo>
                  <a:pt x="2810913" y="922763"/>
                </a:lnTo>
                <a:lnTo>
                  <a:pt x="2810913" y="894312"/>
                </a:lnTo>
                <a:lnTo>
                  <a:pt x="2810913" y="865861"/>
                </a:lnTo>
                <a:lnTo>
                  <a:pt x="2810913" y="837419"/>
                </a:lnTo>
                <a:lnTo>
                  <a:pt x="2810913" y="808968"/>
                </a:lnTo>
                <a:lnTo>
                  <a:pt x="2810913" y="780517"/>
                </a:lnTo>
                <a:lnTo>
                  <a:pt x="2810913" y="752075"/>
                </a:lnTo>
                <a:lnTo>
                  <a:pt x="2810913" y="723624"/>
                </a:lnTo>
                <a:lnTo>
                  <a:pt x="2810913" y="695173"/>
                </a:lnTo>
                <a:lnTo>
                  <a:pt x="2810913" y="666731"/>
                </a:lnTo>
                <a:lnTo>
                  <a:pt x="2810913" y="638280"/>
                </a:lnTo>
                <a:lnTo>
                  <a:pt x="2810913" y="609829"/>
                </a:lnTo>
                <a:lnTo>
                  <a:pt x="2810913" y="581387"/>
                </a:lnTo>
                <a:lnTo>
                  <a:pt x="2810913" y="552936"/>
                </a:lnTo>
                <a:lnTo>
                  <a:pt x="2810913" y="524485"/>
                </a:lnTo>
                <a:lnTo>
                  <a:pt x="2810913" y="496043"/>
                </a:lnTo>
                <a:lnTo>
                  <a:pt x="2810913" y="467592"/>
                </a:lnTo>
                <a:lnTo>
                  <a:pt x="2810913" y="439141"/>
                </a:lnTo>
                <a:lnTo>
                  <a:pt x="2810913" y="410689"/>
                </a:lnTo>
                <a:lnTo>
                  <a:pt x="2810913" y="382248"/>
                </a:lnTo>
                <a:lnTo>
                  <a:pt x="2810913" y="353797"/>
                </a:lnTo>
                <a:lnTo>
                  <a:pt x="2810913" y="325345"/>
                </a:lnTo>
                <a:lnTo>
                  <a:pt x="2810913" y="296904"/>
                </a:lnTo>
                <a:lnTo>
                  <a:pt x="2810913" y="268453"/>
                </a:lnTo>
                <a:lnTo>
                  <a:pt x="2810913" y="240001"/>
                </a:lnTo>
                <a:lnTo>
                  <a:pt x="2810913" y="211560"/>
                </a:lnTo>
                <a:lnTo>
                  <a:pt x="2810913" y="183109"/>
                </a:lnTo>
                <a:lnTo>
                  <a:pt x="2810913" y="154657"/>
                </a:lnTo>
                <a:lnTo>
                  <a:pt x="2810913" y="126216"/>
                </a:lnTo>
                <a:lnTo>
                  <a:pt x="2810913" y="97765"/>
                </a:lnTo>
                <a:lnTo>
                  <a:pt x="2810913" y="69313"/>
                </a:lnTo>
                <a:lnTo>
                  <a:pt x="2810913" y="40872"/>
                </a:lnTo>
                <a:lnTo>
                  <a:pt x="2810913" y="12421"/>
                </a:lnTo>
                <a:lnTo>
                  <a:pt x="2785491" y="0"/>
                </a:lnTo>
                <a:lnTo>
                  <a:pt x="2740352" y="0"/>
                </a:lnTo>
                <a:lnTo>
                  <a:pt x="2695223" y="0"/>
                </a:lnTo>
                <a:lnTo>
                  <a:pt x="2650093" y="0"/>
                </a:lnTo>
                <a:lnTo>
                  <a:pt x="2604964" y="0"/>
                </a:lnTo>
                <a:lnTo>
                  <a:pt x="2559825" y="0"/>
                </a:lnTo>
                <a:lnTo>
                  <a:pt x="2514695" y="0"/>
                </a:lnTo>
                <a:lnTo>
                  <a:pt x="2469566" y="0"/>
                </a:lnTo>
                <a:lnTo>
                  <a:pt x="2424427" y="0"/>
                </a:lnTo>
                <a:lnTo>
                  <a:pt x="2379297" y="0"/>
                </a:lnTo>
                <a:lnTo>
                  <a:pt x="2334168" y="0"/>
                </a:lnTo>
                <a:lnTo>
                  <a:pt x="2289029" y="0"/>
                </a:lnTo>
                <a:lnTo>
                  <a:pt x="2243900" y="0"/>
                </a:lnTo>
                <a:lnTo>
                  <a:pt x="2198770" y="0"/>
                </a:lnTo>
                <a:lnTo>
                  <a:pt x="2153641" y="0"/>
                </a:lnTo>
                <a:lnTo>
                  <a:pt x="2108502" y="0"/>
                </a:lnTo>
                <a:lnTo>
                  <a:pt x="2063372" y="0"/>
                </a:lnTo>
                <a:lnTo>
                  <a:pt x="2018243" y="0"/>
                </a:lnTo>
                <a:lnTo>
                  <a:pt x="1973104" y="0"/>
                </a:lnTo>
                <a:lnTo>
                  <a:pt x="1927974" y="0"/>
                </a:lnTo>
                <a:lnTo>
                  <a:pt x="1882845" y="0"/>
                </a:lnTo>
                <a:lnTo>
                  <a:pt x="1837706" y="0"/>
                </a:lnTo>
                <a:lnTo>
                  <a:pt x="1792576" y="0"/>
                </a:lnTo>
                <a:lnTo>
                  <a:pt x="1747447" y="0"/>
                </a:lnTo>
                <a:lnTo>
                  <a:pt x="1702318" y="0"/>
                </a:lnTo>
                <a:lnTo>
                  <a:pt x="1657179" y="0"/>
                </a:lnTo>
                <a:lnTo>
                  <a:pt x="1612049" y="0"/>
                </a:lnTo>
                <a:lnTo>
                  <a:pt x="1566920" y="0"/>
                </a:lnTo>
                <a:lnTo>
                  <a:pt x="1521781" y="0"/>
                </a:lnTo>
                <a:lnTo>
                  <a:pt x="1476651" y="0"/>
                </a:lnTo>
                <a:lnTo>
                  <a:pt x="1431522" y="0"/>
                </a:lnTo>
                <a:lnTo>
                  <a:pt x="1386383" y="0"/>
                </a:lnTo>
                <a:lnTo>
                  <a:pt x="1341253" y="0"/>
                </a:lnTo>
                <a:lnTo>
                  <a:pt x="1296124" y="0"/>
                </a:lnTo>
                <a:lnTo>
                  <a:pt x="1250994" y="0"/>
                </a:lnTo>
                <a:lnTo>
                  <a:pt x="1205855" y="0"/>
                </a:lnTo>
                <a:lnTo>
                  <a:pt x="1160726" y="0"/>
                </a:lnTo>
                <a:lnTo>
                  <a:pt x="1115597" y="0"/>
                </a:lnTo>
                <a:lnTo>
                  <a:pt x="1070458" y="0"/>
                </a:lnTo>
                <a:lnTo>
                  <a:pt x="1025328" y="0"/>
                </a:lnTo>
                <a:lnTo>
                  <a:pt x="980199" y="0"/>
                </a:lnTo>
                <a:lnTo>
                  <a:pt x="935060" y="0"/>
                </a:lnTo>
                <a:lnTo>
                  <a:pt x="889930" y="0"/>
                </a:lnTo>
                <a:lnTo>
                  <a:pt x="844801" y="0"/>
                </a:lnTo>
                <a:lnTo>
                  <a:pt x="799671" y="0"/>
                </a:lnTo>
                <a:lnTo>
                  <a:pt x="754532" y="0"/>
                </a:lnTo>
                <a:lnTo>
                  <a:pt x="709403" y="0"/>
                </a:lnTo>
                <a:lnTo>
                  <a:pt x="664274" y="0"/>
                </a:lnTo>
                <a:lnTo>
                  <a:pt x="619135" y="0"/>
                </a:lnTo>
                <a:lnTo>
                  <a:pt x="574005" y="0"/>
                </a:lnTo>
                <a:lnTo>
                  <a:pt x="528876" y="0"/>
                </a:lnTo>
                <a:lnTo>
                  <a:pt x="483737" y="0"/>
                </a:lnTo>
                <a:lnTo>
                  <a:pt x="438607" y="0"/>
                </a:lnTo>
                <a:lnTo>
                  <a:pt x="393478" y="0"/>
                </a:lnTo>
                <a:lnTo>
                  <a:pt x="348348" y="0"/>
                </a:lnTo>
                <a:lnTo>
                  <a:pt x="303209" y="0"/>
                </a:lnTo>
                <a:lnTo>
                  <a:pt x="258080" y="0"/>
                </a:lnTo>
                <a:lnTo>
                  <a:pt x="212950" y="0"/>
                </a:lnTo>
                <a:lnTo>
                  <a:pt x="167811" y="0"/>
                </a:lnTo>
                <a:lnTo>
                  <a:pt x="122682" y="0"/>
                </a:lnTo>
                <a:lnTo>
                  <a:pt x="77553" y="0"/>
                </a:lnTo>
                <a:lnTo>
                  <a:pt x="32414" y="0"/>
                </a:lnTo>
                <a:lnTo>
                  <a:pt x="0" y="8011"/>
                </a:lnTo>
                <a:lnTo>
                  <a:pt x="0" y="36462"/>
                </a:lnTo>
                <a:lnTo>
                  <a:pt x="0" y="64913"/>
                </a:lnTo>
                <a:lnTo>
                  <a:pt x="0" y="93355"/>
                </a:lnTo>
                <a:lnTo>
                  <a:pt x="0" y="121806"/>
                </a:lnTo>
                <a:lnTo>
                  <a:pt x="0" y="150257"/>
                </a:lnTo>
                <a:lnTo>
                  <a:pt x="0" y="178699"/>
                </a:lnTo>
                <a:lnTo>
                  <a:pt x="0" y="207150"/>
                </a:lnTo>
                <a:lnTo>
                  <a:pt x="0" y="235601"/>
                </a:lnTo>
                <a:lnTo>
                  <a:pt x="0" y="264052"/>
                </a:lnTo>
                <a:lnTo>
                  <a:pt x="0" y="292494"/>
                </a:lnTo>
                <a:lnTo>
                  <a:pt x="0" y="320945"/>
                </a:lnTo>
                <a:lnTo>
                  <a:pt x="0" y="349396"/>
                </a:lnTo>
                <a:lnTo>
                  <a:pt x="0" y="377838"/>
                </a:lnTo>
                <a:lnTo>
                  <a:pt x="0" y="406289"/>
                </a:lnTo>
                <a:lnTo>
                  <a:pt x="0" y="434740"/>
                </a:lnTo>
                <a:lnTo>
                  <a:pt x="0" y="463182"/>
                </a:lnTo>
                <a:lnTo>
                  <a:pt x="0" y="491633"/>
                </a:lnTo>
                <a:lnTo>
                  <a:pt x="0" y="520084"/>
                </a:lnTo>
                <a:lnTo>
                  <a:pt x="0" y="548526"/>
                </a:lnTo>
                <a:lnTo>
                  <a:pt x="0" y="576977"/>
                </a:lnTo>
                <a:lnTo>
                  <a:pt x="0" y="605428"/>
                </a:lnTo>
                <a:lnTo>
                  <a:pt x="0" y="633870"/>
                </a:lnTo>
                <a:lnTo>
                  <a:pt x="0" y="662321"/>
                </a:lnTo>
                <a:lnTo>
                  <a:pt x="0" y="690772"/>
                </a:lnTo>
                <a:lnTo>
                  <a:pt x="0" y="719214"/>
                </a:lnTo>
                <a:lnTo>
                  <a:pt x="0" y="747665"/>
                </a:lnTo>
                <a:lnTo>
                  <a:pt x="0" y="776116"/>
                </a:lnTo>
                <a:lnTo>
                  <a:pt x="0" y="804558"/>
                </a:lnTo>
                <a:lnTo>
                  <a:pt x="0" y="833009"/>
                </a:lnTo>
                <a:lnTo>
                  <a:pt x="0" y="861460"/>
                </a:lnTo>
                <a:lnTo>
                  <a:pt x="0" y="889902"/>
                </a:lnTo>
                <a:lnTo>
                  <a:pt x="0" y="918353"/>
                </a:lnTo>
                <a:lnTo>
                  <a:pt x="0" y="946804"/>
                </a:lnTo>
                <a:lnTo>
                  <a:pt x="0" y="975255"/>
                </a:lnTo>
                <a:lnTo>
                  <a:pt x="0" y="1003697"/>
                </a:lnTo>
                <a:lnTo>
                  <a:pt x="0" y="1032148"/>
                </a:lnTo>
                <a:lnTo>
                  <a:pt x="0" y="1060599"/>
                </a:lnTo>
                <a:lnTo>
                  <a:pt x="0" y="1089041"/>
                </a:lnTo>
                <a:lnTo>
                  <a:pt x="0" y="1117492"/>
                </a:lnTo>
                <a:lnTo>
                  <a:pt x="0" y="1145943"/>
                </a:lnTo>
                <a:lnTo>
                  <a:pt x="0" y="1174385"/>
                </a:lnTo>
                <a:lnTo>
                  <a:pt x="0" y="1202836"/>
                </a:lnTo>
                <a:lnTo>
                  <a:pt x="0" y="1231287"/>
                </a:lnTo>
                <a:lnTo>
                  <a:pt x="0" y="1259729"/>
                </a:lnTo>
                <a:lnTo>
                  <a:pt x="0" y="1288180"/>
                </a:lnTo>
                <a:lnTo>
                  <a:pt x="0" y="1316631"/>
                </a:lnTo>
                <a:lnTo>
                  <a:pt x="0" y="1345073"/>
                </a:lnTo>
                <a:lnTo>
                  <a:pt x="0" y="1373524"/>
                </a:lnTo>
                <a:lnTo>
                  <a:pt x="0" y="1401975"/>
                </a:lnTo>
                <a:lnTo>
                  <a:pt x="0" y="1430417"/>
                </a:lnTo>
                <a:lnTo>
                  <a:pt x="0" y="1458868"/>
                </a:lnTo>
                <a:lnTo>
                  <a:pt x="0" y="1487319"/>
                </a:lnTo>
                <a:lnTo>
                  <a:pt x="0" y="1515770"/>
                </a:lnTo>
                <a:lnTo>
                  <a:pt x="0" y="1544212"/>
                </a:lnTo>
                <a:lnTo>
                  <a:pt x="0" y="1572663"/>
                </a:lnTo>
                <a:lnTo>
                  <a:pt x="0" y="1601114"/>
                </a:lnTo>
                <a:lnTo>
                  <a:pt x="0" y="1629556"/>
                </a:lnTo>
                <a:lnTo>
                  <a:pt x="0" y="1658007"/>
                </a:lnTo>
                <a:lnTo>
                  <a:pt x="0" y="1686458"/>
                </a:lnTo>
                <a:lnTo>
                  <a:pt x="0" y="1714900"/>
                </a:lnTo>
                <a:lnTo>
                  <a:pt x="0" y="1743351"/>
                </a:lnTo>
                <a:lnTo>
                  <a:pt x="0" y="17718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FD5D7DC2-75D3-4140-A81E-F4F16B64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572" y="2180482"/>
            <a:ext cx="2810913" cy="304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B07372E9-627D-478A-95FF-227E9261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8861" y="3523507"/>
            <a:ext cx="1035625" cy="429101"/>
          </a:xfrm>
          <a:custGeom xmlns:a="http://schemas.openxmlformats.org/drawingml/2006/main">
            <a:pathLst>
              <a:path w="1035625" h="429101">
                <a:moveTo>
                  <a:pt x="1035625" y="0"/>
                </a:moveTo>
                <a:lnTo>
                  <a:pt x="1034396" y="7115"/>
                </a:lnTo>
                <a:lnTo>
                  <a:pt x="1032777" y="14202"/>
                </a:lnTo>
                <a:lnTo>
                  <a:pt x="1030891" y="21269"/>
                </a:lnTo>
                <a:lnTo>
                  <a:pt x="1028757" y="28299"/>
                </a:lnTo>
                <a:lnTo>
                  <a:pt x="1026414" y="35309"/>
                </a:lnTo>
                <a:lnTo>
                  <a:pt x="1023871" y="42281"/>
                </a:lnTo>
                <a:lnTo>
                  <a:pt x="1021137" y="49235"/>
                </a:lnTo>
                <a:lnTo>
                  <a:pt x="1018203" y="56150"/>
                </a:lnTo>
                <a:lnTo>
                  <a:pt x="1015098" y="63036"/>
                </a:lnTo>
                <a:lnTo>
                  <a:pt x="1011822" y="69894"/>
                </a:lnTo>
                <a:lnTo>
                  <a:pt x="1008364" y="76714"/>
                </a:lnTo>
                <a:lnTo>
                  <a:pt x="1004735" y="83496"/>
                </a:lnTo>
                <a:lnTo>
                  <a:pt x="1000944" y="90249"/>
                </a:lnTo>
                <a:lnTo>
                  <a:pt x="996982" y="96955"/>
                </a:lnTo>
                <a:lnTo>
                  <a:pt x="992857" y="103632"/>
                </a:lnTo>
                <a:lnTo>
                  <a:pt x="988571" y="110261"/>
                </a:lnTo>
                <a:lnTo>
                  <a:pt x="984123" y="116853"/>
                </a:lnTo>
                <a:lnTo>
                  <a:pt x="979522" y="123396"/>
                </a:lnTo>
                <a:lnTo>
                  <a:pt x="974760" y="129902"/>
                </a:lnTo>
                <a:lnTo>
                  <a:pt x="969835" y="136350"/>
                </a:lnTo>
                <a:lnTo>
                  <a:pt x="964759" y="142751"/>
                </a:lnTo>
                <a:lnTo>
                  <a:pt x="959529" y="149114"/>
                </a:lnTo>
                <a:lnTo>
                  <a:pt x="954138" y="155419"/>
                </a:lnTo>
                <a:lnTo>
                  <a:pt x="948604" y="161668"/>
                </a:lnTo>
                <a:lnTo>
                  <a:pt x="942908" y="167859"/>
                </a:lnTo>
                <a:lnTo>
                  <a:pt x="937070" y="174003"/>
                </a:lnTo>
                <a:lnTo>
                  <a:pt x="931078" y="180089"/>
                </a:lnTo>
                <a:lnTo>
                  <a:pt x="924944" y="186119"/>
                </a:lnTo>
                <a:lnTo>
                  <a:pt x="918658" y="192081"/>
                </a:lnTo>
                <a:lnTo>
                  <a:pt x="912228" y="197987"/>
                </a:lnTo>
                <a:lnTo>
                  <a:pt x="905656" y="203825"/>
                </a:lnTo>
                <a:lnTo>
                  <a:pt x="898941" y="209598"/>
                </a:lnTo>
                <a:lnTo>
                  <a:pt x="892083" y="215303"/>
                </a:lnTo>
                <a:lnTo>
                  <a:pt x="885092" y="220951"/>
                </a:lnTo>
                <a:lnTo>
                  <a:pt x="877957" y="226524"/>
                </a:lnTo>
                <a:lnTo>
                  <a:pt x="870690" y="232019"/>
                </a:lnTo>
                <a:lnTo>
                  <a:pt x="863279" y="237449"/>
                </a:lnTo>
                <a:lnTo>
                  <a:pt x="855745" y="242811"/>
                </a:lnTo>
                <a:lnTo>
                  <a:pt x="848087" y="248098"/>
                </a:lnTo>
                <a:lnTo>
                  <a:pt x="840296" y="253308"/>
                </a:lnTo>
                <a:lnTo>
                  <a:pt x="832380" y="258442"/>
                </a:lnTo>
                <a:lnTo>
                  <a:pt x="824332" y="263500"/>
                </a:lnTo>
                <a:lnTo>
                  <a:pt x="816178" y="268481"/>
                </a:lnTo>
                <a:lnTo>
                  <a:pt x="807891" y="273387"/>
                </a:lnTo>
                <a:lnTo>
                  <a:pt x="799500" y="278206"/>
                </a:lnTo>
                <a:lnTo>
                  <a:pt x="790985" y="282950"/>
                </a:lnTo>
                <a:lnTo>
                  <a:pt x="782364" y="287607"/>
                </a:lnTo>
                <a:lnTo>
                  <a:pt x="773640" y="292189"/>
                </a:lnTo>
                <a:lnTo>
                  <a:pt x="764800" y="296694"/>
                </a:lnTo>
                <a:lnTo>
                  <a:pt x="755856" y="301104"/>
                </a:lnTo>
                <a:lnTo>
                  <a:pt x="746817" y="305448"/>
                </a:lnTo>
                <a:lnTo>
                  <a:pt x="737673" y="309696"/>
                </a:lnTo>
                <a:lnTo>
                  <a:pt x="728443" y="313868"/>
                </a:lnTo>
                <a:lnTo>
                  <a:pt x="719118" y="317954"/>
                </a:lnTo>
                <a:lnTo>
                  <a:pt x="709698" y="321955"/>
                </a:lnTo>
                <a:lnTo>
                  <a:pt x="700192" y="325869"/>
                </a:lnTo>
                <a:lnTo>
                  <a:pt x="690591" y="329708"/>
                </a:lnTo>
                <a:lnTo>
                  <a:pt x="680923" y="333461"/>
                </a:lnTo>
                <a:lnTo>
                  <a:pt x="671170" y="337128"/>
                </a:lnTo>
                <a:lnTo>
                  <a:pt x="661330" y="340719"/>
                </a:lnTo>
                <a:lnTo>
                  <a:pt x="651424" y="344224"/>
                </a:lnTo>
                <a:lnTo>
                  <a:pt x="641452" y="347643"/>
                </a:lnTo>
                <a:lnTo>
                  <a:pt x="631403" y="350977"/>
                </a:lnTo>
                <a:lnTo>
                  <a:pt x="621287" y="354235"/>
                </a:lnTo>
                <a:lnTo>
                  <a:pt x="611105" y="357416"/>
                </a:lnTo>
                <a:lnTo>
                  <a:pt x="600856" y="360512"/>
                </a:lnTo>
                <a:lnTo>
                  <a:pt x="590560" y="363522"/>
                </a:lnTo>
                <a:lnTo>
                  <a:pt x="580196" y="366465"/>
                </a:lnTo>
                <a:lnTo>
                  <a:pt x="569786" y="369322"/>
                </a:lnTo>
                <a:lnTo>
                  <a:pt x="559308" y="372094"/>
                </a:lnTo>
                <a:lnTo>
                  <a:pt x="548792" y="374799"/>
                </a:lnTo>
                <a:lnTo>
                  <a:pt x="538220" y="377428"/>
                </a:lnTo>
                <a:lnTo>
                  <a:pt x="527609" y="379971"/>
                </a:lnTo>
                <a:lnTo>
                  <a:pt x="516941" y="382448"/>
                </a:lnTo>
                <a:lnTo>
                  <a:pt x="506244" y="384839"/>
                </a:lnTo>
                <a:lnTo>
                  <a:pt x="495500" y="387163"/>
                </a:lnTo>
                <a:lnTo>
                  <a:pt x="484708" y="389420"/>
                </a:lnTo>
                <a:lnTo>
                  <a:pt x="473888" y="391592"/>
                </a:lnTo>
                <a:lnTo>
                  <a:pt x="463039" y="393706"/>
                </a:lnTo>
                <a:lnTo>
                  <a:pt x="452142" y="395735"/>
                </a:lnTo>
                <a:lnTo>
                  <a:pt x="441217" y="397707"/>
                </a:lnTo>
                <a:lnTo>
                  <a:pt x="430263" y="399602"/>
                </a:lnTo>
                <a:lnTo>
                  <a:pt x="419281" y="401431"/>
                </a:lnTo>
                <a:lnTo>
                  <a:pt x="408270" y="403193"/>
                </a:lnTo>
                <a:lnTo>
                  <a:pt x="397240" y="404889"/>
                </a:lnTo>
                <a:lnTo>
                  <a:pt x="386172" y="406517"/>
                </a:lnTo>
                <a:lnTo>
                  <a:pt x="375095" y="408089"/>
                </a:lnTo>
                <a:lnTo>
                  <a:pt x="363988" y="409585"/>
                </a:lnTo>
                <a:lnTo>
                  <a:pt x="352854" y="411023"/>
                </a:lnTo>
                <a:lnTo>
                  <a:pt x="341709" y="412404"/>
                </a:lnTo>
                <a:lnTo>
                  <a:pt x="330546" y="413718"/>
                </a:lnTo>
                <a:lnTo>
                  <a:pt x="319364" y="414976"/>
                </a:lnTo>
                <a:lnTo>
                  <a:pt x="308162" y="416166"/>
                </a:lnTo>
                <a:lnTo>
                  <a:pt x="296942" y="417309"/>
                </a:lnTo>
                <a:lnTo>
                  <a:pt x="285712" y="418386"/>
                </a:lnTo>
                <a:lnTo>
                  <a:pt x="274472" y="419405"/>
                </a:lnTo>
                <a:lnTo>
                  <a:pt x="263214" y="420376"/>
                </a:lnTo>
                <a:lnTo>
                  <a:pt x="251946" y="421281"/>
                </a:lnTo>
                <a:lnTo>
                  <a:pt x="240668" y="422138"/>
                </a:lnTo>
                <a:lnTo>
                  <a:pt x="229381" y="422948"/>
                </a:lnTo>
                <a:lnTo>
                  <a:pt x="218084" y="423691"/>
                </a:lnTo>
                <a:lnTo>
                  <a:pt x="206778" y="424396"/>
                </a:lnTo>
                <a:lnTo>
                  <a:pt x="195463" y="425044"/>
                </a:lnTo>
                <a:lnTo>
                  <a:pt x="184147" y="425634"/>
                </a:lnTo>
                <a:lnTo>
                  <a:pt x="172822" y="426177"/>
                </a:lnTo>
                <a:lnTo>
                  <a:pt x="161487" y="426682"/>
                </a:lnTo>
                <a:lnTo>
                  <a:pt x="150152" y="427130"/>
                </a:lnTo>
                <a:lnTo>
                  <a:pt x="138808" y="427530"/>
                </a:lnTo>
                <a:lnTo>
                  <a:pt x="127464" y="427882"/>
                </a:lnTo>
                <a:lnTo>
                  <a:pt x="116110" y="428187"/>
                </a:lnTo>
                <a:lnTo>
                  <a:pt x="104756" y="428454"/>
                </a:lnTo>
                <a:lnTo>
                  <a:pt x="93402" y="428673"/>
                </a:lnTo>
                <a:lnTo>
                  <a:pt x="82048" y="428844"/>
                </a:lnTo>
                <a:lnTo>
                  <a:pt x="70695" y="428968"/>
                </a:lnTo>
                <a:lnTo>
                  <a:pt x="59331" y="429054"/>
                </a:lnTo>
                <a:lnTo>
                  <a:pt x="47968" y="429101"/>
                </a:lnTo>
                <a:lnTo>
                  <a:pt x="36614" y="429101"/>
                </a:lnTo>
                <a:lnTo>
                  <a:pt x="25251" y="429063"/>
                </a:lnTo>
                <a:lnTo>
                  <a:pt x="13897" y="428987"/>
                </a:lnTo>
                <a:lnTo>
                  <a:pt x="2534" y="428863"/>
                </a:lnTo>
                <a:lnTo>
                  <a:pt x="0" y="428749"/>
                </a:lnTo>
                <a:lnTo>
                  <a:pt x="11354" y="428577"/>
                </a:lnTo>
                <a:lnTo>
                  <a:pt x="22708" y="428273"/>
                </a:lnTo>
                <a:lnTo>
                  <a:pt x="34052" y="427882"/>
                </a:lnTo>
                <a:lnTo>
                  <a:pt x="45387" y="427406"/>
                </a:lnTo>
                <a:lnTo>
                  <a:pt x="56712" y="426844"/>
                </a:lnTo>
                <a:lnTo>
                  <a:pt x="68018" y="426206"/>
                </a:lnTo>
                <a:lnTo>
                  <a:pt x="79324" y="425491"/>
                </a:lnTo>
                <a:lnTo>
                  <a:pt x="90611" y="424691"/>
                </a:lnTo>
                <a:lnTo>
                  <a:pt x="101889" y="423824"/>
                </a:lnTo>
                <a:lnTo>
                  <a:pt x="113147" y="422881"/>
                </a:lnTo>
                <a:lnTo>
                  <a:pt x="124397" y="421872"/>
                </a:lnTo>
                <a:lnTo>
                  <a:pt x="135626" y="420776"/>
                </a:lnTo>
                <a:lnTo>
                  <a:pt x="146828" y="419605"/>
                </a:lnTo>
                <a:lnTo>
                  <a:pt x="158020" y="418367"/>
                </a:lnTo>
                <a:lnTo>
                  <a:pt x="169183" y="417043"/>
                </a:lnTo>
                <a:lnTo>
                  <a:pt x="180318" y="415633"/>
                </a:lnTo>
                <a:lnTo>
                  <a:pt x="191433" y="414147"/>
                </a:lnTo>
                <a:lnTo>
                  <a:pt x="202511" y="412585"/>
                </a:lnTo>
                <a:lnTo>
                  <a:pt x="213570" y="410928"/>
                </a:lnTo>
                <a:lnTo>
                  <a:pt x="224590" y="409194"/>
                </a:lnTo>
                <a:lnTo>
                  <a:pt x="235572" y="407365"/>
                </a:lnTo>
                <a:lnTo>
                  <a:pt x="246517" y="405451"/>
                </a:lnTo>
                <a:lnTo>
                  <a:pt x="257423" y="403450"/>
                </a:lnTo>
                <a:lnTo>
                  <a:pt x="268281" y="401345"/>
                </a:lnTo>
                <a:lnTo>
                  <a:pt x="279092" y="399145"/>
                </a:lnTo>
                <a:lnTo>
                  <a:pt x="289855" y="396850"/>
                </a:lnTo>
                <a:lnTo>
                  <a:pt x="300561" y="394459"/>
                </a:lnTo>
                <a:lnTo>
                  <a:pt x="311201" y="391954"/>
                </a:lnTo>
                <a:lnTo>
                  <a:pt x="321783" y="389344"/>
                </a:lnTo>
                <a:lnTo>
                  <a:pt x="332289" y="386620"/>
                </a:lnTo>
                <a:lnTo>
                  <a:pt x="342719" y="383791"/>
                </a:lnTo>
                <a:lnTo>
                  <a:pt x="353073" y="380838"/>
                </a:lnTo>
                <a:lnTo>
                  <a:pt x="363341" y="377771"/>
                </a:lnTo>
                <a:lnTo>
                  <a:pt x="373504" y="374580"/>
                </a:lnTo>
                <a:lnTo>
                  <a:pt x="383572" y="371265"/>
                </a:lnTo>
                <a:lnTo>
                  <a:pt x="393535" y="367827"/>
                </a:lnTo>
                <a:lnTo>
                  <a:pt x="403374" y="364246"/>
                </a:lnTo>
                <a:lnTo>
                  <a:pt x="413090" y="360540"/>
                </a:lnTo>
                <a:lnTo>
                  <a:pt x="422672" y="356683"/>
                </a:lnTo>
                <a:lnTo>
                  <a:pt x="432102" y="352701"/>
                </a:lnTo>
                <a:lnTo>
                  <a:pt x="441379" y="348567"/>
                </a:lnTo>
                <a:lnTo>
                  <a:pt x="450485" y="344281"/>
                </a:lnTo>
                <a:lnTo>
                  <a:pt x="459410" y="339862"/>
                </a:lnTo>
                <a:lnTo>
                  <a:pt x="468154" y="335280"/>
                </a:lnTo>
                <a:lnTo>
                  <a:pt x="476679" y="330556"/>
                </a:lnTo>
                <a:lnTo>
                  <a:pt x="484994" y="325679"/>
                </a:lnTo>
                <a:lnTo>
                  <a:pt x="493081" y="320650"/>
                </a:lnTo>
                <a:lnTo>
                  <a:pt x="500920" y="315468"/>
                </a:lnTo>
                <a:lnTo>
                  <a:pt x="508502" y="310134"/>
                </a:lnTo>
                <a:lnTo>
                  <a:pt x="515807" y="304648"/>
                </a:lnTo>
                <a:lnTo>
                  <a:pt x="522837" y="299028"/>
                </a:lnTo>
                <a:lnTo>
                  <a:pt x="529561" y="293256"/>
                </a:lnTo>
                <a:lnTo>
                  <a:pt x="535981" y="287350"/>
                </a:lnTo>
                <a:lnTo>
                  <a:pt x="542077" y="281311"/>
                </a:lnTo>
                <a:lnTo>
                  <a:pt x="547849" y="275139"/>
                </a:lnTo>
                <a:lnTo>
                  <a:pt x="553279" y="268853"/>
                </a:lnTo>
                <a:lnTo>
                  <a:pt x="558365" y="262452"/>
                </a:lnTo>
                <a:lnTo>
                  <a:pt x="563099" y="255946"/>
                </a:lnTo>
                <a:lnTo>
                  <a:pt x="567480" y="249336"/>
                </a:lnTo>
                <a:lnTo>
                  <a:pt x="571510" y="242640"/>
                </a:lnTo>
                <a:lnTo>
                  <a:pt x="575167" y="235868"/>
                </a:lnTo>
                <a:lnTo>
                  <a:pt x="578472" y="229010"/>
                </a:lnTo>
                <a:lnTo>
                  <a:pt x="581425" y="222104"/>
                </a:lnTo>
                <a:lnTo>
                  <a:pt x="584035" y="215132"/>
                </a:lnTo>
                <a:lnTo>
                  <a:pt x="586283" y="208112"/>
                </a:lnTo>
                <a:lnTo>
                  <a:pt x="588197" y="201054"/>
                </a:lnTo>
                <a:lnTo>
                  <a:pt x="589788" y="193967"/>
                </a:lnTo>
                <a:lnTo>
                  <a:pt x="591045" y="186852"/>
                </a:lnTo>
                <a:lnTo>
                  <a:pt x="591988" y="179718"/>
                </a:lnTo>
                <a:lnTo>
                  <a:pt x="592626" y="172564"/>
                </a:lnTo>
                <a:lnTo>
                  <a:pt x="592960" y="165411"/>
                </a:lnTo>
                <a:lnTo>
                  <a:pt x="593017" y="158248"/>
                </a:lnTo>
                <a:lnTo>
                  <a:pt x="592788" y="151086"/>
                </a:lnTo>
                <a:lnTo>
                  <a:pt x="592293" y="143932"/>
                </a:lnTo>
                <a:lnTo>
                  <a:pt x="591550" y="136789"/>
                </a:lnTo>
                <a:lnTo>
                  <a:pt x="602056" y="135036"/>
                </a:lnTo>
                <a:lnTo>
                  <a:pt x="613134" y="133436"/>
                </a:lnTo>
                <a:lnTo>
                  <a:pt x="624164" y="131731"/>
                </a:lnTo>
                <a:lnTo>
                  <a:pt x="635156" y="129940"/>
                </a:lnTo>
                <a:lnTo>
                  <a:pt x="646119" y="128064"/>
                </a:lnTo>
                <a:lnTo>
                  <a:pt x="657054" y="126111"/>
                </a:lnTo>
                <a:lnTo>
                  <a:pt x="667950" y="124092"/>
                </a:lnTo>
                <a:lnTo>
                  <a:pt x="678809" y="121996"/>
                </a:lnTo>
                <a:lnTo>
                  <a:pt x="689639" y="119834"/>
                </a:lnTo>
                <a:lnTo>
                  <a:pt x="700440" y="117596"/>
                </a:lnTo>
                <a:lnTo>
                  <a:pt x="711194" y="115300"/>
                </a:lnTo>
                <a:lnTo>
                  <a:pt x="721919" y="112938"/>
                </a:lnTo>
                <a:lnTo>
                  <a:pt x="732596" y="110500"/>
                </a:lnTo>
                <a:lnTo>
                  <a:pt x="743245" y="108004"/>
                </a:lnTo>
                <a:lnTo>
                  <a:pt x="753856" y="105442"/>
                </a:lnTo>
                <a:lnTo>
                  <a:pt x="764419" y="102813"/>
                </a:lnTo>
                <a:lnTo>
                  <a:pt x="774944" y="100117"/>
                </a:lnTo>
                <a:lnTo>
                  <a:pt x="785422" y="97355"/>
                </a:lnTo>
                <a:lnTo>
                  <a:pt x="795852" y="94517"/>
                </a:lnTo>
                <a:lnTo>
                  <a:pt x="806244" y="91621"/>
                </a:lnTo>
                <a:lnTo>
                  <a:pt x="816578" y="88659"/>
                </a:lnTo>
                <a:lnTo>
                  <a:pt x="826875" y="85620"/>
                </a:lnTo>
                <a:lnTo>
                  <a:pt x="837105" y="82515"/>
                </a:lnTo>
                <a:lnTo>
                  <a:pt x="847287" y="79343"/>
                </a:lnTo>
                <a:lnTo>
                  <a:pt x="857412" y="76095"/>
                </a:lnTo>
                <a:lnTo>
                  <a:pt x="867480" y="72781"/>
                </a:lnTo>
                <a:lnTo>
                  <a:pt x="877491" y="69399"/>
                </a:lnTo>
                <a:lnTo>
                  <a:pt x="887435" y="65932"/>
                </a:lnTo>
                <a:lnTo>
                  <a:pt x="897312" y="62398"/>
                </a:lnTo>
                <a:lnTo>
                  <a:pt x="907123" y="58788"/>
                </a:lnTo>
                <a:lnTo>
                  <a:pt x="916867" y="55102"/>
                </a:lnTo>
                <a:lnTo>
                  <a:pt x="926535" y="51349"/>
                </a:lnTo>
                <a:lnTo>
                  <a:pt x="936127" y="47511"/>
                </a:lnTo>
                <a:lnTo>
                  <a:pt x="945642" y="43596"/>
                </a:lnTo>
                <a:lnTo>
                  <a:pt x="955072" y="39605"/>
                </a:lnTo>
                <a:lnTo>
                  <a:pt x="964406" y="35528"/>
                </a:lnTo>
                <a:lnTo>
                  <a:pt x="973665" y="31375"/>
                </a:lnTo>
                <a:lnTo>
                  <a:pt x="982828" y="27146"/>
                </a:lnTo>
                <a:lnTo>
                  <a:pt x="991886" y="22831"/>
                </a:lnTo>
                <a:lnTo>
                  <a:pt x="1000858" y="18431"/>
                </a:lnTo>
                <a:lnTo>
                  <a:pt x="1009717" y="13945"/>
                </a:lnTo>
                <a:lnTo>
                  <a:pt x="1018470" y="9382"/>
                </a:lnTo>
                <a:lnTo>
                  <a:pt x="1027109" y="4734"/>
                </a:lnTo>
                <a:lnTo>
                  <a:pt x="1035625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5B7F379F-1E18-4F92-90EC-71BAD847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8569" y="238420"/>
            <a:ext cx="2098919" cy="29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18" name="note-body-0">
            <a:extLst xmlns:a="http://schemas.openxmlformats.org/drawingml/2006/main">
              <a:ext uri="{FF2B5EF4-FFF2-40B4-BE49-F238E27FC236}">
                <a16:creationId xmlns:a16="http://schemas.microsoft.com/office/drawing/2014/main" id="{649D1120-18B7-4601-A3AA-147F64AB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9996" y="655739"/>
            <a:ext cx="2201313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关系明确，阅读路径稳定</a:t>
            </a:r>
          </a:p>
        </p:txBody>
      </p:sp>
      <p:sp>
        <p:nvSpPr>
          <p:cNvPr id="19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39A780B7-74A3-487D-BDFC-79293090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8314" y="238420"/>
            <a:ext cx="2098919" cy="29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0" name="note-body-1">
            <a:extLst xmlns:a="http://schemas.openxmlformats.org/drawingml/2006/main">
              <a:ext uri="{FF2B5EF4-FFF2-40B4-BE49-F238E27FC236}">
                <a16:creationId xmlns:a16="http://schemas.microsoft.com/office/drawing/2014/main" id="{6029F414-372C-43AA-B6DD-25C13E95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9741" y="655739"/>
            <a:ext cx="2201313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结果保持一致，减少随机波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动</a:t>
            </a:r>
          </a:p>
        </p:txBody>
      </p:sp>
      <p:sp>
        <p:nvSpPr>
          <p:cNvPr id="21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FB16E148-A333-42E1-B70A-A5905C4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8569" y="2180482"/>
            <a:ext cx="2098919" cy="29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22" name="note-body-2">
            <a:extLst xmlns:a="http://schemas.openxmlformats.org/drawingml/2006/main">
              <a:ext uri="{FF2B5EF4-FFF2-40B4-BE49-F238E27FC236}">
                <a16:creationId xmlns:a16="http://schemas.microsoft.com/office/drawing/2014/main" id="{E74E6744-14A9-4E8F-8C69-0B21296F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9996" y="2597791"/>
            <a:ext cx="2201313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文字与形状均可继续修改</a:t>
            </a:r>
          </a:p>
        </p:txBody>
      </p:sp>
      <p:sp>
        <p:nvSpPr>
          <p:cNvPr id="23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02685AF3-E1A4-46E4-81D7-95EFDC5B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8314" y="2180482"/>
            <a:ext cx="2098919" cy="29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24" name="note-point-3-0">
            <a:extLst xmlns:a="http://schemas.openxmlformats.org/drawingml/2006/main">
              <a:ext uri="{FF2B5EF4-FFF2-40B4-BE49-F238E27FC236}">
                <a16:creationId xmlns:a16="http://schemas.microsoft.com/office/drawing/2014/main" id="{E486FABB-924F-4805-AD27-6354994B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9741" y="2597791"/>
            <a:ext cx="2201313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数量变化时重新求解</a:t>
            </a:r>
          </a:p>
        </p:txBody>
      </p:sp>
      <p:sp>
        <p:nvSpPr>
          <p:cNvPr id="25" name="note-point-3-1">
            <a:extLst xmlns:a="http://schemas.openxmlformats.org/drawingml/2006/main">
              <a:ext uri="{FF2B5EF4-FFF2-40B4-BE49-F238E27FC236}">
                <a16:creationId xmlns:a16="http://schemas.microsoft.com/office/drawing/2014/main" id="{540FC6F4-2E2E-459F-A894-D953B23C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9741" y="2890838"/>
            <a:ext cx="2201313" cy="245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末行始终保持居中</a:t>
            </a:r>
          </a:p>
        </p:txBody>
      </p:sp>
      <p:sp>
        <p:nvSpPr>
          <p:cNvPr id="26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218DAD19-538E-48A6-9E6E-91A83361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3817" y="238420"/>
            <a:ext cx="374752" cy="298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d130bbd134940">
            <a:extLst>
              <a:ext uri="{96DAC541-7B7A-43D3-8B79-37D633B846F1}">
                <asvg:svgBlip xmlns:asvg="http://schemas.microsoft.com/office/drawing/2016/SVG/main" r:embed="Re9c54a7d6b0e4d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07429" y="297952"/>
            <a:ext cx="170259" cy="170259"/>
          </a:xfrm>
          <a:prstGeom xmlns:a="http://schemas.openxmlformats.org/drawingml/2006/main" prst="rect">
            <a:avLst/>
          </a:prstGeom>
        </p:spPr>
      </p:pic>
      <p:sp>
        <p:nvSpPr>
          <p:cNvPr id="28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7470169D-7EF2-4593-A241-DFE6EA52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572" y="238420"/>
            <a:ext cx="374752" cy="298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de962d2144e4b">
            <a:extLst>
              <a:ext uri="{96DAC541-7B7A-43D3-8B79-37D633B846F1}">
                <asvg:svgBlip xmlns:asvg="http://schemas.microsoft.com/office/drawing/2016/SVG/main" r:embed="R3be13b5d306b41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27184" y="297952"/>
            <a:ext cx="170259" cy="170259"/>
          </a:xfrm>
          <a:prstGeom xmlns:a="http://schemas.openxmlformats.org/drawingml/2006/main" prst="rect">
            <a:avLst/>
          </a:prstGeom>
        </p:spPr>
      </p:pic>
      <p:sp>
        <p:nvSpPr>
          <p:cNvPr id="30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32E58203-E05C-4155-B1B3-612368C7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3817" y="2180482"/>
            <a:ext cx="374752" cy="298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95f0b25504600">
            <a:extLst>
              <a:ext uri="{96DAC541-7B7A-43D3-8B79-37D633B846F1}">
                <asvg:svgBlip xmlns:asvg="http://schemas.microsoft.com/office/drawing/2016/SVG/main" r:embed="R201226d5e74844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07429" y="2240013"/>
            <a:ext cx="170259" cy="170259"/>
          </a:xfrm>
          <a:prstGeom xmlns:a="http://schemas.openxmlformats.org/drawingml/2006/main" prst="rect">
            <a:avLst/>
          </a:prstGeom>
        </p:spPr>
      </p:pic>
      <p:sp>
        <p:nvSpPr>
          <p:cNvPr id="32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72006702-F331-4FBE-B028-FEA73D9D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572" y="2180482"/>
            <a:ext cx="374752" cy="298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d67ea78b445e0">
            <a:extLst>
              <a:ext uri="{96DAC541-7B7A-43D3-8B79-37D633B846F1}">
                <asvg:svgBlip xmlns:asvg="http://schemas.microsoft.com/office/drawing/2016/SVG/main" r:embed="R89fbc254551449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27184" y="2240013"/>
            <a:ext cx="170259" cy="1702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81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2026-09-07T13:56:03.6790000Z</dcterms:created>
  <dcterms:modified xsi:type="dcterms:W3CDTF">2026-09-07T13:56:03.6790000Z</dcterms:modified>
</coreProperties>
</file>