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2996f7afcb4e72" /><Relationship Type="http://schemas.openxmlformats.org/officeDocument/2006/relationships/extended-properties" Target="/docProps/app.xml" Id="Rbce1090d1ca1438f" /><Relationship Type="http://schemas.openxmlformats.org/officeDocument/2006/relationships/officeDocument" Target="/ppt/presentation.xml" Id="Rca5da007e0ef49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81ef8ee4e349da"/>
  </p:sldMasterIdLst>
  <p:notesMasterIdLst>
    <p:notesMasterId xmlns:r="http://schemas.openxmlformats.org/officeDocument/2006/relationships" r:id="Ra01a90ae2c6e4ec1"/>
  </p:notesMasterIdLst>
  <p:sldIdLst>
    <p:sldId xmlns:r="http://schemas.openxmlformats.org/officeDocument/2006/relationships" id="256" r:id="R5d225665c8d94c1d"/>
  </p:sldIdLst>
  <p:sldSz cx="13373100" cy="562356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08f2a54fd741c8" /><Relationship Type="http://schemas.openxmlformats.org/officeDocument/2006/relationships/slideMaster" Target="/ppt/slideMasters/slideMaster1.xml" Id="R5481ef8ee4e349da" /><Relationship Type="http://schemas.openxmlformats.org/officeDocument/2006/relationships/notesMaster" Target="/ppt/notesMasters/notesMaster1.xml" Id="Ra01a90ae2c6e4ec1" /><Relationship Type="http://schemas.openxmlformats.org/officeDocument/2006/relationships/presProps" Target="/ppt/presProps.xml" Id="Rf67c5afa955a4cdf" /><Relationship Type="http://schemas.openxmlformats.org/officeDocument/2006/relationships/tableStyles" Target="/ppt/tableStyles.xml" Id="R6b97563235e44621" /><Relationship Type="http://schemas.openxmlformats.org/officeDocument/2006/relationships/slide" Target="/ppt/slides/slide1.xml" Id="R5d225665c8d94c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43812c246c44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08ac9780134456" /><Relationship Type="http://schemas.openxmlformats.org/officeDocument/2006/relationships/notesMaster" Target="/ppt/notesMasters/notesMaster1.xml" Id="R4e48d617a85644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822a1ebff047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9761b471e9434b" /><Relationship Type="http://schemas.openxmlformats.org/officeDocument/2006/relationships/slideLayout" Target="/ppt/slideLayouts/slideLayout1.xml" Id="R55494658859448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494658859448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769e168df140ba" /><Relationship Type="http://schemas.openxmlformats.org/officeDocument/2006/relationships/image" Target="/ppt/media/image.png" Id="R0efa83b8f14d42f6" /><Relationship Type="http://schemas.openxmlformats.org/officeDocument/2006/relationships/image" Target="/ppt/media/image.svg" Id="Rf646dc4969454b4d" /><Relationship Type="http://schemas.openxmlformats.org/officeDocument/2006/relationships/image" Target="/ppt/media/image2.png" Id="R26f0d56d659e4fb7" /><Relationship Type="http://schemas.openxmlformats.org/officeDocument/2006/relationships/image" Target="/ppt/media/image2.svg" Id="R100e534d7d6f4983" /><Relationship Type="http://schemas.openxmlformats.org/officeDocument/2006/relationships/image" Target="/ppt/media/image3.png" Id="R26aee335ec1943d3" /><Relationship Type="http://schemas.openxmlformats.org/officeDocument/2006/relationships/image" Target="/ppt/media/image3.svg" Id="R90c53310a27041b0" /><Relationship Type="http://schemas.openxmlformats.org/officeDocument/2006/relationships/image" Target="/ppt/media/image4.png" Id="R1e8d2144c1b84c22" /><Relationship Type="http://schemas.openxmlformats.org/officeDocument/2006/relationships/image" Target="/ppt/media/image4.svg" Id="Rfdb8fafd75b84053" /><Relationship Type="http://schemas.openxmlformats.org/officeDocument/2006/relationships/notesSlide" Target="/ppt/notesSlides/notesSlide1.xml" Id="Rc87abedacef1492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note-sheet-shadow-0">
            <a:extLst xmlns:a="http://schemas.openxmlformats.org/drawingml/2006/main">
              <a:ext uri="{FF2B5EF4-FFF2-40B4-BE49-F238E27FC236}">
                <a16:creationId xmlns:a16="http://schemas.microsoft.com/office/drawing/2014/main" id="{5F5ED2C5-AAE6-40FD-9C4D-4C71B8A9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0521" y="2067396"/>
            <a:ext cx="3772757" cy="632108"/>
          </a:xfrm>
          <a:custGeom xmlns:a="http://schemas.openxmlformats.org/drawingml/2006/main">
            <a:pathLst>
              <a:path w="3772757" h="632108">
                <a:moveTo>
                  <a:pt x="3771595" y="0"/>
                </a:moveTo>
                <a:lnTo>
                  <a:pt x="3772757" y="23279"/>
                </a:lnTo>
                <a:lnTo>
                  <a:pt x="3772243" y="46568"/>
                </a:lnTo>
                <a:lnTo>
                  <a:pt x="3770414" y="69828"/>
                </a:lnTo>
                <a:lnTo>
                  <a:pt x="3767376" y="93040"/>
                </a:lnTo>
                <a:lnTo>
                  <a:pt x="3763166" y="116186"/>
                </a:lnTo>
                <a:lnTo>
                  <a:pt x="3757793" y="139227"/>
                </a:lnTo>
                <a:lnTo>
                  <a:pt x="3751259" y="162154"/>
                </a:lnTo>
                <a:lnTo>
                  <a:pt x="3743544" y="184928"/>
                </a:lnTo>
                <a:lnTo>
                  <a:pt x="3734638" y="207531"/>
                </a:lnTo>
                <a:lnTo>
                  <a:pt x="3724504" y="229934"/>
                </a:lnTo>
                <a:lnTo>
                  <a:pt x="3713112" y="252089"/>
                </a:lnTo>
                <a:lnTo>
                  <a:pt x="3700453" y="273968"/>
                </a:lnTo>
                <a:lnTo>
                  <a:pt x="3686489" y="295532"/>
                </a:lnTo>
                <a:lnTo>
                  <a:pt x="3671211" y="316744"/>
                </a:lnTo>
                <a:lnTo>
                  <a:pt x="3654571" y="337537"/>
                </a:lnTo>
                <a:lnTo>
                  <a:pt x="3636578" y="357883"/>
                </a:lnTo>
                <a:lnTo>
                  <a:pt x="3617214" y="377723"/>
                </a:lnTo>
                <a:lnTo>
                  <a:pt x="3596488" y="397002"/>
                </a:lnTo>
                <a:lnTo>
                  <a:pt x="3574399" y="415671"/>
                </a:lnTo>
                <a:lnTo>
                  <a:pt x="3550977" y="433683"/>
                </a:lnTo>
                <a:lnTo>
                  <a:pt x="3526250" y="450990"/>
                </a:lnTo>
                <a:lnTo>
                  <a:pt x="3500266" y="467554"/>
                </a:lnTo>
                <a:lnTo>
                  <a:pt x="3473072" y="483318"/>
                </a:lnTo>
                <a:lnTo>
                  <a:pt x="3444726" y="498262"/>
                </a:lnTo>
                <a:lnTo>
                  <a:pt x="3415313" y="512359"/>
                </a:lnTo>
                <a:lnTo>
                  <a:pt x="3384899" y="525590"/>
                </a:lnTo>
                <a:lnTo>
                  <a:pt x="3353572" y="537943"/>
                </a:lnTo>
                <a:lnTo>
                  <a:pt x="3321406" y="549402"/>
                </a:lnTo>
                <a:lnTo>
                  <a:pt x="3288487" y="559984"/>
                </a:lnTo>
                <a:lnTo>
                  <a:pt x="3254902" y="569700"/>
                </a:lnTo>
                <a:lnTo>
                  <a:pt x="3220726" y="578558"/>
                </a:lnTo>
                <a:lnTo>
                  <a:pt x="3186027" y="586578"/>
                </a:lnTo>
                <a:lnTo>
                  <a:pt x="3150889" y="593789"/>
                </a:lnTo>
                <a:lnTo>
                  <a:pt x="3115370" y="600218"/>
                </a:lnTo>
                <a:lnTo>
                  <a:pt x="3079528" y="605885"/>
                </a:lnTo>
                <a:lnTo>
                  <a:pt x="3043418" y="610819"/>
                </a:lnTo>
                <a:lnTo>
                  <a:pt x="3007081" y="615067"/>
                </a:lnTo>
                <a:lnTo>
                  <a:pt x="2970562" y="618639"/>
                </a:lnTo>
                <a:lnTo>
                  <a:pt x="2933900" y="621573"/>
                </a:lnTo>
                <a:lnTo>
                  <a:pt x="2897134" y="623907"/>
                </a:lnTo>
                <a:lnTo>
                  <a:pt x="2860281" y="625650"/>
                </a:lnTo>
                <a:lnTo>
                  <a:pt x="2823353" y="626478"/>
                </a:lnTo>
                <a:lnTo>
                  <a:pt x="2786405" y="627021"/>
                </a:lnTo>
                <a:lnTo>
                  <a:pt x="2749458" y="627459"/>
                </a:lnTo>
                <a:lnTo>
                  <a:pt x="2712510" y="627821"/>
                </a:lnTo>
                <a:lnTo>
                  <a:pt x="2675553" y="628145"/>
                </a:lnTo>
                <a:lnTo>
                  <a:pt x="2638606" y="628440"/>
                </a:lnTo>
                <a:lnTo>
                  <a:pt x="2601649" y="628707"/>
                </a:lnTo>
                <a:lnTo>
                  <a:pt x="2564702" y="628955"/>
                </a:lnTo>
                <a:lnTo>
                  <a:pt x="2527745" y="629174"/>
                </a:lnTo>
                <a:lnTo>
                  <a:pt x="2490788" y="629393"/>
                </a:lnTo>
                <a:lnTo>
                  <a:pt x="2453831" y="629583"/>
                </a:lnTo>
                <a:lnTo>
                  <a:pt x="2416883" y="629774"/>
                </a:lnTo>
                <a:lnTo>
                  <a:pt x="2379926" y="629945"/>
                </a:lnTo>
                <a:lnTo>
                  <a:pt x="2342969" y="630107"/>
                </a:lnTo>
                <a:lnTo>
                  <a:pt x="2306012" y="630269"/>
                </a:lnTo>
                <a:lnTo>
                  <a:pt x="2269065" y="630412"/>
                </a:lnTo>
                <a:lnTo>
                  <a:pt x="2232108" y="630555"/>
                </a:lnTo>
                <a:lnTo>
                  <a:pt x="2195151" y="630688"/>
                </a:lnTo>
                <a:lnTo>
                  <a:pt x="2158194" y="630812"/>
                </a:lnTo>
                <a:lnTo>
                  <a:pt x="2121246" y="630926"/>
                </a:lnTo>
                <a:lnTo>
                  <a:pt x="2084289" y="631041"/>
                </a:lnTo>
                <a:lnTo>
                  <a:pt x="2047332" y="631146"/>
                </a:lnTo>
                <a:lnTo>
                  <a:pt x="2010375" y="631241"/>
                </a:lnTo>
                <a:lnTo>
                  <a:pt x="1973418" y="631336"/>
                </a:lnTo>
                <a:lnTo>
                  <a:pt x="1936461" y="631431"/>
                </a:lnTo>
                <a:lnTo>
                  <a:pt x="1899514" y="631508"/>
                </a:lnTo>
                <a:lnTo>
                  <a:pt x="1862557" y="631584"/>
                </a:lnTo>
                <a:lnTo>
                  <a:pt x="1825600" y="631660"/>
                </a:lnTo>
                <a:lnTo>
                  <a:pt x="1788643" y="631717"/>
                </a:lnTo>
                <a:lnTo>
                  <a:pt x="1751686" y="631784"/>
                </a:lnTo>
                <a:lnTo>
                  <a:pt x="1714729" y="631841"/>
                </a:lnTo>
                <a:lnTo>
                  <a:pt x="1677781" y="631889"/>
                </a:lnTo>
                <a:lnTo>
                  <a:pt x="1640824" y="631927"/>
                </a:lnTo>
                <a:lnTo>
                  <a:pt x="1603867" y="631974"/>
                </a:lnTo>
                <a:lnTo>
                  <a:pt x="1566910" y="632012"/>
                </a:lnTo>
                <a:lnTo>
                  <a:pt x="1529953" y="632031"/>
                </a:lnTo>
                <a:lnTo>
                  <a:pt x="1492996" y="632060"/>
                </a:lnTo>
                <a:lnTo>
                  <a:pt x="1456049" y="632089"/>
                </a:lnTo>
                <a:lnTo>
                  <a:pt x="1419092" y="632089"/>
                </a:lnTo>
                <a:lnTo>
                  <a:pt x="1382135" y="632098"/>
                </a:lnTo>
                <a:lnTo>
                  <a:pt x="1345178" y="632108"/>
                </a:lnTo>
                <a:lnTo>
                  <a:pt x="1308221" y="632108"/>
                </a:lnTo>
                <a:lnTo>
                  <a:pt x="1271264" y="632089"/>
                </a:lnTo>
                <a:lnTo>
                  <a:pt x="1234307" y="632079"/>
                </a:lnTo>
                <a:lnTo>
                  <a:pt x="1197359" y="632069"/>
                </a:lnTo>
                <a:lnTo>
                  <a:pt x="1160402" y="632031"/>
                </a:lnTo>
                <a:lnTo>
                  <a:pt x="1123445" y="632003"/>
                </a:lnTo>
                <a:lnTo>
                  <a:pt x="1086488" y="631965"/>
                </a:lnTo>
                <a:lnTo>
                  <a:pt x="1049531" y="631917"/>
                </a:lnTo>
                <a:lnTo>
                  <a:pt x="1012574" y="631860"/>
                </a:lnTo>
                <a:lnTo>
                  <a:pt x="975627" y="631803"/>
                </a:lnTo>
                <a:lnTo>
                  <a:pt x="938670" y="631746"/>
                </a:lnTo>
                <a:lnTo>
                  <a:pt x="901713" y="631660"/>
                </a:lnTo>
                <a:lnTo>
                  <a:pt x="864756" y="631584"/>
                </a:lnTo>
                <a:lnTo>
                  <a:pt x="827799" y="631498"/>
                </a:lnTo>
                <a:lnTo>
                  <a:pt x="790842" y="631384"/>
                </a:lnTo>
                <a:lnTo>
                  <a:pt x="753894" y="631279"/>
                </a:lnTo>
                <a:lnTo>
                  <a:pt x="716937" y="631165"/>
                </a:lnTo>
                <a:lnTo>
                  <a:pt x="679980" y="631041"/>
                </a:lnTo>
                <a:lnTo>
                  <a:pt x="643023" y="630898"/>
                </a:lnTo>
                <a:lnTo>
                  <a:pt x="606066" y="630746"/>
                </a:lnTo>
                <a:lnTo>
                  <a:pt x="569119" y="630574"/>
                </a:lnTo>
                <a:lnTo>
                  <a:pt x="532162" y="630393"/>
                </a:lnTo>
                <a:lnTo>
                  <a:pt x="495205" y="630193"/>
                </a:lnTo>
                <a:lnTo>
                  <a:pt x="458257" y="629974"/>
                </a:lnTo>
                <a:lnTo>
                  <a:pt x="421300" y="629736"/>
                </a:lnTo>
                <a:lnTo>
                  <a:pt x="384343" y="629479"/>
                </a:lnTo>
                <a:lnTo>
                  <a:pt x="347396" y="629193"/>
                </a:lnTo>
                <a:lnTo>
                  <a:pt x="310439" y="628879"/>
                </a:lnTo>
                <a:lnTo>
                  <a:pt x="273491" y="628536"/>
                </a:lnTo>
                <a:lnTo>
                  <a:pt x="236544" y="628145"/>
                </a:lnTo>
                <a:lnTo>
                  <a:pt x="199587" y="627707"/>
                </a:lnTo>
                <a:lnTo>
                  <a:pt x="162639" y="627202"/>
                </a:lnTo>
                <a:lnTo>
                  <a:pt x="125701" y="626612"/>
                </a:lnTo>
                <a:lnTo>
                  <a:pt x="88763" y="625878"/>
                </a:lnTo>
                <a:lnTo>
                  <a:pt x="51835" y="624926"/>
                </a:lnTo>
                <a:lnTo>
                  <a:pt x="14964" y="623411"/>
                </a:lnTo>
                <a:lnTo>
                  <a:pt x="6848" y="604485"/>
                </a:lnTo>
                <a:lnTo>
                  <a:pt x="6363" y="581187"/>
                </a:lnTo>
                <a:lnTo>
                  <a:pt x="5877" y="557898"/>
                </a:lnTo>
                <a:lnTo>
                  <a:pt x="5382" y="534610"/>
                </a:lnTo>
                <a:lnTo>
                  <a:pt x="4896" y="511321"/>
                </a:lnTo>
                <a:lnTo>
                  <a:pt x="4401" y="488032"/>
                </a:lnTo>
                <a:lnTo>
                  <a:pt x="3915" y="464734"/>
                </a:lnTo>
                <a:lnTo>
                  <a:pt x="3429" y="441446"/>
                </a:lnTo>
                <a:lnTo>
                  <a:pt x="2934" y="418157"/>
                </a:lnTo>
                <a:lnTo>
                  <a:pt x="2448" y="394868"/>
                </a:lnTo>
                <a:lnTo>
                  <a:pt x="1962" y="371580"/>
                </a:lnTo>
                <a:lnTo>
                  <a:pt x="1467" y="348282"/>
                </a:lnTo>
                <a:lnTo>
                  <a:pt x="981" y="324993"/>
                </a:lnTo>
                <a:lnTo>
                  <a:pt x="486" y="301704"/>
                </a:lnTo>
                <a:lnTo>
                  <a:pt x="0" y="278416"/>
                </a:lnTo>
                <a:lnTo>
                  <a:pt x="13554" y="263176"/>
                </a:lnTo>
                <a:lnTo>
                  <a:pt x="50416" y="261480"/>
                </a:lnTo>
                <a:lnTo>
                  <a:pt x="87306" y="260061"/>
                </a:lnTo>
                <a:lnTo>
                  <a:pt x="124206" y="258870"/>
                </a:lnTo>
                <a:lnTo>
                  <a:pt x="161134" y="257899"/>
                </a:lnTo>
                <a:lnTo>
                  <a:pt x="198072" y="257127"/>
                </a:lnTo>
                <a:lnTo>
                  <a:pt x="235010" y="256518"/>
                </a:lnTo>
                <a:lnTo>
                  <a:pt x="271958" y="256080"/>
                </a:lnTo>
                <a:lnTo>
                  <a:pt x="308915" y="255775"/>
                </a:lnTo>
                <a:lnTo>
                  <a:pt x="345862" y="255603"/>
                </a:lnTo>
                <a:lnTo>
                  <a:pt x="382819" y="255556"/>
                </a:lnTo>
                <a:lnTo>
                  <a:pt x="419776" y="255622"/>
                </a:lnTo>
                <a:lnTo>
                  <a:pt x="456733" y="255794"/>
                </a:lnTo>
                <a:lnTo>
                  <a:pt x="493681" y="256051"/>
                </a:lnTo>
                <a:lnTo>
                  <a:pt x="530638" y="256403"/>
                </a:lnTo>
                <a:lnTo>
                  <a:pt x="567585" y="256842"/>
                </a:lnTo>
                <a:lnTo>
                  <a:pt x="604533" y="257337"/>
                </a:lnTo>
                <a:lnTo>
                  <a:pt x="641480" y="257918"/>
                </a:lnTo>
                <a:lnTo>
                  <a:pt x="678418" y="258556"/>
                </a:lnTo>
                <a:lnTo>
                  <a:pt x="715356" y="259251"/>
                </a:lnTo>
                <a:lnTo>
                  <a:pt x="752294" y="260004"/>
                </a:lnTo>
                <a:lnTo>
                  <a:pt x="789222" y="260814"/>
                </a:lnTo>
                <a:lnTo>
                  <a:pt x="826160" y="261661"/>
                </a:lnTo>
                <a:lnTo>
                  <a:pt x="863089" y="262557"/>
                </a:lnTo>
                <a:lnTo>
                  <a:pt x="900008" y="263490"/>
                </a:lnTo>
                <a:lnTo>
                  <a:pt x="936936" y="264462"/>
                </a:lnTo>
                <a:lnTo>
                  <a:pt x="973855" y="265471"/>
                </a:lnTo>
                <a:lnTo>
                  <a:pt x="1010774" y="266510"/>
                </a:lnTo>
                <a:lnTo>
                  <a:pt x="1047693" y="267567"/>
                </a:lnTo>
                <a:lnTo>
                  <a:pt x="1084612" y="268662"/>
                </a:lnTo>
                <a:lnTo>
                  <a:pt x="1121521" y="269777"/>
                </a:lnTo>
                <a:lnTo>
                  <a:pt x="1158431" y="270910"/>
                </a:lnTo>
                <a:lnTo>
                  <a:pt x="1195340" y="272053"/>
                </a:lnTo>
                <a:lnTo>
                  <a:pt x="1232249" y="273225"/>
                </a:lnTo>
                <a:lnTo>
                  <a:pt x="1269159" y="274396"/>
                </a:lnTo>
                <a:lnTo>
                  <a:pt x="1306068" y="275596"/>
                </a:lnTo>
                <a:lnTo>
                  <a:pt x="1342977" y="276787"/>
                </a:lnTo>
                <a:lnTo>
                  <a:pt x="1379877" y="277997"/>
                </a:lnTo>
                <a:lnTo>
                  <a:pt x="1416787" y="279206"/>
                </a:lnTo>
                <a:lnTo>
                  <a:pt x="1453696" y="280416"/>
                </a:lnTo>
                <a:lnTo>
                  <a:pt x="1490596" y="281616"/>
                </a:lnTo>
                <a:lnTo>
                  <a:pt x="1527505" y="282816"/>
                </a:lnTo>
                <a:lnTo>
                  <a:pt x="1564415" y="284016"/>
                </a:lnTo>
                <a:lnTo>
                  <a:pt x="1601314" y="285217"/>
                </a:lnTo>
                <a:lnTo>
                  <a:pt x="1638224" y="286407"/>
                </a:lnTo>
                <a:lnTo>
                  <a:pt x="1675133" y="287588"/>
                </a:lnTo>
                <a:lnTo>
                  <a:pt x="1712043" y="288741"/>
                </a:lnTo>
                <a:lnTo>
                  <a:pt x="1748952" y="289893"/>
                </a:lnTo>
                <a:lnTo>
                  <a:pt x="1785871" y="291008"/>
                </a:lnTo>
                <a:lnTo>
                  <a:pt x="1822780" y="292122"/>
                </a:lnTo>
                <a:lnTo>
                  <a:pt x="1859699" y="293199"/>
                </a:lnTo>
                <a:lnTo>
                  <a:pt x="1896618" y="294246"/>
                </a:lnTo>
                <a:lnTo>
                  <a:pt x="1933537" y="295275"/>
                </a:lnTo>
                <a:lnTo>
                  <a:pt x="1970456" y="296266"/>
                </a:lnTo>
                <a:lnTo>
                  <a:pt x="2007384" y="297218"/>
                </a:lnTo>
                <a:lnTo>
                  <a:pt x="2044313" y="298133"/>
                </a:lnTo>
                <a:lnTo>
                  <a:pt x="2081241" y="299009"/>
                </a:lnTo>
                <a:lnTo>
                  <a:pt x="2118170" y="299837"/>
                </a:lnTo>
                <a:lnTo>
                  <a:pt x="2155107" y="300619"/>
                </a:lnTo>
                <a:lnTo>
                  <a:pt x="2192045" y="301333"/>
                </a:lnTo>
                <a:lnTo>
                  <a:pt x="2228983" y="302000"/>
                </a:lnTo>
                <a:lnTo>
                  <a:pt x="2265921" y="302600"/>
                </a:lnTo>
                <a:lnTo>
                  <a:pt x="2302869" y="303133"/>
                </a:lnTo>
                <a:lnTo>
                  <a:pt x="2339816" y="303590"/>
                </a:lnTo>
                <a:lnTo>
                  <a:pt x="2376773" y="303971"/>
                </a:lnTo>
                <a:lnTo>
                  <a:pt x="2413721" y="304257"/>
                </a:lnTo>
                <a:lnTo>
                  <a:pt x="2450678" y="304448"/>
                </a:lnTo>
                <a:lnTo>
                  <a:pt x="2487635" y="304543"/>
                </a:lnTo>
                <a:lnTo>
                  <a:pt x="2524592" y="304514"/>
                </a:lnTo>
                <a:lnTo>
                  <a:pt x="2561549" y="304371"/>
                </a:lnTo>
                <a:lnTo>
                  <a:pt x="2598496" y="304086"/>
                </a:lnTo>
                <a:lnTo>
                  <a:pt x="2635444" y="303657"/>
                </a:lnTo>
                <a:lnTo>
                  <a:pt x="2672391" y="303066"/>
                </a:lnTo>
                <a:lnTo>
                  <a:pt x="2709329" y="302295"/>
                </a:lnTo>
                <a:lnTo>
                  <a:pt x="2746248" y="301323"/>
                </a:lnTo>
                <a:lnTo>
                  <a:pt x="2783157" y="300123"/>
                </a:lnTo>
                <a:lnTo>
                  <a:pt x="2820038" y="298675"/>
                </a:lnTo>
                <a:lnTo>
                  <a:pt x="2856890" y="296942"/>
                </a:lnTo>
                <a:lnTo>
                  <a:pt x="2893705" y="294884"/>
                </a:lnTo>
                <a:lnTo>
                  <a:pt x="2930452" y="292456"/>
                </a:lnTo>
                <a:lnTo>
                  <a:pt x="2967133" y="289589"/>
                </a:lnTo>
                <a:lnTo>
                  <a:pt x="3003690" y="286207"/>
                </a:lnTo>
                <a:lnTo>
                  <a:pt x="3040094" y="282207"/>
                </a:lnTo>
                <a:lnTo>
                  <a:pt x="3076270" y="277444"/>
                </a:lnTo>
                <a:lnTo>
                  <a:pt x="3112094" y="271729"/>
                </a:lnTo>
                <a:lnTo>
                  <a:pt x="3147355" y="264776"/>
                </a:lnTo>
                <a:lnTo>
                  <a:pt x="3181683" y="256165"/>
                </a:lnTo>
                <a:lnTo>
                  <a:pt x="3214278" y="245231"/>
                </a:lnTo>
                <a:lnTo>
                  <a:pt x="3243405" y="230972"/>
                </a:lnTo>
                <a:lnTo>
                  <a:pt x="3265180" y="212293"/>
                </a:lnTo>
                <a:lnTo>
                  <a:pt x="3273943" y="189843"/>
                </a:lnTo>
                <a:lnTo>
                  <a:pt x="3298717" y="178165"/>
                </a:lnTo>
                <a:lnTo>
                  <a:pt x="3333493" y="170297"/>
                </a:lnTo>
                <a:lnTo>
                  <a:pt x="3367802" y="161649"/>
                </a:lnTo>
                <a:lnTo>
                  <a:pt x="3401663" y="152324"/>
                </a:lnTo>
                <a:lnTo>
                  <a:pt x="3435086" y="142389"/>
                </a:lnTo>
                <a:lnTo>
                  <a:pt x="3468081" y="131893"/>
                </a:lnTo>
                <a:lnTo>
                  <a:pt x="3500628" y="120853"/>
                </a:lnTo>
                <a:lnTo>
                  <a:pt x="3532718" y="109309"/>
                </a:lnTo>
                <a:lnTo>
                  <a:pt x="3564341" y="97260"/>
                </a:lnTo>
                <a:lnTo>
                  <a:pt x="3595487" y="84725"/>
                </a:lnTo>
                <a:lnTo>
                  <a:pt x="3626148" y="71723"/>
                </a:lnTo>
                <a:lnTo>
                  <a:pt x="3656305" y="58255"/>
                </a:lnTo>
                <a:lnTo>
                  <a:pt x="3685937" y="44339"/>
                </a:lnTo>
                <a:lnTo>
                  <a:pt x="3715036" y="29985"/>
                </a:lnTo>
                <a:lnTo>
                  <a:pt x="3743592" y="15202"/>
                </a:lnTo>
                <a:lnTo>
                  <a:pt x="3771595" y="0"/>
                </a:lnTo>
                <a:close/>
              </a:path>
            </a:pathLst>
          </a:custGeom>
          <a:solidFill xmlns:a="http://schemas.openxmlformats.org/drawingml/2006/main">
            <a:srgbClr val="7F8C9D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note-sheet-paper-0">
            <a:extLst xmlns:a="http://schemas.openxmlformats.org/drawingml/2006/main">
              <a:ext uri="{FF2B5EF4-FFF2-40B4-BE49-F238E27FC236}">
                <a16:creationId xmlns:a16="http://schemas.microsoft.com/office/drawing/2014/main" id="{EE14FC26-A6A5-4FB3-B48C-6D9846894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0216" y="320026"/>
            <a:ext cx="3771900" cy="2377383"/>
          </a:xfrm>
          <a:custGeom xmlns:a="http://schemas.openxmlformats.org/drawingml/2006/main">
            <a:pathLst>
              <a:path w="3771900" h="2377383">
                <a:moveTo>
                  <a:pt x="0" y="2377383"/>
                </a:moveTo>
                <a:lnTo>
                  <a:pt x="60560" y="2377383"/>
                </a:lnTo>
                <a:lnTo>
                  <a:pt x="121120" y="2377383"/>
                </a:lnTo>
                <a:lnTo>
                  <a:pt x="181689" y="2377383"/>
                </a:lnTo>
                <a:lnTo>
                  <a:pt x="242249" y="2377383"/>
                </a:lnTo>
                <a:lnTo>
                  <a:pt x="302809" y="2377383"/>
                </a:lnTo>
                <a:lnTo>
                  <a:pt x="363369" y="2377383"/>
                </a:lnTo>
                <a:lnTo>
                  <a:pt x="423929" y="2377383"/>
                </a:lnTo>
                <a:lnTo>
                  <a:pt x="484499" y="2377383"/>
                </a:lnTo>
                <a:lnTo>
                  <a:pt x="545059" y="2377383"/>
                </a:lnTo>
                <a:lnTo>
                  <a:pt x="605619" y="2377383"/>
                </a:lnTo>
                <a:lnTo>
                  <a:pt x="666179" y="2377383"/>
                </a:lnTo>
                <a:lnTo>
                  <a:pt x="726738" y="2377383"/>
                </a:lnTo>
                <a:lnTo>
                  <a:pt x="787308" y="2377383"/>
                </a:lnTo>
                <a:lnTo>
                  <a:pt x="847868" y="2377383"/>
                </a:lnTo>
                <a:lnTo>
                  <a:pt x="908428" y="2377383"/>
                </a:lnTo>
                <a:lnTo>
                  <a:pt x="968988" y="2377383"/>
                </a:lnTo>
                <a:lnTo>
                  <a:pt x="1029557" y="2377383"/>
                </a:lnTo>
                <a:lnTo>
                  <a:pt x="1090117" y="2377383"/>
                </a:lnTo>
                <a:lnTo>
                  <a:pt x="1150677" y="2377383"/>
                </a:lnTo>
                <a:lnTo>
                  <a:pt x="1211237" y="2377383"/>
                </a:lnTo>
                <a:lnTo>
                  <a:pt x="1271797" y="2377383"/>
                </a:lnTo>
                <a:lnTo>
                  <a:pt x="1332367" y="2377383"/>
                </a:lnTo>
                <a:lnTo>
                  <a:pt x="1392926" y="2377383"/>
                </a:lnTo>
                <a:lnTo>
                  <a:pt x="1453486" y="2377383"/>
                </a:lnTo>
                <a:lnTo>
                  <a:pt x="1514046" y="2377383"/>
                </a:lnTo>
                <a:lnTo>
                  <a:pt x="1574606" y="2377383"/>
                </a:lnTo>
                <a:lnTo>
                  <a:pt x="1635176" y="2377383"/>
                </a:lnTo>
                <a:lnTo>
                  <a:pt x="1695736" y="2377383"/>
                </a:lnTo>
                <a:lnTo>
                  <a:pt x="1756296" y="2377383"/>
                </a:lnTo>
                <a:lnTo>
                  <a:pt x="1816856" y="2377383"/>
                </a:lnTo>
                <a:lnTo>
                  <a:pt x="1877416" y="2377383"/>
                </a:lnTo>
                <a:lnTo>
                  <a:pt x="1937985" y="2377383"/>
                </a:lnTo>
                <a:lnTo>
                  <a:pt x="1998545" y="2377383"/>
                </a:lnTo>
                <a:lnTo>
                  <a:pt x="2059105" y="2377383"/>
                </a:lnTo>
                <a:lnTo>
                  <a:pt x="2119665" y="2377383"/>
                </a:lnTo>
                <a:lnTo>
                  <a:pt x="2180225" y="2377383"/>
                </a:lnTo>
                <a:lnTo>
                  <a:pt x="2240794" y="2377383"/>
                </a:lnTo>
                <a:lnTo>
                  <a:pt x="2301354" y="2377383"/>
                </a:lnTo>
                <a:lnTo>
                  <a:pt x="2361914" y="2377383"/>
                </a:lnTo>
                <a:lnTo>
                  <a:pt x="2422474" y="2377383"/>
                </a:lnTo>
                <a:lnTo>
                  <a:pt x="2483044" y="2377383"/>
                </a:lnTo>
                <a:lnTo>
                  <a:pt x="2543004" y="2373078"/>
                </a:lnTo>
                <a:lnTo>
                  <a:pt x="2602630" y="2366410"/>
                </a:lnTo>
                <a:lnTo>
                  <a:pt x="2662266" y="2359743"/>
                </a:lnTo>
                <a:lnTo>
                  <a:pt x="2721893" y="2353075"/>
                </a:lnTo>
                <a:lnTo>
                  <a:pt x="2781519" y="2346408"/>
                </a:lnTo>
                <a:lnTo>
                  <a:pt x="2841155" y="2339740"/>
                </a:lnTo>
                <a:lnTo>
                  <a:pt x="2900782" y="2333073"/>
                </a:lnTo>
                <a:lnTo>
                  <a:pt x="2960418" y="2326405"/>
                </a:lnTo>
                <a:lnTo>
                  <a:pt x="3005938" y="2303050"/>
                </a:lnTo>
                <a:lnTo>
                  <a:pt x="3047962" y="2275561"/>
                </a:lnTo>
                <a:lnTo>
                  <a:pt x="3089986" y="2248081"/>
                </a:lnTo>
                <a:lnTo>
                  <a:pt x="3132001" y="2220592"/>
                </a:lnTo>
                <a:lnTo>
                  <a:pt x="3174025" y="2193103"/>
                </a:lnTo>
                <a:lnTo>
                  <a:pt x="3216050" y="2165623"/>
                </a:lnTo>
                <a:lnTo>
                  <a:pt x="3258074" y="2138134"/>
                </a:lnTo>
                <a:lnTo>
                  <a:pt x="3300098" y="2110645"/>
                </a:lnTo>
                <a:lnTo>
                  <a:pt x="3342122" y="2083156"/>
                </a:lnTo>
                <a:lnTo>
                  <a:pt x="3384147" y="2055676"/>
                </a:lnTo>
                <a:lnTo>
                  <a:pt x="3426171" y="2028187"/>
                </a:lnTo>
                <a:lnTo>
                  <a:pt x="3468195" y="2000698"/>
                </a:lnTo>
                <a:lnTo>
                  <a:pt x="3510220" y="1973218"/>
                </a:lnTo>
                <a:lnTo>
                  <a:pt x="3552244" y="1945729"/>
                </a:lnTo>
                <a:lnTo>
                  <a:pt x="3594268" y="1918240"/>
                </a:lnTo>
                <a:lnTo>
                  <a:pt x="3636293" y="1890751"/>
                </a:lnTo>
                <a:lnTo>
                  <a:pt x="3678307" y="1863271"/>
                </a:lnTo>
                <a:lnTo>
                  <a:pt x="3720332" y="1835782"/>
                </a:lnTo>
                <a:lnTo>
                  <a:pt x="3762356" y="1808293"/>
                </a:lnTo>
                <a:lnTo>
                  <a:pt x="3771900" y="1772545"/>
                </a:lnTo>
                <a:lnTo>
                  <a:pt x="3771900" y="1734379"/>
                </a:lnTo>
                <a:lnTo>
                  <a:pt x="3771900" y="1696212"/>
                </a:lnTo>
                <a:lnTo>
                  <a:pt x="3771900" y="1658036"/>
                </a:lnTo>
                <a:lnTo>
                  <a:pt x="3771900" y="1619869"/>
                </a:lnTo>
                <a:lnTo>
                  <a:pt x="3771900" y="1581693"/>
                </a:lnTo>
                <a:lnTo>
                  <a:pt x="3771900" y="1543526"/>
                </a:lnTo>
                <a:lnTo>
                  <a:pt x="3771900" y="1505350"/>
                </a:lnTo>
                <a:lnTo>
                  <a:pt x="3771900" y="1467183"/>
                </a:lnTo>
                <a:lnTo>
                  <a:pt x="3771900" y="1429007"/>
                </a:lnTo>
                <a:lnTo>
                  <a:pt x="3771900" y="1390841"/>
                </a:lnTo>
                <a:lnTo>
                  <a:pt x="3771900" y="1352664"/>
                </a:lnTo>
                <a:lnTo>
                  <a:pt x="3771900" y="1314498"/>
                </a:lnTo>
                <a:lnTo>
                  <a:pt x="3771900" y="1276321"/>
                </a:lnTo>
                <a:lnTo>
                  <a:pt x="3771900" y="1238155"/>
                </a:lnTo>
                <a:lnTo>
                  <a:pt x="3771900" y="1199979"/>
                </a:lnTo>
                <a:lnTo>
                  <a:pt x="3771900" y="1161812"/>
                </a:lnTo>
                <a:lnTo>
                  <a:pt x="3771900" y="1123636"/>
                </a:lnTo>
                <a:lnTo>
                  <a:pt x="3771900" y="1085469"/>
                </a:lnTo>
                <a:lnTo>
                  <a:pt x="3771900" y="1047293"/>
                </a:lnTo>
                <a:lnTo>
                  <a:pt x="3771900" y="1009126"/>
                </a:lnTo>
                <a:lnTo>
                  <a:pt x="3771900" y="970950"/>
                </a:lnTo>
                <a:lnTo>
                  <a:pt x="3771900" y="932783"/>
                </a:lnTo>
                <a:lnTo>
                  <a:pt x="3771900" y="894607"/>
                </a:lnTo>
                <a:lnTo>
                  <a:pt x="3771900" y="856440"/>
                </a:lnTo>
                <a:lnTo>
                  <a:pt x="3771900" y="818264"/>
                </a:lnTo>
                <a:lnTo>
                  <a:pt x="3771900" y="780098"/>
                </a:lnTo>
                <a:lnTo>
                  <a:pt x="3771900" y="741921"/>
                </a:lnTo>
                <a:lnTo>
                  <a:pt x="3771900" y="703755"/>
                </a:lnTo>
                <a:lnTo>
                  <a:pt x="3771900" y="665578"/>
                </a:lnTo>
                <a:lnTo>
                  <a:pt x="3771900" y="627412"/>
                </a:lnTo>
                <a:lnTo>
                  <a:pt x="3771900" y="589236"/>
                </a:lnTo>
                <a:lnTo>
                  <a:pt x="3771900" y="551069"/>
                </a:lnTo>
                <a:lnTo>
                  <a:pt x="3771900" y="512893"/>
                </a:lnTo>
                <a:lnTo>
                  <a:pt x="3771900" y="474726"/>
                </a:lnTo>
                <a:lnTo>
                  <a:pt x="3771900" y="436550"/>
                </a:lnTo>
                <a:lnTo>
                  <a:pt x="3771900" y="398383"/>
                </a:lnTo>
                <a:lnTo>
                  <a:pt x="3771900" y="360207"/>
                </a:lnTo>
                <a:lnTo>
                  <a:pt x="3771900" y="322040"/>
                </a:lnTo>
                <a:lnTo>
                  <a:pt x="3771900" y="283864"/>
                </a:lnTo>
                <a:lnTo>
                  <a:pt x="3771900" y="245697"/>
                </a:lnTo>
                <a:lnTo>
                  <a:pt x="3771900" y="207521"/>
                </a:lnTo>
                <a:lnTo>
                  <a:pt x="3771900" y="169355"/>
                </a:lnTo>
                <a:lnTo>
                  <a:pt x="3771900" y="131178"/>
                </a:lnTo>
                <a:lnTo>
                  <a:pt x="3771900" y="93012"/>
                </a:lnTo>
                <a:lnTo>
                  <a:pt x="3771900" y="54835"/>
                </a:lnTo>
                <a:lnTo>
                  <a:pt x="3771900" y="16669"/>
                </a:lnTo>
                <a:lnTo>
                  <a:pt x="3737781" y="0"/>
                </a:lnTo>
                <a:lnTo>
                  <a:pt x="3677212" y="0"/>
                </a:lnTo>
                <a:lnTo>
                  <a:pt x="3616652" y="0"/>
                </a:lnTo>
                <a:lnTo>
                  <a:pt x="3556092" y="0"/>
                </a:lnTo>
                <a:lnTo>
                  <a:pt x="3495532" y="0"/>
                </a:lnTo>
                <a:lnTo>
                  <a:pt x="3434972" y="0"/>
                </a:lnTo>
                <a:lnTo>
                  <a:pt x="3374403" y="0"/>
                </a:lnTo>
                <a:lnTo>
                  <a:pt x="3313843" y="0"/>
                </a:lnTo>
                <a:lnTo>
                  <a:pt x="3253283" y="0"/>
                </a:lnTo>
                <a:lnTo>
                  <a:pt x="3192723" y="0"/>
                </a:lnTo>
                <a:lnTo>
                  <a:pt x="3132163" y="0"/>
                </a:lnTo>
                <a:lnTo>
                  <a:pt x="3071593" y="0"/>
                </a:lnTo>
                <a:lnTo>
                  <a:pt x="3011033" y="0"/>
                </a:lnTo>
                <a:lnTo>
                  <a:pt x="2950474" y="0"/>
                </a:lnTo>
                <a:lnTo>
                  <a:pt x="2889914" y="0"/>
                </a:lnTo>
                <a:lnTo>
                  <a:pt x="2829354" y="0"/>
                </a:lnTo>
                <a:lnTo>
                  <a:pt x="2768784" y="0"/>
                </a:lnTo>
                <a:lnTo>
                  <a:pt x="2708224" y="0"/>
                </a:lnTo>
                <a:lnTo>
                  <a:pt x="2647664" y="0"/>
                </a:lnTo>
                <a:lnTo>
                  <a:pt x="2587104" y="0"/>
                </a:lnTo>
                <a:lnTo>
                  <a:pt x="2526544" y="0"/>
                </a:lnTo>
                <a:lnTo>
                  <a:pt x="2465975" y="0"/>
                </a:lnTo>
                <a:lnTo>
                  <a:pt x="2405415" y="0"/>
                </a:lnTo>
                <a:lnTo>
                  <a:pt x="2344855" y="0"/>
                </a:lnTo>
                <a:lnTo>
                  <a:pt x="2284295" y="0"/>
                </a:lnTo>
                <a:lnTo>
                  <a:pt x="2223726" y="0"/>
                </a:lnTo>
                <a:lnTo>
                  <a:pt x="2163166" y="0"/>
                </a:lnTo>
                <a:lnTo>
                  <a:pt x="2102606" y="0"/>
                </a:lnTo>
                <a:lnTo>
                  <a:pt x="2042046" y="0"/>
                </a:lnTo>
                <a:lnTo>
                  <a:pt x="1981486" y="0"/>
                </a:lnTo>
                <a:lnTo>
                  <a:pt x="1920926" y="0"/>
                </a:lnTo>
                <a:lnTo>
                  <a:pt x="1860356" y="0"/>
                </a:lnTo>
                <a:lnTo>
                  <a:pt x="1799796" y="0"/>
                </a:lnTo>
                <a:lnTo>
                  <a:pt x="1739236" y="0"/>
                </a:lnTo>
                <a:lnTo>
                  <a:pt x="1678676" y="0"/>
                </a:lnTo>
                <a:lnTo>
                  <a:pt x="1618107" y="0"/>
                </a:lnTo>
                <a:lnTo>
                  <a:pt x="1557547" y="0"/>
                </a:lnTo>
                <a:lnTo>
                  <a:pt x="1496987" y="0"/>
                </a:lnTo>
                <a:lnTo>
                  <a:pt x="1436427" y="0"/>
                </a:lnTo>
                <a:lnTo>
                  <a:pt x="1375867" y="0"/>
                </a:lnTo>
                <a:lnTo>
                  <a:pt x="1315298" y="0"/>
                </a:lnTo>
                <a:lnTo>
                  <a:pt x="1254738" y="0"/>
                </a:lnTo>
                <a:lnTo>
                  <a:pt x="1194178" y="0"/>
                </a:lnTo>
                <a:lnTo>
                  <a:pt x="1133618" y="0"/>
                </a:lnTo>
                <a:lnTo>
                  <a:pt x="1073058" y="0"/>
                </a:lnTo>
                <a:lnTo>
                  <a:pt x="1012488" y="0"/>
                </a:lnTo>
                <a:lnTo>
                  <a:pt x="951929" y="0"/>
                </a:lnTo>
                <a:lnTo>
                  <a:pt x="891369" y="0"/>
                </a:lnTo>
                <a:lnTo>
                  <a:pt x="830809" y="0"/>
                </a:lnTo>
                <a:lnTo>
                  <a:pt x="770249" y="0"/>
                </a:lnTo>
                <a:lnTo>
                  <a:pt x="709679" y="0"/>
                </a:lnTo>
                <a:lnTo>
                  <a:pt x="649119" y="0"/>
                </a:lnTo>
                <a:lnTo>
                  <a:pt x="588559" y="0"/>
                </a:lnTo>
                <a:lnTo>
                  <a:pt x="527999" y="0"/>
                </a:lnTo>
                <a:lnTo>
                  <a:pt x="467439" y="0"/>
                </a:lnTo>
                <a:lnTo>
                  <a:pt x="406870" y="0"/>
                </a:lnTo>
                <a:lnTo>
                  <a:pt x="346310" y="0"/>
                </a:lnTo>
                <a:lnTo>
                  <a:pt x="285750" y="0"/>
                </a:lnTo>
                <a:lnTo>
                  <a:pt x="225190" y="0"/>
                </a:lnTo>
                <a:lnTo>
                  <a:pt x="164621" y="0"/>
                </a:lnTo>
                <a:lnTo>
                  <a:pt x="104061" y="0"/>
                </a:lnTo>
                <a:lnTo>
                  <a:pt x="43501" y="0"/>
                </a:lnTo>
                <a:lnTo>
                  <a:pt x="0" y="10754"/>
                </a:lnTo>
                <a:lnTo>
                  <a:pt x="0" y="48920"/>
                </a:lnTo>
                <a:lnTo>
                  <a:pt x="0" y="87097"/>
                </a:lnTo>
                <a:lnTo>
                  <a:pt x="0" y="125263"/>
                </a:lnTo>
                <a:lnTo>
                  <a:pt x="0" y="163439"/>
                </a:lnTo>
                <a:lnTo>
                  <a:pt x="0" y="201606"/>
                </a:lnTo>
                <a:lnTo>
                  <a:pt x="0" y="239782"/>
                </a:lnTo>
                <a:lnTo>
                  <a:pt x="0" y="277949"/>
                </a:lnTo>
                <a:lnTo>
                  <a:pt x="0" y="316125"/>
                </a:lnTo>
                <a:lnTo>
                  <a:pt x="0" y="354292"/>
                </a:lnTo>
                <a:lnTo>
                  <a:pt x="0" y="392468"/>
                </a:lnTo>
                <a:lnTo>
                  <a:pt x="0" y="430635"/>
                </a:lnTo>
                <a:lnTo>
                  <a:pt x="0" y="468811"/>
                </a:lnTo>
                <a:lnTo>
                  <a:pt x="0" y="506978"/>
                </a:lnTo>
                <a:lnTo>
                  <a:pt x="0" y="545154"/>
                </a:lnTo>
                <a:lnTo>
                  <a:pt x="0" y="583321"/>
                </a:lnTo>
                <a:lnTo>
                  <a:pt x="0" y="621497"/>
                </a:lnTo>
                <a:lnTo>
                  <a:pt x="0" y="659663"/>
                </a:lnTo>
                <a:lnTo>
                  <a:pt x="0" y="697840"/>
                </a:lnTo>
                <a:lnTo>
                  <a:pt x="0" y="736006"/>
                </a:lnTo>
                <a:lnTo>
                  <a:pt x="0" y="774182"/>
                </a:lnTo>
                <a:lnTo>
                  <a:pt x="0" y="812349"/>
                </a:lnTo>
                <a:lnTo>
                  <a:pt x="0" y="850525"/>
                </a:lnTo>
                <a:lnTo>
                  <a:pt x="0" y="888692"/>
                </a:lnTo>
                <a:lnTo>
                  <a:pt x="0" y="926868"/>
                </a:lnTo>
                <a:lnTo>
                  <a:pt x="0" y="965035"/>
                </a:lnTo>
                <a:lnTo>
                  <a:pt x="0" y="1003211"/>
                </a:lnTo>
                <a:lnTo>
                  <a:pt x="0" y="1041378"/>
                </a:lnTo>
                <a:lnTo>
                  <a:pt x="0" y="1079554"/>
                </a:lnTo>
                <a:lnTo>
                  <a:pt x="0" y="1117721"/>
                </a:lnTo>
                <a:lnTo>
                  <a:pt x="0" y="1155897"/>
                </a:lnTo>
                <a:lnTo>
                  <a:pt x="0" y="1194064"/>
                </a:lnTo>
                <a:lnTo>
                  <a:pt x="0" y="1232240"/>
                </a:lnTo>
                <a:lnTo>
                  <a:pt x="0" y="1270406"/>
                </a:lnTo>
                <a:lnTo>
                  <a:pt x="0" y="1308583"/>
                </a:lnTo>
                <a:lnTo>
                  <a:pt x="0" y="1346749"/>
                </a:lnTo>
                <a:lnTo>
                  <a:pt x="0" y="1384925"/>
                </a:lnTo>
                <a:lnTo>
                  <a:pt x="0" y="1423092"/>
                </a:lnTo>
                <a:lnTo>
                  <a:pt x="0" y="1461268"/>
                </a:lnTo>
                <a:lnTo>
                  <a:pt x="0" y="1499435"/>
                </a:lnTo>
                <a:lnTo>
                  <a:pt x="0" y="1537611"/>
                </a:lnTo>
                <a:lnTo>
                  <a:pt x="0" y="1575778"/>
                </a:lnTo>
                <a:lnTo>
                  <a:pt x="0" y="1613954"/>
                </a:lnTo>
                <a:lnTo>
                  <a:pt x="0" y="1652121"/>
                </a:lnTo>
                <a:lnTo>
                  <a:pt x="0" y="1690297"/>
                </a:lnTo>
                <a:lnTo>
                  <a:pt x="0" y="1728464"/>
                </a:lnTo>
                <a:lnTo>
                  <a:pt x="0" y="1766640"/>
                </a:lnTo>
                <a:lnTo>
                  <a:pt x="0" y="1804807"/>
                </a:lnTo>
                <a:lnTo>
                  <a:pt x="0" y="1842983"/>
                </a:lnTo>
                <a:lnTo>
                  <a:pt x="0" y="1881149"/>
                </a:lnTo>
                <a:lnTo>
                  <a:pt x="0" y="1919326"/>
                </a:lnTo>
                <a:lnTo>
                  <a:pt x="0" y="1957492"/>
                </a:lnTo>
                <a:lnTo>
                  <a:pt x="0" y="1995668"/>
                </a:lnTo>
                <a:lnTo>
                  <a:pt x="0" y="2033835"/>
                </a:lnTo>
                <a:lnTo>
                  <a:pt x="0" y="2072011"/>
                </a:lnTo>
                <a:lnTo>
                  <a:pt x="0" y="2110178"/>
                </a:lnTo>
                <a:lnTo>
                  <a:pt x="0" y="2148354"/>
                </a:lnTo>
                <a:lnTo>
                  <a:pt x="0" y="2186521"/>
                </a:lnTo>
                <a:lnTo>
                  <a:pt x="0" y="2224697"/>
                </a:lnTo>
                <a:lnTo>
                  <a:pt x="0" y="2262864"/>
                </a:lnTo>
                <a:lnTo>
                  <a:pt x="0" y="2301040"/>
                </a:lnTo>
                <a:lnTo>
                  <a:pt x="0" y="2339207"/>
                </a:lnTo>
                <a:lnTo>
                  <a:pt x="0" y="237738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E6EC"/>
            </a:solidFill>
            <a:prstDash val="solid"/>
          </a:ln>
        </p:spPr>
      </p:sp>
      <p:sp>
        <p:nvSpPr>
          <p:cNvPr id="3" name="note-sheet-header-0">
            <a:extLst xmlns:a="http://schemas.openxmlformats.org/drawingml/2006/main">
              <a:ext uri="{FF2B5EF4-FFF2-40B4-BE49-F238E27FC236}">
                <a16:creationId xmlns:a16="http://schemas.microsoft.com/office/drawing/2014/main" id="{998BB38F-BAF2-4B46-BC0B-DD7FF8EC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0216" y="320026"/>
            <a:ext cx="3771900" cy="4089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D9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" name="note-sheet-fold-0">
            <a:extLst xmlns:a="http://schemas.openxmlformats.org/drawingml/2006/main">
              <a:ext uri="{FF2B5EF4-FFF2-40B4-BE49-F238E27FC236}">
                <a16:creationId xmlns:a16="http://schemas.microsoft.com/office/drawing/2014/main" id="{194CE348-2316-4C8D-B31D-70B1DEB8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2428" y="2122080"/>
            <a:ext cx="1389688" cy="575767"/>
          </a:xfrm>
          <a:custGeom xmlns:a="http://schemas.openxmlformats.org/drawingml/2006/main">
            <a:pathLst>
              <a:path w="1389688" h="575767">
                <a:moveTo>
                  <a:pt x="1389688" y="0"/>
                </a:moveTo>
                <a:lnTo>
                  <a:pt x="1388031" y="9554"/>
                </a:lnTo>
                <a:lnTo>
                  <a:pt x="1385859" y="19060"/>
                </a:lnTo>
                <a:lnTo>
                  <a:pt x="1383325" y="28537"/>
                </a:lnTo>
                <a:lnTo>
                  <a:pt x="1380468" y="37967"/>
                </a:lnTo>
                <a:lnTo>
                  <a:pt x="1377325" y="47368"/>
                </a:lnTo>
                <a:lnTo>
                  <a:pt x="1373905" y="56731"/>
                </a:lnTo>
                <a:lnTo>
                  <a:pt x="1370228" y="66056"/>
                </a:lnTo>
                <a:lnTo>
                  <a:pt x="1366304" y="75343"/>
                </a:lnTo>
                <a:lnTo>
                  <a:pt x="1362142" y="84582"/>
                </a:lnTo>
                <a:lnTo>
                  <a:pt x="1357732" y="93783"/>
                </a:lnTo>
                <a:lnTo>
                  <a:pt x="1353093" y="102937"/>
                </a:lnTo>
                <a:lnTo>
                  <a:pt x="1348226" y="112043"/>
                </a:lnTo>
                <a:lnTo>
                  <a:pt x="1343139" y="121091"/>
                </a:lnTo>
                <a:lnTo>
                  <a:pt x="1337824" y="130102"/>
                </a:lnTo>
                <a:lnTo>
                  <a:pt x="1332290" y="139055"/>
                </a:lnTo>
                <a:lnTo>
                  <a:pt x="1326547" y="147952"/>
                </a:lnTo>
                <a:lnTo>
                  <a:pt x="1320575" y="156791"/>
                </a:lnTo>
                <a:lnTo>
                  <a:pt x="1314393" y="165573"/>
                </a:lnTo>
                <a:lnTo>
                  <a:pt x="1308002" y="174298"/>
                </a:lnTo>
                <a:lnTo>
                  <a:pt x="1301401" y="182956"/>
                </a:lnTo>
                <a:lnTo>
                  <a:pt x="1294581" y="191548"/>
                </a:lnTo>
                <a:lnTo>
                  <a:pt x="1287570" y="200073"/>
                </a:lnTo>
                <a:lnTo>
                  <a:pt x="1280331" y="208531"/>
                </a:lnTo>
                <a:lnTo>
                  <a:pt x="1272902" y="216922"/>
                </a:lnTo>
                <a:lnTo>
                  <a:pt x="1265263" y="225238"/>
                </a:lnTo>
                <a:lnTo>
                  <a:pt x="1257433" y="233477"/>
                </a:lnTo>
                <a:lnTo>
                  <a:pt x="1249394" y="241640"/>
                </a:lnTo>
                <a:lnTo>
                  <a:pt x="1241155" y="249726"/>
                </a:lnTo>
                <a:lnTo>
                  <a:pt x="1232725" y="257727"/>
                </a:lnTo>
                <a:lnTo>
                  <a:pt x="1224096" y="265652"/>
                </a:lnTo>
                <a:lnTo>
                  <a:pt x="1215276" y="273482"/>
                </a:lnTo>
                <a:lnTo>
                  <a:pt x="1206265" y="281235"/>
                </a:lnTo>
                <a:lnTo>
                  <a:pt x="1197064" y="288893"/>
                </a:lnTo>
                <a:lnTo>
                  <a:pt x="1187682" y="296466"/>
                </a:lnTo>
                <a:lnTo>
                  <a:pt x="1178109" y="303943"/>
                </a:lnTo>
                <a:lnTo>
                  <a:pt x="1168356" y="311325"/>
                </a:lnTo>
                <a:lnTo>
                  <a:pt x="1158421" y="318611"/>
                </a:lnTo>
                <a:lnTo>
                  <a:pt x="1148305" y="325803"/>
                </a:lnTo>
                <a:lnTo>
                  <a:pt x="1138028" y="332889"/>
                </a:lnTo>
                <a:lnTo>
                  <a:pt x="1127570" y="339881"/>
                </a:lnTo>
                <a:lnTo>
                  <a:pt x="1116949" y="346777"/>
                </a:lnTo>
                <a:lnTo>
                  <a:pt x="1106157" y="353558"/>
                </a:lnTo>
                <a:lnTo>
                  <a:pt x="1095204" y="360245"/>
                </a:lnTo>
                <a:lnTo>
                  <a:pt x="1084097" y="366817"/>
                </a:lnTo>
                <a:lnTo>
                  <a:pt x="1072829" y="373294"/>
                </a:lnTo>
                <a:lnTo>
                  <a:pt x="1061409" y="379657"/>
                </a:lnTo>
                <a:lnTo>
                  <a:pt x="1049836" y="385915"/>
                </a:lnTo>
                <a:lnTo>
                  <a:pt x="1038120" y="392059"/>
                </a:lnTo>
                <a:lnTo>
                  <a:pt x="1026262" y="398097"/>
                </a:lnTo>
                <a:lnTo>
                  <a:pt x="1014270" y="404022"/>
                </a:lnTo>
                <a:lnTo>
                  <a:pt x="1002135" y="409842"/>
                </a:lnTo>
                <a:lnTo>
                  <a:pt x="989876" y="415547"/>
                </a:lnTo>
                <a:lnTo>
                  <a:pt x="977475" y="421138"/>
                </a:lnTo>
                <a:lnTo>
                  <a:pt x="964959" y="426625"/>
                </a:lnTo>
                <a:lnTo>
                  <a:pt x="952319" y="431987"/>
                </a:lnTo>
                <a:lnTo>
                  <a:pt x="939565" y="437255"/>
                </a:lnTo>
                <a:lnTo>
                  <a:pt x="926697" y="442398"/>
                </a:lnTo>
                <a:lnTo>
                  <a:pt x="913714" y="447437"/>
                </a:lnTo>
                <a:lnTo>
                  <a:pt x="900617" y="452352"/>
                </a:lnTo>
                <a:lnTo>
                  <a:pt x="887425" y="457171"/>
                </a:lnTo>
                <a:lnTo>
                  <a:pt x="874138" y="461867"/>
                </a:lnTo>
                <a:lnTo>
                  <a:pt x="860746" y="466458"/>
                </a:lnTo>
                <a:lnTo>
                  <a:pt x="847258" y="470945"/>
                </a:lnTo>
                <a:lnTo>
                  <a:pt x="833685" y="475317"/>
                </a:lnTo>
                <a:lnTo>
                  <a:pt x="820026" y="479574"/>
                </a:lnTo>
                <a:lnTo>
                  <a:pt x="806282" y="483727"/>
                </a:lnTo>
                <a:lnTo>
                  <a:pt x="792451" y="487775"/>
                </a:lnTo>
                <a:lnTo>
                  <a:pt x="778554" y="491719"/>
                </a:lnTo>
                <a:lnTo>
                  <a:pt x="764572" y="495548"/>
                </a:lnTo>
                <a:lnTo>
                  <a:pt x="750522" y="499281"/>
                </a:lnTo>
                <a:lnTo>
                  <a:pt x="736406" y="502901"/>
                </a:lnTo>
                <a:lnTo>
                  <a:pt x="722224" y="506425"/>
                </a:lnTo>
                <a:lnTo>
                  <a:pt x="707984" y="509845"/>
                </a:lnTo>
                <a:lnTo>
                  <a:pt x="693677" y="513159"/>
                </a:lnTo>
                <a:lnTo>
                  <a:pt x="679313" y="516379"/>
                </a:lnTo>
                <a:lnTo>
                  <a:pt x="664893" y="519494"/>
                </a:lnTo>
                <a:lnTo>
                  <a:pt x="650424" y="522513"/>
                </a:lnTo>
                <a:lnTo>
                  <a:pt x="635908" y="525437"/>
                </a:lnTo>
                <a:lnTo>
                  <a:pt x="621335" y="528266"/>
                </a:lnTo>
                <a:lnTo>
                  <a:pt x="606723" y="531000"/>
                </a:lnTo>
                <a:lnTo>
                  <a:pt x="592064" y="533638"/>
                </a:lnTo>
                <a:lnTo>
                  <a:pt x="577367" y="536181"/>
                </a:lnTo>
                <a:lnTo>
                  <a:pt x="562632" y="538639"/>
                </a:lnTo>
                <a:lnTo>
                  <a:pt x="547849" y="541001"/>
                </a:lnTo>
                <a:lnTo>
                  <a:pt x="533048" y="543277"/>
                </a:lnTo>
                <a:lnTo>
                  <a:pt x="518198" y="545468"/>
                </a:lnTo>
                <a:lnTo>
                  <a:pt x="503330" y="547564"/>
                </a:lnTo>
                <a:lnTo>
                  <a:pt x="488423" y="549583"/>
                </a:lnTo>
                <a:lnTo>
                  <a:pt x="473488" y="551507"/>
                </a:lnTo>
                <a:lnTo>
                  <a:pt x="458534" y="553355"/>
                </a:lnTo>
                <a:lnTo>
                  <a:pt x="443551" y="555127"/>
                </a:lnTo>
                <a:lnTo>
                  <a:pt x="428539" y="556803"/>
                </a:lnTo>
                <a:lnTo>
                  <a:pt x="413509" y="558413"/>
                </a:lnTo>
                <a:lnTo>
                  <a:pt x="398459" y="559937"/>
                </a:lnTo>
                <a:lnTo>
                  <a:pt x="383391" y="561384"/>
                </a:lnTo>
                <a:lnTo>
                  <a:pt x="368303" y="562756"/>
                </a:lnTo>
                <a:lnTo>
                  <a:pt x="353197" y="564051"/>
                </a:lnTo>
                <a:lnTo>
                  <a:pt x="338080" y="565280"/>
                </a:lnTo>
                <a:lnTo>
                  <a:pt x="322945" y="566423"/>
                </a:lnTo>
                <a:lnTo>
                  <a:pt x="307800" y="567500"/>
                </a:lnTo>
                <a:lnTo>
                  <a:pt x="292637" y="568509"/>
                </a:lnTo>
                <a:lnTo>
                  <a:pt x="277473" y="569443"/>
                </a:lnTo>
                <a:lnTo>
                  <a:pt x="262290" y="570319"/>
                </a:lnTo>
                <a:lnTo>
                  <a:pt x="247098" y="571109"/>
                </a:lnTo>
                <a:lnTo>
                  <a:pt x="231896" y="571843"/>
                </a:lnTo>
                <a:lnTo>
                  <a:pt x="216694" y="572510"/>
                </a:lnTo>
                <a:lnTo>
                  <a:pt x="201482" y="573119"/>
                </a:lnTo>
                <a:lnTo>
                  <a:pt x="186261" y="573653"/>
                </a:lnTo>
                <a:lnTo>
                  <a:pt x="171040" y="574129"/>
                </a:lnTo>
                <a:lnTo>
                  <a:pt x="155810" y="574538"/>
                </a:lnTo>
                <a:lnTo>
                  <a:pt x="140570" y="574891"/>
                </a:lnTo>
                <a:lnTo>
                  <a:pt x="125339" y="575186"/>
                </a:lnTo>
                <a:lnTo>
                  <a:pt x="110099" y="575415"/>
                </a:lnTo>
                <a:lnTo>
                  <a:pt x="94859" y="575586"/>
                </a:lnTo>
                <a:lnTo>
                  <a:pt x="79619" y="575701"/>
                </a:lnTo>
                <a:lnTo>
                  <a:pt x="64370" y="575767"/>
                </a:lnTo>
                <a:lnTo>
                  <a:pt x="49130" y="575767"/>
                </a:lnTo>
                <a:lnTo>
                  <a:pt x="33890" y="575710"/>
                </a:lnTo>
                <a:lnTo>
                  <a:pt x="18640" y="575605"/>
                </a:lnTo>
                <a:lnTo>
                  <a:pt x="3400" y="575453"/>
                </a:lnTo>
                <a:lnTo>
                  <a:pt x="0" y="575291"/>
                </a:lnTo>
                <a:lnTo>
                  <a:pt x="15240" y="575053"/>
                </a:lnTo>
                <a:lnTo>
                  <a:pt x="30470" y="574653"/>
                </a:lnTo>
                <a:lnTo>
                  <a:pt x="45691" y="574129"/>
                </a:lnTo>
                <a:lnTo>
                  <a:pt x="60893" y="573491"/>
                </a:lnTo>
                <a:lnTo>
                  <a:pt x="76095" y="572729"/>
                </a:lnTo>
                <a:lnTo>
                  <a:pt x="91278" y="571881"/>
                </a:lnTo>
                <a:lnTo>
                  <a:pt x="106442" y="570909"/>
                </a:lnTo>
                <a:lnTo>
                  <a:pt x="121596" y="569852"/>
                </a:lnTo>
                <a:lnTo>
                  <a:pt x="136722" y="568690"/>
                </a:lnTo>
                <a:lnTo>
                  <a:pt x="151838" y="567423"/>
                </a:lnTo>
                <a:lnTo>
                  <a:pt x="166926" y="566061"/>
                </a:lnTo>
                <a:lnTo>
                  <a:pt x="181985" y="564594"/>
                </a:lnTo>
                <a:lnTo>
                  <a:pt x="197025" y="563023"/>
                </a:lnTo>
                <a:lnTo>
                  <a:pt x="212036" y="561356"/>
                </a:lnTo>
                <a:lnTo>
                  <a:pt x="227019" y="559575"/>
                </a:lnTo>
                <a:lnTo>
                  <a:pt x="241964" y="557698"/>
                </a:lnTo>
                <a:lnTo>
                  <a:pt x="256880" y="555698"/>
                </a:lnTo>
                <a:lnTo>
                  <a:pt x="271748" y="553593"/>
                </a:lnTo>
                <a:lnTo>
                  <a:pt x="286579" y="551383"/>
                </a:lnTo>
                <a:lnTo>
                  <a:pt x="301371" y="549050"/>
                </a:lnTo>
                <a:lnTo>
                  <a:pt x="316116" y="546602"/>
                </a:lnTo>
                <a:lnTo>
                  <a:pt x="330803" y="544030"/>
                </a:lnTo>
                <a:lnTo>
                  <a:pt x="345434" y="541344"/>
                </a:lnTo>
                <a:lnTo>
                  <a:pt x="360007" y="538524"/>
                </a:lnTo>
                <a:lnTo>
                  <a:pt x="374513" y="535572"/>
                </a:lnTo>
                <a:lnTo>
                  <a:pt x="388953" y="532495"/>
                </a:lnTo>
                <a:lnTo>
                  <a:pt x="403308" y="529276"/>
                </a:lnTo>
                <a:lnTo>
                  <a:pt x="417595" y="525913"/>
                </a:lnTo>
                <a:lnTo>
                  <a:pt x="431787" y="522418"/>
                </a:lnTo>
                <a:lnTo>
                  <a:pt x="445894" y="518770"/>
                </a:lnTo>
                <a:lnTo>
                  <a:pt x="459886" y="514969"/>
                </a:lnTo>
                <a:lnTo>
                  <a:pt x="473783" y="511007"/>
                </a:lnTo>
                <a:lnTo>
                  <a:pt x="487556" y="506892"/>
                </a:lnTo>
                <a:lnTo>
                  <a:pt x="501196" y="502615"/>
                </a:lnTo>
                <a:lnTo>
                  <a:pt x="514712" y="498158"/>
                </a:lnTo>
                <a:lnTo>
                  <a:pt x="528076" y="493538"/>
                </a:lnTo>
                <a:lnTo>
                  <a:pt x="541277" y="488747"/>
                </a:lnTo>
                <a:lnTo>
                  <a:pt x="554317" y="483765"/>
                </a:lnTo>
                <a:lnTo>
                  <a:pt x="567166" y="478603"/>
                </a:lnTo>
                <a:lnTo>
                  <a:pt x="579825" y="473250"/>
                </a:lnTo>
                <a:lnTo>
                  <a:pt x="592274" y="467697"/>
                </a:lnTo>
                <a:lnTo>
                  <a:pt x="604495" y="461963"/>
                </a:lnTo>
                <a:lnTo>
                  <a:pt x="616477" y="456019"/>
                </a:lnTo>
                <a:lnTo>
                  <a:pt x="628202" y="449875"/>
                </a:lnTo>
                <a:lnTo>
                  <a:pt x="639651" y="443532"/>
                </a:lnTo>
                <a:lnTo>
                  <a:pt x="650805" y="436988"/>
                </a:lnTo>
                <a:lnTo>
                  <a:pt x="661654" y="430244"/>
                </a:lnTo>
                <a:lnTo>
                  <a:pt x="672170" y="423291"/>
                </a:lnTo>
                <a:lnTo>
                  <a:pt x="682342" y="416128"/>
                </a:lnTo>
                <a:lnTo>
                  <a:pt x="692153" y="408775"/>
                </a:lnTo>
                <a:lnTo>
                  <a:pt x="701573" y="401231"/>
                </a:lnTo>
                <a:lnTo>
                  <a:pt x="710603" y="393487"/>
                </a:lnTo>
                <a:lnTo>
                  <a:pt x="719223" y="385562"/>
                </a:lnTo>
                <a:lnTo>
                  <a:pt x="727405" y="377457"/>
                </a:lnTo>
                <a:lnTo>
                  <a:pt x="735149" y="369179"/>
                </a:lnTo>
                <a:lnTo>
                  <a:pt x="742436" y="360740"/>
                </a:lnTo>
                <a:lnTo>
                  <a:pt x="749265" y="352158"/>
                </a:lnTo>
                <a:lnTo>
                  <a:pt x="755618" y="343424"/>
                </a:lnTo>
                <a:lnTo>
                  <a:pt x="761495" y="334556"/>
                </a:lnTo>
                <a:lnTo>
                  <a:pt x="766886" y="325574"/>
                </a:lnTo>
                <a:lnTo>
                  <a:pt x="771811" y="316478"/>
                </a:lnTo>
                <a:lnTo>
                  <a:pt x="776240" y="307286"/>
                </a:lnTo>
                <a:lnTo>
                  <a:pt x="780202" y="298009"/>
                </a:lnTo>
                <a:lnTo>
                  <a:pt x="783698" y="288655"/>
                </a:lnTo>
                <a:lnTo>
                  <a:pt x="786717" y="279244"/>
                </a:lnTo>
                <a:lnTo>
                  <a:pt x="789289" y="269777"/>
                </a:lnTo>
                <a:lnTo>
                  <a:pt x="791413" y="260261"/>
                </a:lnTo>
                <a:lnTo>
                  <a:pt x="793109" y="250708"/>
                </a:lnTo>
                <a:lnTo>
                  <a:pt x="794366" y="241135"/>
                </a:lnTo>
                <a:lnTo>
                  <a:pt x="795223" y="231543"/>
                </a:lnTo>
                <a:lnTo>
                  <a:pt x="795680" y="221942"/>
                </a:lnTo>
                <a:lnTo>
                  <a:pt x="795747" y="212331"/>
                </a:lnTo>
                <a:lnTo>
                  <a:pt x="795442" y="202730"/>
                </a:lnTo>
                <a:lnTo>
                  <a:pt x="794785" y="193129"/>
                </a:lnTo>
                <a:lnTo>
                  <a:pt x="793785" y="183547"/>
                </a:lnTo>
                <a:lnTo>
                  <a:pt x="807891" y="181194"/>
                </a:lnTo>
                <a:lnTo>
                  <a:pt x="822741" y="179041"/>
                </a:lnTo>
                <a:lnTo>
                  <a:pt x="837543" y="176755"/>
                </a:lnTo>
                <a:lnTo>
                  <a:pt x="852307" y="174346"/>
                </a:lnTo>
                <a:lnTo>
                  <a:pt x="867013" y="171831"/>
                </a:lnTo>
                <a:lnTo>
                  <a:pt x="881682" y="169212"/>
                </a:lnTo>
                <a:lnTo>
                  <a:pt x="896303" y="166497"/>
                </a:lnTo>
                <a:lnTo>
                  <a:pt x="910885" y="163687"/>
                </a:lnTo>
                <a:lnTo>
                  <a:pt x="925411" y="160792"/>
                </a:lnTo>
                <a:lnTo>
                  <a:pt x="939898" y="157791"/>
                </a:lnTo>
                <a:lnTo>
                  <a:pt x="954338" y="154705"/>
                </a:lnTo>
                <a:lnTo>
                  <a:pt x="968721" y="151533"/>
                </a:lnTo>
                <a:lnTo>
                  <a:pt x="983056" y="148276"/>
                </a:lnTo>
                <a:lnTo>
                  <a:pt x="997344" y="144923"/>
                </a:lnTo>
                <a:lnTo>
                  <a:pt x="1011574" y="141484"/>
                </a:lnTo>
                <a:lnTo>
                  <a:pt x="1025757" y="137951"/>
                </a:lnTo>
                <a:lnTo>
                  <a:pt x="1039873" y="134331"/>
                </a:lnTo>
                <a:lnTo>
                  <a:pt x="1053941" y="130626"/>
                </a:lnTo>
                <a:lnTo>
                  <a:pt x="1067943" y="126825"/>
                </a:lnTo>
                <a:lnTo>
                  <a:pt x="1081878" y="122939"/>
                </a:lnTo>
                <a:lnTo>
                  <a:pt x="1095756" y="118958"/>
                </a:lnTo>
                <a:lnTo>
                  <a:pt x="1109558" y="114881"/>
                </a:lnTo>
                <a:lnTo>
                  <a:pt x="1123293" y="110719"/>
                </a:lnTo>
                <a:lnTo>
                  <a:pt x="1136961" y="106461"/>
                </a:lnTo>
                <a:lnTo>
                  <a:pt x="1150544" y="102108"/>
                </a:lnTo>
                <a:lnTo>
                  <a:pt x="1164060" y="97660"/>
                </a:lnTo>
                <a:lnTo>
                  <a:pt x="1177490" y="93116"/>
                </a:lnTo>
                <a:lnTo>
                  <a:pt x="1190825" y="88468"/>
                </a:lnTo>
                <a:lnTo>
                  <a:pt x="1204084" y="83725"/>
                </a:lnTo>
                <a:lnTo>
                  <a:pt x="1217247" y="78886"/>
                </a:lnTo>
                <a:lnTo>
                  <a:pt x="1230325" y="73943"/>
                </a:lnTo>
                <a:lnTo>
                  <a:pt x="1243298" y="68894"/>
                </a:lnTo>
                <a:lnTo>
                  <a:pt x="1256167" y="63751"/>
                </a:lnTo>
                <a:lnTo>
                  <a:pt x="1268930" y="58493"/>
                </a:lnTo>
                <a:lnTo>
                  <a:pt x="1281579" y="53140"/>
                </a:lnTo>
                <a:lnTo>
                  <a:pt x="1294114" y="47673"/>
                </a:lnTo>
                <a:lnTo>
                  <a:pt x="1306535" y="42101"/>
                </a:lnTo>
                <a:lnTo>
                  <a:pt x="1318832" y="36424"/>
                </a:lnTo>
                <a:lnTo>
                  <a:pt x="1330995" y="30632"/>
                </a:lnTo>
                <a:lnTo>
                  <a:pt x="1343025" y="24727"/>
                </a:lnTo>
                <a:lnTo>
                  <a:pt x="1354912" y="18717"/>
                </a:lnTo>
                <a:lnTo>
                  <a:pt x="1366657" y="12592"/>
                </a:lnTo>
                <a:lnTo>
                  <a:pt x="1378248" y="6353"/>
                </a:lnTo>
                <a:lnTo>
                  <a:pt x="1389688" y="0"/>
                </a:lnTo>
                <a:close/>
              </a:path>
            </a:pathLst>
          </a:custGeom>
          <a:solidFill xmlns:a="http://schemas.openxmlformats.org/drawingml/2006/main">
            <a:srgbClr val="EEF2F7"/>
          </a:solidFill>
          <a:ln xmlns:a="http://schemas.openxmlformats.org/drawingml/2006/main" w="22860">
            <a:solidFill>
              <a:srgbClr val="C8D1DC"/>
            </a:solidFill>
            <a:prstDash val="solid"/>
          </a:ln>
        </p:spPr>
      </p:sp>
      <p:sp>
        <p:nvSpPr>
          <p:cNvPr id="5" name="note-sheet-shadow-1">
            <a:extLst xmlns:a="http://schemas.openxmlformats.org/drawingml/2006/main">
              <a:ext uri="{FF2B5EF4-FFF2-40B4-BE49-F238E27FC236}">
                <a16:creationId xmlns:a16="http://schemas.microsoft.com/office/drawing/2014/main" id="{15A518C3-E12F-447F-AE59-F6311007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60994" y="2067396"/>
            <a:ext cx="3772757" cy="632108"/>
          </a:xfrm>
          <a:custGeom xmlns:a="http://schemas.openxmlformats.org/drawingml/2006/main">
            <a:pathLst>
              <a:path w="3772757" h="632108">
                <a:moveTo>
                  <a:pt x="3771595" y="0"/>
                </a:moveTo>
                <a:lnTo>
                  <a:pt x="3772757" y="23279"/>
                </a:lnTo>
                <a:lnTo>
                  <a:pt x="3772243" y="46568"/>
                </a:lnTo>
                <a:lnTo>
                  <a:pt x="3770414" y="69828"/>
                </a:lnTo>
                <a:lnTo>
                  <a:pt x="3767376" y="93040"/>
                </a:lnTo>
                <a:lnTo>
                  <a:pt x="3763166" y="116186"/>
                </a:lnTo>
                <a:lnTo>
                  <a:pt x="3757793" y="139227"/>
                </a:lnTo>
                <a:lnTo>
                  <a:pt x="3751259" y="162154"/>
                </a:lnTo>
                <a:lnTo>
                  <a:pt x="3743544" y="184928"/>
                </a:lnTo>
                <a:lnTo>
                  <a:pt x="3734638" y="207531"/>
                </a:lnTo>
                <a:lnTo>
                  <a:pt x="3724504" y="229934"/>
                </a:lnTo>
                <a:lnTo>
                  <a:pt x="3713112" y="252089"/>
                </a:lnTo>
                <a:lnTo>
                  <a:pt x="3700453" y="273968"/>
                </a:lnTo>
                <a:lnTo>
                  <a:pt x="3686489" y="295532"/>
                </a:lnTo>
                <a:lnTo>
                  <a:pt x="3671211" y="316744"/>
                </a:lnTo>
                <a:lnTo>
                  <a:pt x="3654571" y="337537"/>
                </a:lnTo>
                <a:lnTo>
                  <a:pt x="3636578" y="357883"/>
                </a:lnTo>
                <a:lnTo>
                  <a:pt x="3617214" y="377723"/>
                </a:lnTo>
                <a:lnTo>
                  <a:pt x="3596488" y="397002"/>
                </a:lnTo>
                <a:lnTo>
                  <a:pt x="3574399" y="415671"/>
                </a:lnTo>
                <a:lnTo>
                  <a:pt x="3550977" y="433683"/>
                </a:lnTo>
                <a:lnTo>
                  <a:pt x="3526250" y="450990"/>
                </a:lnTo>
                <a:lnTo>
                  <a:pt x="3500266" y="467554"/>
                </a:lnTo>
                <a:lnTo>
                  <a:pt x="3473072" y="483318"/>
                </a:lnTo>
                <a:lnTo>
                  <a:pt x="3444726" y="498262"/>
                </a:lnTo>
                <a:lnTo>
                  <a:pt x="3415313" y="512359"/>
                </a:lnTo>
                <a:lnTo>
                  <a:pt x="3384899" y="525590"/>
                </a:lnTo>
                <a:lnTo>
                  <a:pt x="3353572" y="537943"/>
                </a:lnTo>
                <a:lnTo>
                  <a:pt x="3321406" y="549402"/>
                </a:lnTo>
                <a:lnTo>
                  <a:pt x="3288487" y="559984"/>
                </a:lnTo>
                <a:lnTo>
                  <a:pt x="3254902" y="569700"/>
                </a:lnTo>
                <a:lnTo>
                  <a:pt x="3220726" y="578558"/>
                </a:lnTo>
                <a:lnTo>
                  <a:pt x="3186027" y="586578"/>
                </a:lnTo>
                <a:lnTo>
                  <a:pt x="3150889" y="593789"/>
                </a:lnTo>
                <a:lnTo>
                  <a:pt x="3115370" y="600218"/>
                </a:lnTo>
                <a:lnTo>
                  <a:pt x="3079528" y="605885"/>
                </a:lnTo>
                <a:lnTo>
                  <a:pt x="3043418" y="610819"/>
                </a:lnTo>
                <a:lnTo>
                  <a:pt x="3007081" y="615067"/>
                </a:lnTo>
                <a:lnTo>
                  <a:pt x="2970562" y="618639"/>
                </a:lnTo>
                <a:lnTo>
                  <a:pt x="2933900" y="621573"/>
                </a:lnTo>
                <a:lnTo>
                  <a:pt x="2897134" y="623907"/>
                </a:lnTo>
                <a:lnTo>
                  <a:pt x="2860281" y="625650"/>
                </a:lnTo>
                <a:lnTo>
                  <a:pt x="2823353" y="626478"/>
                </a:lnTo>
                <a:lnTo>
                  <a:pt x="2786405" y="627021"/>
                </a:lnTo>
                <a:lnTo>
                  <a:pt x="2749458" y="627459"/>
                </a:lnTo>
                <a:lnTo>
                  <a:pt x="2712510" y="627821"/>
                </a:lnTo>
                <a:lnTo>
                  <a:pt x="2675553" y="628145"/>
                </a:lnTo>
                <a:lnTo>
                  <a:pt x="2638606" y="628440"/>
                </a:lnTo>
                <a:lnTo>
                  <a:pt x="2601649" y="628707"/>
                </a:lnTo>
                <a:lnTo>
                  <a:pt x="2564702" y="628955"/>
                </a:lnTo>
                <a:lnTo>
                  <a:pt x="2527745" y="629174"/>
                </a:lnTo>
                <a:lnTo>
                  <a:pt x="2490788" y="629393"/>
                </a:lnTo>
                <a:lnTo>
                  <a:pt x="2453831" y="629583"/>
                </a:lnTo>
                <a:lnTo>
                  <a:pt x="2416883" y="629774"/>
                </a:lnTo>
                <a:lnTo>
                  <a:pt x="2379926" y="629945"/>
                </a:lnTo>
                <a:lnTo>
                  <a:pt x="2342969" y="630107"/>
                </a:lnTo>
                <a:lnTo>
                  <a:pt x="2306012" y="630269"/>
                </a:lnTo>
                <a:lnTo>
                  <a:pt x="2269065" y="630412"/>
                </a:lnTo>
                <a:lnTo>
                  <a:pt x="2232108" y="630555"/>
                </a:lnTo>
                <a:lnTo>
                  <a:pt x="2195151" y="630688"/>
                </a:lnTo>
                <a:lnTo>
                  <a:pt x="2158194" y="630812"/>
                </a:lnTo>
                <a:lnTo>
                  <a:pt x="2121246" y="630926"/>
                </a:lnTo>
                <a:lnTo>
                  <a:pt x="2084289" y="631041"/>
                </a:lnTo>
                <a:lnTo>
                  <a:pt x="2047332" y="631146"/>
                </a:lnTo>
                <a:lnTo>
                  <a:pt x="2010375" y="631241"/>
                </a:lnTo>
                <a:lnTo>
                  <a:pt x="1973418" y="631336"/>
                </a:lnTo>
                <a:lnTo>
                  <a:pt x="1936461" y="631431"/>
                </a:lnTo>
                <a:lnTo>
                  <a:pt x="1899514" y="631508"/>
                </a:lnTo>
                <a:lnTo>
                  <a:pt x="1862557" y="631584"/>
                </a:lnTo>
                <a:lnTo>
                  <a:pt x="1825600" y="631660"/>
                </a:lnTo>
                <a:lnTo>
                  <a:pt x="1788643" y="631717"/>
                </a:lnTo>
                <a:lnTo>
                  <a:pt x="1751686" y="631784"/>
                </a:lnTo>
                <a:lnTo>
                  <a:pt x="1714729" y="631841"/>
                </a:lnTo>
                <a:lnTo>
                  <a:pt x="1677781" y="631889"/>
                </a:lnTo>
                <a:lnTo>
                  <a:pt x="1640824" y="631927"/>
                </a:lnTo>
                <a:lnTo>
                  <a:pt x="1603867" y="631974"/>
                </a:lnTo>
                <a:lnTo>
                  <a:pt x="1566910" y="632012"/>
                </a:lnTo>
                <a:lnTo>
                  <a:pt x="1529953" y="632031"/>
                </a:lnTo>
                <a:lnTo>
                  <a:pt x="1492996" y="632060"/>
                </a:lnTo>
                <a:lnTo>
                  <a:pt x="1456049" y="632089"/>
                </a:lnTo>
                <a:lnTo>
                  <a:pt x="1419092" y="632089"/>
                </a:lnTo>
                <a:lnTo>
                  <a:pt x="1382135" y="632098"/>
                </a:lnTo>
                <a:lnTo>
                  <a:pt x="1345178" y="632108"/>
                </a:lnTo>
                <a:lnTo>
                  <a:pt x="1308221" y="632108"/>
                </a:lnTo>
                <a:lnTo>
                  <a:pt x="1271264" y="632089"/>
                </a:lnTo>
                <a:lnTo>
                  <a:pt x="1234307" y="632079"/>
                </a:lnTo>
                <a:lnTo>
                  <a:pt x="1197359" y="632069"/>
                </a:lnTo>
                <a:lnTo>
                  <a:pt x="1160402" y="632031"/>
                </a:lnTo>
                <a:lnTo>
                  <a:pt x="1123445" y="632003"/>
                </a:lnTo>
                <a:lnTo>
                  <a:pt x="1086488" y="631965"/>
                </a:lnTo>
                <a:lnTo>
                  <a:pt x="1049531" y="631917"/>
                </a:lnTo>
                <a:lnTo>
                  <a:pt x="1012574" y="631860"/>
                </a:lnTo>
                <a:lnTo>
                  <a:pt x="975627" y="631803"/>
                </a:lnTo>
                <a:lnTo>
                  <a:pt x="938670" y="631746"/>
                </a:lnTo>
                <a:lnTo>
                  <a:pt x="901713" y="631660"/>
                </a:lnTo>
                <a:lnTo>
                  <a:pt x="864756" y="631584"/>
                </a:lnTo>
                <a:lnTo>
                  <a:pt x="827799" y="631498"/>
                </a:lnTo>
                <a:lnTo>
                  <a:pt x="790842" y="631384"/>
                </a:lnTo>
                <a:lnTo>
                  <a:pt x="753894" y="631279"/>
                </a:lnTo>
                <a:lnTo>
                  <a:pt x="716937" y="631165"/>
                </a:lnTo>
                <a:lnTo>
                  <a:pt x="679980" y="631041"/>
                </a:lnTo>
                <a:lnTo>
                  <a:pt x="643023" y="630898"/>
                </a:lnTo>
                <a:lnTo>
                  <a:pt x="606066" y="630746"/>
                </a:lnTo>
                <a:lnTo>
                  <a:pt x="569119" y="630574"/>
                </a:lnTo>
                <a:lnTo>
                  <a:pt x="532162" y="630393"/>
                </a:lnTo>
                <a:lnTo>
                  <a:pt x="495205" y="630193"/>
                </a:lnTo>
                <a:lnTo>
                  <a:pt x="458257" y="629974"/>
                </a:lnTo>
                <a:lnTo>
                  <a:pt x="421300" y="629736"/>
                </a:lnTo>
                <a:lnTo>
                  <a:pt x="384343" y="629479"/>
                </a:lnTo>
                <a:lnTo>
                  <a:pt x="347396" y="629193"/>
                </a:lnTo>
                <a:lnTo>
                  <a:pt x="310439" y="628879"/>
                </a:lnTo>
                <a:lnTo>
                  <a:pt x="273491" y="628536"/>
                </a:lnTo>
                <a:lnTo>
                  <a:pt x="236544" y="628145"/>
                </a:lnTo>
                <a:lnTo>
                  <a:pt x="199587" y="627707"/>
                </a:lnTo>
                <a:lnTo>
                  <a:pt x="162639" y="627202"/>
                </a:lnTo>
                <a:lnTo>
                  <a:pt x="125701" y="626612"/>
                </a:lnTo>
                <a:lnTo>
                  <a:pt x="88763" y="625878"/>
                </a:lnTo>
                <a:lnTo>
                  <a:pt x="51835" y="624926"/>
                </a:lnTo>
                <a:lnTo>
                  <a:pt x="14964" y="623411"/>
                </a:lnTo>
                <a:lnTo>
                  <a:pt x="6848" y="604485"/>
                </a:lnTo>
                <a:lnTo>
                  <a:pt x="6363" y="581187"/>
                </a:lnTo>
                <a:lnTo>
                  <a:pt x="5877" y="557898"/>
                </a:lnTo>
                <a:lnTo>
                  <a:pt x="5382" y="534610"/>
                </a:lnTo>
                <a:lnTo>
                  <a:pt x="4896" y="511321"/>
                </a:lnTo>
                <a:lnTo>
                  <a:pt x="4401" y="488032"/>
                </a:lnTo>
                <a:lnTo>
                  <a:pt x="3915" y="464734"/>
                </a:lnTo>
                <a:lnTo>
                  <a:pt x="3429" y="441446"/>
                </a:lnTo>
                <a:lnTo>
                  <a:pt x="2934" y="418157"/>
                </a:lnTo>
                <a:lnTo>
                  <a:pt x="2448" y="394868"/>
                </a:lnTo>
                <a:lnTo>
                  <a:pt x="1962" y="371580"/>
                </a:lnTo>
                <a:lnTo>
                  <a:pt x="1467" y="348282"/>
                </a:lnTo>
                <a:lnTo>
                  <a:pt x="981" y="324993"/>
                </a:lnTo>
                <a:lnTo>
                  <a:pt x="486" y="301704"/>
                </a:lnTo>
                <a:lnTo>
                  <a:pt x="0" y="278416"/>
                </a:lnTo>
                <a:lnTo>
                  <a:pt x="13554" y="263176"/>
                </a:lnTo>
                <a:lnTo>
                  <a:pt x="50416" y="261480"/>
                </a:lnTo>
                <a:lnTo>
                  <a:pt x="87306" y="260061"/>
                </a:lnTo>
                <a:lnTo>
                  <a:pt x="124206" y="258870"/>
                </a:lnTo>
                <a:lnTo>
                  <a:pt x="161134" y="257899"/>
                </a:lnTo>
                <a:lnTo>
                  <a:pt x="198072" y="257127"/>
                </a:lnTo>
                <a:lnTo>
                  <a:pt x="235010" y="256518"/>
                </a:lnTo>
                <a:lnTo>
                  <a:pt x="271958" y="256080"/>
                </a:lnTo>
                <a:lnTo>
                  <a:pt x="308915" y="255775"/>
                </a:lnTo>
                <a:lnTo>
                  <a:pt x="345862" y="255603"/>
                </a:lnTo>
                <a:lnTo>
                  <a:pt x="382819" y="255556"/>
                </a:lnTo>
                <a:lnTo>
                  <a:pt x="419776" y="255622"/>
                </a:lnTo>
                <a:lnTo>
                  <a:pt x="456733" y="255794"/>
                </a:lnTo>
                <a:lnTo>
                  <a:pt x="493681" y="256051"/>
                </a:lnTo>
                <a:lnTo>
                  <a:pt x="530638" y="256403"/>
                </a:lnTo>
                <a:lnTo>
                  <a:pt x="567585" y="256842"/>
                </a:lnTo>
                <a:lnTo>
                  <a:pt x="604533" y="257337"/>
                </a:lnTo>
                <a:lnTo>
                  <a:pt x="641480" y="257918"/>
                </a:lnTo>
                <a:lnTo>
                  <a:pt x="678418" y="258556"/>
                </a:lnTo>
                <a:lnTo>
                  <a:pt x="715356" y="259251"/>
                </a:lnTo>
                <a:lnTo>
                  <a:pt x="752294" y="260004"/>
                </a:lnTo>
                <a:lnTo>
                  <a:pt x="789222" y="260814"/>
                </a:lnTo>
                <a:lnTo>
                  <a:pt x="826160" y="261661"/>
                </a:lnTo>
                <a:lnTo>
                  <a:pt x="863089" y="262557"/>
                </a:lnTo>
                <a:lnTo>
                  <a:pt x="900008" y="263490"/>
                </a:lnTo>
                <a:lnTo>
                  <a:pt x="936936" y="264462"/>
                </a:lnTo>
                <a:lnTo>
                  <a:pt x="973855" y="265471"/>
                </a:lnTo>
                <a:lnTo>
                  <a:pt x="1010774" y="266510"/>
                </a:lnTo>
                <a:lnTo>
                  <a:pt x="1047693" y="267567"/>
                </a:lnTo>
                <a:lnTo>
                  <a:pt x="1084612" y="268662"/>
                </a:lnTo>
                <a:lnTo>
                  <a:pt x="1121521" y="269777"/>
                </a:lnTo>
                <a:lnTo>
                  <a:pt x="1158431" y="270910"/>
                </a:lnTo>
                <a:lnTo>
                  <a:pt x="1195340" y="272053"/>
                </a:lnTo>
                <a:lnTo>
                  <a:pt x="1232249" y="273225"/>
                </a:lnTo>
                <a:lnTo>
                  <a:pt x="1269159" y="274396"/>
                </a:lnTo>
                <a:lnTo>
                  <a:pt x="1306068" y="275596"/>
                </a:lnTo>
                <a:lnTo>
                  <a:pt x="1342977" y="276787"/>
                </a:lnTo>
                <a:lnTo>
                  <a:pt x="1379877" y="277997"/>
                </a:lnTo>
                <a:lnTo>
                  <a:pt x="1416787" y="279206"/>
                </a:lnTo>
                <a:lnTo>
                  <a:pt x="1453696" y="280416"/>
                </a:lnTo>
                <a:lnTo>
                  <a:pt x="1490596" y="281616"/>
                </a:lnTo>
                <a:lnTo>
                  <a:pt x="1527505" y="282816"/>
                </a:lnTo>
                <a:lnTo>
                  <a:pt x="1564415" y="284016"/>
                </a:lnTo>
                <a:lnTo>
                  <a:pt x="1601314" y="285217"/>
                </a:lnTo>
                <a:lnTo>
                  <a:pt x="1638224" y="286407"/>
                </a:lnTo>
                <a:lnTo>
                  <a:pt x="1675133" y="287588"/>
                </a:lnTo>
                <a:lnTo>
                  <a:pt x="1712043" y="288741"/>
                </a:lnTo>
                <a:lnTo>
                  <a:pt x="1748952" y="289893"/>
                </a:lnTo>
                <a:lnTo>
                  <a:pt x="1785871" y="291008"/>
                </a:lnTo>
                <a:lnTo>
                  <a:pt x="1822780" y="292122"/>
                </a:lnTo>
                <a:lnTo>
                  <a:pt x="1859699" y="293199"/>
                </a:lnTo>
                <a:lnTo>
                  <a:pt x="1896618" y="294246"/>
                </a:lnTo>
                <a:lnTo>
                  <a:pt x="1933537" y="295275"/>
                </a:lnTo>
                <a:lnTo>
                  <a:pt x="1970456" y="296266"/>
                </a:lnTo>
                <a:lnTo>
                  <a:pt x="2007384" y="297218"/>
                </a:lnTo>
                <a:lnTo>
                  <a:pt x="2044313" y="298133"/>
                </a:lnTo>
                <a:lnTo>
                  <a:pt x="2081241" y="299009"/>
                </a:lnTo>
                <a:lnTo>
                  <a:pt x="2118170" y="299837"/>
                </a:lnTo>
                <a:lnTo>
                  <a:pt x="2155107" y="300619"/>
                </a:lnTo>
                <a:lnTo>
                  <a:pt x="2192045" y="301333"/>
                </a:lnTo>
                <a:lnTo>
                  <a:pt x="2228983" y="302000"/>
                </a:lnTo>
                <a:lnTo>
                  <a:pt x="2265921" y="302600"/>
                </a:lnTo>
                <a:lnTo>
                  <a:pt x="2302869" y="303133"/>
                </a:lnTo>
                <a:lnTo>
                  <a:pt x="2339816" y="303590"/>
                </a:lnTo>
                <a:lnTo>
                  <a:pt x="2376773" y="303971"/>
                </a:lnTo>
                <a:lnTo>
                  <a:pt x="2413721" y="304257"/>
                </a:lnTo>
                <a:lnTo>
                  <a:pt x="2450678" y="304448"/>
                </a:lnTo>
                <a:lnTo>
                  <a:pt x="2487635" y="304543"/>
                </a:lnTo>
                <a:lnTo>
                  <a:pt x="2524592" y="304514"/>
                </a:lnTo>
                <a:lnTo>
                  <a:pt x="2561549" y="304371"/>
                </a:lnTo>
                <a:lnTo>
                  <a:pt x="2598496" y="304086"/>
                </a:lnTo>
                <a:lnTo>
                  <a:pt x="2635444" y="303657"/>
                </a:lnTo>
                <a:lnTo>
                  <a:pt x="2672391" y="303066"/>
                </a:lnTo>
                <a:lnTo>
                  <a:pt x="2709329" y="302295"/>
                </a:lnTo>
                <a:lnTo>
                  <a:pt x="2746248" y="301323"/>
                </a:lnTo>
                <a:lnTo>
                  <a:pt x="2783157" y="300123"/>
                </a:lnTo>
                <a:lnTo>
                  <a:pt x="2820038" y="298675"/>
                </a:lnTo>
                <a:lnTo>
                  <a:pt x="2856890" y="296942"/>
                </a:lnTo>
                <a:lnTo>
                  <a:pt x="2893705" y="294884"/>
                </a:lnTo>
                <a:lnTo>
                  <a:pt x="2930452" y="292456"/>
                </a:lnTo>
                <a:lnTo>
                  <a:pt x="2967133" y="289589"/>
                </a:lnTo>
                <a:lnTo>
                  <a:pt x="3003690" y="286207"/>
                </a:lnTo>
                <a:lnTo>
                  <a:pt x="3040094" y="282207"/>
                </a:lnTo>
                <a:lnTo>
                  <a:pt x="3076270" y="277444"/>
                </a:lnTo>
                <a:lnTo>
                  <a:pt x="3112094" y="271729"/>
                </a:lnTo>
                <a:lnTo>
                  <a:pt x="3147355" y="264776"/>
                </a:lnTo>
                <a:lnTo>
                  <a:pt x="3181683" y="256165"/>
                </a:lnTo>
                <a:lnTo>
                  <a:pt x="3214278" y="245231"/>
                </a:lnTo>
                <a:lnTo>
                  <a:pt x="3243405" y="230972"/>
                </a:lnTo>
                <a:lnTo>
                  <a:pt x="3265180" y="212293"/>
                </a:lnTo>
                <a:lnTo>
                  <a:pt x="3273943" y="189843"/>
                </a:lnTo>
                <a:lnTo>
                  <a:pt x="3298717" y="178165"/>
                </a:lnTo>
                <a:lnTo>
                  <a:pt x="3333493" y="170297"/>
                </a:lnTo>
                <a:lnTo>
                  <a:pt x="3367802" y="161649"/>
                </a:lnTo>
                <a:lnTo>
                  <a:pt x="3401663" y="152324"/>
                </a:lnTo>
                <a:lnTo>
                  <a:pt x="3435086" y="142389"/>
                </a:lnTo>
                <a:lnTo>
                  <a:pt x="3468081" y="131893"/>
                </a:lnTo>
                <a:lnTo>
                  <a:pt x="3500628" y="120853"/>
                </a:lnTo>
                <a:lnTo>
                  <a:pt x="3532718" y="109309"/>
                </a:lnTo>
                <a:lnTo>
                  <a:pt x="3564341" y="97260"/>
                </a:lnTo>
                <a:lnTo>
                  <a:pt x="3595487" y="84725"/>
                </a:lnTo>
                <a:lnTo>
                  <a:pt x="3626148" y="71723"/>
                </a:lnTo>
                <a:lnTo>
                  <a:pt x="3656305" y="58255"/>
                </a:lnTo>
                <a:lnTo>
                  <a:pt x="3685937" y="44339"/>
                </a:lnTo>
                <a:lnTo>
                  <a:pt x="3715036" y="29985"/>
                </a:lnTo>
                <a:lnTo>
                  <a:pt x="3743592" y="15202"/>
                </a:lnTo>
                <a:lnTo>
                  <a:pt x="3771595" y="0"/>
                </a:lnTo>
                <a:close/>
              </a:path>
            </a:pathLst>
          </a:custGeom>
          <a:solidFill xmlns:a="http://schemas.openxmlformats.org/drawingml/2006/main">
            <a:srgbClr val="7F8C9D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" name="note-sheet-paper-1">
            <a:extLst xmlns:a="http://schemas.openxmlformats.org/drawingml/2006/main">
              <a:ext uri="{FF2B5EF4-FFF2-40B4-BE49-F238E27FC236}">
                <a16:creationId xmlns:a16="http://schemas.microsoft.com/office/drawing/2014/main" id="{9D469ABE-2097-4DED-B54F-66222902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60689" y="320026"/>
            <a:ext cx="3771900" cy="2377383"/>
          </a:xfrm>
          <a:custGeom xmlns:a="http://schemas.openxmlformats.org/drawingml/2006/main">
            <a:pathLst>
              <a:path w="3771900" h="2377383">
                <a:moveTo>
                  <a:pt x="0" y="2377383"/>
                </a:moveTo>
                <a:lnTo>
                  <a:pt x="60560" y="2377383"/>
                </a:lnTo>
                <a:lnTo>
                  <a:pt x="121120" y="2377383"/>
                </a:lnTo>
                <a:lnTo>
                  <a:pt x="181689" y="2377383"/>
                </a:lnTo>
                <a:lnTo>
                  <a:pt x="242249" y="2377383"/>
                </a:lnTo>
                <a:lnTo>
                  <a:pt x="302809" y="2377383"/>
                </a:lnTo>
                <a:lnTo>
                  <a:pt x="363369" y="2377383"/>
                </a:lnTo>
                <a:lnTo>
                  <a:pt x="423929" y="2377383"/>
                </a:lnTo>
                <a:lnTo>
                  <a:pt x="484499" y="2377383"/>
                </a:lnTo>
                <a:lnTo>
                  <a:pt x="545059" y="2377383"/>
                </a:lnTo>
                <a:lnTo>
                  <a:pt x="605619" y="2377383"/>
                </a:lnTo>
                <a:lnTo>
                  <a:pt x="666179" y="2377383"/>
                </a:lnTo>
                <a:lnTo>
                  <a:pt x="726738" y="2377383"/>
                </a:lnTo>
                <a:lnTo>
                  <a:pt x="787308" y="2377383"/>
                </a:lnTo>
                <a:lnTo>
                  <a:pt x="847868" y="2377383"/>
                </a:lnTo>
                <a:lnTo>
                  <a:pt x="908428" y="2377383"/>
                </a:lnTo>
                <a:lnTo>
                  <a:pt x="968988" y="2377383"/>
                </a:lnTo>
                <a:lnTo>
                  <a:pt x="1029557" y="2377383"/>
                </a:lnTo>
                <a:lnTo>
                  <a:pt x="1090117" y="2377383"/>
                </a:lnTo>
                <a:lnTo>
                  <a:pt x="1150677" y="2377383"/>
                </a:lnTo>
                <a:lnTo>
                  <a:pt x="1211237" y="2377383"/>
                </a:lnTo>
                <a:lnTo>
                  <a:pt x="1271797" y="2377383"/>
                </a:lnTo>
                <a:lnTo>
                  <a:pt x="1332367" y="2377383"/>
                </a:lnTo>
                <a:lnTo>
                  <a:pt x="1392926" y="2377383"/>
                </a:lnTo>
                <a:lnTo>
                  <a:pt x="1453486" y="2377383"/>
                </a:lnTo>
                <a:lnTo>
                  <a:pt x="1514046" y="2377383"/>
                </a:lnTo>
                <a:lnTo>
                  <a:pt x="1574606" y="2377383"/>
                </a:lnTo>
                <a:lnTo>
                  <a:pt x="1635176" y="2377383"/>
                </a:lnTo>
                <a:lnTo>
                  <a:pt x="1695736" y="2377383"/>
                </a:lnTo>
                <a:lnTo>
                  <a:pt x="1756296" y="2377383"/>
                </a:lnTo>
                <a:lnTo>
                  <a:pt x="1816856" y="2377383"/>
                </a:lnTo>
                <a:lnTo>
                  <a:pt x="1877416" y="2377383"/>
                </a:lnTo>
                <a:lnTo>
                  <a:pt x="1937985" y="2377383"/>
                </a:lnTo>
                <a:lnTo>
                  <a:pt x="1998545" y="2377383"/>
                </a:lnTo>
                <a:lnTo>
                  <a:pt x="2059105" y="2377383"/>
                </a:lnTo>
                <a:lnTo>
                  <a:pt x="2119665" y="2377383"/>
                </a:lnTo>
                <a:lnTo>
                  <a:pt x="2180225" y="2377383"/>
                </a:lnTo>
                <a:lnTo>
                  <a:pt x="2240794" y="2377383"/>
                </a:lnTo>
                <a:lnTo>
                  <a:pt x="2301354" y="2377383"/>
                </a:lnTo>
                <a:lnTo>
                  <a:pt x="2361914" y="2377383"/>
                </a:lnTo>
                <a:lnTo>
                  <a:pt x="2422474" y="2377383"/>
                </a:lnTo>
                <a:lnTo>
                  <a:pt x="2483044" y="2377383"/>
                </a:lnTo>
                <a:lnTo>
                  <a:pt x="2543004" y="2373078"/>
                </a:lnTo>
                <a:lnTo>
                  <a:pt x="2602630" y="2366410"/>
                </a:lnTo>
                <a:lnTo>
                  <a:pt x="2662266" y="2359743"/>
                </a:lnTo>
                <a:lnTo>
                  <a:pt x="2721893" y="2353075"/>
                </a:lnTo>
                <a:lnTo>
                  <a:pt x="2781519" y="2346408"/>
                </a:lnTo>
                <a:lnTo>
                  <a:pt x="2841155" y="2339740"/>
                </a:lnTo>
                <a:lnTo>
                  <a:pt x="2900782" y="2333073"/>
                </a:lnTo>
                <a:lnTo>
                  <a:pt x="2960418" y="2326405"/>
                </a:lnTo>
                <a:lnTo>
                  <a:pt x="3005938" y="2303050"/>
                </a:lnTo>
                <a:lnTo>
                  <a:pt x="3047962" y="2275561"/>
                </a:lnTo>
                <a:lnTo>
                  <a:pt x="3089986" y="2248081"/>
                </a:lnTo>
                <a:lnTo>
                  <a:pt x="3132001" y="2220592"/>
                </a:lnTo>
                <a:lnTo>
                  <a:pt x="3174025" y="2193103"/>
                </a:lnTo>
                <a:lnTo>
                  <a:pt x="3216050" y="2165623"/>
                </a:lnTo>
                <a:lnTo>
                  <a:pt x="3258074" y="2138134"/>
                </a:lnTo>
                <a:lnTo>
                  <a:pt x="3300098" y="2110645"/>
                </a:lnTo>
                <a:lnTo>
                  <a:pt x="3342122" y="2083156"/>
                </a:lnTo>
                <a:lnTo>
                  <a:pt x="3384147" y="2055676"/>
                </a:lnTo>
                <a:lnTo>
                  <a:pt x="3426171" y="2028187"/>
                </a:lnTo>
                <a:lnTo>
                  <a:pt x="3468195" y="2000698"/>
                </a:lnTo>
                <a:lnTo>
                  <a:pt x="3510220" y="1973218"/>
                </a:lnTo>
                <a:lnTo>
                  <a:pt x="3552244" y="1945729"/>
                </a:lnTo>
                <a:lnTo>
                  <a:pt x="3594268" y="1918240"/>
                </a:lnTo>
                <a:lnTo>
                  <a:pt x="3636293" y="1890751"/>
                </a:lnTo>
                <a:lnTo>
                  <a:pt x="3678307" y="1863271"/>
                </a:lnTo>
                <a:lnTo>
                  <a:pt x="3720332" y="1835782"/>
                </a:lnTo>
                <a:lnTo>
                  <a:pt x="3762356" y="1808293"/>
                </a:lnTo>
                <a:lnTo>
                  <a:pt x="3771900" y="1772545"/>
                </a:lnTo>
                <a:lnTo>
                  <a:pt x="3771900" y="1734379"/>
                </a:lnTo>
                <a:lnTo>
                  <a:pt x="3771900" y="1696212"/>
                </a:lnTo>
                <a:lnTo>
                  <a:pt x="3771900" y="1658036"/>
                </a:lnTo>
                <a:lnTo>
                  <a:pt x="3771900" y="1619869"/>
                </a:lnTo>
                <a:lnTo>
                  <a:pt x="3771900" y="1581693"/>
                </a:lnTo>
                <a:lnTo>
                  <a:pt x="3771900" y="1543526"/>
                </a:lnTo>
                <a:lnTo>
                  <a:pt x="3771900" y="1505350"/>
                </a:lnTo>
                <a:lnTo>
                  <a:pt x="3771900" y="1467183"/>
                </a:lnTo>
                <a:lnTo>
                  <a:pt x="3771900" y="1429007"/>
                </a:lnTo>
                <a:lnTo>
                  <a:pt x="3771900" y="1390841"/>
                </a:lnTo>
                <a:lnTo>
                  <a:pt x="3771900" y="1352664"/>
                </a:lnTo>
                <a:lnTo>
                  <a:pt x="3771900" y="1314498"/>
                </a:lnTo>
                <a:lnTo>
                  <a:pt x="3771900" y="1276321"/>
                </a:lnTo>
                <a:lnTo>
                  <a:pt x="3771900" y="1238155"/>
                </a:lnTo>
                <a:lnTo>
                  <a:pt x="3771900" y="1199979"/>
                </a:lnTo>
                <a:lnTo>
                  <a:pt x="3771900" y="1161812"/>
                </a:lnTo>
                <a:lnTo>
                  <a:pt x="3771900" y="1123636"/>
                </a:lnTo>
                <a:lnTo>
                  <a:pt x="3771900" y="1085469"/>
                </a:lnTo>
                <a:lnTo>
                  <a:pt x="3771900" y="1047293"/>
                </a:lnTo>
                <a:lnTo>
                  <a:pt x="3771900" y="1009126"/>
                </a:lnTo>
                <a:lnTo>
                  <a:pt x="3771900" y="970950"/>
                </a:lnTo>
                <a:lnTo>
                  <a:pt x="3771900" y="932783"/>
                </a:lnTo>
                <a:lnTo>
                  <a:pt x="3771900" y="894607"/>
                </a:lnTo>
                <a:lnTo>
                  <a:pt x="3771900" y="856440"/>
                </a:lnTo>
                <a:lnTo>
                  <a:pt x="3771900" y="818264"/>
                </a:lnTo>
                <a:lnTo>
                  <a:pt x="3771900" y="780098"/>
                </a:lnTo>
                <a:lnTo>
                  <a:pt x="3771900" y="741921"/>
                </a:lnTo>
                <a:lnTo>
                  <a:pt x="3771900" y="703755"/>
                </a:lnTo>
                <a:lnTo>
                  <a:pt x="3771900" y="665578"/>
                </a:lnTo>
                <a:lnTo>
                  <a:pt x="3771900" y="627412"/>
                </a:lnTo>
                <a:lnTo>
                  <a:pt x="3771900" y="589236"/>
                </a:lnTo>
                <a:lnTo>
                  <a:pt x="3771900" y="551069"/>
                </a:lnTo>
                <a:lnTo>
                  <a:pt x="3771900" y="512893"/>
                </a:lnTo>
                <a:lnTo>
                  <a:pt x="3771900" y="474726"/>
                </a:lnTo>
                <a:lnTo>
                  <a:pt x="3771900" y="436550"/>
                </a:lnTo>
                <a:lnTo>
                  <a:pt x="3771900" y="398383"/>
                </a:lnTo>
                <a:lnTo>
                  <a:pt x="3771900" y="360207"/>
                </a:lnTo>
                <a:lnTo>
                  <a:pt x="3771900" y="322040"/>
                </a:lnTo>
                <a:lnTo>
                  <a:pt x="3771900" y="283864"/>
                </a:lnTo>
                <a:lnTo>
                  <a:pt x="3771900" y="245697"/>
                </a:lnTo>
                <a:lnTo>
                  <a:pt x="3771900" y="207521"/>
                </a:lnTo>
                <a:lnTo>
                  <a:pt x="3771900" y="169355"/>
                </a:lnTo>
                <a:lnTo>
                  <a:pt x="3771900" y="131178"/>
                </a:lnTo>
                <a:lnTo>
                  <a:pt x="3771900" y="93012"/>
                </a:lnTo>
                <a:lnTo>
                  <a:pt x="3771900" y="54835"/>
                </a:lnTo>
                <a:lnTo>
                  <a:pt x="3771900" y="16669"/>
                </a:lnTo>
                <a:lnTo>
                  <a:pt x="3737781" y="0"/>
                </a:lnTo>
                <a:lnTo>
                  <a:pt x="3677212" y="0"/>
                </a:lnTo>
                <a:lnTo>
                  <a:pt x="3616652" y="0"/>
                </a:lnTo>
                <a:lnTo>
                  <a:pt x="3556092" y="0"/>
                </a:lnTo>
                <a:lnTo>
                  <a:pt x="3495532" y="0"/>
                </a:lnTo>
                <a:lnTo>
                  <a:pt x="3434972" y="0"/>
                </a:lnTo>
                <a:lnTo>
                  <a:pt x="3374403" y="0"/>
                </a:lnTo>
                <a:lnTo>
                  <a:pt x="3313843" y="0"/>
                </a:lnTo>
                <a:lnTo>
                  <a:pt x="3253283" y="0"/>
                </a:lnTo>
                <a:lnTo>
                  <a:pt x="3192723" y="0"/>
                </a:lnTo>
                <a:lnTo>
                  <a:pt x="3132163" y="0"/>
                </a:lnTo>
                <a:lnTo>
                  <a:pt x="3071593" y="0"/>
                </a:lnTo>
                <a:lnTo>
                  <a:pt x="3011033" y="0"/>
                </a:lnTo>
                <a:lnTo>
                  <a:pt x="2950474" y="0"/>
                </a:lnTo>
                <a:lnTo>
                  <a:pt x="2889914" y="0"/>
                </a:lnTo>
                <a:lnTo>
                  <a:pt x="2829354" y="0"/>
                </a:lnTo>
                <a:lnTo>
                  <a:pt x="2768784" y="0"/>
                </a:lnTo>
                <a:lnTo>
                  <a:pt x="2708224" y="0"/>
                </a:lnTo>
                <a:lnTo>
                  <a:pt x="2647664" y="0"/>
                </a:lnTo>
                <a:lnTo>
                  <a:pt x="2587104" y="0"/>
                </a:lnTo>
                <a:lnTo>
                  <a:pt x="2526544" y="0"/>
                </a:lnTo>
                <a:lnTo>
                  <a:pt x="2465975" y="0"/>
                </a:lnTo>
                <a:lnTo>
                  <a:pt x="2405415" y="0"/>
                </a:lnTo>
                <a:lnTo>
                  <a:pt x="2344855" y="0"/>
                </a:lnTo>
                <a:lnTo>
                  <a:pt x="2284295" y="0"/>
                </a:lnTo>
                <a:lnTo>
                  <a:pt x="2223726" y="0"/>
                </a:lnTo>
                <a:lnTo>
                  <a:pt x="2163166" y="0"/>
                </a:lnTo>
                <a:lnTo>
                  <a:pt x="2102606" y="0"/>
                </a:lnTo>
                <a:lnTo>
                  <a:pt x="2042046" y="0"/>
                </a:lnTo>
                <a:lnTo>
                  <a:pt x="1981486" y="0"/>
                </a:lnTo>
                <a:lnTo>
                  <a:pt x="1920926" y="0"/>
                </a:lnTo>
                <a:lnTo>
                  <a:pt x="1860356" y="0"/>
                </a:lnTo>
                <a:lnTo>
                  <a:pt x="1799796" y="0"/>
                </a:lnTo>
                <a:lnTo>
                  <a:pt x="1739236" y="0"/>
                </a:lnTo>
                <a:lnTo>
                  <a:pt x="1678676" y="0"/>
                </a:lnTo>
                <a:lnTo>
                  <a:pt x="1618107" y="0"/>
                </a:lnTo>
                <a:lnTo>
                  <a:pt x="1557547" y="0"/>
                </a:lnTo>
                <a:lnTo>
                  <a:pt x="1496987" y="0"/>
                </a:lnTo>
                <a:lnTo>
                  <a:pt x="1436427" y="0"/>
                </a:lnTo>
                <a:lnTo>
                  <a:pt x="1375867" y="0"/>
                </a:lnTo>
                <a:lnTo>
                  <a:pt x="1315298" y="0"/>
                </a:lnTo>
                <a:lnTo>
                  <a:pt x="1254738" y="0"/>
                </a:lnTo>
                <a:lnTo>
                  <a:pt x="1194178" y="0"/>
                </a:lnTo>
                <a:lnTo>
                  <a:pt x="1133618" y="0"/>
                </a:lnTo>
                <a:lnTo>
                  <a:pt x="1073058" y="0"/>
                </a:lnTo>
                <a:lnTo>
                  <a:pt x="1012488" y="0"/>
                </a:lnTo>
                <a:lnTo>
                  <a:pt x="951929" y="0"/>
                </a:lnTo>
                <a:lnTo>
                  <a:pt x="891369" y="0"/>
                </a:lnTo>
                <a:lnTo>
                  <a:pt x="830809" y="0"/>
                </a:lnTo>
                <a:lnTo>
                  <a:pt x="770249" y="0"/>
                </a:lnTo>
                <a:lnTo>
                  <a:pt x="709679" y="0"/>
                </a:lnTo>
                <a:lnTo>
                  <a:pt x="649119" y="0"/>
                </a:lnTo>
                <a:lnTo>
                  <a:pt x="588559" y="0"/>
                </a:lnTo>
                <a:lnTo>
                  <a:pt x="527999" y="0"/>
                </a:lnTo>
                <a:lnTo>
                  <a:pt x="467439" y="0"/>
                </a:lnTo>
                <a:lnTo>
                  <a:pt x="406870" y="0"/>
                </a:lnTo>
                <a:lnTo>
                  <a:pt x="346310" y="0"/>
                </a:lnTo>
                <a:lnTo>
                  <a:pt x="285750" y="0"/>
                </a:lnTo>
                <a:lnTo>
                  <a:pt x="225190" y="0"/>
                </a:lnTo>
                <a:lnTo>
                  <a:pt x="164621" y="0"/>
                </a:lnTo>
                <a:lnTo>
                  <a:pt x="104061" y="0"/>
                </a:lnTo>
                <a:lnTo>
                  <a:pt x="43501" y="0"/>
                </a:lnTo>
                <a:lnTo>
                  <a:pt x="0" y="10754"/>
                </a:lnTo>
                <a:lnTo>
                  <a:pt x="0" y="48920"/>
                </a:lnTo>
                <a:lnTo>
                  <a:pt x="0" y="87097"/>
                </a:lnTo>
                <a:lnTo>
                  <a:pt x="0" y="125263"/>
                </a:lnTo>
                <a:lnTo>
                  <a:pt x="0" y="163439"/>
                </a:lnTo>
                <a:lnTo>
                  <a:pt x="0" y="201606"/>
                </a:lnTo>
                <a:lnTo>
                  <a:pt x="0" y="239782"/>
                </a:lnTo>
                <a:lnTo>
                  <a:pt x="0" y="277949"/>
                </a:lnTo>
                <a:lnTo>
                  <a:pt x="0" y="316125"/>
                </a:lnTo>
                <a:lnTo>
                  <a:pt x="0" y="354292"/>
                </a:lnTo>
                <a:lnTo>
                  <a:pt x="0" y="392468"/>
                </a:lnTo>
                <a:lnTo>
                  <a:pt x="0" y="430635"/>
                </a:lnTo>
                <a:lnTo>
                  <a:pt x="0" y="468811"/>
                </a:lnTo>
                <a:lnTo>
                  <a:pt x="0" y="506978"/>
                </a:lnTo>
                <a:lnTo>
                  <a:pt x="0" y="545154"/>
                </a:lnTo>
                <a:lnTo>
                  <a:pt x="0" y="583321"/>
                </a:lnTo>
                <a:lnTo>
                  <a:pt x="0" y="621497"/>
                </a:lnTo>
                <a:lnTo>
                  <a:pt x="0" y="659663"/>
                </a:lnTo>
                <a:lnTo>
                  <a:pt x="0" y="697840"/>
                </a:lnTo>
                <a:lnTo>
                  <a:pt x="0" y="736006"/>
                </a:lnTo>
                <a:lnTo>
                  <a:pt x="0" y="774182"/>
                </a:lnTo>
                <a:lnTo>
                  <a:pt x="0" y="812349"/>
                </a:lnTo>
                <a:lnTo>
                  <a:pt x="0" y="850525"/>
                </a:lnTo>
                <a:lnTo>
                  <a:pt x="0" y="888692"/>
                </a:lnTo>
                <a:lnTo>
                  <a:pt x="0" y="926868"/>
                </a:lnTo>
                <a:lnTo>
                  <a:pt x="0" y="965035"/>
                </a:lnTo>
                <a:lnTo>
                  <a:pt x="0" y="1003211"/>
                </a:lnTo>
                <a:lnTo>
                  <a:pt x="0" y="1041378"/>
                </a:lnTo>
                <a:lnTo>
                  <a:pt x="0" y="1079554"/>
                </a:lnTo>
                <a:lnTo>
                  <a:pt x="0" y="1117721"/>
                </a:lnTo>
                <a:lnTo>
                  <a:pt x="0" y="1155897"/>
                </a:lnTo>
                <a:lnTo>
                  <a:pt x="0" y="1194064"/>
                </a:lnTo>
                <a:lnTo>
                  <a:pt x="0" y="1232240"/>
                </a:lnTo>
                <a:lnTo>
                  <a:pt x="0" y="1270406"/>
                </a:lnTo>
                <a:lnTo>
                  <a:pt x="0" y="1308583"/>
                </a:lnTo>
                <a:lnTo>
                  <a:pt x="0" y="1346749"/>
                </a:lnTo>
                <a:lnTo>
                  <a:pt x="0" y="1384925"/>
                </a:lnTo>
                <a:lnTo>
                  <a:pt x="0" y="1423092"/>
                </a:lnTo>
                <a:lnTo>
                  <a:pt x="0" y="1461268"/>
                </a:lnTo>
                <a:lnTo>
                  <a:pt x="0" y="1499435"/>
                </a:lnTo>
                <a:lnTo>
                  <a:pt x="0" y="1537611"/>
                </a:lnTo>
                <a:lnTo>
                  <a:pt x="0" y="1575778"/>
                </a:lnTo>
                <a:lnTo>
                  <a:pt x="0" y="1613954"/>
                </a:lnTo>
                <a:lnTo>
                  <a:pt x="0" y="1652121"/>
                </a:lnTo>
                <a:lnTo>
                  <a:pt x="0" y="1690297"/>
                </a:lnTo>
                <a:lnTo>
                  <a:pt x="0" y="1728464"/>
                </a:lnTo>
                <a:lnTo>
                  <a:pt x="0" y="1766640"/>
                </a:lnTo>
                <a:lnTo>
                  <a:pt x="0" y="1804807"/>
                </a:lnTo>
                <a:lnTo>
                  <a:pt x="0" y="1842983"/>
                </a:lnTo>
                <a:lnTo>
                  <a:pt x="0" y="1881149"/>
                </a:lnTo>
                <a:lnTo>
                  <a:pt x="0" y="1919326"/>
                </a:lnTo>
                <a:lnTo>
                  <a:pt x="0" y="1957492"/>
                </a:lnTo>
                <a:lnTo>
                  <a:pt x="0" y="1995668"/>
                </a:lnTo>
                <a:lnTo>
                  <a:pt x="0" y="2033835"/>
                </a:lnTo>
                <a:lnTo>
                  <a:pt x="0" y="2072011"/>
                </a:lnTo>
                <a:lnTo>
                  <a:pt x="0" y="2110178"/>
                </a:lnTo>
                <a:lnTo>
                  <a:pt x="0" y="2148354"/>
                </a:lnTo>
                <a:lnTo>
                  <a:pt x="0" y="2186521"/>
                </a:lnTo>
                <a:lnTo>
                  <a:pt x="0" y="2224697"/>
                </a:lnTo>
                <a:lnTo>
                  <a:pt x="0" y="2262864"/>
                </a:lnTo>
                <a:lnTo>
                  <a:pt x="0" y="2301040"/>
                </a:lnTo>
                <a:lnTo>
                  <a:pt x="0" y="2339207"/>
                </a:lnTo>
                <a:lnTo>
                  <a:pt x="0" y="237738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E6EC"/>
            </a:solidFill>
            <a:prstDash val="solid"/>
          </a:ln>
        </p:spPr>
      </p:sp>
      <p:sp>
        <p:nvSpPr>
          <p:cNvPr id="7" name="note-sheet-header-1">
            <a:extLst xmlns:a="http://schemas.openxmlformats.org/drawingml/2006/main">
              <a:ext uri="{FF2B5EF4-FFF2-40B4-BE49-F238E27FC236}">
                <a16:creationId xmlns:a16="http://schemas.microsoft.com/office/drawing/2014/main" id="{4301A205-E02C-4144-8ACE-30A1B266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60689" y="320026"/>
            <a:ext cx="3771900" cy="4089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CA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note-sheet-fold-1">
            <a:extLst xmlns:a="http://schemas.openxmlformats.org/drawingml/2006/main">
              <a:ext uri="{FF2B5EF4-FFF2-40B4-BE49-F238E27FC236}">
                <a16:creationId xmlns:a16="http://schemas.microsoft.com/office/drawing/2014/main" id="{A3626AE2-1623-4D0A-A980-F0072F7B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42911" y="2122080"/>
            <a:ext cx="1389688" cy="575767"/>
          </a:xfrm>
          <a:custGeom xmlns:a="http://schemas.openxmlformats.org/drawingml/2006/main">
            <a:pathLst>
              <a:path w="1389688" h="575767">
                <a:moveTo>
                  <a:pt x="1389688" y="0"/>
                </a:moveTo>
                <a:lnTo>
                  <a:pt x="1388031" y="9554"/>
                </a:lnTo>
                <a:lnTo>
                  <a:pt x="1385859" y="19060"/>
                </a:lnTo>
                <a:lnTo>
                  <a:pt x="1383325" y="28537"/>
                </a:lnTo>
                <a:lnTo>
                  <a:pt x="1380468" y="37967"/>
                </a:lnTo>
                <a:lnTo>
                  <a:pt x="1377325" y="47368"/>
                </a:lnTo>
                <a:lnTo>
                  <a:pt x="1373905" y="56731"/>
                </a:lnTo>
                <a:lnTo>
                  <a:pt x="1370228" y="66056"/>
                </a:lnTo>
                <a:lnTo>
                  <a:pt x="1366304" y="75343"/>
                </a:lnTo>
                <a:lnTo>
                  <a:pt x="1362142" y="84582"/>
                </a:lnTo>
                <a:lnTo>
                  <a:pt x="1357732" y="93783"/>
                </a:lnTo>
                <a:lnTo>
                  <a:pt x="1353093" y="102937"/>
                </a:lnTo>
                <a:lnTo>
                  <a:pt x="1348226" y="112043"/>
                </a:lnTo>
                <a:lnTo>
                  <a:pt x="1343139" y="121091"/>
                </a:lnTo>
                <a:lnTo>
                  <a:pt x="1337824" y="130102"/>
                </a:lnTo>
                <a:lnTo>
                  <a:pt x="1332290" y="139055"/>
                </a:lnTo>
                <a:lnTo>
                  <a:pt x="1326547" y="147952"/>
                </a:lnTo>
                <a:lnTo>
                  <a:pt x="1320575" y="156791"/>
                </a:lnTo>
                <a:lnTo>
                  <a:pt x="1314393" y="165573"/>
                </a:lnTo>
                <a:lnTo>
                  <a:pt x="1308002" y="174298"/>
                </a:lnTo>
                <a:lnTo>
                  <a:pt x="1301401" y="182956"/>
                </a:lnTo>
                <a:lnTo>
                  <a:pt x="1294581" y="191548"/>
                </a:lnTo>
                <a:lnTo>
                  <a:pt x="1287570" y="200073"/>
                </a:lnTo>
                <a:lnTo>
                  <a:pt x="1280331" y="208531"/>
                </a:lnTo>
                <a:lnTo>
                  <a:pt x="1272902" y="216922"/>
                </a:lnTo>
                <a:lnTo>
                  <a:pt x="1265263" y="225238"/>
                </a:lnTo>
                <a:lnTo>
                  <a:pt x="1257433" y="233477"/>
                </a:lnTo>
                <a:lnTo>
                  <a:pt x="1249394" y="241640"/>
                </a:lnTo>
                <a:lnTo>
                  <a:pt x="1241155" y="249726"/>
                </a:lnTo>
                <a:lnTo>
                  <a:pt x="1232725" y="257727"/>
                </a:lnTo>
                <a:lnTo>
                  <a:pt x="1224096" y="265652"/>
                </a:lnTo>
                <a:lnTo>
                  <a:pt x="1215276" y="273482"/>
                </a:lnTo>
                <a:lnTo>
                  <a:pt x="1206265" y="281235"/>
                </a:lnTo>
                <a:lnTo>
                  <a:pt x="1197064" y="288893"/>
                </a:lnTo>
                <a:lnTo>
                  <a:pt x="1187682" y="296466"/>
                </a:lnTo>
                <a:lnTo>
                  <a:pt x="1178109" y="303943"/>
                </a:lnTo>
                <a:lnTo>
                  <a:pt x="1168356" y="311325"/>
                </a:lnTo>
                <a:lnTo>
                  <a:pt x="1158421" y="318611"/>
                </a:lnTo>
                <a:lnTo>
                  <a:pt x="1148305" y="325803"/>
                </a:lnTo>
                <a:lnTo>
                  <a:pt x="1138028" y="332889"/>
                </a:lnTo>
                <a:lnTo>
                  <a:pt x="1127570" y="339881"/>
                </a:lnTo>
                <a:lnTo>
                  <a:pt x="1116949" y="346777"/>
                </a:lnTo>
                <a:lnTo>
                  <a:pt x="1106157" y="353558"/>
                </a:lnTo>
                <a:lnTo>
                  <a:pt x="1095204" y="360245"/>
                </a:lnTo>
                <a:lnTo>
                  <a:pt x="1084097" y="366817"/>
                </a:lnTo>
                <a:lnTo>
                  <a:pt x="1072829" y="373294"/>
                </a:lnTo>
                <a:lnTo>
                  <a:pt x="1061409" y="379657"/>
                </a:lnTo>
                <a:lnTo>
                  <a:pt x="1049836" y="385915"/>
                </a:lnTo>
                <a:lnTo>
                  <a:pt x="1038120" y="392059"/>
                </a:lnTo>
                <a:lnTo>
                  <a:pt x="1026262" y="398097"/>
                </a:lnTo>
                <a:lnTo>
                  <a:pt x="1014270" y="404022"/>
                </a:lnTo>
                <a:lnTo>
                  <a:pt x="1002135" y="409842"/>
                </a:lnTo>
                <a:lnTo>
                  <a:pt x="989876" y="415547"/>
                </a:lnTo>
                <a:lnTo>
                  <a:pt x="977475" y="421138"/>
                </a:lnTo>
                <a:lnTo>
                  <a:pt x="964959" y="426625"/>
                </a:lnTo>
                <a:lnTo>
                  <a:pt x="952319" y="431987"/>
                </a:lnTo>
                <a:lnTo>
                  <a:pt x="939565" y="437255"/>
                </a:lnTo>
                <a:lnTo>
                  <a:pt x="926697" y="442398"/>
                </a:lnTo>
                <a:lnTo>
                  <a:pt x="913714" y="447437"/>
                </a:lnTo>
                <a:lnTo>
                  <a:pt x="900617" y="452352"/>
                </a:lnTo>
                <a:lnTo>
                  <a:pt x="887425" y="457171"/>
                </a:lnTo>
                <a:lnTo>
                  <a:pt x="874138" y="461867"/>
                </a:lnTo>
                <a:lnTo>
                  <a:pt x="860746" y="466458"/>
                </a:lnTo>
                <a:lnTo>
                  <a:pt x="847258" y="470945"/>
                </a:lnTo>
                <a:lnTo>
                  <a:pt x="833685" y="475317"/>
                </a:lnTo>
                <a:lnTo>
                  <a:pt x="820026" y="479574"/>
                </a:lnTo>
                <a:lnTo>
                  <a:pt x="806282" y="483727"/>
                </a:lnTo>
                <a:lnTo>
                  <a:pt x="792451" y="487775"/>
                </a:lnTo>
                <a:lnTo>
                  <a:pt x="778554" y="491719"/>
                </a:lnTo>
                <a:lnTo>
                  <a:pt x="764572" y="495548"/>
                </a:lnTo>
                <a:lnTo>
                  <a:pt x="750522" y="499281"/>
                </a:lnTo>
                <a:lnTo>
                  <a:pt x="736406" y="502901"/>
                </a:lnTo>
                <a:lnTo>
                  <a:pt x="722224" y="506425"/>
                </a:lnTo>
                <a:lnTo>
                  <a:pt x="707984" y="509845"/>
                </a:lnTo>
                <a:lnTo>
                  <a:pt x="693677" y="513159"/>
                </a:lnTo>
                <a:lnTo>
                  <a:pt x="679313" y="516379"/>
                </a:lnTo>
                <a:lnTo>
                  <a:pt x="664893" y="519494"/>
                </a:lnTo>
                <a:lnTo>
                  <a:pt x="650424" y="522513"/>
                </a:lnTo>
                <a:lnTo>
                  <a:pt x="635908" y="525437"/>
                </a:lnTo>
                <a:lnTo>
                  <a:pt x="621335" y="528266"/>
                </a:lnTo>
                <a:lnTo>
                  <a:pt x="606723" y="531000"/>
                </a:lnTo>
                <a:lnTo>
                  <a:pt x="592064" y="533638"/>
                </a:lnTo>
                <a:lnTo>
                  <a:pt x="577367" y="536181"/>
                </a:lnTo>
                <a:lnTo>
                  <a:pt x="562632" y="538639"/>
                </a:lnTo>
                <a:lnTo>
                  <a:pt x="547849" y="541001"/>
                </a:lnTo>
                <a:lnTo>
                  <a:pt x="533048" y="543277"/>
                </a:lnTo>
                <a:lnTo>
                  <a:pt x="518198" y="545468"/>
                </a:lnTo>
                <a:lnTo>
                  <a:pt x="503330" y="547564"/>
                </a:lnTo>
                <a:lnTo>
                  <a:pt x="488423" y="549583"/>
                </a:lnTo>
                <a:lnTo>
                  <a:pt x="473488" y="551507"/>
                </a:lnTo>
                <a:lnTo>
                  <a:pt x="458534" y="553355"/>
                </a:lnTo>
                <a:lnTo>
                  <a:pt x="443551" y="555127"/>
                </a:lnTo>
                <a:lnTo>
                  <a:pt x="428539" y="556803"/>
                </a:lnTo>
                <a:lnTo>
                  <a:pt x="413509" y="558413"/>
                </a:lnTo>
                <a:lnTo>
                  <a:pt x="398459" y="559937"/>
                </a:lnTo>
                <a:lnTo>
                  <a:pt x="383391" y="561384"/>
                </a:lnTo>
                <a:lnTo>
                  <a:pt x="368303" y="562756"/>
                </a:lnTo>
                <a:lnTo>
                  <a:pt x="353197" y="564051"/>
                </a:lnTo>
                <a:lnTo>
                  <a:pt x="338080" y="565280"/>
                </a:lnTo>
                <a:lnTo>
                  <a:pt x="322945" y="566423"/>
                </a:lnTo>
                <a:lnTo>
                  <a:pt x="307800" y="567500"/>
                </a:lnTo>
                <a:lnTo>
                  <a:pt x="292637" y="568509"/>
                </a:lnTo>
                <a:lnTo>
                  <a:pt x="277473" y="569443"/>
                </a:lnTo>
                <a:lnTo>
                  <a:pt x="262290" y="570319"/>
                </a:lnTo>
                <a:lnTo>
                  <a:pt x="247098" y="571109"/>
                </a:lnTo>
                <a:lnTo>
                  <a:pt x="231896" y="571843"/>
                </a:lnTo>
                <a:lnTo>
                  <a:pt x="216694" y="572510"/>
                </a:lnTo>
                <a:lnTo>
                  <a:pt x="201482" y="573119"/>
                </a:lnTo>
                <a:lnTo>
                  <a:pt x="186261" y="573653"/>
                </a:lnTo>
                <a:lnTo>
                  <a:pt x="171040" y="574129"/>
                </a:lnTo>
                <a:lnTo>
                  <a:pt x="155810" y="574538"/>
                </a:lnTo>
                <a:lnTo>
                  <a:pt x="140570" y="574891"/>
                </a:lnTo>
                <a:lnTo>
                  <a:pt x="125339" y="575186"/>
                </a:lnTo>
                <a:lnTo>
                  <a:pt x="110099" y="575415"/>
                </a:lnTo>
                <a:lnTo>
                  <a:pt x="94859" y="575586"/>
                </a:lnTo>
                <a:lnTo>
                  <a:pt x="79619" y="575701"/>
                </a:lnTo>
                <a:lnTo>
                  <a:pt x="64370" y="575767"/>
                </a:lnTo>
                <a:lnTo>
                  <a:pt x="49130" y="575767"/>
                </a:lnTo>
                <a:lnTo>
                  <a:pt x="33890" y="575710"/>
                </a:lnTo>
                <a:lnTo>
                  <a:pt x="18640" y="575605"/>
                </a:lnTo>
                <a:lnTo>
                  <a:pt x="3400" y="575453"/>
                </a:lnTo>
                <a:lnTo>
                  <a:pt x="0" y="575291"/>
                </a:lnTo>
                <a:lnTo>
                  <a:pt x="15240" y="575053"/>
                </a:lnTo>
                <a:lnTo>
                  <a:pt x="30470" y="574653"/>
                </a:lnTo>
                <a:lnTo>
                  <a:pt x="45691" y="574129"/>
                </a:lnTo>
                <a:lnTo>
                  <a:pt x="60893" y="573491"/>
                </a:lnTo>
                <a:lnTo>
                  <a:pt x="76095" y="572729"/>
                </a:lnTo>
                <a:lnTo>
                  <a:pt x="91278" y="571881"/>
                </a:lnTo>
                <a:lnTo>
                  <a:pt x="106442" y="570909"/>
                </a:lnTo>
                <a:lnTo>
                  <a:pt x="121596" y="569852"/>
                </a:lnTo>
                <a:lnTo>
                  <a:pt x="136722" y="568690"/>
                </a:lnTo>
                <a:lnTo>
                  <a:pt x="151838" y="567423"/>
                </a:lnTo>
                <a:lnTo>
                  <a:pt x="166926" y="566061"/>
                </a:lnTo>
                <a:lnTo>
                  <a:pt x="181985" y="564594"/>
                </a:lnTo>
                <a:lnTo>
                  <a:pt x="197025" y="563023"/>
                </a:lnTo>
                <a:lnTo>
                  <a:pt x="212036" y="561356"/>
                </a:lnTo>
                <a:lnTo>
                  <a:pt x="227019" y="559575"/>
                </a:lnTo>
                <a:lnTo>
                  <a:pt x="241964" y="557698"/>
                </a:lnTo>
                <a:lnTo>
                  <a:pt x="256880" y="555698"/>
                </a:lnTo>
                <a:lnTo>
                  <a:pt x="271748" y="553593"/>
                </a:lnTo>
                <a:lnTo>
                  <a:pt x="286579" y="551383"/>
                </a:lnTo>
                <a:lnTo>
                  <a:pt x="301371" y="549050"/>
                </a:lnTo>
                <a:lnTo>
                  <a:pt x="316116" y="546602"/>
                </a:lnTo>
                <a:lnTo>
                  <a:pt x="330803" y="544030"/>
                </a:lnTo>
                <a:lnTo>
                  <a:pt x="345434" y="541344"/>
                </a:lnTo>
                <a:lnTo>
                  <a:pt x="360007" y="538524"/>
                </a:lnTo>
                <a:lnTo>
                  <a:pt x="374513" y="535572"/>
                </a:lnTo>
                <a:lnTo>
                  <a:pt x="388953" y="532495"/>
                </a:lnTo>
                <a:lnTo>
                  <a:pt x="403308" y="529276"/>
                </a:lnTo>
                <a:lnTo>
                  <a:pt x="417595" y="525913"/>
                </a:lnTo>
                <a:lnTo>
                  <a:pt x="431787" y="522418"/>
                </a:lnTo>
                <a:lnTo>
                  <a:pt x="445894" y="518770"/>
                </a:lnTo>
                <a:lnTo>
                  <a:pt x="459886" y="514969"/>
                </a:lnTo>
                <a:lnTo>
                  <a:pt x="473783" y="511007"/>
                </a:lnTo>
                <a:lnTo>
                  <a:pt x="487556" y="506892"/>
                </a:lnTo>
                <a:lnTo>
                  <a:pt x="501196" y="502615"/>
                </a:lnTo>
                <a:lnTo>
                  <a:pt x="514712" y="498158"/>
                </a:lnTo>
                <a:lnTo>
                  <a:pt x="528076" y="493538"/>
                </a:lnTo>
                <a:lnTo>
                  <a:pt x="541277" y="488747"/>
                </a:lnTo>
                <a:lnTo>
                  <a:pt x="554317" y="483765"/>
                </a:lnTo>
                <a:lnTo>
                  <a:pt x="567166" y="478603"/>
                </a:lnTo>
                <a:lnTo>
                  <a:pt x="579825" y="473250"/>
                </a:lnTo>
                <a:lnTo>
                  <a:pt x="592274" y="467697"/>
                </a:lnTo>
                <a:lnTo>
                  <a:pt x="604495" y="461963"/>
                </a:lnTo>
                <a:lnTo>
                  <a:pt x="616477" y="456019"/>
                </a:lnTo>
                <a:lnTo>
                  <a:pt x="628202" y="449875"/>
                </a:lnTo>
                <a:lnTo>
                  <a:pt x="639651" y="443532"/>
                </a:lnTo>
                <a:lnTo>
                  <a:pt x="650805" y="436988"/>
                </a:lnTo>
                <a:lnTo>
                  <a:pt x="661654" y="430244"/>
                </a:lnTo>
                <a:lnTo>
                  <a:pt x="672170" y="423291"/>
                </a:lnTo>
                <a:lnTo>
                  <a:pt x="682342" y="416128"/>
                </a:lnTo>
                <a:lnTo>
                  <a:pt x="692153" y="408775"/>
                </a:lnTo>
                <a:lnTo>
                  <a:pt x="701573" y="401231"/>
                </a:lnTo>
                <a:lnTo>
                  <a:pt x="710603" y="393487"/>
                </a:lnTo>
                <a:lnTo>
                  <a:pt x="719223" y="385562"/>
                </a:lnTo>
                <a:lnTo>
                  <a:pt x="727405" y="377457"/>
                </a:lnTo>
                <a:lnTo>
                  <a:pt x="735149" y="369179"/>
                </a:lnTo>
                <a:lnTo>
                  <a:pt x="742436" y="360740"/>
                </a:lnTo>
                <a:lnTo>
                  <a:pt x="749265" y="352158"/>
                </a:lnTo>
                <a:lnTo>
                  <a:pt x="755618" y="343424"/>
                </a:lnTo>
                <a:lnTo>
                  <a:pt x="761495" y="334556"/>
                </a:lnTo>
                <a:lnTo>
                  <a:pt x="766886" y="325574"/>
                </a:lnTo>
                <a:lnTo>
                  <a:pt x="771811" y="316478"/>
                </a:lnTo>
                <a:lnTo>
                  <a:pt x="776240" y="307286"/>
                </a:lnTo>
                <a:lnTo>
                  <a:pt x="780202" y="298009"/>
                </a:lnTo>
                <a:lnTo>
                  <a:pt x="783698" y="288655"/>
                </a:lnTo>
                <a:lnTo>
                  <a:pt x="786717" y="279244"/>
                </a:lnTo>
                <a:lnTo>
                  <a:pt x="789289" y="269777"/>
                </a:lnTo>
                <a:lnTo>
                  <a:pt x="791413" y="260261"/>
                </a:lnTo>
                <a:lnTo>
                  <a:pt x="793109" y="250708"/>
                </a:lnTo>
                <a:lnTo>
                  <a:pt x="794366" y="241135"/>
                </a:lnTo>
                <a:lnTo>
                  <a:pt x="795223" y="231543"/>
                </a:lnTo>
                <a:lnTo>
                  <a:pt x="795680" y="221942"/>
                </a:lnTo>
                <a:lnTo>
                  <a:pt x="795747" y="212331"/>
                </a:lnTo>
                <a:lnTo>
                  <a:pt x="795442" y="202730"/>
                </a:lnTo>
                <a:lnTo>
                  <a:pt x="794785" y="193129"/>
                </a:lnTo>
                <a:lnTo>
                  <a:pt x="793785" y="183547"/>
                </a:lnTo>
                <a:lnTo>
                  <a:pt x="807891" y="181194"/>
                </a:lnTo>
                <a:lnTo>
                  <a:pt x="822741" y="179041"/>
                </a:lnTo>
                <a:lnTo>
                  <a:pt x="837543" y="176755"/>
                </a:lnTo>
                <a:lnTo>
                  <a:pt x="852307" y="174346"/>
                </a:lnTo>
                <a:lnTo>
                  <a:pt x="867013" y="171831"/>
                </a:lnTo>
                <a:lnTo>
                  <a:pt x="881682" y="169212"/>
                </a:lnTo>
                <a:lnTo>
                  <a:pt x="896303" y="166497"/>
                </a:lnTo>
                <a:lnTo>
                  <a:pt x="910885" y="163687"/>
                </a:lnTo>
                <a:lnTo>
                  <a:pt x="925411" y="160792"/>
                </a:lnTo>
                <a:lnTo>
                  <a:pt x="939898" y="157791"/>
                </a:lnTo>
                <a:lnTo>
                  <a:pt x="954338" y="154705"/>
                </a:lnTo>
                <a:lnTo>
                  <a:pt x="968721" y="151533"/>
                </a:lnTo>
                <a:lnTo>
                  <a:pt x="983056" y="148276"/>
                </a:lnTo>
                <a:lnTo>
                  <a:pt x="997344" y="144923"/>
                </a:lnTo>
                <a:lnTo>
                  <a:pt x="1011574" y="141484"/>
                </a:lnTo>
                <a:lnTo>
                  <a:pt x="1025757" y="137951"/>
                </a:lnTo>
                <a:lnTo>
                  <a:pt x="1039873" y="134331"/>
                </a:lnTo>
                <a:lnTo>
                  <a:pt x="1053941" y="130626"/>
                </a:lnTo>
                <a:lnTo>
                  <a:pt x="1067943" y="126825"/>
                </a:lnTo>
                <a:lnTo>
                  <a:pt x="1081878" y="122939"/>
                </a:lnTo>
                <a:lnTo>
                  <a:pt x="1095756" y="118958"/>
                </a:lnTo>
                <a:lnTo>
                  <a:pt x="1109558" y="114881"/>
                </a:lnTo>
                <a:lnTo>
                  <a:pt x="1123293" y="110719"/>
                </a:lnTo>
                <a:lnTo>
                  <a:pt x="1136961" y="106461"/>
                </a:lnTo>
                <a:lnTo>
                  <a:pt x="1150544" y="102108"/>
                </a:lnTo>
                <a:lnTo>
                  <a:pt x="1164060" y="97660"/>
                </a:lnTo>
                <a:lnTo>
                  <a:pt x="1177490" y="93116"/>
                </a:lnTo>
                <a:lnTo>
                  <a:pt x="1190825" y="88468"/>
                </a:lnTo>
                <a:lnTo>
                  <a:pt x="1204084" y="83725"/>
                </a:lnTo>
                <a:lnTo>
                  <a:pt x="1217247" y="78886"/>
                </a:lnTo>
                <a:lnTo>
                  <a:pt x="1230325" y="73943"/>
                </a:lnTo>
                <a:lnTo>
                  <a:pt x="1243298" y="68894"/>
                </a:lnTo>
                <a:lnTo>
                  <a:pt x="1256167" y="63751"/>
                </a:lnTo>
                <a:lnTo>
                  <a:pt x="1268930" y="58493"/>
                </a:lnTo>
                <a:lnTo>
                  <a:pt x="1281579" y="53140"/>
                </a:lnTo>
                <a:lnTo>
                  <a:pt x="1294114" y="47673"/>
                </a:lnTo>
                <a:lnTo>
                  <a:pt x="1306535" y="42101"/>
                </a:lnTo>
                <a:lnTo>
                  <a:pt x="1318832" y="36424"/>
                </a:lnTo>
                <a:lnTo>
                  <a:pt x="1330995" y="30632"/>
                </a:lnTo>
                <a:lnTo>
                  <a:pt x="1343025" y="24727"/>
                </a:lnTo>
                <a:lnTo>
                  <a:pt x="1354912" y="18717"/>
                </a:lnTo>
                <a:lnTo>
                  <a:pt x="1366657" y="12592"/>
                </a:lnTo>
                <a:lnTo>
                  <a:pt x="1378248" y="6353"/>
                </a:lnTo>
                <a:lnTo>
                  <a:pt x="1389688" y="0"/>
                </a:lnTo>
                <a:close/>
              </a:path>
            </a:pathLst>
          </a:custGeom>
          <a:solidFill xmlns:a="http://schemas.openxmlformats.org/drawingml/2006/main">
            <a:srgbClr val="EEF2F7"/>
          </a:solidFill>
          <a:ln xmlns:a="http://schemas.openxmlformats.org/drawingml/2006/main" w="22860">
            <a:solidFill>
              <a:srgbClr val="C8D1DC"/>
            </a:solidFill>
            <a:prstDash val="solid"/>
          </a:ln>
        </p:spPr>
      </p:sp>
      <p:sp>
        <p:nvSpPr>
          <p:cNvPr id="9" name="note-sheet-shadow-2">
            <a:extLst xmlns:a="http://schemas.openxmlformats.org/drawingml/2006/main">
              <a:ext uri="{FF2B5EF4-FFF2-40B4-BE49-F238E27FC236}">
                <a16:creationId xmlns:a16="http://schemas.microsoft.com/office/drawing/2014/main" id="{1C6C9BE8-B817-462E-8DFA-E5583CAF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0521" y="4673379"/>
            <a:ext cx="3772757" cy="632108"/>
          </a:xfrm>
          <a:custGeom xmlns:a="http://schemas.openxmlformats.org/drawingml/2006/main">
            <a:pathLst>
              <a:path w="3772757" h="632108">
                <a:moveTo>
                  <a:pt x="3771595" y="0"/>
                </a:moveTo>
                <a:lnTo>
                  <a:pt x="3772757" y="23279"/>
                </a:lnTo>
                <a:lnTo>
                  <a:pt x="3772243" y="46568"/>
                </a:lnTo>
                <a:lnTo>
                  <a:pt x="3770414" y="69828"/>
                </a:lnTo>
                <a:lnTo>
                  <a:pt x="3767376" y="93040"/>
                </a:lnTo>
                <a:lnTo>
                  <a:pt x="3763166" y="116186"/>
                </a:lnTo>
                <a:lnTo>
                  <a:pt x="3757793" y="139227"/>
                </a:lnTo>
                <a:lnTo>
                  <a:pt x="3751259" y="162154"/>
                </a:lnTo>
                <a:lnTo>
                  <a:pt x="3743544" y="184928"/>
                </a:lnTo>
                <a:lnTo>
                  <a:pt x="3734638" y="207531"/>
                </a:lnTo>
                <a:lnTo>
                  <a:pt x="3724504" y="229934"/>
                </a:lnTo>
                <a:lnTo>
                  <a:pt x="3713112" y="252089"/>
                </a:lnTo>
                <a:lnTo>
                  <a:pt x="3700453" y="273968"/>
                </a:lnTo>
                <a:lnTo>
                  <a:pt x="3686489" y="295532"/>
                </a:lnTo>
                <a:lnTo>
                  <a:pt x="3671211" y="316744"/>
                </a:lnTo>
                <a:lnTo>
                  <a:pt x="3654571" y="337537"/>
                </a:lnTo>
                <a:lnTo>
                  <a:pt x="3636578" y="357883"/>
                </a:lnTo>
                <a:lnTo>
                  <a:pt x="3617214" y="377723"/>
                </a:lnTo>
                <a:lnTo>
                  <a:pt x="3596488" y="397002"/>
                </a:lnTo>
                <a:lnTo>
                  <a:pt x="3574399" y="415671"/>
                </a:lnTo>
                <a:lnTo>
                  <a:pt x="3550977" y="433683"/>
                </a:lnTo>
                <a:lnTo>
                  <a:pt x="3526250" y="450990"/>
                </a:lnTo>
                <a:lnTo>
                  <a:pt x="3500266" y="467554"/>
                </a:lnTo>
                <a:lnTo>
                  <a:pt x="3473072" y="483318"/>
                </a:lnTo>
                <a:lnTo>
                  <a:pt x="3444726" y="498262"/>
                </a:lnTo>
                <a:lnTo>
                  <a:pt x="3415313" y="512359"/>
                </a:lnTo>
                <a:lnTo>
                  <a:pt x="3384899" y="525590"/>
                </a:lnTo>
                <a:lnTo>
                  <a:pt x="3353572" y="537943"/>
                </a:lnTo>
                <a:lnTo>
                  <a:pt x="3321406" y="549402"/>
                </a:lnTo>
                <a:lnTo>
                  <a:pt x="3288487" y="559984"/>
                </a:lnTo>
                <a:lnTo>
                  <a:pt x="3254902" y="569700"/>
                </a:lnTo>
                <a:lnTo>
                  <a:pt x="3220726" y="578558"/>
                </a:lnTo>
                <a:lnTo>
                  <a:pt x="3186027" y="586578"/>
                </a:lnTo>
                <a:lnTo>
                  <a:pt x="3150889" y="593789"/>
                </a:lnTo>
                <a:lnTo>
                  <a:pt x="3115370" y="600218"/>
                </a:lnTo>
                <a:lnTo>
                  <a:pt x="3079528" y="605885"/>
                </a:lnTo>
                <a:lnTo>
                  <a:pt x="3043418" y="610819"/>
                </a:lnTo>
                <a:lnTo>
                  <a:pt x="3007081" y="615067"/>
                </a:lnTo>
                <a:lnTo>
                  <a:pt x="2970562" y="618639"/>
                </a:lnTo>
                <a:lnTo>
                  <a:pt x="2933900" y="621573"/>
                </a:lnTo>
                <a:lnTo>
                  <a:pt x="2897134" y="623907"/>
                </a:lnTo>
                <a:lnTo>
                  <a:pt x="2860281" y="625650"/>
                </a:lnTo>
                <a:lnTo>
                  <a:pt x="2823353" y="626478"/>
                </a:lnTo>
                <a:lnTo>
                  <a:pt x="2786405" y="627021"/>
                </a:lnTo>
                <a:lnTo>
                  <a:pt x="2749458" y="627459"/>
                </a:lnTo>
                <a:lnTo>
                  <a:pt x="2712510" y="627821"/>
                </a:lnTo>
                <a:lnTo>
                  <a:pt x="2675553" y="628145"/>
                </a:lnTo>
                <a:lnTo>
                  <a:pt x="2638606" y="628440"/>
                </a:lnTo>
                <a:lnTo>
                  <a:pt x="2601649" y="628707"/>
                </a:lnTo>
                <a:lnTo>
                  <a:pt x="2564702" y="628955"/>
                </a:lnTo>
                <a:lnTo>
                  <a:pt x="2527745" y="629174"/>
                </a:lnTo>
                <a:lnTo>
                  <a:pt x="2490788" y="629393"/>
                </a:lnTo>
                <a:lnTo>
                  <a:pt x="2453831" y="629583"/>
                </a:lnTo>
                <a:lnTo>
                  <a:pt x="2416883" y="629774"/>
                </a:lnTo>
                <a:lnTo>
                  <a:pt x="2379926" y="629945"/>
                </a:lnTo>
                <a:lnTo>
                  <a:pt x="2342969" y="630107"/>
                </a:lnTo>
                <a:lnTo>
                  <a:pt x="2306012" y="630269"/>
                </a:lnTo>
                <a:lnTo>
                  <a:pt x="2269065" y="630412"/>
                </a:lnTo>
                <a:lnTo>
                  <a:pt x="2232108" y="630555"/>
                </a:lnTo>
                <a:lnTo>
                  <a:pt x="2195151" y="630688"/>
                </a:lnTo>
                <a:lnTo>
                  <a:pt x="2158194" y="630812"/>
                </a:lnTo>
                <a:lnTo>
                  <a:pt x="2121246" y="630926"/>
                </a:lnTo>
                <a:lnTo>
                  <a:pt x="2084289" y="631041"/>
                </a:lnTo>
                <a:lnTo>
                  <a:pt x="2047332" y="631146"/>
                </a:lnTo>
                <a:lnTo>
                  <a:pt x="2010375" y="631241"/>
                </a:lnTo>
                <a:lnTo>
                  <a:pt x="1973418" y="631336"/>
                </a:lnTo>
                <a:lnTo>
                  <a:pt x="1936461" y="631431"/>
                </a:lnTo>
                <a:lnTo>
                  <a:pt x="1899514" y="631508"/>
                </a:lnTo>
                <a:lnTo>
                  <a:pt x="1862557" y="631584"/>
                </a:lnTo>
                <a:lnTo>
                  <a:pt x="1825600" y="631660"/>
                </a:lnTo>
                <a:lnTo>
                  <a:pt x="1788643" y="631717"/>
                </a:lnTo>
                <a:lnTo>
                  <a:pt x="1751686" y="631784"/>
                </a:lnTo>
                <a:lnTo>
                  <a:pt x="1714729" y="631841"/>
                </a:lnTo>
                <a:lnTo>
                  <a:pt x="1677781" y="631889"/>
                </a:lnTo>
                <a:lnTo>
                  <a:pt x="1640824" y="631927"/>
                </a:lnTo>
                <a:lnTo>
                  <a:pt x="1603867" y="631974"/>
                </a:lnTo>
                <a:lnTo>
                  <a:pt x="1566910" y="632012"/>
                </a:lnTo>
                <a:lnTo>
                  <a:pt x="1529953" y="632031"/>
                </a:lnTo>
                <a:lnTo>
                  <a:pt x="1492996" y="632060"/>
                </a:lnTo>
                <a:lnTo>
                  <a:pt x="1456049" y="632089"/>
                </a:lnTo>
                <a:lnTo>
                  <a:pt x="1419092" y="632089"/>
                </a:lnTo>
                <a:lnTo>
                  <a:pt x="1382135" y="632098"/>
                </a:lnTo>
                <a:lnTo>
                  <a:pt x="1345178" y="632108"/>
                </a:lnTo>
                <a:lnTo>
                  <a:pt x="1308221" y="632108"/>
                </a:lnTo>
                <a:lnTo>
                  <a:pt x="1271264" y="632089"/>
                </a:lnTo>
                <a:lnTo>
                  <a:pt x="1234307" y="632079"/>
                </a:lnTo>
                <a:lnTo>
                  <a:pt x="1197359" y="632069"/>
                </a:lnTo>
                <a:lnTo>
                  <a:pt x="1160402" y="632031"/>
                </a:lnTo>
                <a:lnTo>
                  <a:pt x="1123445" y="632003"/>
                </a:lnTo>
                <a:lnTo>
                  <a:pt x="1086488" y="631965"/>
                </a:lnTo>
                <a:lnTo>
                  <a:pt x="1049531" y="631917"/>
                </a:lnTo>
                <a:lnTo>
                  <a:pt x="1012574" y="631860"/>
                </a:lnTo>
                <a:lnTo>
                  <a:pt x="975627" y="631803"/>
                </a:lnTo>
                <a:lnTo>
                  <a:pt x="938670" y="631746"/>
                </a:lnTo>
                <a:lnTo>
                  <a:pt x="901713" y="631660"/>
                </a:lnTo>
                <a:lnTo>
                  <a:pt x="864756" y="631584"/>
                </a:lnTo>
                <a:lnTo>
                  <a:pt x="827799" y="631498"/>
                </a:lnTo>
                <a:lnTo>
                  <a:pt x="790842" y="631384"/>
                </a:lnTo>
                <a:lnTo>
                  <a:pt x="753894" y="631279"/>
                </a:lnTo>
                <a:lnTo>
                  <a:pt x="716937" y="631165"/>
                </a:lnTo>
                <a:lnTo>
                  <a:pt x="679980" y="631041"/>
                </a:lnTo>
                <a:lnTo>
                  <a:pt x="643023" y="630898"/>
                </a:lnTo>
                <a:lnTo>
                  <a:pt x="606066" y="630746"/>
                </a:lnTo>
                <a:lnTo>
                  <a:pt x="569119" y="630574"/>
                </a:lnTo>
                <a:lnTo>
                  <a:pt x="532162" y="630393"/>
                </a:lnTo>
                <a:lnTo>
                  <a:pt x="495205" y="630193"/>
                </a:lnTo>
                <a:lnTo>
                  <a:pt x="458257" y="629974"/>
                </a:lnTo>
                <a:lnTo>
                  <a:pt x="421300" y="629736"/>
                </a:lnTo>
                <a:lnTo>
                  <a:pt x="384343" y="629479"/>
                </a:lnTo>
                <a:lnTo>
                  <a:pt x="347396" y="629193"/>
                </a:lnTo>
                <a:lnTo>
                  <a:pt x="310439" y="628879"/>
                </a:lnTo>
                <a:lnTo>
                  <a:pt x="273491" y="628536"/>
                </a:lnTo>
                <a:lnTo>
                  <a:pt x="236544" y="628145"/>
                </a:lnTo>
                <a:lnTo>
                  <a:pt x="199587" y="627707"/>
                </a:lnTo>
                <a:lnTo>
                  <a:pt x="162639" y="627202"/>
                </a:lnTo>
                <a:lnTo>
                  <a:pt x="125701" y="626612"/>
                </a:lnTo>
                <a:lnTo>
                  <a:pt x="88763" y="625878"/>
                </a:lnTo>
                <a:lnTo>
                  <a:pt x="51835" y="624926"/>
                </a:lnTo>
                <a:lnTo>
                  <a:pt x="14964" y="623411"/>
                </a:lnTo>
                <a:lnTo>
                  <a:pt x="6848" y="604485"/>
                </a:lnTo>
                <a:lnTo>
                  <a:pt x="6363" y="581187"/>
                </a:lnTo>
                <a:lnTo>
                  <a:pt x="5877" y="557898"/>
                </a:lnTo>
                <a:lnTo>
                  <a:pt x="5382" y="534610"/>
                </a:lnTo>
                <a:lnTo>
                  <a:pt x="4896" y="511321"/>
                </a:lnTo>
                <a:lnTo>
                  <a:pt x="4401" y="488032"/>
                </a:lnTo>
                <a:lnTo>
                  <a:pt x="3915" y="464734"/>
                </a:lnTo>
                <a:lnTo>
                  <a:pt x="3429" y="441446"/>
                </a:lnTo>
                <a:lnTo>
                  <a:pt x="2934" y="418157"/>
                </a:lnTo>
                <a:lnTo>
                  <a:pt x="2448" y="394868"/>
                </a:lnTo>
                <a:lnTo>
                  <a:pt x="1962" y="371580"/>
                </a:lnTo>
                <a:lnTo>
                  <a:pt x="1467" y="348282"/>
                </a:lnTo>
                <a:lnTo>
                  <a:pt x="981" y="324993"/>
                </a:lnTo>
                <a:lnTo>
                  <a:pt x="486" y="301704"/>
                </a:lnTo>
                <a:lnTo>
                  <a:pt x="0" y="278416"/>
                </a:lnTo>
                <a:lnTo>
                  <a:pt x="13554" y="263176"/>
                </a:lnTo>
                <a:lnTo>
                  <a:pt x="50416" y="261480"/>
                </a:lnTo>
                <a:lnTo>
                  <a:pt x="87306" y="260061"/>
                </a:lnTo>
                <a:lnTo>
                  <a:pt x="124206" y="258870"/>
                </a:lnTo>
                <a:lnTo>
                  <a:pt x="161134" y="257899"/>
                </a:lnTo>
                <a:lnTo>
                  <a:pt x="198072" y="257127"/>
                </a:lnTo>
                <a:lnTo>
                  <a:pt x="235010" y="256518"/>
                </a:lnTo>
                <a:lnTo>
                  <a:pt x="271958" y="256080"/>
                </a:lnTo>
                <a:lnTo>
                  <a:pt x="308915" y="255775"/>
                </a:lnTo>
                <a:lnTo>
                  <a:pt x="345862" y="255603"/>
                </a:lnTo>
                <a:lnTo>
                  <a:pt x="382819" y="255556"/>
                </a:lnTo>
                <a:lnTo>
                  <a:pt x="419776" y="255622"/>
                </a:lnTo>
                <a:lnTo>
                  <a:pt x="456733" y="255794"/>
                </a:lnTo>
                <a:lnTo>
                  <a:pt x="493681" y="256051"/>
                </a:lnTo>
                <a:lnTo>
                  <a:pt x="530638" y="256403"/>
                </a:lnTo>
                <a:lnTo>
                  <a:pt x="567585" y="256842"/>
                </a:lnTo>
                <a:lnTo>
                  <a:pt x="604533" y="257337"/>
                </a:lnTo>
                <a:lnTo>
                  <a:pt x="641480" y="257918"/>
                </a:lnTo>
                <a:lnTo>
                  <a:pt x="678418" y="258556"/>
                </a:lnTo>
                <a:lnTo>
                  <a:pt x="715356" y="259251"/>
                </a:lnTo>
                <a:lnTo>
                  <a:pt x="752294" y="260004"/>
                </a:lnTo>
                <a:lnTo>
                  <a:pt x="789222" y="260814"/>
                </a:lnTo>
                <a:lnTo>
                  <a:pt x="826160" y="261661"/>
                </a:lnTo>
                <a:lnTo>
                  <a:pt x="863089" y="262557"/>
                </a:lnTo>
                <a:lnTo>
                  <a:pt x="900008" y="263490"/>
                </a:lnTo>
                <a:lnTo>
                  <a:pt x="936936" y="264462"/>
                </a:lnTo>
                <a:lnTo>
                  <a:pt x="973855" y="265471"/>
                </a:lnTo>
                <a:lnTo>
                  <a:pt x="1010774" y="266510"/>
                </a:lnTo>
                <a:lnTo>
                  <a:pt x="1047693" y="267567"/>
                </a:lnTo>
                <a:lnTo>
                  <a:pt x="1084612" y="268662"/>
                </a:lnTo>
                <a:lnTo>
                  <a:pt x="1121521" y="269777"/>
                </a:lnTo>
                <a:lnTo>
                  <a:pt x="1158431" y="270910"/>
                </a:lnTo>
                <a:lnTo>
                  <a:pt x="1195340" y="272053"/>
                </a:lnTo>
                <a:lnTo>
                  <a:pt x="1232249" y="273225"/>
                </a:lnTo>
                <a:lnTo>
                  <a:pt x="1269159" y="274396"/>
                </a:lnTo>
                <a:lnTo>
                  <a:pt x="1306068" y="275596"/>
                </a:lnTo>
                <a:lnTo>
                  <a:pt x="1342977" y="276787"/>
                </a:lnTo>
                <a:lnTo>
                  <a:pt x="1379877" y="277997"/>
                </a:lnTo>
                <a:lnTo>
                  <a:pt x="1416787" y="279206"/>
                </a:lnTo>
                <a:lnTo>
                  <a:pt x="1453696" y="280416"/>
                </a:lnTo>
                <a:lnTo>
                  <a:pt x="1490596" y="281616"/>
                </a:lnTo>
                <a:lnTo>
                  <a:pt x="1527505" y="282816"/>
                </a:lnTo>
                <a:lnTo>
                  <a:pt x="1564415" y="284016"/>
                </a:lnTo>
                <a:lnTo>
                  <a:pt x="1601314" y="285217"/>
                </a:lnTo>
                <a:lnTo>
                  <a:pt x="1638224" y="286407"/>
                </a:lnTo>
                <a:lnTo>
                  <a:pt x="1675133" y="287588"/>
                </a:lnTo>
                <a:lnTo>
                  <a:pt x="1712043" y="288741"/>
                </a:lnTo>
                <a:lnTo>
                  <a:pt x="1748952" y="289893"/>
                </a:lnTo>
                <a:lnTo>
                  <a:pt x="1785871" y="291008"/>
                </a:lnTo>
                <a:lnTo>
                  <a:pt x="1822780" y="292122"/>
                </a:lnTo>
                <a:lnTo>
                  <a:pt x="1859699" y="293199"/>
                </a:lnTo>
                <a:lnTo>
                  <a:pt x="1896618" y="294246"/>
                </a:lnTo>
                <a:lnTo>
                  <a:pt x="1933537" y="295275"/>
                </a:lnTo>
                <a:lnTo>
                  <a:pt x="1970456" y="296266"/>
                </a:lnTo>
                <a:lnTo>
                  <a:pt x="2007384" y="297218"/>
                </a:lnTo>
                <a:lnTo>
                  <a:pt x="2044313" y="298133"/>
                </a:lnTo>
                <a:lnTo>
                  <a:pt x="2081241" y="299009"/>
                </a:lnTo>
                <a:lnTo>
                  <a:pt x="2118170" y="299837"/>
                </a:lnTo>
                <a:lnTo>
                  <a:pt x="2155107" y="300619"/>
                </a:lnTo>
                <a:lnTo>
                  <a:pt x="2192045" y="301333"/>
                </a:lnTo>
                <a:lnTo>
                  <a:pt x="2228983" y="302000"/>
                </a:lnTo>
                <a:lnTo>
                  <a:pt x="2265921" y="302600"/>
                </a:lnTo>
                <a:lnTo>
                  <a:pt x="2302869" y="303133"/>
                </a:lnTo>
                <a:lnTo>
                  <a:pt x="2339816" y="303590"/>
                </a:lnTo>
                <a:lnTo>
                  <a:pt x="2376773" y="303971"/>
                </a:lnTo>
                <a:lnTo>
                  <a:pt x="2413721" y="304257"/>
                </a:lnTo>
                <a:lnTo>
                  <a:pt x="2450678" y="304448"/>
                </a:lnTo>
                <a:lnTo>
                  <a:pt x="2487635" y="304543"/>
                </a:lnTo>
                <a:lnTo>
                  <a:pt x="2524592" y="304514"/>
                </a:lnTo>
                <a:lnTo>
                  <a:pt x="2561549" y="304371"/>
                </a:lnTo>
                <a:lnTo>
                  <a:pt x="2598496" y="304086"/>
                </a:lnTo>
                <a:lnTo>
                  <a:pt x="2635444" y="303657"/>
                </a:lnTo>
                <a:lnTo>
                  <a:pt x="2672391" y="303066"/>
                </a:lnTo>
                <a:lnTo>
                  <a:pt x="2709329" y="302295"/>
                </a:lnTo>
                <a:lnTo>
                  <a:pt x="2746248" y="301323"/>
                </a:lnTo>
                <a:lnTo>
                  <a:pt x="2783157" y="300123"/>
                </a:lnTo>
                <a:lnTo>
                  <a:pt x="2820038" y="298675"/>
                </a:lnTo>
                <a:lnTo>
                  <a:pt x="2856890" y="296942"/>
                </a:lnTo>
                <a:lnTo>
                  <a:pt x="2893705" y="294884"/>
                </a:lnTo>
                <a:lnTo>
                  <a:pt x="2930452" y="292456"/>
                </a:lnTo>
                <a:lnTo>
                  <a:pt x="2967133" y="289589"/>
                </a:lnTo>
                <a:lnTo>
                  <a:pt x="3003690" y="286207"/>
                </a:lnTo>
                <a:lnTo>
                  <a:pt x="3040094" y="282207"/>
                </a:lnTo>
                <a:lnTo>
                  <a:pt x="3076270" y="277444"/>
                </a:lnTo>
                <a:lnTo>
                  <a:pt x="3112094" y="271729"/>
                </a:lnTo>
                <a:lnTo>
                  <a:pt x="3147355" y="264776"/>
                </a:lnTo>
                <a:lnTo>
                  <a:pt x="3181683" y="256165"/>
                </a:lnTo>
                <a:lnTo>
                  <a:pt x="3214278" y="245231"/>
                </a:lnTo>
                <a:lnTo>
                  <a:pt x="3243405" y="230972"/>
                </a:lnTo>
                <a:lnTo>
                  <a:pt x="3265180" y="212293"/>
                </a:lnTo>
                <a:lnTo>
                  <a:pt x="3273943" y="189843"/>
                </a:lnTo>
                <a:lnTo>
                  <a:pt x="3298717" y="178165"/>
                </a:lnTo>
                <a:lnTo>
                  <a:pt x="3333493" y="170297"/>
                </a:lnTo>
                <a:lnTo>
                  <a:pt x="3367802" y="161649"/>
                </a:lnTo>
                <a:lnTo>
                  <a:pt x="3401663" y="152324"/>
                </a:lnTo>
                <a:lnTo>
                  <a:pt x="3435086" y="142389"/>
                </a:lnTo>
                <a:lnTo>
                  <a:pt x="3468081" y="131893"/>
                </a:lnTo>
                <a:lnTo>
                  <a:pt x="3500628" y="120853"/>
                </a:lnTo>
                <a:lnTo>
                  <a:pt x="3532718" y="109309"/>
                </a:lnTo>
                <a:lnTo>
                  <a:pt x="3564341" y="97260"/>
                </a:lnTo>
                <a:lnTo>
                  <a:pt x="3595487" y="84725"/>
                </a:lnTo>
                <a:lnTo>
                  <a:pt x="3626148" y="71723"/>
                </a:lnTo>
                <a:lnTo>
                  <a:pt x="3656305" y="58255"/>
                </a:lnTo>
                <a:lnTo>
                  <a:pt x="3685937" y="44339"/>
                </a:lnTo>
                <a:lnTo>
                  <a:pt x="3715036" y="29985"/>
                </a:lnTo>
                <a:lnTo>
                  <a:pt x="3743592" y="15202"/>
                </a:lnTo>
                <a:lnTo>
                  <a:pt x="3771595" y="0"/>
                </a:lnTo>
                <a:close/>
              </a:path>
            </a:pathLst>
          </a:custGeom>
          <a:solidFill xmlns:a="http://schemas.openxmlformats.org/drawingml/2006/main">
            <a:srgbClr val="7F8C9D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note-sheet-paper-2">
            <a:extLst xmlns:a="http://schemas.openxmlformats.org/drawingml/2006/main">
              <a:ext uri="{FF2B5EF4-FFF2-40B4-BE49-F238E27FC236}">
                <a16:creationId xmlns:a16="http://schemas.microsoft.com/office/drawing/2014/main" id="{F5B7EDB4-88BC-4EB3-A222-97021C20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0216" y="2926009"/>
            <a:ext cx="3771900" cy="2377383"/>
          </a:xfrm>
          <a:custGeom xmlns:a="http://schemas.openxmlformats.org/drawingml/2006/main">
            <a:pathLst>
              <a:path w="3771900" h="2377383">
                <a:moveTo>
                  <a:pt x="0" y="2377383"/>
                </a:moveTo>
                <a:lnTo>
                  <a:pt x="60560" y="2377383"/>
                </a:lnTo>
                <a:lnTo>
                  <a:pt x="121120" y="2377383"/>
                </a:lnTo>
                <a:lnTo>
                  <a:pt x="181689" y="2377383"/>
                </a:lnTo>
                <a:lnTo>
                  <a:pt x="242249" y="2377383"/>
                </a:lnTo>
                <a:lnTo>
                  <a:pt x="302809" y="2377383"/>
                </a:lnTo>
                <a:lnTo>
                  <a:pt x="363369" y="2377383"/>
                </a:lnTo>
                <a:lnTo>
                  <a:pt x="423929" y="2377383"/>
                </a:lnTo>
                <a:lnTo>
                  <a:pt x="484499" y="2377383"/>
                </a:lnTo>
                <a:lnTo>
                  <a:pt x="545059" y="2377383"/>
                </a:lnTo>
                <a:lnTo>
                  <a:pt x="605619" y="2377383"/>
                </a:lnTo>
                <a:lnTo>
                  <a:pt x="666179" y="2377383"/>
                </a:lnTo>
                <a:lnTo>
                  <a:pt x="726738" y="2377383"/>
                </a:lnTo>
                <a:lnTo>
                  <a:pt x="787308" y="2377383"/>
                </a:lnTo>
                <a:lnTo>
                  <a:pt x="847868" y="2377383"/>
                </a:lnTo>
                <a:lnTo>
                  <a:pt x="908428" y="2377383"/>
                </a:lnTo>
                <a:lnTo>
                  <a:pt x="968988" y="2377383"/>
                </a:lnTo>
                <a:lnTo>
                  <a:pt x="1029557" y="2377383"/>
                </a:lnTo>
                <a:lnTo>
                  <a:pt x="1090117" y="2377383"/>
                </a:lnTo>
                <a:lnTo>
                  <a:pt x="1150677" y="2377383"/>
                </a:lnTo>
                <a:lnTo>
                  <a:pt x="1211237" y="2377383"/>
                </a:lnTo>
                <a:lnTo>
                  <a:pt x="1271797" y="2377383"/>
                </a:lnTo>
                <a:lnTo>
                  <a:pt x="1332367" y="2377383"/>
                </a:lnTo>
                <a:lnTo>
                  <a:pt x="1392926" y="2377383"/>
                </a:lnTo>
                <a:lnTo>
                  <a:pt x="1453486" y="2377383"/>
                </a:lnTo>
                <a:lnTo>
                  <a:pt x="1514046" y="2377383"/>
                </a:lnTo>
                <a:lnTo>
                  <a:pt x="1574606" y="2377383"/>
                </a:lnTo>
                <a:lnTo>
                  <a:pt x="1635176" y="2377383"/>
                </a:lnTo>
                <a:lnTo>
                  <a:pt x="1695736" y="2377383"/>
                </a:lnTo>
                <a:lnTo>
                  <a:pt x="1756296" y="2377383"/>
                </a:lnTo>
                <a:lnTo>
                  <a:pt x="1816856" y="2377383"/>
                </a:lnTo>
                <a:lnTo>
                  <a:pt x="1877416" y="2377383"/>
                </a:lnTo>
                <a:lnTo>
                  <a:pt x="1937985" y="2377383"/>
                </a:lnTo>
                <a:lnTo>
                  <a:pt x="1998545" y="2377383"/>
                </a:lnTo>
                <a:lnTo>
                  <a:pt x="2059105" y="2377383"/>
                </a:lnTo>
                <a:lnTo>
                  <a:pt x="2119665" y="2377383"/>
                </a:lnTo>
                <a:lnTo>
                  <a:pt x="2180225" y="2377383"/>
                </a:lnTo>
                <a:lnTo>
                  <a:pt x="2240794" y="2377383"/>
                </a:lnTo>
                <a:lnTo>
                  <a:pt x="2301354" y="2377383"/>
                </a:lnTo>
                <a:lnTo>
                  <a:pt x="2361914" y="2377383"/>
                </a:lnTo>
                <a:lnTo>
                  <a:pt x="2422474" y="2377383"/>
                </a:lnTo>
                <a:lnTo>
                  <a:pt x="2483044" y="2377383"/>
                </a:lnTo>
                <a:lnTo>
                  <a:pt x="2543004" y="2373078"/>
                </a:lnTo>
                <a:lnTo>
                  <a:pt x="2602630" y="2366410"/>
                </a:lnTo>
                <a:lnTo>
                  <a:pt x="2662266" y="2359743"/>
                </a:lnTo>
                <a:lnTo>
                  <a:pt x="2721893" y="2353075"/>
                </a:lnTo>
                <a:lnTo>
                  <a:pt x="2781519" y="2346408"/>
                </a:lnTo>
                <a:lnTo>
                  <a:pt x="2841155" y="2339740"/>
                </a:lnTo>
                <a:lnTo>
                  <a:pt x="2900782" y="2333073"/>
                </a:lnTo>
                <a:lnTo>
                  <a:pt x="2960418" y="2326405"/>
                </a:lnTo>
                <a:lnTo>
                  <a:pt x="3005938" y="2303050"/>
                </a:lnTo>
                <a:lnTo>
                  <a:pt x="3047962" y="2275561"/>
                </a:lnTo>
                <a:lnTo>
                  <a:pt x="3089986" y="2248081"/>
                </a:lnTo>
                <a:lnTo>
                  <a:pt x="3132001" y="2220592"/>
                </a:lnTo>
                <a:lnTo>
                  <a:pt x="3174025" y="2193103"/>
                </a:lnTo>
                <a:lnTo>
                  <a:pt x="3216050" y="2165623"/>
                </a:lnTo>
                <a:lnTo>
                  <a:pt x="3258074" y="2138134"/>
                </a:lnTo>
                <a:lnTo>
                  <a:pt x="3300098" y="2110645"/>
                </a:lnTo>
                <a:lnTo>
                  <a:pt x="3342122" y="2083156"/>
                </a:lnTo>
                <a:lnTo>
                  <a:pt x="3384147" y="2055676"/>
                </a:lnTo>
                <a:lnTo>
                  <a:pt x="3426171" y="2028187"/>
                </a:lnTo>
                <a:lnTo>
                  <a:pt x="3468195" y="2000698"/>
                </a:lnTo>
                <a:lnTo>
                  <a:pt x="3510220" y="1973218"/>
                </a:lnTo>
                <a:lnTo>
                  <a:pt x="3552244" y="1945729"/>
                </a:lnTo>
                <a:lnTo>
                  <a:pt x="3594268" y="1918240"/>
                </a:lnTo>
                <a:lnTo>
                  <a:pt x="3636293" y="1890751"/>
                </a:lnTo>
                <a:lnTo>
                  <a:pt x="3678307" y="1863271"/>
                </a:lnTo>
                <a:lnTo>
                  <a:pt x="3720332" y="1835782"/>
                </a:lnTo>
                <a:lnTo>
                  <a:pt x="3762356" y="1808293"/>
                </a:lnTo>
                <a:lnTo>
                  <a:pt x="3771900" y="1772545"/>
                </a:lnTo>
                <a:lnTo>
                  <a:pt x="3771900" y="1734379"/>
                </a:lnTo>
                <a:lnTo>
                  <a:pt x="3771900" y="1696212"/>
                </a:lnTo>
                <a:lnTo>
                  <a:pt x="3771900" y="1658036"/>
                </a:lnTo>
                <a:lnTo>
                  <a:pt x="3771900" y="1619869"/>
                </a:lnTo>
                <a:lnTo>
                  <a:pt x="3771900" y="1581693"/>
                </a:lnTo>
                <a:lnTo>
                  <a:pt x="3771900" y="1543526"/>
                </a:lnTo>
                <a:lnTo>
                  <a:pt x="3771900" y="1505350"/>
                </a:lnTo>
                <a:lnTo>
                  <a:pt x="3771900" y="1467183"/>
                </a:lnTo>
                <a:lnTo>
                  <a:pt x="3771900" y="1429007"/>
                </a:lnTo>
                <a:lnTo>
                  <a:pt x="3771900" y="1390841"/>
                </a:lnTo>
                <a:lnTo>
                  <a:pt x="3771900" y="1352664"/>
                </a:lnTo>
                <a:lnTo>
                  <a:pt x="3771900" y="1314498"/>
                </a:lnTo>
                <a:lnTo>
                  <a:pt x="3771900" y="1276321"/>
                </a:lnTo>
                <a:lnTo>
                  <a:pt x="3771900" y="1238155"/>
                </a:lnTo>
                <a:lnTo>
                  <a:pt x="3771900" y="1199979"/>
                </a:lnTo>
                <a:lnTo>
                  <a:pt x="3771900" y="1161812"/>
                </a:lnTo>
                <a:lnTo>
                  <a:pt x="3771900" y="1123636"/>
                </a:lnTo>
                <a:lnTo>
                  <a:pt x="3771900" y="1085469"/>
                </a:lnTo>
                <a:lnTo>
                  <a:pt x="3771900" y="1047293"/>
                </a:lnTo>
                <a:lnTo>
                  <a:pt x="3771900" y="1009126"/>
                </a:lnTo>
                <a:lnTo>
                  <a:pt x="3771900" y="970950"/>
                </a:lnTo>
                <a:lnTo>
                  <a:pt x="3771900" y="932783"/>
                </a:lnTo>
                <a:lnTo>
                  <a:pt x="3771900" y="894607"/>
                </a:lnTo>
                <a:lnTo>
                  <a:pt x="3771900" y="856440"/>
                </a:lnTo>
                <a:lnTo>
                  <a:pt x="3771900" y="818264"/>
                </a:lnTo>
                <a:lnTo>
                  <a:pt x="3771900" y="780098"/>
                </a:lnTo>
                <a:lnTo>
                  <a:pt x="3771900" y="741921"/>
                </a:lnTo>
                <a:lnTo>
                  <a:pt x="3771900" y="703755"/>
                </a:lnTo>
                <a:lnTo>
                  <a:pt x="3771900" y="665578"/>
                </a:lnTo>
                <a:lnTo>
                  <a:pt x="3771900" y="627412"/>
                </a:lnTo>
                <a:lnTo>
                  <a:pt x="3771900" y="589236"/>
                </a:lnTo>
                <a:lnTo>
                  <a:pt x="3771900" y="551069"/>
                </a:lnTo>
                <a:lnTo>
                  <a:pt x="3771900" y="512893"/>
                </a:lnTo>
                <a:lnTo>
                  <a:pt x="3771900" y="474726"/>
                </a:lnTo>
                <a:lnTo>
                  <a:pt x="3771900" y="436550"/>
                </a:lnTo>
                <a:lnTo>
                  <a:pt x="3771900" y="398383"/>
                </a:lnTo>
                <a:lnTo>
                  <a:pt x="3771900" y="360207"/>
                </a:lnTo>
                <a:lnTo>
                  <a:pt x="3771900" y="322040"/>
                </a:lnTo>
                <a:lnTo>
                  <a:pt x="3771900" y="283864"/>
                </a:lnTo>
                <a:lnTo>
                  <a:pt x="3771900" y="245697"/>
                </a:lnTo>
                <a:lnTo>
                  <a:pt x="3771900" y="207521"/>
                </a:lnTo>
                <a:lnTo>
                  <a:pt x="3771900" y="169355"/>
                </a:lnTo>
                <a:lnTo>
                  <a:pt x="3771900" y="131178"/>
                </a:lnTo>
                <a:lnTo>
                  <a:pt x="3771900" y="93012"/>
                </a:lnTo>
                <a:lnTo>
                  <a:pt x="3771900" y="54835"/>
                </a:lnTo>
                <a:lnTo>
                  <a:pt x="3771900" y="16669"/>
                </a:lnTo>
                <a:lnTo>
                  <a:pt x="3737781" y="0"/>
                </a:lnTo>
                <a:lnTo>
                  <a:pt x="3677212" y="0"/>
                </a:lnTo>
                <a:lnTo>
                  <a:pt x="3616652" y="0"/>
                </a:lnTo>
                <a:lnTo>
                  <a:pt x="3556092" y="0"/>
                </a:lnTo>
                <a:lnTo>
                  <a:pt x="3495532" y="0"/>
                </a:lnTo>
                <a:lnTo>
                  <a:pt x="3434972" y="0"/>
                </a:lnTo>
                <a:lnTo>
                  <a:pt x="3374403" y="0"/>
                </a:lnTo>
                <a:lnTo>
                  <a:pt x="3313843" y="0"/>
                </a:lnTo>
                <a:lnTo>
                  <a:pt x="3253283" y="0"/>
                </a:lnTo>
                <a:lnTo>
                  <a:pt x="3192723" y="0"/>
                </a:lnTo>
                <a:lnTo>
                  <a:pt x="3132163" y="0"/>
                </a:lnTo>
                <a:lnTo>
                  <a:pt x="3071593" y="0"/>
                </a:lnTo>
                <a:lnTo>
                  <a:pt x="3011033" y="0"/>
                </a:lnTo>
                <a:lnTo>
                  <a:pt x="2950474" y="0"/>
                </a:lnTo>
                <a:lnTo>
                  <a:pt x="2889914" y="0"/>
                </a:lnTo>
                <a:lnTo>
                  <a:pt x="2829354" y="0"/>
                </a:lnTo>
                <a:lnTo>
                  <a:pt x="2768784" y="0"/>
                </a:lnTo>
                <a:lnTo>
                  <a:pt x="2708224" y="0"/>
                </a:lnTo>
                <a:lnTo>
                  <a:pt x="2647664" y="0"/>
                </a:lnTo>
                <a:lnTo>
                  <a:pt x="2587104" y="0"/>
                </a:lnTo>
                <a:lnTo>
                  <a:pt x="2526544" y="0"/>
                </a:lnTo>
                <a:lnTo>
                  <a:pt x="2465975" y="0"/>
                </a:lnTo>
                <a:lnTo>
                  <a:pt x="2405415" y="0"/>
                </a:lnTo>
                <a:lnTo>
                  <a:pt x="2344855" y="0"/>
                </a:lnTo>
                <a:lnTo>
                  <a:pt x="2284295" y="0"/>
                </a:lnTo>
                <a:lnTo>
                  <a:pt x="2223726" y="0"/>
                </a:lnTo>
                <a:lnTo>
                  <a:pt x="2163166" y="0"/>
                </a:lnTo>
                <a:lnTo>
                  <a:pt x="2102606" y="0"/>
                </a:lnTo>
                <a:lnTo>
                  <a:pt x="2042046" y="0"/>
                </a:lnTo>
                <a:lnTo>
                  <a:pt x="1981486" y="0"/>
                </a:lnTo>
                <a:lnTo>
                  <a:pt x="1920926" y="0"/>
                </a:lnTo>
                <a:lnTo>
                  <a:pt x="1860356" y="0"/>
                </a:lnTo>
                <a:lnTo>
                  <a:pt x="1799796" y="0"/>
                </a:lnTo>
                <a:lnTo>
                  <a:pt x="1739236" y="0"/>
                </a:lnTo>
                <a:lnTo>
                  <a:pt x="1678676" y="0"/>
                </a:lnTo>
                <a:lnTo>
                  <a:pt x="1618107" y="0"/>
                </a:lnTo>
                <a:lnTo>
                  <a:pt x="1557547" y="0"/>
                </a:lnTo>
                <a:lnTo>
                  <a:pt x="1496987" y="0"/>
                </a:lnTo>
                <a:lnTo>
                  <a:pt x="1436427" y="0"/>
                </a:lnTo>
                <a:lnTo>
                  <a:pt x="1375867" y="0"/>
                </a:lnTo>
                <a:lnTo>
                  <a:pt x="1315298" y="0"/>
                </a:lnTo>
                <a:lnTo>
                  <a:pt x="1254738" y="0"/>
                </a:lnTo>
                <a:lnTo>
                  <a:pt x="1194178" y="0"/>
                </a:lnTo>
                <a:lnTo>
                  <a:pt x="1133618" y="0"/>
                </a:lnTo>
                <a:lnTo>
                  <a:pt x="1073058" y="0"/>
                </a:lnTo>
                <a:lnTo>
                  <a:pt x="1012488" y="0"/>
                </a:lnTo>
                <a:lnTo>
                  <a:pt x="951929" y="0"/>
                </a:lnTo>
                <a:lnTo>
                  <a:pt x="891369" y="0"/>
                </a:lnTo>
                <a:lnTo>
                  <a:pt x="830809" y="0"/>
                </a:lnTo>
                <a:lnTo>
                  <a:pt x="770249" y="0"/>
                </a:lnTo>
                <a:lnTo>
                  <a:pt x="709679" y="0"/>
                </a:lnTo>
                <a:lnTo>
                  <a:pt x="649119" y="0"/>
                </a:lnTo>
                <a:lnTo>
                  <a:pt x="588559" y="0"/>
                </a:lnTo>
                <a:lnTo>
                  <a:pt x="527999" y="0"/>
                </a:lnTo>
                <a:lnTo>
                  <a:pt x="467439" y="0"/>
                </a:lnTo>
                <a:lnTo>
                  <a:pt x="406870" y="0"/>
                </a:lnTo>
                <a:lnTo>
                  <a:pt x="346310" y="0"/>
                </a:lnTo>
                <a:lnTo>
                  <a:pt x="285750" y="0"/>
                </a:lnTo>
                <a:lnTo>
                  <a:pt x="225190" y="0"/>
                </a:lnTo>
                <a:lnTo>
                  <a:pt x="164621" y="0"/>
                </a:lnTo>
                <a:lnTo>
                  <a:pt x="104061" y="0"/>
                </a:lnTo>
                <a:lnTo>
                  <a:pt x="43501" y="0"/>
                </a:lnTo>
                <a:lnTo>
                  <a:pt x="0" y="10754"/>
                </a:lnTo>
                <a:lnTo>
                  <a:pt x="0" y="48920"/>
                </a:lnTo>
                <a:lnTo>
                  <a:pt x="0" y="87097"/>
                </a:lnTo>
                <a:lnTo>
                  <a:pt x="0" y="125263"/>
                </a:lnTo>
                <a:lnTo>
                  <a:pt x="0" y="163439"/>
                </a:lnTo>
                <a:lnTo>
                  <a:pt x="0" y="201606"/>
                </a:lnTo>
                <a:lnTo>
                  <a:pt x="0" y="239782"/>
                </a:lnTo>
                <a:lnTo>
                  <a:pt x="0" y="277949"/>
                </a:lnTo>
                <a:lnTo>
                  <a:pt x="0" y="316125"/>
                </a:lnTo>
                <a:lnTo>
                  <a:pt x="0" y="354292"/>
                </a:lnTo>
                <a:lnTo>
                  <a:pt x="0" y="392468"/>
                </a:lnTo>
                <a:lnTo>
                  <a:pt x="0" y="430635"/>
                </a:lnTo>
                <a:lnTo>
                  <a:pt x="0" y="468811"/>
                </a:lnTo>
                <a:lnTo>
                  <a:pt x="0" y="506978"/>
                </a:lnTo>
                <a:lnTo>
                  <a:pt x="0" y="545154"/>
                </a:lnTo>
                <a:lnTo>
                  <a:pt x="0" y="583321"/>
                </a:lnTo>
                <a:lnTo>
                  <a:pt x="0" y="621497"/>
                </a:lnTo>
                <a:lnTo>
                  <a:pt x="0" y="659663"/>
                </a:lnTo>
                <a:lnTo>
                  <a:pt x="0" y="697840"/>
                </a:lnTo>
                <a:lnTo>
                  <a:pt x="0" y="736006"/>
                </a:lnTo>
                <a:lnTo>
                  <a:pt x="0" y="774182"/>
                </a:lnTo>
                <a:lnTo>
                  <a:pt x="0" y="812349"/>
                </a:lnTo>
                <a:lnTo>
                  <a:pt x="0" y="850525"/>
                </a:lnTo>
                <a:lnTo>
                  <a:pt x="0" y="888692"/>
                </a:lnTo>
                <a:lnTo>
                  <a:pt x="0" y="926868"/>
                </a:lnTo>
                <a:lnTo>
                  <a:pt x="0" y="965035"/>
                </a:lnTo>
                <a:lnTo>
                  <a:pt x="0" y="1003211"/>
                </a:lnTo>
                <a:lnTo>
                  <a:pt x="0" y="1041378"/>
                </a:lnTo>
                <a:lnTo>
                  <a:pt x="0" y="1079554"/>
                </a:lnTo>
                <a:lnTo>
                  <a:pt x="0" y="1117721"/>
                </a:lnTo>
                <a:lnTo>
                  <a:pt x="0" y="1155897"/>
                </a:lnTo>
                <a:lnTo>
                  <a:pt x="0" y="1194064"/>
                </a:lnTo>
                <a:lnTo>
                  <a:pt x="0" y="1232240"/>
                </a:lnTo>
                <a:lnTo>
                  <a:pt x="0" y="1270406"/>
                </a:lnTo>
                <a:lnTo>
                  <a:pt x="0" y="1308583"/>
                </a:lnTo>
                <a:lnTo>
                  <a:pt x="0" y="1346749"/>
                </a:lnTo>
                <a:lnTo>
                  <a:pt x="0" y="1384925"/>
                </a:lnTo>
                <a:lnTo>
                  <a:pt x="0" y="1423092"/>
                </a:lnTo>
                <a:lnTo>
                  <a:pt x="0" y="1461268"/>
                </a:lnTo>
                <a:lnTo>
                  <a:pt x="0" y="1499435"/>
                </a:lnTo>
                <a:lnTo>
                  <a:pt x="0" y="1537611"/>
                </a:lnTo>
                <a:lnTo>
                  <a:pt x="0" y="1575778"/>
                </a:lnTo>
                <a:lnTo>
                  <a:pt x="0" y="1613954"/>
                </a:lnTo>
                <a:lnTo>
                  <a:pt x="0" y="1652121"/>
                </a:lnTo>
                <a:lnTo>
                  <a:pt x="0" y="1690297"/>
                </a:lnTo>
                <a:lnTo>
                  <a:pt x="0" y="1728464"/>
                </a:lnTo>
                <a:lnTo>
                  <a:pt x="0" y="1766640"/>
                </a:lnTo>
                <a:lnTo>
                  <a:pt x="0" y="1804807"/>
                </a:lnTo>
                <a:lnTo>
                  <a:pt x="0" y="1842983"/>
                </a:lnTo>
                <a:lnTo>
                  <a:pt x="0" y="1881149"/>
                </a:lnTo>
                <a:lnTo>
                  <a:pt x="0" y="1919326"/>
                </a:lnTo>
                <a:lnTo>
                  <a:pt x="0" y="1957492"/>
                </a:lnTo>
                <a:lnTo>
                  <a:pt x="0" y="1995668"/>
                </a:lnTo>
                <a:lnTo>
                  <a:pt x="0" y="2033835"/>
                </a:lnTo>
                <a:lnTo>
                  <a:pt x="0" y="2072011"/>
                </a:lnTo>
                <a:lnTo>
                  <a:pt x="0" y="2110178"/>
                </a:lnTo>
                <a:lnTo>
                  <a:pt x="0" y="2148354"/>
                </a:lnTo>
                <a:lnTo>
                  <a:pt x="0" y="2186521"/>
                </a:lnTo>
                <a:lnTo>
                  <a:pt x="0" y="2224697"/>
                </a:lnTo>
                <a:lnTo>
                  <a:pt x="0" y="2262864"/>
                </a:lnTo>
                <a:lnTo>
                  <a:pt x="0" y="2301040"/>
                </a:lnTo>
                <a:lnTo>
                  <a:pt x="0" y="2339207"/>
                </a:lnTo>
                <a:lnTo>
                  <a:pt x="0" y="237738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E6EC"/>
            </a:solidFill>
            <a:prstDash val="solid"/>
          </a:ln>
        </p:spPr>
      </p:sp>
      <p:sp>
        <p:nvSpPr>
          <p:cNvPr id="11" name="note-sheet-header-2">
            <a:extLst xmlns:a="http://schemas.openxmlformats.org/drawingml/2006/main">
              <a:ext uri="{FF2B5EF4-FFF2-40B4-BE49-F238E27FC236}">
                <a16:creationId xmlns:a16="http://schemas.microsoft.com/office/drawing/2014/main" id="{9A142203-A95A-496A-BBAC-93B9722F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0216" y="2926009"/>
            <a:ext cx="3771900" cy="4089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D8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note-sheet-fold-2">
            <a:extLst xmlns:a="http://schemas.openxmlformats.org/drawingml/2006/main">
              <a:ext uri="{FF2B5EF4-FFF2-40B4-BE49-F238E27FC236}">
                <a16:creationId xmlns:a16="http://schemas.microsoft.com/office/drawing/2014/main" id="{7DBC5F0A-D688-4ABB-9C0F-9A966EF5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2428" y="4728062"/>
            <a:ext cx="1389688" cy="575767"/>
          </a:xfrm>
          <a:custGeom xmlns:a="http://schemas.openxmlformats.org/drawingml/2006/main">
            <a:pathLst>
              <a:path w="1389688" h="575767">
                <a:moveTo>
                  <a:pt x="1389688" y="0"/>
                </a:moveTo>
                <a:lnTo>
                  <a:pt x="1388031" y="9554"/>
                </a:lnTo>
                <a:lnTo>
                  <a:pt x="1385859" y="19060"/>
                </a:lnTo>
                <a:lnTo>
                  <a:pt x="1383325" y="28537"/>
                </a:lnTo>
                <a:lnTo>
                  <a:pt x="1380468" y="37967"/>
                </a:lnTo>
                <a:lnTo>
                  <a:pt x="1377325" y="47368"/>
                </a:lnTo>
                <a:lnTo>
                  <a:pt x="1373905" y="56731"/>
                </a:lnTo>
                <a:lnTo>
                  <a:pt x="1370228" y="66056"/>
                </a:lnTo>
                <a:lnTo>
                  <a:pt x="1366304" y="75343"/>
                </a:lnTo>
                <a:lnTo>
                  <a:pt x="1362142" y="84582"/>
                </a:lnTo>
                <a:lnTo>
                  <a:pt x="1357732" y="93783"/>
                </a:lnTo>
                <a:lnTo>
                  <a:pt x="1353093" y="102937"/>
                </a:lnTo>
                <a:lnTo>
                  <a:pt x="1348226" y="112043"/>
                </a:lnTo>
                <a:lnTo>
                  <a:pt x="1343139" y="121091"/>
                </a:lnTo>
                <a:lnTo>
                  <a:pt x="1337824" y="130102"/>
                </a:lnTo>
                <a:lnTo>
                  <a:pt x="1332290" y="139055"/>
                </a:lnTo>
                <a:lnTo>
                  <a:pt x="1326547" y="147952"/>
                </a:lnTo>
                <a:lnTo>
                  <a:pt x="1320575" y="156791"/>
                </a:lnTo>
                <a:lnTo>
                  <a:pt x="1314393" y="165573"/>
                </a:lnTo>
                <a:lnTo>
                  <a:pt x="1308002" y="174298"/>
                </a:lnTo>
                <a:lnTo>
                  <a:pt x="1301401" y="182956"/>
                </a:lnTo>
                <a:lnTo>
                  <a:pt x="1294581" y="191548"/>
                </a:lnTo>
                <a:lnTo>
                  <a:pt x="1287570" y="200073"/>
                </a:lnTo>
                <a:lnTo>
                  <a:pt x="1280331" y="208531"/>
                </a:lnTo>
                <a:lnTo>
                  <a:pt x="1272902" y="216922"/>
                </a:lnTo>
                <a:lnTo>
                  <a:pt x="1265263" y="225238"/>
                </a:lnTo>
                <a:lnTo>
                  <a:pt x="1257433" y="233477"/>
                </a:lnTo>
                <a:lnTo>
                  <a:pt x="1249394" y="241640"/>
                </a:lnTo>
                <a:lnTo>
                  <a:pt x="1241155" y="249726"/>
                </a:lnTo>
                <a:lnTo>
                  <a:pt x="1232725" y="257727"/>
                </a:lnTo>
                <a:lnTo>
                  <a:pt x="1224096" y="265652"/>
                </a:lnTo>
                <a:lnTo>
                  <a:pt x="1215276" y="273482"/>
                </a:lnTo>
                <a:lnTo>
                  <a:pt x="1206265" y="281235"/>
                </a:lnTo>
                <a:lnTo>
                  <a:pt x="1197064" y="288893"/>
                </a:lnTo>
                <a:lnTo>
                  <a:pt x="1187682" y="296466"/>
                </a:lnTo>
                <a:lnTo>
                  <a:pt x="1178109" y="303943"/>
                </a:lnTo>
                <a:lnTo>
                  <a:pt x="1168356" y="311325"/>
                </a:lnTo>
                <a:lnTo>
                  <a:pt x="1158421" y="318611"/>
                </a:lnTo>
                <a:lnTo>
                  <a:pt x="1148305" y="325803"/>
                </a:lnTo>
                <a:lnTo>
                  <a:pt x="1138028" y="332889"/>
                </a:lnTo>
                <a:lnTo>
                  <a:pt x="1127570" y="339881"/>
                </a:lnTo>
                <a:lnTo>
                  <a:pt x="1116949" y="346777"/>
                </a:lnTo>
                <a:lnTo>
                  <a:pt x="1106157" y="353558"/>
                </a:lnTo>
                <a:lnTo>
                  <a:pt x="1095204" y="360245"/>
                </a:lnTo>
                <a:lnTo>
                  <a:pt x="1084097" y="366817"/>
                </a:lnTo>
                <a:lnTo>
                  <a:pt x="1072829" y="373294"/>
                </a:lnTo>
                <a:lnTo>
                  <a:pt x="1061409" y="379657"/>
                </a:lnTo>
                <a:lnTo>
                  <a:pt x="1049836" y="385915"/>
                </a:lnTo>
                <a:lnTo>
                  <a:pt x="1038120" y="392059"/>
                </a:lnTo>
                <a:lnTo>
                  <a:pt x="1026262" y="398097"/>
                </a:lnTo>
                <a:lnTo>
                  <a:pt x="1014270" y="404022"/>
                </a:lnTo>
                <a:lnTo>
                  <a:pt x="1002135" y="409842"/>
                </a:lnTo>
                <a:lnTo>
                  <a:pt x="989876" y="415547"/>
                </a:lnTo>
                <a:lnTo>
                  <a:pt x="977475" y="421138"/>
                </a:lnTo>
                <a:lnTo>
                  <a:pt x="964959" y="426625"/>
                </a:lnTo>
                <a:lnTo>
                  <a:pt x="952319" y="431987"/>
                </a:lnTo>
                <a:lnTo>
                  <a:pt x="939565" y="437255"/>
                </a:lnTo>
                <a:lnTo>
                  <a:pt x="926697" y="442398"/>
                </a:lnTo>
                <a:lnTo>
                  <a:pt x="913714" y="447437"/>
                </a:lnTo>
                <a:lnTo>
                  <a:pt x="900617" y="452352"/>
                </a:lnTo>
                <a:lnTo>
                  <a:pt x="887425" y="457171"/>
                </a:lnTo>
                <a:lnTo>
                  <a:pt x="874138" y="461867"/>
                </a:lnTo>
                <a:lnTo>
                  <a:pt x="860746" y="466458"/>
                </a:lnTo>
                <a:lnTo>
                  <a:pt x="847258" y="470945"/>
                </a:lnTo>
                <a:lnTo>
                  <a:pt x="833685" y="475317"/>
                </a:lnTo>
                <a:lnTo>
                  <a:pt x="820026" y="479574"/>
                </a:lnTo>
                <a:lnTo>
                  <a:pt x="806282" y="483727"/>
                </a:lnTo>
                <a:lnTo>
                  <a:pt x="792451" y="487775"/>
                </a:lnTo>
                <a:lnTo>
                  <a:pt x="778554" y="491719"/>
                </a:lnTo>
                <a:lnTo>
                  <a:pt x="764572" y="495548"/>
                </a:lnTo>
                <a:lnTo>
                  <a:pt x="750522" y="499281"/>
                </a:lnTo>
                <a:lnTo>
                  <a:pt x="736406" y="502901"/>
                </a:lnTo>
                <a:lnTo>
                  <a:pt x="722224" y="506425"/>
                </a:lnTo>
                <a:lnTo>
                  <a:pt x="707984" y="509845"/>
                </a:lnTo>
                <a:lnTo>
                  <a:pt x="693677" y="513159"/>
                </a:lnTo>
                <a:lnTo>
                  <a:pt x="679313" y="516379"/>
                </a:lnTo>
                <a:lnTo>
                  <a:pt x="664893" y="519494"/>
                </a:lnTo>
                <a:lnTo>
                  <a:pt x="650424" y="522513"/>
                </a:lnTo>
                <a:lnTo>
                  <a:pt x="635908" y="525437"/>
                </a:lnTo>
                <a:lnTo>
                  <a:pt x="621335" y="528266"/>
                </a:lnTo>
                <a:lnTo>
                  <a:pt x="606723" y="531000"/>
                </a:lnTo>
                <a:lnTo>
                  <a:pt x="592064" y="533638"/>
                </a:lnTo>
                <a:lnTo>
                  <a:pt x="577367" y="536181"/>
                </a:lnTo>
                <a:lnTo>
                  <a:pt x="562632" y="538639"/>
                </a:lnTo>
                <a:lnTo>
                  <a:pt x="547849" y="541001"/>
                </a:lnTo>
                <a:lnTo>
                  <a:pt x="533048" y="543277"/>
                </a:lnTo>
                <a:lnTo>
                  <a:pt x="518198" y="545468"/>
                </a:lnTo>
                <a:lnTo>
                  <a:pt x="503330" y="547564"/>
                </a:lnTo>
                <a:lnTo>
                  <a:pt x="488423" y="549583"/>
                </a:lnTo>
                <a:lnTo>
                  <a:pt x="473488" y="551507"/>
                </a:lnTo>
                <a:lnTo>
                  <a:pt x="458534" y="553355"/>
                </a:lnTo>
                <a:lnTo>
                  <a:pt x="443551" y="555127"/>
                </a:lnTo>
                <a:lnTo>
                  <a:pt x="428539" y="556803"/>
                </a:lnTo>
                <a:lnTo>
                  <a:pt x="413509" y="558413"/>
                </a:lnTo>
                <a:lnTo>
                  <a:pt x="398459" y="559937"/>
                </a:lnTo>
                <a:lnTo>
                  <a:pt x="383391" y="561384"/>
                </a:lnTo>
                <a:lnTo>
                  <a:pt x="368303" y="562756"/>
                </a:lnTo>
                <a:lnTo>
                  <a:pt x="353197" y="564051"/>
                </a:lnTo>
                <a:lnTo>
                  <a:pt x="338080" y="565280"/>
                </a:lnTo>
                <a:lnTo>
                  <a:pt x="322945" y="566423"/>
                </a:lnTo>
                <a:lnTo>
                  <a:pt x="307800" y="567500"/>
                </a:lnTo>
                <a:lnTo>
                  <a:pt x="292637" y="568509"/>
                </a:lnTo>
                <a:lnTo>
                  <a:pt x="277473" y="569443"/>
                </a:lnTo>
                <a:lnTo>
                  <a:pt x="262290" y="570319"/>
                </a:lnTo>
                <a:lnTo>
                  <a:pt x="247098" y="571109"/>
                </a:lnTo>
                <a:lnTo>
                  <a:pt x="231896" y="571843"/>
                </a:lnTo>
                <a:lnTo>
                  <a:pt x="216694" y="572510"/>
                </a:lnTo>
                <a:lnTo>
                  <a:pt x="201482" y="573119"/>
                </a:lnTo>
                <a:lnTo>
                  <a:pt x="186261" y="573653"/>
                </a:lnTo>
                <a:lnTo>
                  <a:pt x="171040" y="574129"/>
                </a:lnTo>
                <a:lnTo>
                  <a:pt x="155810" y="574538"/>
                </a:lnTo>
                <a:lnTo>
                  <a:pt x="140570" y="574891"/>
                </a:lnTo>
                <a:lnTo>
                  <a:pt x="125339" y="575186"/>
                </a:lnTo>
                <a:lnTo>
                  <a:pt x="110099" y="575415"/>
                </a:lnTo>
                <a:lnTo>
                  <a:pt x="94859" y="575586"/>
                </a:lnTo>
                <a:lnTo>
                  <a:pt x="79619" y="575701"/>
                </a:lnTo>
                <a:lnTo>
                  <a:pt x="64370" y="575767"/>
                </a:lnTo>
                <a:lnTo>
                  <a:pt x="49130" y="575767"/>
                </a:lnTo>
                <a:lnTo>
                  <a:pt x="33890" y="575710"/>
                </a:lnTo>
                <a:lnTo>
                  <a:pt x="18640" y="575605"/>
                </a:lnTo>
                <a:lnTo>
                  <a:pt x="3400" y="575453"/>
                </a:lnTo>
                <a:lnTo>
                  <a:pt x="0" y="575291"/>
                </a:lnTo>
                <a:lnTo>
                  <a:pt x="15240" y="575053"/>
                </a:lnTo>
                <a:lnTo>
                  <a:pt x="30470" y="574653"/>
                </a:lnTo>
                <a:lnTo>
                  <a:pt x="45691" y="574129"/>
                </a:lnTo>
                <a:lnTo>
                  <a:pt x="60893" y="573491"/>
                </a:lnTo>
                <a:lnTo>
                  <a:pt x="76095" y="572729"/>
                </a:lnTo>
                <a:lnTo>
                  <a:pt x="91278" y="571881"/>
                </a:lnTo>
                <a:lnTo>
                  <a:pt x="106442" y="570909"/>
                </a:lnTo>
                <a:lnTo>
                  <a:pt x="121596" y="569852"/>
                </a:lnTo>
                <a:lnTo>
                  <a:pt x="136722" y="568690"/>
                </a:lnTo>
                <a:lnTo>
                  <a:pt x="151838" y="567423"/>
                </a:lnTo>
                <a:lnTo>
                  <a:pt x="166926" y="566061"/>
                </a:lnTo>
                <a:lnTo>
                  <a:pt x="181985" y="564594"/>
                </a:lnTo>
                <a:lnTo>
                  <a:pt x="197025" y="563023"/>
                </a:lnTo>
                <a:lnTo>
                  <a:pt x="212036" y="561356"/>
                </a:lnTo>
                <a:lnTo>
                  <a:pt x="227019" y="559575"/>
                </a:lnTo>
                <a:lnTo>
                  <a:pt x="241964" y="557698"/>
                </a:lnTo>
                <a:lnTo>
                  <a:pt x="256880" y="555698"/>
                </a:lnTo>
                <a:lnTo>
                  <a:pt x="271748" y="553593"/>
                </a:lnTo>
                <a:lnTo>
                  <a:pt x="286579" y="551383"/>
                </a:lnTo>
                <a:lnTo>
                  <a:pt x="301371" y="549050"/>
                </a:lnTo>
                <a:lnTo>
                  <a:pt x="316116" y="546602"/>
                </a:lnTo>
                <a:lnTo>
                  <a:pt x="330803" y="544030"/>
                </a:lnTo>
                <a:lnTo>
                  <a:pt x="345434" y="541344"/>
                </a:lnTo>
                <a:lnTo>
                  <a:pt x="360007" y="538524"/>
                </a:lnTo>
                <a:lnTo>
                  <a:pt x="374513" y="535572"/>
                </a:lnTo>
                <a:lnTo>
                  <a:pt x="388953" y="532495"/>
                </a:lnTo>
                <a:lnTo>
                  <a:pt x="403308" y="529276"/>
                </a:lnTo>
                <a:lnTo>
                  <a:pt x="417595" y="525913"/>
                </a:lnTo>
                <a:lnTo>
                  <a:pt x="431787" y="522418"/>
                </a:lnTo>
                <a:lnTo>
                  <a:pt x="445894" y="518770"/>
                </a:lnTo>
                <a:lnTo>
                  <a:pt x="459886" y="514969"/>
                </a:lnTo>
                <a:lnTo>
                  <a:pt x="473783" y="511007"/>
                </a:lnTo>
                <a:lnTo>
                  <a:pt x="487556" y="506892"/>
                </a:lnTo>
                <a:lnTo>
                  <a:pt x="501196" y="502615"/>
                </a:lnTo>
                <a:lnTo>
                  <a:pt x="514712" y="498158"/>
                </a:lnTo>
                <a:lnTo>
                  <a:pt x="528076" y="493538"/>
                </a:lnTo>
                <a:lnTo>
                  <a:pt x="541277" y="488747"/>
                </a:lnTo>
                <a:lnTo>
                  <a:pt x="554317" y="483765"/>
                </a:lnTo>
                <a:lnTo>
                  <a:pt x="567166" y="478603"/>
                </a:lnTo>
                <a:lnTo>
                  <a:pt x="579825" y="473250"/>
                </a:lnTo>
                <a:lnTo>
                  <a:pt x="592274" y="467697"/>
                </a:lnTo>
                <a:lnTo>
                  <a:pt x="604495" y="461963"/>
                </a:lnTo>
                <a:lnTo>
                  <a:pt x="616477" y="456019"/>
                </a:lnTo>
                <a:lnTo>
                  <a:pt x="628202" y="449875"/>
                </a:lnTo>
                <a:lnTo>
                  <a:pt x="639651" y="443532"/>
                </a:lnTo>
                <a:lnTo>
                  <a:pt x="650805" y="436988"/>
                </a:lnTo>
                <a:lnTo>
                  <a:pt x="661654" y="430244"/>
                </a:lnTo>
                <a:lnTo>
                  <a:pt x="672170" y="423291"/>
                </a:lnTo>
                <a:lnTo>
                  <a:pt x="682342" y="416128"/>
                </a:lnTo>
                <a:lnTo>
                  <a:pt x="692153" y="408775"/>
                </a:lnTo>
                <a:lnTo>
                  <a:pt x="701573" y="401231"/>
                </a:lnTo>
                <a:lnTo>
                  <a:pt x="710603" y="393487"/>
                </a:lnTo>
                <a:lnTo>
                  <a:pt x="719223" y="385562"/>
                </a:lnTo>
                <a:lnTo>
                  <a:pt x="727405" y="377457"/>
                </a:lnTo>
                <a:lnTo>
                  <a:pt x="735149" y="369179"/>
                </a:lnTo>
                <a:lnTo>
                  <a:pt x="742436" y="360740"/>
                </a:lnTo>
                <a:lnTo>
                  <a:pt x="749265" y="352158"/>
                </a:lnTo>
                <a:lnTo>
                  <a:pt x="755618" y="343424"/>
                </a:lnTo>
                <a:lnTo>
                  <a:pt x="761495" y="334556"/>
                </a:lnTo>
                <a:lnTo>
                  <a:pt x="766886" y="325574"/>
                </a:lnTo>
                <a:lnTo>
                  <a:pt x="771811" y="316478"/>
                </a:lnTo>
                <a:lnTo>
                  <a:pt x="776240" y="307286"/>
                </a:lnTo>
                <a:lnTo>
                  <a:pt x="780202" y="298009"/>
                </a:lnTo>
                <a:lnTo>
                  <a:pt x="783698" y="288655"/>
                </a:lnTo>
                <a:lnTo>
                  <a:pt x="786717" y="279244"/>
                </a:lnTo>
                <a:lnTo>
                  <a:pt x="789289" y="269777"/>
                </a:lnTo>
                <a:lnTo>
                  <a:pt x="791413" y="260261"/>
                </a:lnTo>
                <a:lnTo>
                  <a:pt x="793109" y="250708"/>
                </a:lnTo>
                <a:lnTo>
                  <a:pt x="794366" y="241135"/>
                </a:lnTo>
                <a:lnTo>
                  <a:pt x="795223" y="231543"/>
                </a:lnTo>
                <a:lnTo>
                  <a:pt x="795680" y="221942"/>
                </a:lnTo>
                <a:lnTo>
                  <a:pt x="795747" y="212331"/>
                </a:lnTo>
                <a:lnTo>
                  <a:pt x="795442" y="202730"/>
                </a:lnTo>
                <a:lnTo>
                  <a:pt x="794785" y="193129"/>
                </a:lnTo>
                <a:lnTo>
                  <a:pt x="793785" y="183547"/>
                </a:lnTo>
                <a:lnTo>
                  <a:pt x="807891" y="181194"/>
                </a:lnTo>
                <a:lnTo>
                  <a:pt x="822741" y="179041"/>
                </a:lnTo>
                <a:lnTo>
                  <a:pt x="837543" y="176755"/>
                </a:lnTo>
                <a:lnTo>
                  <a:pt x="852307" y="174346"/>
                </a:lnTo>
                <a:lnTo>
                  <a:pt x="867013" y="171831"/>
                </a:lnTo>
                <a:lnTo>
                  <a:pt x="881682" y="169212"/>
                </a:lnTo>
                <a:lnTo>
                  <a:pt x="896303" y="166497"/>
                </a:lnTo>
                <a:lnTo>
                  <a:pt x="910885" y="163687"/>
                </a:lnTo>
                <a:lnTo>
                  <a:pt x="925411" y="160792"/>
                </a:lnTo>
                <a:lnTo>
                  <a:pt x="939898" y="157791"/>
                </a:lnTo>
                <a:lnTo>
                  <a:pt x="954338" y="154705"/>
                </a:lnTo>
                <a:lnTo>
                  <a:pt x="968721" y="151533"/>
                </a:lnTo>
                <a:lnTo>
                  <a:pt x="983056" y="148276"/>
                </a:lnTo>
                <a:lnTo>
                  <a:pt x="997344" y="144923"/>
                </a:lnTo>
                <a:lnTo>
                  <a:pt x="1011574" y="141484"/>
                </a:lnTo>
                <a:lnTo>
                  <a:pt x="1025757" y="137951"/>
                </a:lnTo>
                <a:lnTo>
                  <a:pt x="1039873" y="134331"/>
                </a:lnTo>
                <a:lnTo>
                  <a:pt x="1053941" y="130626"/>
                </a:lnTo>
                <a:lnTo>
                  <a:pt x="1067943" y="126825"/>
                </a:lnTo>
                <a:lnTo>
                  <a:pt x="1081878" y="122939"/>
                </a:lnTo>
                <a:lnTo>
                  <a:pt x="1095756" y="118958"/>
                </a:lnTo>
                <a:lnTo>
                  <a:pt x="1109558" y="114881"/>
                </a:lnTo>
                <a:lnTo>
                  <a:pt x="1123293" y="110719"/>
                </a:lnTo>
                <a:lnTo>
                  <a:pt x="1136961" y="106461"/>
                </a:lnTo>
                <a:lnTo>
                  <a:pt x="1150544" y="102108"/>
                </a:lnTo>
                <a:lnTo>
                  <a:pt x="1164060" y="97660"/>
                </a:lnTo>
                <a:lnTo>
                  <a:pt x="1177490" y="93116"/>
                </a:lnTo>
                <a:lnTo>
                  <a:pt x="1190825" y="88468"/>
                </a:lnTo>
                <a:lnTo>
                  <a:pt x="1204084" y="83725"/>
                </a:lnTo>
                <a:lnTo>
                  <a:pt x="1217247" y="78886"/>
                </a:lnTo>
                <a:lnTo>
                  <a:pt x="1230325" y="73943"/>
                </a:lnTo>
                <a:lnTo>
                  <a:pt x="1243298" y="68894"/>
                </a:lnTo>
                <a:lnTo>
                  <a:pt x="1256167" y="63751"/>
                </a:lnTo>
                <a:lnTo>
                  <a:pt x="1268930" y="58493"/>
                </a:lnTo>
                <a:lnTo>
                  <a:pt x="1281579" y="53140"/>
                </a:lnTo>
                <a:lnTo>
                  <a:pt x="1294114" y="47673"/>
                </a:lnTo>
                <a:lnTo>
                  <a:pt x="1306535" y="42101"/>
                </a:lnTo>
                <a:lnTo>
                  <a:pt x="1318832" y="36424"/>
                </a:lnTo>
                <a:lnTo>
                  <a:pt x="1330995" y="30632"/>
                </a:lnTo>
                <a:lnTo>
                  <a:pt x="1343025" y="24727"/>
                </a:lnTo>
                <a:lnTo>
                  <a:pt x="1354912" y="18717"/>
                </a:lnTo>
                <a:lnTo>
                  <a:pt x="1366657" y="12592"/>
                </a:lnTo>
                <a:lnTo>
                  <a:pt x="1378248" y="6353"/>
                </a:lnTo>
                <a:lnTo>
                  <a:pt x="1389688" y="0"/>
                </a:lnTo>
                <a:close/>
              </a:path>
            </a:pathLst>
          </a:custGeom>
          <a:solidFill xmlns:a="http://schemas.openxmlformats.org/drawingml/2006/main">
            <a:srgbClr val="EEF2F7"/>
          </a:solidFill>
          <a:ln xmlns:a="http://schemas.openxmlformats.org/drawingml/2006/main" w="22860">
            <a:solidFill>
              <a:srgbClr val="C8D1DC"/>
            </a:solidFill>
            <a:prstDash val="solid"/>
          </a:ln>
        </p:spPr>
      </p:sp>
      <p:sp>
        <p:nvSpPr>
          <p:cNvPr id="13" name="note-sheet-shadow-3">
            <a:extLst xmlns:a="http://schemas.openxmlformats.org/drawingml/2006/main">
              <a:ext uri="{FF2B5EF4-FFF2-40B4-BE49-F238E27FC236}">
                <a16:creationId xmlns:a16="http://schemas.microsoft.com/office/drawing/2014/main" id="{4271F26A-5C36-48A8-9AAA-9C870698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60994" y="4673379"/>
            <a:ext cx="3772757" cy="632108"/>
          </a:xfrm>
          <a:custGeom xmlns:a="http://schemas.openxmlformats.org/drawingml/2006/main">
            <a:pathLst>
              <a:path w="3772757" h="632108">
                <a:moveTo>
                  <a:pt x="3771595" y="0"/>
                </a:moveTo>
                <a:lnTo>
                  <a:pt x="3772757" y="23279"/>
                </a:lnTo>
                <a:lnTo>
                  <a:pt x="3772243" y="46568"/>
                </a:lnTo>
                <a:lnTo>
                  <a:pt x="3770414" y="69828"/>
                </a:lnTo>
                <a:lnTo>
                  <a:pt x="3767376" y="93040"/>
                </a:lnTo>
                <a:lnTo>
                  <a:pt x="3763166" y="116186"/>
                </a:lnTo>
                <a:lnTo>
                  <a:pt x="3757793" y="139227"/>
                </a:lnTo>
                <a:lnTo>
                  <a:pt x="3751259" y="162154"/>
                </a:lnTo>
                <a:lnTo>
                  <a:pt x="3743544" y="184928"/>
                </a:lnTo>
                <a:lnTo>
                  <a:pt x="3734638" y="207531"/>
                </a:lnTo>
                <a:lnTo>
                  <a:pt x="3724504" y="229934"/>
                </a:lnTo>
                <a:lnTo>
                  <a:pt x="3713112" y="252089"/>
                </a:lnTo>
                <a:lnTo>
                  <a:pt x="3700453" y="273968"/>
                </a:lnTo>
                <a:lnTo>
                  <a:pt x="3686489" y="295532"/>
                </a:lnTo>
                <a:lnTo>
                  <a:pt x="3671211" y="316744"/>
                </a:lnTo>
                <a:lnTo>
                  <a:pt x="3654571" y="337537"/>
                </a:lnTo>
                <a:lnTo>
                  <a:pt x="3636578" y="357883"/>
                </a:lnTo>
                <a:lnTo>
                  <a:pt x="3617214" y="377723"/>
                </a:lnTo>
                <a:lnTo>
                  <a:pt x="3596488" y="397002"/>
                </a:lnTo>
                <a:lnTo>
                  <a:pt x="3574399" y="415671"/>
                </a:lnTo>
                <a:lnTo>
                  <a:pt x="3550977" y="433683"/>
                </a:lnTo>
                <a:lnTo>
                  <a:pt x="3526250" y="450990"/>
                </a:lnTo>
                <a:lnTo>
                  <a:pt x="3500266" y="467554"/>
                </a:lnTo>
                <a:lnTo>
                  <a:pt x="3473072" y="483318"/>
                </a:lnTo>
                <a:lnTo>
                  <a:pt x="3444726" y="498262"/>
                </a:lnTo>
                <a:lnTo>
                  <a:pt x="3415313" y="512359"/>
                </a:lnTo>
                <a:lnTo>
                  <a:pt x="3384899" y="525590"/>
                </a:lnTo>
                <a:lnTo>
                  <a:pt x="3353572" y="537943"/>
                </a:lnTo>
                <a:lnTo>
                  <a:pt x="3321406" y="549402"/>
                </a:lnTo>
                <a:lnTo>
                  <a:pt x="3288487" y="559984"/>
                </a:lnTo>
                <a:lnTo>
                  <a:pt x="3254902" y="569700"/>
                </a:lnTo>
                <a:lnTo>
                  <a:pt x="3220726" y="578558"/>
                </a:lnTo>
                <a:lnTo>
                  <a:pt x="3186027" y="586578"/>
                </a:lnTo>
                <a:lnTo>
                  <a:pt x="3150889" y="593789"/>
                </a:lnTo>
                <a:lnTo>
                  <a:pt x="3115370" y="600218"/>
                </a:lnTo>
                <a:lnTo>
                  <a:pt x="3079528" y="605885"/>
                </a:lnTo>
                <a:lnTo>
                  <a:pt x="3043418" y="610819"/>
                </a:lnTo>
                <a:lnTo>
                  <a:pt x="3007081" y="615067"/>
                </a:lnTo>
                <a:lnTo>
                  <a:pt x="2970562" y="618639"/>
                </a:lnTo>
                <a:lnTo>
                  <a:pt x="2933900" y="621573"/>
                </a:lnTo>
                <a:lnTo>
                  <a:pt x="2897134" y="623907"/>
                </a:lnTo>
                <a:lnTo>
                  <a:pt x="2860281" y="625650"/>
                </a:lnTo>
                <a:lnTo>
                  <a:pt x="2823353" y="626478"/>
                </a:lnTo>
                <a:lnTo>
                  <a:pt x="2786405" y="627021"/>
                </a:lnTo>
                <a:lnTo>
                  <a:pt x="2749458" y="627459"/>
                </a:lnTo>
                <a:lnTo>
                  <a:pt x="2712510" y="627821"/>
                </a:lnTo>
                <a:lnTo>
                  <a:pt x="2675553" y="628145"/>
                </a:lnTo>
                <a:lnTo>
                  <a:pt x="2638606" y="628440"/>
                </a:lnTo>
                <a:lnTo>
                  <a:pt x="2601649" y="628707"/>
                </a:lnTo>
                <a:lnTo>
                  <a:pt x="2564702" y="628955"/>
                </a:lnTo>
                <a:lnTo>
                  <a:pt x="2527745" y="629174"/>
                </a:lnTo>
                <a:lnTo>
                  <a:pt x="2490788" y="629393"/>
                </a:lnTo>
                <a:lnTo>
                  <a:pt x="2453831" y="629583"/>
                </a:lnTo>
                <a:lnTo>
                  <a:pt x="2416883" y="629774"/>
                </a:lnTo>
                <a:lnTo>
                  <a:pt x="2379926" y="629945"/>
                </a:lnTo>
                <a:lnTo>
                  <a:pt x="2342969" y="630107"/>
                </a:lnTo>
                <a:lnTo>
                  <a:pt x="2306012" y="630269"/>
                </a:lnTo>
                <a:lnTo>
                  <a:pt x="2269065" y="630412"/>
                </a:lnTo>
                <a:lnTo>
                  <a:pt x="2232108" y="630555"/>
                </a:lnTo>
                <a:lnTo>
                  <a:pt x="2195151" y="630688"/>
                </a:lnTo>
                <a:lnTo>
                  <a:pt x="2158194" y="630812"/>
                </a:lnTo>
                <a:lnTo>
                  <a:pt x="2121246" y="630926"/>
                </a:lnTo>
                <a:lnTo>
                  <a:pt x="2084289" y="631041"/>
                </a:lnTo>
                <a:lnTo>
                  <a:pt x="2047332" y="631146"/>
                </a:lnTo>
                <a:lnTo>
                  <a:pt x="2010375" y="631241"/>
                </a:lnTo>
                <a:lnTo>
                  <a:pt x="1973418" y="631336"/>
                </a:lnTo>
                <a:lnTo>
                  <a:pt x="1936461" y="631431"/>
                </a:lnTo>
                <a:lnTo>
                  <a:pt x="1899514" y="631508"/>
                </a:lnTo>
                <a:lnTo>
                  <a:pt x="1862557" y="631584"/>
                </a:lnTo>
                <a:lnTo>
                  <a:pt x="1825600" y="631660"/>
                </a:lnTo>
                <a:lnTo>
                  <a:pt x="1788643" y="631717"/>
                </a:lnTo>
                <a:lnTo>
                  <a:pt x="1751686" y="631784"/>
                </a:lnTo>
                <a:lnTo>
                  <a:pt x="1714729" y="631841"/>
                </a:lnTo>
                <a:lnTo>
                  <a:pt x="1677781" y="631889"/>
                </a:lnTo>
                <a:lnTo>
                  <a:pt x="1640824" y="631927"/>
                </a:lnTo>
                <a:lnTo>
                  <a:pt x="1603867" y="631974"/>
                </a:lnTo>
                <a:lnTo>
                  <a:pt x="1566910" y="632012"/>
                </a:lnTo>
                <a:lnTo>
                  <a:pt x="1529953" y="632031"/>
                </a:lnTo>
                <a:lnTo>
                  <a:pt x="1492996" y="632060"/>
                </a:lnTo>
                <a:lnTo>
                  <a:pt x="1456049" y="632089"/>
                </a:lnTo>
                <a:lnTo>
                  <a:pt x="1419092" y="632089"/>
                </a:lnTo>
                <a:lnTo>
                  <a:pt x="1382135" y="632098"/>
                </a:lnTo>
                <a:lnTo>
                  <a:pt x="1345178" y="632108"/>
                </a:lnTo>
                <a:lnTo>
                  <a:pt x="1308221" y="632108"/>
                </a:lnTo>
                <a:lnTo>
                  <a:pt x="1271264" y="632089"/>
                </a:lnTo>
                <a:lnTo>
                  <a:pt x="1234307" y="632079"/>
                </a:lnTo>
                <a:lnTo>
                  <a:pt x="1197359" y="632069"/>
                </a:lnTo>
                <a:lnTo>
                  <a:pt x="1160402" y="632031"/>
                </a:lnTo>
                <a:lnTo>
                  <a:pt x="1123445" y="632003"/>
                </a:lnTo>
                <a:lnTo>
                  <a:pt x="1086488" y="631965"/>
                </a:lnTo>
                <a:lnTo>
                  <a:pt x="1049531" y="631917"/>
                </a:lnTo>
                <a:lnTo>
                  <a:pt x="1012574" y="631860"/>
                </a:lnTo>
                <a:lnTo>
                  <a:pt x="975627" y="631803"/>
                </a:lnTo>
                <a:lnTo>
                  <a:pt x="938670" y="631746"/>
                </a:lnTo>
                <a:lnTo>
                  <a:pt x="901713" y="631660"/>
                </a:lnTo>
                <a:lnTo>
                  <a:pt x="864756" y="631584"/>
                </a:lnTo>
                <a:lnTo>
                  <a:pt x="827799" y="631498"/>
                </a:lnTo>
                <a:lnTo>
                  <a:pt x="790842" y="631384"/>
                </a:lnTo>
                <a:lnTo>
                  <a:pt x="753894" y="631279"/>
                </a:lnTo>
                <a:lnTo>
                  <a:pt x="716937" y="631165"/>
                </a:lnTo>
                <a:lnTo>
                  <a:pt x="679980" y="631041"/>
                </a:lnTo>
                <a:lnTo>
                  <a:pt x="643023" y="630898"/>
                </a:lnTo>
                <a:lnTo>
                  <a:pt x="606066" y="630746"/>
                </a:lnTo>
                <a:lnTo>
                  <a:pt x="569119" y="630574"/>
                </a:lnTo>
                <a:lnTo>
                  <a:pt x="532162" y="630393"/>
                </a:lnTo>
                <a:lnTo>
                  <a:pt x="495205" y="630193"/>
                </a:lnTo>
                <a:lnTo>
                  <a:pt x="458257" y="629974"/>
                </a:lnTo>
                <a:lnTo>
                  <a:pt x="421300" y="629736"/>
                </a:lnTo>
                <a:lnTo>
                  <a:pt x="384343" y="629479"/>
                </a:lnTo>
                <a:lnTo>
                  <a:pt x="347396" y="629193"/>
                </a:lnTo>
                <a:lnTo>
                  <a:pt x="310439" y="628879"/>
                </a:lnTo>
                <a:lnTo>
                  <a:pt x="273491" y="628536"/>
                </a:lnTo>
                <a:lnTo>
                  <a:pt x="236544" y="628145"/>
                </a:lnTo>
                <a:lnTo>
                  <a:pt x="199587" y="627707"/>
                </a:lnTo>
                <a:lnTo>
                  <a:pt x="162639" y="627202"/>
                </a:lnTo>
                <a:lnTo>
                  <a:pt x="125701" y="626612"/>
                </a:lnTo>
                <a:lnTo>
                  <a:pt x="88763" y="625878"/>
                </a:lnTo>
                <a:lnTo>
                  <a:pt x="51835" y="624926"/>
                </a:lnTo>
                <a:lnTo>
                  <a:pt x="14964" y="623411"/>
                </a:lnTo>
                <a:lnTo>
                  <a:pt x="6848" y="604485"/>
                </a:lnTo>
                <a:lnTo>
                  <a:pt x="6363" y="581187"/>
                </a:lnTo>
                <a:lnTo>
                  <a:pt x="5877" y="557898"/>
                </a:lnTo>
                <a:lnTo>
                  <a:pt x="5382" y="534610"/>
                </a:lnTo>
                <a:lnTo>
                  <a:pt x="4896" y="511321"/>
                </a:lnTo>
                <a:lnTo>
                  <a:pt x="4401" y="488032"/>
                </a:lnTo>
                <a:lnTo>
                  <a:pt x="3915" y="464734"/>
                </a:lnTo>
                <a:lnTo>
                  <a:pt x="3429" y="441446"/>
                </a:lnTo>
                <a:lnTo>
                  <a:pt x="2934" y="418157"/>
                </a:lnTo>
                <a:lnTo>
                  <a:pt x="2448" y="394868"/>
                </a:lnTo>
                <a:lnTo>
                  <a:pt x="1962" y="371580"/>
                </a:lnTo>
                <a:lnTo>
                  <a:pt x="1467" y="348282"/>
                </a:lnTo>
                <a:lnTo>
                  <a:pt x="981" y="324993"/>
                </a:lnTo>
                <a:lnTo>
                  <a:pt x="486" y="301704"/>
                </a:lnTo>
                <a:lnTo>
                  <a:pt x="0" y="278416"/>
                </a:lnTo>
                <a:lnTo>
                  <a:pt x="13554" y="263176"/>
                </a:lnTo>
                <a:lnTo>
                  <a:pt x="50416" y="261480"/>
                </a:lnTo>
                <a:lnTo>
                  <a:pt x="87306" y="260061"/>
                </a:lnTo>
                <a:lnTo>
                  <a:pt x="124206" y="258870"/>
                </a:lnTo>
                <a:lnTo>
                  <a:pt x="161134" y="257899"/>
                </a:lnTo>
                <a:lnTo>
                  <a:pt x="198072" y="257127"/>
                </a:lnTo>
                <a:lnTo>
                  <a:pt x="235010" y="256518"/>
                </a:lnTo>
                <a:lnTo>
                  <a:pt x="271958" y="256080"/>
                </a:lnTo>
                <a:lnTo>
                  <a:pt x="308915" y="255775"/>
                </a:lnTo>
                <a:lnTo>
                  <a:pt x="345862" y="255603"/>
                </a:lnTo>
                <a:lnTo>
                  <a:pt x="382819" y="255556"/>
                </a:lnTo>
                <a:lnTo>
                  <a:pt x="419776" y="255622"/>
                </a:lnTo>
                <a:lnTo>
                  <a:pt x="456733" y="255794"/>
                </a:lnTo>
                <a:lnTo>
                  <a:pt x="493681" y="256051"/>
                </a:lnTo>
                <a:lnTo>
                  <a:pt x="530638" y="256403"/>
                </a:lnTo>
                <a:lnTo>
                  <a:pt x="567585" y="256842"/>
                </a:lnTo>
                <a:lnTo>
                  <a:pt x="604533" y="257337"/>
                </a:lnTo>
                <a:lnTo>
                  <a:pt x="641480" y="257918"/>
                </a:lnTo>
                <a:lnTo>
                  <a:pt x="678418" y="258556"/>
                </a:lnTo>
                <a:lnTo>
                  <a:pt x="715356" y="259251"/>
                </a:lnTo>
                <a:lnTo>
                  <a:pt x="752294" y="260004"/>
                </a:lnTo>
                <a:lnTo>
                  <a:pt x="789222" y="260814"/>
                </a:lnTo>
                <a:lnTo>
                  <a:pt x="826160" y="261661"/>
                </a:lnTo>
                <a:lnTo>
                  <a:pt x="863089" y="262557"/>
                </a:lnTo>
                <a:lnTo>
                  <a:pt x="900008" y="263490"/>
                </a:lnTo>
                <a:lnTo>
                  <a:pt x="936936" y="264462"/>
                </a:lnTo>
                <a:lnTo>
                  <a:pt x="973855" y="265471"/>
                </a:lnTo>
                <a:lnTo>
                  <a:pt x="1010774" y="266510"/>
                </a:lnTo>
                <a:lnTo>
                  <a:pt x="1047693" y="267567"/>
                </a:lnTo>
                <a:lnTo>
                  <a:pt x="1084612" y="268662"/>
                </a:lnTo>
                <a:lnTo>
                  <a:pt x="1121521" y="269777"/>
                </a:lnTo>
                <a:lnTo>
                  <a:pt x="1158431" y="270910"/>
                </a:lnTo>
                <a:lnTo>
                  <a:pt x="1195340" y="272053"/>
                </a:lnTo>
                <a:lnTo>
                  <a:pt x="1232249" y="273225"/>
                </a:lnTo>
                <a:lnTo>
                  <a:pt x="1269159" y="274396"/>
                </a:lnTo>
                <a:lnTo>
                  <a:pt x="1306068" y="275596"/>
                </a:lnTo>
                <a:lnTo>
                  <a:pt x="1342977" y="276787"/>
                </a:lnTo>
                <a:lnTo>
                  <a:pt x="1379877" y="277997"/>
                </a:lnTo>
                <a:lnTo>
                  <a:pt x="1416787" y="279206"/>
                </a:lnTo>
                <a:lnTo>
                  <a:pt x="1453696" y="280416"/>
                </a:lnTo>
                <a:lnTo>
                  <a:pt x="1490596" y="281616"/>
                </a:lnTo>
                <a:lnTo>
                  <a:pt x="1527505" y="282816"/>
                </a:lnTo>
                <a:lnTo>
                  <a:pt x="1564415" y="284016"/>
                </a:lnTo>
                <a:lnTo>
                  <a:pt x="1601314" y="285217"/>
                </a:lnTo>
                <a:lnTo>
                  <a:pt x="1638224" y="286407"/>
                </a:lnTo>
                <a:lnTo>
                  <a:pt x="1675133" y="287588"/>
                </a:lnTo>
                <a:lnTo>
                  <a:pt x="1712043" y="288741"/>
                </a:lnTo>
                <a:lnTo>
                  <a:pt x="1748952" y="289893"/>
                </a:lnTo>
                <a:lnTo>
                  <a:pt x="1785871" y="291008"/>
                </a:lnTo>
                <a:lnTo>
                  <a:pt x="1822780" y="292122"/>
                </a:lnTo>
                <a:lnTo>
                  <a:pt x="1859699" y="293199"/>
                </a:lnTo>
                <a:lnTo>
                  <a:pt x="1896618" y="294246"/>
                </a:lnTo>
                <a:lnTo>
                  <a:pt x="1933537" y="295275"/>
                </a:lnTo>
                <a:lnTo>
                  <a:pt x="1970456" y="296266"/>
                </a:lnTo>
                <a:lnTo>
                  <a:pt x="2007384" y="297218"/>
                </a:lnTo>
                <a:lnTo>
                  <a:pt x="2044313" y="298133"/>
                </a:lnTo>
                <a:lnTo>
                  <a:pt x="2081241" y="299009"/>
                </a:lnTo>
                <a:lnTo>
                  <a:pt x="2118170" y="299837"/>
                </a:lnTo>
                <a:lnTo>
                  <a:pt x="2155107" y="300619"/>
                </a:lnTo>
                <a:lnTo>
                  <a:pt x="2192045" y="301333"/>
                </a:lnTo>
                <a:lnTo>
                  <a:pt x="2228983" y="302000"/>
                </a:lnTo>
                <a:lnTo>
                  <a:pt x="2265921" y="302600"/>
                </a:lnTo>
                <a:lnTo>
                  <a:pt x="2302869" y="303133"/>
                </a:lnTo>
                <a:lnTo>
                  <a:pt x="2339816" y="303590"/>
                </a:lnTo>
                <a:lnTo>
                  <a:pt x="2376773" y="303971"/>
                </a:lnTo>
                <a:lnTo>
                  <a:pt x="2413721" y="304257"/>
                </a:lnTo>
                <a:lnTo>
                  <a:pt x="2450678" y="304448"/>
                </a:lnTo>
                <a:lnTo>
                  <a:pt x="2487635" y="304543"/>
                </a:lnTo>
                <a:lnTo>
                  <a:pt x="2524592" y="304514"/>
                </a:lnTo>
                <a:lnTo>
                  <a:pt x="2561549" y="304371"/>
                </a:lnTo>
                <a:lnTo>
                  <a:pt x="2598496" y="304086"/>
                </a:lnTo>
                <a:lnTo>
                  <a:pt x="2635444" y="303657"/>
                </a:lnTo>
                <a:lnTo>
                  <a:pt x="2672391" y="303066"/>
                </a:lnTo>
                <a:lnTo>
                  <a:pt x="2709329" y="302295"/>
                </a:lnTo>
                <a:lnTo>
                  <a:pt x="2746248" y="301323"/>
                </a:lnTo>
                <a:lnTo>
                  <a:pt x="2783157" y="300123"/>
                </a:lnTo>
                <a:lnTo>
                  <a:pt x="2820038" y="298675"/>
                </a:lnTo>
                <a:lnTo>
                  <a:pt x="2856890" y="296942"/>
                </a:lnTo>
                <a:lnTo>
                  <a:pt x="2893705" y="294884"/>
                </a:lnTo>
                <a:lnTo>
                  <a:pt x="2930452" y="292456"/>
                </a:lnTo>
                <a:lnTo>
                  <a:pt x="2967133" y="289589"/>
                </a:lnTo>
                <a:lnTo>
                  <a:pt x="3003690" y="286207"/>
                </a:lnTo>
                <a:lnTo>
                  <a:pt x="3040094" y="282207"/>
                </a:lnTo>
                <a:lnTo>
                  <a:pt x="3076270" y="277444"/>
                </a:lnTo>
                <a:lnTo>
                  <a:pt x="3112094" y="271729"/>
                </a:lnTo>
                <a:lnTo>
                  <a:pt x="3147355" y="264776"/>
                </a:lnTo>
                <a:lnTo>
                  <a:pt x="3181683" y="256165"/>
                </a:lnTo>
                <a:lnTo>
                  <a:pt x="3214278" y="245231"/>
                </a:lnTo>
                <a:lnTo>
                  <a:pt x="3243405" y="230972"/>
                </a:lnTo>
                <a:lnTo>
                  <a:pt x="3265180" y="212293"/>
                </a:lnTo>
                <a:lnTo>
                  <a:pt x="3273943" y="189843"/>
                </a:lnTo>
                <a:lnTo>
                  <a:pt x="3298717" y="178165"/>
                </a:lnTo>
                <a:lnTo>
                  <a:pt x="3333493" y="170297"/>
                </a:lnTo>
                <a:lnTo>
                  <a:pt x="3367802" y="161649"/>
                </a:lnTo>
                <a:lnTo>
                  <a:pt x="3401663" y="152324"/>
                </a:lnTo>
                <a:lnTo>
                  <a:pt x="3435086" y="142389"/>
                </a:lnTo>
                <a:lnTo>
                  <a:pt x="3468081" y="131893"/>
                </a:lnTo>
                <a:lnTo>
                  <a:pt x="3500628" y="120853"/>
                </a:lnTo>
                <a:lnTo>
                  <a:pt x="3532718" y="109309"/>
                </a:lnTo>
                <a:lnTo>
                  <a:pt x="3564341" y="97260"/>
                </a:lnTo>
                <a:lnTo>
                  <a:pt x="3595487" y="84725"/>
                </a:lnTo>
                <a:lnTo>
                  <a:pt x="3626148" y="71723"/>
                </a:lnTo>
                <a:lnTo>
                  <a:pt x="3656305" y="58255"/>
                </a:lnTo>
                <a:lnTo>
                  <a:pt x="3685937" y="44339"/>
                </a:lnTo>
                <a:lnTo>
                  <a:pt x="3715036" y="29985"/>
                </a:lnTo>
                <a:lnTo>
                  <a:pt x="3743592" y="15202"/>
                </a:lnTo>
                <a:lnTo>
                  <a:pt x="3771595" y="0"/>
                </a:lnTo>
                <a:close/>
              </a:path>
            </a:pathLst>
          </a:custGeom>
          <a:solidFill xmlns:a="http://schemas.openxmlformats.org/drawingml/2006/main">
            <a:srgbClr val="7F8C9D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note-sheet-paper-3">
            <a:extLst xmlns:a="http://schemas.openxmlformats.org/drawingml/2006/main">
              <a:ext uri="{FF2B5EF4-FFF2-40B4-BE49-F238E27FC236}">
                <a16:creationId xmlns:a16="http://schemas.microsoft.com/office/drawing/2014/main" id="{1F3FD357-1E30-4A92-9F37-0CF146E3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60689" y="2926009"/>
            <a:ext cx="3771900" cy="2377383"/>
          </a:xfrm>
          <a:custGeom xmlns:a="http://schemas.openxmlformats.org/drawingml/2006/main">
            <a:pathLst>
              <a:path w="3771900" h="2377383">
                <a:moveTo>
                  <a:pt x="0" y="2377383"/>
                </a:moveTo>
                <a:lnTo>
                  <a:pt x="60560" y="2377383"/>
                </a:lnTo>
                <a:lnTo>
                  <a:pt x="121120" y="2377383"/>
                </a:lnTo>
                <a:lnTo>
                  <a:pt x="181689" y="2377383"/>
                </a:lnTo>
                <a:lnTo>
                  <a:pt x="242249" y="2377383"/>
                </a:lnTo>
                <a:lnTo>
                  <a:pt x="302809" y="2377383"/>
                </a:lnTo>
                <a:lnTo>
                  <a:pt x="363369" y="2377383"/>
                </a:lnTo>
                <a:lnTo>
                  <a:pt x="423929" y="2377383"/>
                </a:lnTo>
                <a:lnTo>
                  <a:pt x="484499" y="2377383"/>
                </a:lnTo>
                <a:lnTo>
                  <a:pt x="545059" y="2377383"/>
                </a:lnTo>
                <a:lnTo>
                  <a:pt x="605619" y="2377383"/>
                </a:lnTo>
                <a:lnTo>
                  <a:pt x="666179" y="2377383"/>
                </a:lnTo>
                <a:lnTo>
                  <a:pt x="726738" y="2377383"/>
                </a:lnTo>
                <a:lnTo>
                  <a:pt x="787308" y="2377383"/>
                </a:lnTo>
                <a:lnTo>
                  <a:pt x="847868" y="2377383"/>
                </a:lnTo>
                <a:lnTo>
                  <a:pt x="908428" y="2377383"/>
                </a:lnTo>
                <a:lnTo>
                  <a:pt x="968988" y="2377383"/>
                </a:lnTo>
                <a:lnTo>
                  <a:pt x="1029557" y="2377383"/>
                </a:lnTo>
                <a:lnTo>
                  <a:pt x="1090117" y="2377383"/>
                </a:lnTo>
                <a:lnTo>
                  <a:pt x="1150677" y="2377383"/>
                </a:lnTo>
                <a:lnTo>
                  <a:pt x="1211237" y="2377383"/>
                </a:lnTo>
                <a:lnTo>
                  <a:pt x="1271797" y="2377383"/>
                </a:lnTo>
                <a:lnTo>
                  <a:pt x="1332367" y="2377383"/>
                </a:lnTo>
                <a:lnTo>
                  <a:pt x="1392926" y="2377383"/>
                </a:lnTo>
                <a:lnTo>
                  <a:pt x="1453486" y="2377383"/>
                </a:lnTo>
                <a:lnTo>
                  <a:pt x="1514046" y="2377383"/>
                </a:lnTo>
                <a:lnTo>
                  <a:pt x="1574606" y="2377383"/>
                </a:lnTo>
                <a:lnTo>
                  <a:pt x="1635176" y="2377383"/>
                </a:lnTo>
                <a:lnTo>
                  <a:pt x="1695736" y="2377383"/>
                </a:lnTo>
                <a:lnTo>
                  <a:pt x="1756296" y="2377383"/>
                </a:lnTo>
                <a:lnTo>
                  <a:pt x="1816856" y="2377383"/>
                </a:lnTo>
                <a:lnTo>
                  <a:pt x="1877416" y="2377383"/>
                </a:lnTo>
                <a:lnTo>
                  <a:pt x="1937985" y="2377383"/>
                </a:lnTo>
                <a:lnTo>
                  <a:pt x="1998545" y="2377383"/>
                </a:lnTo>
                <a:lnTo>
                  <a:pt x="2059105" y="2377383"/>
                </a:lnTo>
                <a:lnTo>
                  <a:pt x="2119665" y="2377383"/>
                </a:lnTo>
                <a:lnTo>
                  <a:pt x="2180225" y="2377383"/>
                </a:lnTo>
                <a:lnTo>
                  <a:pt x="2240794" y="2377383"/>
                </a:lnTo>
                <a:lnTo>
                  <a:pt x="2301354" y="2377383"/>
                </a:lnTo>
                <a:lnTo>
                  <a:pt x="2361914" y="2377383"/>
                </a:lnTo>
                <a:lnTo>
                  <a:pt x="2422474" y="2377383"/>
                </a:lnTo>
                <a:lnTo>
                  <a:pt x="2483044" y="2377383"/>
                </a:lnTo>
                <a:lnTo>
                  <a:pt x="2543004" y="2373078"/>
                </a:lnTo>
                <a:lnTo>
                  <a:pt x="2602630" y="2366410"/>
                </a:lnTo>
                <a:lnTo>
                  <a:pt x="2662266" y="2359743"/>
                </a:lnTo>
                <a:lnTo>
                  <a:pt x="2721893" y="2353075"/>
                </a:lnTo>
                <a:lnTo>
                  <a:pt x="2781519" y="2346408"/>
                </a:lnTo>
                <a:lnTo>
                  <a:pt x="2841155" y="2339740"/>
                </a:lnTo>
                <a:lnTo>
                  <a:pt x="2900782" y="2333073"/>
                </a:lnTo>
                <a:lnTo>
                  <a:pt x="2960418" y="2326405"/>
                </a:lnTo>
                <a:lnTo>
                  <a:pt x="3005938" y="2303050"/>
                </a:lnTo>
                <a:lnTo>
                  <a:pt x="3047962" y="2275561"/>
                </a:lnTo>
                <a:lnTo>
                  <a:pt x="3089986" y="2248081"/>
                </a:lnTo>
                <a:lnTo>
                  <a:pt x="3132001" y="2220592"/>
                </a:lnTo>
                <a:lnTo>
                  <a:pt x="3174025" y="2193103"/>
                </a:lnTo>
                <a:lnTo>
                  <a:pt x="3216050" y="2165623"/>
                </a:lnTo>
                <a:lnTo>
                  <a:pt x="3258074" y="2138134"/>
                </a:lnTo>
                <a:lnTo>
                  <a:pt x="3300098" y="2110645"/>
                </a:lnTo>
                <a:lnTo>
                  <a:pt x="3342122" y="2083156"/>
                </a:lnTo>
                <a:lnTo>
                  <a:pt x="3384147" y="2055676"/>
                </a:lnTo>
                <a:lnTo>
                  <a:pt x="3426171" y="2028187"/>
                </a:lnTo>
                <a:lnTo>
                  <a:pt x="3468195" y="2000698"/>
                </a:lnTo>
                <a:lnTo>
                  <a:pt x="3510220" y="1973218"/>
                </a:lnTo>
                <a:lnTo>
                  <a:pt x="3552244" y="1945729"/>
                </a:lnTo>
                <a:lnTo>
                  <a:pt x="3594268" y="1918240"/>
                </a:lnTo>
                <a:lnTo>
                  <a:pt x="3636293" y="1890751"/>
                </a:lnTo>
                <a:lnTo>
                  <a:pt x="3678307" y="1863271"/>
                </a:lnTo>
                <a:lnTo>
                  <a:pt x="3720332" y="1835782"/>
                </a:lnTo>
                <a:lnTo>
                  <a:pt x="3762356" y="1808293"/>
                </a:lnTo>
                <a:lnTo>
                  <a:pt x="3771900" y="1772545"/>
                </a:lnTo>
                <a:lnTo>
                  <a:pt x="3771900" y="1734379"/>
                </a:lnTo>
                <a:lnTo>
                  <a:pt x="3771900" y="1696212"/>
                </a:lnTo>
                <a:lnTo>
                  <a:pt x="3771900" y="1658036"/>
                </a:lnTo>
                <a:lnTo>
                  <a:pt x="3771900" y="1619869"/>
                </a:lnTo>
                <a:lnTo>
                  <a:pt x="3771900" y="1581693"/>
                </a:lnTo>
                <a:lnTo>
                  <a:pt x="3771900" y="1543526"/>
                </a:lnTo>
                <a:lnTo>
                  <a:pt x="3771900" y="1505350"/>
                </a:lnTo>
                <a:lnTo>
                  <a:pt x="3771900" y="1467183"/>
                </a:lnTo>
                <a:lnTo>
                  <a:pt x="3771900" y="1429007"/>
                </a:lnTo>
                <a:lnTo>
                  <a:pt x="3771900" y="1390841"/>
                </a:lnTo>
                <a:lnTo>
                  <a:pt x="3771900" y="1352664"/>
                </a:lnTo>
                <a:lnTo>
                  <a:pt x="3771900" y="1314498"/>
                </a:lnTo>
                <a:lnTo>
                  <a:pt x="3771900" y="1276321"/>
                </a:lnTo>
                <a:lnTo>
                  <a:pt x="3771900" y="1238155"/>
                </a:lnTo>
                <a:lnTo>
                  <a:pt x="3771900" y="1199979"/>
                </a:lnTo>
                <a:lnTo>
                  <a:pt x="3771900" y="1161812"/>
                </a:lnTo>
                <a:lnTo>
                  <a:pt x="3771900" y="1123636"/>
                </a:lnTo>
                <a:lnTo>
                  <a:pt x="3771900" y="1085469"/>
                </a:lnTo>
                <a:lnTo>
                  <a:pt x="3771900" y="1047293"/>
                </a:lnTo>
                <a:lnTo>
                  <a:pt x="3771900" y="1009126"/>
                </a:lnTo>
                <a:lnTo>
                  <a:pt x="3771900" y="970950"/>
                </a:lnTo>
                <a:lnTo>
                  <a:pt x="3771900" y="932783"/>
                </a:lnTo>
                <a:lnTo>
                  <a:pt x="3771900" y="894607"/>
                </a:lnTo>
                <a:lnTo>
                  <a:pt x="3771900" y="856440"/>
                </a:lnTo>
                <a:lnTo>
                  <a:pt x="3771900" y="818264"/>
                </a:lnTo>
                <a:lnTo>
                  <a:pt x="3771900" y="780098"/>
                </a:lnTo>
                <a:lnTo>
                  <a:pt x="3771900" y="741921"/>
                </a:lnTo>
                <a:lnTo>
                  <a:pt x="3771900" y="703755"/>
                </a:lnTo>
                <a:lnTo>
                  <a:pt x="3771900" y="665578"/>
                </a:lnTo>
                <a:lnTo>
                  <a:pt x="3771900" y="627412"/>
                </a:lnTo>
                <a:lnTo>
                  <a:pt x="3771900" y="589236"/>
                </a:lnTo>
                <a:lnTo>
                  <a:pt x="3771900" y="551069"/>
                </a:lnTo>
                <a:lnTo>
                  <a:pt x="3771900" y="512893"/>
                </a:lnTo>
                <a:lnTo>
                  <a:pt x="3771900" y="474726"/>
                </a:lnTo>
                <a:lnTo>
                  <a:pt x="3771900" y="436550"/>
                </a:lnTo>
                <a:lnTo>
                  <a:pt x="3771900" y="398383"/>
                </a:lnTo>
                <a:lnTo>
                  <a:pt x="3771900" y="360207"/>
                </a:lnTo>
                <a:lnTo>
                  <a:pt x="3771900" y="322040"/>
                </a:lnTo>
                <a:lnTo>
                  <a:pt x="3771900" y="283864"/>
                </a:lnTo>
                <a:lnTo>
                  <a:pt x="3771900" y="245697"/>
                </a:lnTo>
                <a:lnTo>
                  <a:pt x="3771900" y="207521"/>
                </a:lnTo>
                <a:lnTo>
                  <a:pt x="3771900" y="169355"/>
                </a:lnTo>
                <a:lnTo>
                  <a:pt x="3771900" y="131178"/>
                </a:lnTo>
                <a:lnTo>
                  <a:pt x="3771900" y="93012"/>
                </a:lnTo>
                <a:lnTo>
                  <a:pt x="3771900" y="54835"/>
                </a:lnTo>
                <a:lnTo>
                  <a:pt x="3771900" y="16669"/>
                </a:lnTo>
                <a:lnTo>
                  <a:pt x="3737781" y="0"/>
                </a:lnTo>
                <a:lnTo>
                  <a:pt x="3677212" y="0"/>
                </a:lnTo>
                <a:lnTo>
                  <a:pt x="3616652" y="0"/>
                </a:lnTo>
                <a:lnTo>
                  <a:pt x="3556092" y="0"/>
                </a:lnTo>
                <a:lnTo>
                  <a:pt x="3495532" y="0"/>
                </a:lnTo>
                <a:lnTo>
                  <a:pt x="3434972" y="0"/>
                </a:lnTo>
                <a:lnTo>
                  <a:pt x="3374403" y="0"/>
                </a:lnTo>
                <a:lnTo>
                  <a:pt x="3313843" y="0"/>
                </a:lnTo>
                <a:lnTo>
                  <a:pt x="3253283" y="0"/>
                </a:lnTo>
                <a:lnTo>
                  <a:pt x="3192723" y="0"/>
                </a:lnTo>
                <a:lnTo>
                  <a:pt x="3132163" y="0"/>
                </a:lnTo>
                <a:lnTo>
                  <a:pt x="3071593" y="0"/>
                </a:lnTo>
                <a:lnTo>
                  <a:pt x="3011033" y="0"/>
                </a:lnTo>
                <a:lnTo>
                  <a:pt x="2950474" y="0"/>
                </a:lnTo>
                <a:lnTo>
                  <a:pt x="2889914" y="0"/>
                </a:lnTo>
                <a:lnTo>
                  <a:pt x="2829354" y="0"/>
                </a:lnTo>
                <a:lnTo>
                  <a:pt x="2768784" y="0"/>
                </a:lnTo>
                <a:lnTo>
                  <a:pt x="2708224" y="0"/>
                </a:lnTo>
                <a:lnTo>
                  <a:pt x="2647664" y="0"/>
                </a:lnTo>
                <a:lnTo>
                  <a:pt x="2587104" y="0"/>
                </a:lnTo>
                <a:lnTo>
                  <a:pt x="2526544" y="0"/>
                </a:lnTo>
                <a:lnTo>
                  <a:pt x="2465975" y="0"/>
                </a:lnTo>
                <a:lnTo>
                  <a:pt x="2405415" y="0"/>
                </a:lnTo>
                <a:lnTo>
                  <a:pt x="2344855" y="0"/>
                </a:lnTo>
                <a:lnTo>
                  <a:pt x="2284295" y="0"/>
                </a:lnTo>
                <a:lnTo>
                  <a:pt x="2223726" y="0"/>
                </a:lnTo>
                <a:lnTo>
                  <a:pt x="2163166" y="0"/>
                </a:lnTo>
                <a:lnTo>
                  <a:pt x="2102606" y="0"/>
                </a:lnTo>
                <a:lnTo>
                  <a:pt x="2042046" y="0"/>
                </a:lnTo>
                <a:lnTo>
                  <a:pt x="1981486" y="0"/>
                </a:lnTo>
                <a:lnTo>
                  <a:pt x="1920926" y="0"/>
                </a:lnTo>
                <a:lnTo>
                  <a:pt x="1860356" y="0"/>
                </a:lnTo>
                <a:lnTo>
                  <a:pt x="1799796" y="0"/>
                </a:lnTo>
                <a:lnTo>
                  <a:pt x="1739236" y="0"/>
                </a:lnTo>
                <a:lnTo>
                  <a:pt x="1678676" y="0"/>
                </a:lnTo>
                <a:lnTo>
                  <a:pt x="1618107" y="0"/>
                </a:lnTo>
                <a:lnTo>
                  <a:pt x="1557547" y="0"/>
                </a:lnTo>
                <a:lnTo>
                  <a:pt x="1496987" y="0"/>
                </a:lnTo>
                <a:lnTo>
                  <a:pt x="1436427" y="0"/>
                </a:lnTo>
                <a:lnTo>
                  <a:pt x="1375867" y="0"/>
                </a:lnTo>
                <a:lnTo>
                  <a:pt x="1315298" y="0"/>
                </a:lnTo>
                <a:lnTo>
                  <a:pt x="1254738" y="0"/>
                </a:lnTo>
                <a:lnTo>
                  <a:pt x="1194178" y="0"/>
                </a:lnTo>
                <a:lnTo>
                  <a:pt x="1133618" y="0"/>
                </a:lnTo>
                <a:lnTo>
                  <a:pt x="1073058" y="0"/>
                </a:lnTo>
                <a:lnTo>
                  <a:pt x="1012488" y="0"/>
                </a:lnTo>
                <a:lnTo>
                  <a:pt x="951929" y="0"/>
                </a:lnTo>
                <a:lnTo>
                  <a:pt x="891369" y="0"/>
                </a:lnTo>
                <a:lnTo>
                  <a:pt x="830809" y="0"/>
                </a:lnTo>
                <a:lnTo>
                  <a:pt x="770249" y="0"/>
                </a:lnTo>
                <a:lnTo>
                  <a:pt x="709679" y="0"/>
                </a:lnTo>
                <a:lnTo>
                  <a:pt x="649119" y="0"/>
                </a:lnTo>
                <a:lnTo>
                  <a:pt x="588559" y="0"/>
                </a:lnTo>
                <a:lnTo>
                  <a:pt x="527999" y="0"/>
                </a:lnTo>
                <a:lnTo>
                  <a:pt x="467439" y="0"/>
                </a:lnTo>
                <a:lnTo>
                  <a:pt x="406870" y="0"/>
                </a:lnTo>
                <a:lnTo>
                  <a:pt x="346310" y="0"/>
                </a:lnTo>
                <a:lnTo>
                  <a:pt x="285750" y="0"/>
                </a:lnTo>
                <a:lnTo>
                  <a:pt x="225190" y="0"/>
                </a:lnTo>
                <a:lnTo>
                  <a:pt x="164621" y="0"/>
                </a:lnTo>
                <a:lnTo>
                  <a:pt x="104061" y="0"/>
                </a:lnTo>
                <a:lnTo>
                  <a:pt x="43501" y="0"/>
                </a:lnTo>
                <a:lnTo>
                  <a:pt x="0" y="10754"/>
                </a:lnTo>
                <a:lnTo>
                  <a:pt x="0" y="48920"/>
                </a:lnTo>
                <a:lnTo>
                  <a:pt x="0" y="87097"/>
                </a:lnTo>
                <a:lnTo>
                  <a:pt x="0" y="125263"/>
                </a:lnTo>
                <a:lnTo>
                  <a:pt x="0" y="163439"/>
                </a:lnTo>
                <a:lnTo>
                  <a:pt x="0" y="201606"/>
                </a:lnTo>
                <a:lnTo>
                  <a:pt x="0" y="239782"/>
                </a:lnTo>
                <a:lnTo>
                  <a:pt x="0" y="277949"/>
                </a:lnTo>
                <a:lnTo>
                  <a:pt x="0" y="316125"/>
                </a:lnTo>
                <a:lnTo>
                  <a:pt x="0" y="354292"/>
                </a:lnTo>
                <a:lnTo>
                  <a:pt x="0" y="392468"/>
                </a:lnTo>
                <a:lnTo>
                  <a:pt x="0" y="430635"/>
                </a:lnTo>
                <a:lnTo>
                  <a:pt x="0" y="468811"/>
                </a:lnTo>
                <a:lnTo>
                  <a:pt x="0" y="506978"/>
                </a:lnTo>
                <a:lnTo>
                  <a:pt x="0" y="545154"/>
                </a:lnTo>
                <a:lnTo>
                  <a:pt x="0" y="583321"/>
                </a:lnTo>
                <a:lnTo>
                  <a:pt x="0" y="621497"/>
                </a:lnTo>
                <a:lnTo>
                  <a:pt x="0" y="659663"/>
                </a:lnTo>
                <a:lnTo>
                  <a:pt x="0" y="697840"/>
                </a:lnTo>
                <a:lnTo>
                  <a:pt x="0" y="736006"/>
                </a:lnTo>
                <a:lnTo>
                  <a:pt x="0" y="774182"/>
                </a:lnTo>
                <a:lnTo>
                  <a:pt x="0" y="812349"/>
                </a:lnTo>
                <a:lnTo>
                  <a:pt x="0" y="850525"/>
                </a:lnTo>
                <a:lnTo>
                  <a:pt x="0" y="888692"/>
                </a:lnTo>
                <a:lnTo>
                  <a:pt x="0" y="926868"/>
                </a:lnTo>
                <a:lnTo>
                  <a:pt x="0" y="965035"/>
                </a:lnTo>
                <a:lnTo>
                  <a:pt x="0" y="1003211"/>
                </a:lnTo>
                <a:lnTo>
                  <a:pt x="0" y="1041378"/>
                </a:lnTo>
                <a:lnTo>
                  <a:pt x="0" y="1079554"/>
                </a:lnTo>
                <a:lnTo>
                  <a:pt x="0" y="1117721"/>
                </a:lnTo>
                <a:lnTo>
                  <a:pt x="0" y="1155897"/>
                </a:lnTo>
                <a:lnTo>
                  <a:pt x="0" y="1194064"/>
                </a:lnTo>
                <a:lnTo>
                  <a:pt x="0" y="1232240"/>
                </a:lnTo>
                <a:lnTo>
                  <a:pt x="0" y="1270406"/>
                </a:lnTo>
                <a:lnTo>
                  <a:pt x="0" y="1308583"/>
                </a:lnTo>
                <a:lnTo>
                  <a:pt x="0" y="1346749"/>
                </a:lnTo>
                <a:lnTo>
                  <a:pt x="0" y="1384925"/>
                </a:lnTo>
                <a:lnTo>
                  <a:pt x="0" y="1423092"/>
                </a:lnTo>
                <a:lnTo>
                  <a:pt x="0" y="1461268"/>
                </a:lnTo>
                <a:lnTo>
                  <a:pt x="0" y="1499435"/>
                </a:lnTo>
                <a:lnTo>
                  <a:pt x="0" y="1537611"/>
                </a:lnTo>
                <a:lnTo>
                  <a:pt x="0" y="1575778"/>
                </a:lnTo>
                <a:lnTo>
                  <a:pt x="0" y="1613954"/>
                </a:lnTo>
                <a:lnTo>
                  <a:pt x="0" y="1652121"/>
                </a:lnTo>
                <a:lnTo>
                  <a:pt x="0" y="1690297"/>
                </a:lnTo>
                <a:lnTo>
                  <a:pt x="0" y="1728464"/>
                </a:lnTo>
                <a:lnTo>
                  <a:pt x="0" y="1766640"/>
                </a:lnTo>
                <a:lnTo>
                  <a:pt x="0" y="1804807"/>
                </a:lnTo>
                <a:lnTo>
                  <a:pt x="0" y="1842983"/>
                </a:lnTo>
                <a:lnTo>
                  <a:pt x="0" y="1881149"/>
                </a:lnTo>
                <a:lnTo>
                  <a:pt x="0" y="1919326"/>
                </a:lnTo>
                <a:lnTo>
                  <a:pt x="0" y="1957492"/>
                </a:lnTo>
                <a:lnTo>
                  <a:pt x="0" y="1995668"/>
                </a:lnTo>
                <a:lnTo>
                  <a:pt x="0" y="2033835"/>
                </a:lnTo>
                <a:lnTo>
                  <a:pt x="0" y="2072011"/>
                </a:lnTo>
                <a:lnTo>
                  <a:pt x="0" y="2110178"/>
                </a:lnTo>
                <a:lnTo>
                  <a:pt x="0" y="2148354"/>
                </a:lnTo>
                <a:lnTo>
                  <a:pt x="0" y="2186521"/>
                </a:lnTo>
                <a:lnTo>
                  <a:pt x="0" y="2224697"/>
                </a:lnTo>
                <a:lnTo>
                  <a:pt x="0" y="2262864"/>
                </a:lnTo>
                <a:lnTo>
                  <a:pt x="0" y="2301040"/>
                </a:lnTo>
                <a:lnTo>
                  <a:pt x="0" y="2339207"/>
                </a:lnTo>
                <a:lnTo>
                  <a:pt x="0" y="237738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E6EC"/>
            </a:solidFill>
            <a:prstDash val="solid"/>
          </a:ln>
        </p:spPr>
      </p:sp>
      <p:sp>
        <p:nvSpPr>
          <p:cNvPr id="15" name="note-sheet-header-3">
            <a:extLst xmlns:a="http://schemas.openxmlformats.org/drawingml/2006/main">
              <a:ext uri="{FF2B5EF4-FFF2-40B4-BE49-F238E27FC236}">
                <a16:creationId xmlns:a16="http://schemas.microsoft.com/office/drawing/2014/main" id="{ACCEEE02-74A9-4B59-A656-A9306553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60689" y="2926009"/>
            <a:ext cx="3771900" cy="4089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D9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note-sheet-fold-3">
            <a:extLst xmlns:a="http://schemas.openxmlformats.org/drawingml/2006/main">
              <a:ext uri="{FF2B5EF4-FFF2-40B4-BE49-F238E27FC236}">
                <a16:creationId xmlns:a16="http://schemas.microsoft.com/office/drawing/2014/main" id="{66BF3D3D-7063-4FEA-AC0F-9164CBB0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42911" y="4728062"/>
            <a:ext cx="1389688" cy="575767"/>
          </a:xfrm>
          <a:custGeom xmlns:a="http://schemas.openxmlformats.org/drawingml/2006/main">
            <a:pathLst>
              <a:path w="1389688" h="575767">
                <a:moveTo>
                  <a:pt x="1389688" y="0"/>
                </a:moveTo>
                <a:lnTo>
                  <a:pt x="1388031" y="9554"/>
                </a:lnTo>
                <a:lnTo>
                  <a:pt x="1385859" y="19060"/>
                </a:lnTo>
                <a:lnTo>
                  <a:pt x="1383325" y="28537"/>
                </a:lnTo>
                <a:lnTo>
                  <a:pt x="1380468" y="37967"/>
                </a:lnTo>
                <a:lnTo>
                  <a:pt x="1377325" y="47368"/>
                </a:lnTo>
                <a:lnTo>
                  <a:pt x="1373905" y="56731"/>
                </a:lnTo>
                <a:lnTo>
                  <a:pt x="1370228" y="66056"/>
                </a:lnTo>
                <a:lnTo>
                  <a:pt x="1366304" y="75343"/>
                </a:lnTo>
                <a:lnTo>
                  <a:pt x="1362142" y="84582"/>
                </a:lnTo>
                <a:lnTo>
                  <a:pt x="1357732" y="93783"/>
                </a:lnTo>
                <a:lnTo>
                  <a:pt x="1353093" y="102937"/>
                </a:lnTo>
                <a:lnTo>
                  <a:pt x="1348226" y="112043"/>
                </a:lnTo>
                <a:lnTo>
                  <a:pt x="1343139" y="121091"/>
                </a:lnTo>
                <a:lnTo>
                  <a:pt x="1337824" y="130102"/>
                </a:lnTo>
                <a:lnTo>
                  <a:pt x="1332290" y="139055"/>
                </a:lnTo>
                <a:lnTo>
                  <a:pt x="1326547" y="147952"/>
                </a:lnTo>
                <a:lnTo>
                  <a:pt x="1320575" y="156791"/>
                </a:lnTo>
                <a:lnTo>
                  <a:pt x="1314393" y="165573"/>
                </a:lnTo>
                <a:lnTo>
                  <a:pt x="1308002" y="174298"/>
                </a:lnTo>
                <a:lnTo>
                  <a:pt x="1301401" y="182956"/>
                </a:lnTo>
                <a:lnTo>
                  <a:pt x="1294581" y="191548"/>
                </a:lnTo>
                <a:lnTo>
                  <a:pt x="1287570" y="200073"/>
                </a:lnTo>
                <a:lnTo>
                  <a:pt x="1280331" y="208531"/>
                </a:lnTo>
                <a:lnTo>
                  <a:pt x="1272902" y="216922"/>
                </a:lnTo>
                <a:lnTo>
                  <a:pt x="1265263" y="225238"/>
                </a:lnTo>
                <a:lnTo>
                  <a:pt x="1257433" y="233477"/>
                </a:lnTo>
                <a:lnTo>
                  <a:pt x="1249394" y="241640"/>
                </a:lnTo>
                <a:lnTo>
                  <a:pt x="1241155" y="249726"/>
                </a:lnTo>
                <a:lnTo>
                  <a:pt x="1232725" y="257727"/>
                </a:lnTo>
                <a:lnTo>
                  <a:pt x="1224096" y="265652"/>
                </a:lnTo>
                <a:lnTo>
                  <a:pt x="1215276" y="273482"/>
                </a:lnTo>
                <a:lnTo>
                  <a:pt x="1206265" y="281235"/>
                </a:lnTo>
                <a:lnTo>
                  <a:pt x="1197064" y="288893"/>
                </a:lnTo>
                <a:lnTo>
                  <a:pt x="1187682" y="296466"/>
                </a:lnTo>
                <a:lnTo>
                  <a:pt x="1178109" y="303943"/>
                </a:lnTo>
                <a:lnTo>
                  <a:pt x="1168356" y="311325"/>
                </a:lnTo>
                <a:lnTo>
                  <a:pt x="1158421" y="318611"/>
                </a:lnTo>
                <a:lnTo>
                  <a:pt x="1148305" y="325803"/>
                </a:lnTo>
                <a:lnTo>
                  <a:pt x="1138028" y="332889"/>
                </a:lnTo>
                <a:lnTo>
                  <a:pt x="1127570" y="339881"/>
                </a:lnTo>
                <a:lnTo>
                  <a:pt x="1116949" y="346777"/>
                </a:lnTo>
                <a:lnTo>
                  <a:pt x="1106157" y="353558"/>
                </a:lnTo>
                <a:lnTo>
                  <a:pt x="1095204" y="360245"/>
                </a:lnTo>
                <a:lnTo>
                  <a:pt x="1084097" y="366817"/>
                </a:lnTo>
                <a:lnTo>
                  <a:pt x="1072829" y="373294"/>
                </a:lnTo>
                <a:lnTo>
                  <a:pt x="1061409" y="379657"/>
                </a:lnTo>
                <a:lnTo>
                  <a:pt x="1049836" y="385915"/>
                </a:lnTo>
                <a:lnTo>
                  <a:pt x="1038120" y="392059"/>
                </a:lnTo>
                <a:lnTo>
                  <a:pt x="1026262" y="398097"/>
                </a:lnTo>
                <a:lnTo>
                  <a:pt x="1014270" y="404022"/>
                </a:lnTo>
                <a:lnTo>
                  <a:pt x="1002135" y="409842"/>
                </a:lnTo>
                <a:lnTo>
                  <a:pt x="989876" y="415547"/>
                </a:lnTo>
                <a:lnTo>
                  <a:pt x="977475" y="421138"/>
                </a:lnTo>
                <a:lnTo>
                  <a:pt x="964959" y="426625"/>
                </a:lnTo>
                <a:lnTo>
                  <a:pt x="952319" y="431987"/>
                </a:lnTo>
                <a:lnTo>
                  <a:pt x="939565" y="437255"/>
                </a:lnTo>
                <a:lnTo>
                  <a:pt x="926697" y="442398"/>
                </a:lnTo>
                <a:lnTo>
                  <a:pt x="913714" y="447437"/>
                </a:lnTo>
                <a:lnTo>
                  <a:pt x="900617" y="452352"/>
                </a:lnTo>
                <a:lnTo>
                  <a:pt x="887425" y="457171"/>
                </a:lnTo>
                <a:lnTo>
                  <a:pt x="874138" y="461867"/>
                </a:lnTo>
                <a:lnTo>
                  <a:pt x="860746" y="466458"/>
                </a:lnTo>
                <a:lnTo>
                  <a:pt x="847258" y="470945"/>
                </a:lnTo>
                <a:lnTo>
                  <a:pt x="833685" y="475317"/>
                </a:lnTo>
                <a:lnTo>
                  <a:pt x="820026" y="479574"/>
                </a:lnTo>
                <a:lnTo>
                  <a:pt x="806282" y="483727"/>
                </a:lnTo>
                <a:lnTo>
                  <a:pt x="792451" y="487775"/>
                </a:lnTo>
                <a:lnTo>
                  <a:pt x="778554" y="491719"/>
                </a:lnTo>
                <a:lnTo>
                  <a:pt x="764572" y="495548"/>
                </a:lnTo>
                <a:lnTo>
                  <a:pt x="750522" y="499281"/>
                </a:lnTo>
                <a:lnTo>
                  <a:pt x="736406" y="502901"/>
                </a:lnTo>
                <a:lnTo>
                  <a:pt x="722224" y="506425"/>
                </a:lnTo>
                <a:lnTo>
                  <a:pt x="707984" y="509845"/>
                </a:lnTo>
                <a:lnTo>
                  <a:pt x="693677" y="513159"/>
                </a:lnTo>
                <a:lnTo>
                  <a:pt x="679313" y="516379"/>
                </a:lnTo>
                <a:lnTo>
                  <a:pt x="664893" y="519494"/>
                </a:lnTo>
                <a:lnTo>
                  <a:pt x="650424" y="522513"/>
                </a:lnTo>
                <a:lnTo>
                  <a:pt x="635908" y="525437"/>
                </a:lnTo>
                <a:lnTo>
                  <a:pt x="621335" y="528266"/>
                </a:lnTo>
                <a:lnTo>
                  <a:pt x="606723" y="531000"/>
                </a:lnTo>
                <a:lnTo>
                  <a:pt x="592064" y="533638"/>
                </a:lnTo>
                <a:lnTo>
                  <a:pt x="577367" y="536181"/>
                </a:lnTo>
                <a:lnTo>
                  <a:pt x="562632" y="538639"/>
                </a:lnTo>
                <a:lnTo>
                  <a:pt x="547849" y="541001"/>
                </a:lnTo>
                <a:lnTo>
                  <a:pt x="533048" y="543277"/>
                </a:lnTo>
                <a:lnTo>
                  <a:pt x="518198" y="545468"/>
                </a:lnTo>
                <a:lnTo>
                  <a:pt x="503330" y="547564"/>
                </a:lnTo>
                <a:lnTo>
                  <a:pt x="488423" y="549583"/>
                </a:lnTo>
                <a:lnTo>
                  <a:pt x="473488" y="551507"/>
                </a:lnTo>
                <a:lnTo>
                  <a:pt x="458534" y="553355"/>
                </a:lnTo>
                <a:lnTo>
                  <a:pt x="443551" y="555127"/>
                </a:lnTo>
                <a:lnTo>
                  <a:pt x="428539" y="556803"/>
                </a:lnTo>
                <a:lnTo>
                  <a:pt x="413509" y="558413"/>
                </a:lnTo>
                <a:lnTo>
                  <a:pt x="398459" y="559937"/>
                </a:lnTo>
                <a:lnTo>
                  <a:pt x="383391" y="561384"/>
                </a:lnTo>
                <a:lnTo>
                  <a:pt x="368303" y="562756"/>
                </a:lnTo>
                <a:lnTo>
                  <a:pt x="353197" y="564051"/>
                </a:lnTo>
                <a:lnTo>
                  <a:pt x="338080" y="565280"/>
                </a:lnTo>
                <a:lnTo>
                  <a:pt x="322945" y="566423"/>
                </a:lnTo>
                <a:lnTo>
                  <a:pt x="307800" y="567500"/>
                </a:lnTo>
                <a:lnTo>
                  <a:pt x="292637" y="568509"/>
                </a:lnTo>
                <a:lnTo>
                  <a:pt x="277473" y="569443"/>
                </a:lnTo>
                <a:lnTo>
                  <a:pt x="262290" y="570319"/>
                </a:lnTo>
                <a:lnTo>
                  <a:pt x="247098" y="571109"/>
                </a:lnTo>
                <a:lnTo>
                  <a:pt x="231896" y="571843"/>
                </a:lnTo>
                <a:lnTo>
                  <a:pt x="216694" y="572510"/>
                </a:lnTo>
                <a:lnTo>
                  <a:pt x="201482" y="573119"/>
                </a:lnTo>
                <a:lnTo>
                  <a:pt x="186261" y="573653"/>
                </a:lnTo>
                <a:lnTo>
                  <a:pt x="171040" y="574129"/>
                </a:lnTo>
                <a:lnTo>
                  <a:pt x="155810" y="574538"/>
                </a:lnTo>
                <a:lnTo>
                  <a:pt x="140570" y="574891"/>
                </a:lnTo>
                <a:lnTo>
                  <a:pt x="125339" y="575186"/>
                </a:lnTo>
                <a:lnTo>
                  <a:pt x="110099" y="575415"/>
                </a:lnTo>
                <a:lnTo>
                  <a:pt x="94859" y="575586"/>
                </a:lnTo>
                <a:lnTo>
                  <a:pt x="79619" y="575701"/>
                </a:lnTo>
                <a:lnTo>
                  <a:pt x="64370" y="575767"/>
                </a:lnTo>
                <a:lnTo>
                  <a:pt x="49130" y="575767"/>
                </a:lnTo>
                <a:lnTo>
                  <a:pt x="33890" y="575710"/>
                </a:lnTo>
                <a:lnTo>
                  <a:pt x="18640" y="575605"/>
                </a:lnTo>
                <a:lnTo>
                  <a:pt x="3400" y="575453"/>
                </a:lnTo>
                <a:lnTo>
                  <a:pt x="0" y="575291"/>
                </a:lnTo>
                <a:lnTo>
                  <a:pt x="15240" y="575053"/>
                </a:lnTo>
                <a:lnTo>
                  <a:pt x="30470" y="574653"/>
                </a:lnTo>
                <a:lnTo>
                  <a:pt x="45691" y="574129"/>
                </a:lnTo>
                <a:lnTo>
                  <a:pt x="60893" y="573491"/>
                </a:lnTo>
                <a:lnTo>
                  <a:pt x="76095" y="572729"/>
                </a:lnTo>
                <a:lnTo>
                  <a:pt x="91278" y="571881"/>
                </a:lnTo>
                <a:lnTo>
                  <a:pt x="106442" y="570909"/>
                </a:lnTo>
                <a:lnTo>
                  <a:pt x="121596" y="569852"/>
                </a:lnTo>
                <a:lnTo>
                  <a:pt x="136722" y="568690"/>
                </a:lnTo>
                <a:lnTo>
                  <a:pt x="151838" y="567423"/>
                </a:lnTo>
                <a:lnTo>
                  <a:pt x="166926" y="566061"/>
                </a:lnTo>
                <a:lnTo>
                  <a:pt x="181985" y="564594"/>
                </a:lnTo>
                <a:lnTo>
                  <a:pt x="197025" y="563023"/>
                </a:lnTo>
                <a:lnTo>
                  <a:pt x="212036" y="561356"/>
                </a:lnTo>
                <a:lnTo>
                  <a:pt x="227019" y="559575"/>
                </a:lnTo>
                <a:lnTo>
                  <a:pt x="241964" y="557698"/>
                </a:lnTo>
                <a:lnTo>
                  <a:pt x="256880" y="555698"/>
                </a:lnTo>
                <a:lnTo>
                  <a:pt x="271748" y="553593"/>
                </a:lnTo>
                <a:lnTo>
                  <a:pt x="286579" y="551383"/>
                </a:lnTo>
                <a:lnTo>
                  <a:pt x="301371" y="549050"/>
                </a:lnTo>
                <a:lnTo>
                  <a:pt x="316116" y="546602"/>
                </a:lnTo>
                <a:lnTo>
                  <a:pt x="330803" y="544030"/>
                </a:lnTo>
                <a:lnTo>
                  <a:pt x="345434" y="541344"/>
                </a:lnTo>
                <a:lnTo>
                  <a:pt x="360007" y="538524"/>
                </a:lnTo>
                <a:lnTo>
                  <a:pt x="374513" y="535572"/>
                </a:lnTo>
                <a:lnTo>
                  <a:pt x="388953" y="532495"/>
                </a:lnTo>
                <a:lnTo>
                  <a:pt x="403308" y="529276"/>
                </a:lnTo>
                <a:lnTo>
                  <a:pt x="417595" y="525913"/>
                </a:lnTo>
                <a:lnTo>
                  <a:pt x="431787" y="522418"/>
                </a:lnTo>
                <a:lnTo>
                  <a:pt x="445894" y="518770"/>
                </a:lnTo>
                <a:lnTo>
                  <a:pt x="459886" y="514969"/>
                </a:lnTo>
                <a:lnTo>
                  <a:pt x="473783" y="511007"/>
                </a:lnTo>
                <a:lnTo>
                  <a:pt x="487556" y="506892"/>
                </a:lnTo>
                <a:lnTo>
                  <a:pt x="501196" y="502615"/>
                </a:lnTo>
                <a:lnTo>
                  <a:pt x="514712" y="498158"/>
                </a:lnTo>
                <a:lnTo>
                  <a:pt x="528076" y="493538"/>
                </a:lnTo>
                <a:lnTo>
                  <a:pt x="541277" y="488747"/>
                </a:lnTo>
                <a:lnTo>
                  <a:pt x="554317" y="483765"/>
                </a:lnTo>
                <a:lnTo>
                  <a:pt x="567166" y="478603"/>
                </a:lnTo>
                <a:lnTo>
                  <a:pt x="579825" y="473250"/>
                </a:lnTo>
                <a:lnTo>
                  <a:pt x="592274" y="467697"/>
                </a:lnTo>
                <a:lnTo>
                  <a:pt x="604495" y="461963"/>
                </a:lnTo>
                <a:lnTo>
                  <a:pt x="616477" y="456019"/>
                </a:lnTo>
                <a:lnTo>
                  <a:pt x="628202" y="449875"/>
                </a:lnTo>
                <a:lnTo>
                  <a:pt x="639651" y="443532"/>
                </a:lnTo>
                <a:lnTo>
                  <a:pt x="650805" y="436988"/>
                </a:lnTo>
                <a:lnTo>
                  <a:pt x="661654" y="430244"/>
                </a:lnTo>
                <a:lnTo>
                  <a:pt x="672170" y="423291"/>
                </a:lnTo>
                <a:lnTo>
                  <a:pt x="682342" y="416128"/>
                </a:lnTo>
                <a:lnTo>
                  <a:pt x="692153" y="408775"/>
                </a:lnTo>
                <a:lnTo>
                  <a:pt x="701573" y="401231"/>
                </a:lnTo>
                <a:lnTo>
                  <a:pt x="710603" y="393487"/>
                </a:lnTo>
                <a:lnTo>
                  <a:pt x="719223" y="385562"/>
                </a:lnTo>
                <a:lnTo>
                  <a:pt x="727405" y="377457"/>
                </a:lnTo>
                <a:lnTo>
                  <a:pt x="735149" y="369179"/>
                </a:lnTo>
                <a:lnTo>
                  <a:pt x="742436" y="360740"/>
                </a:lnTo>
                <a:lnTo>
                  <a:pt x="749265" y="352158"/>
                </a:lnTo>
                <a:lnTo>
                  <a:pt x="755618" y="343424"/>
                </a:lnTo>
                <a:lnTo>
                  <a:pt x="761495" y="334556"/>
                </a:lnTo>
                <a:lnTo>
                  <a:pt x="766886" y="325574"/>
                </a:lnTo>
                <a:lnTo>
                  <a:pt x="771811" y="316478"/>
                </a:lnTo>
                <a:lnTo>
                  <a:pt x="776240" y="307286"/>
                </a:lnTo>
                <a:lnTo>
                  <a:pt x="780202" y="298009"/>
                </a:lnTo>
                <a:lnTo>
                  <a:pt x="783698" y="288655"/>
                </a:lnTo>
                <a:lnTo>
                  <a:pt x="786717" y="279244"/>
                </a:lnTo>
                <a:lnTo>
                  <a:pt x="789289" y="269777"/>
                </a:lnTo>
                <a:lnTo>
                  <a:pt x="791413" y="260261"/>
                </a:lnTo>
                <a:lnTo>
                  <a:pt x="793109" y="250708"/>
                </a:lnTo>
                <a:lnTo>
                  <a:pt x="794366" y="241135"/>
                </a:lnTo>
                <a:lnTo>
                  <a:pt x="795223" y="231543"/>
                </a:lnTo>
                <a:lnTo>
                  <a:pt x="795680" y="221942"/>
                </a:lnTo>
                <a:lnTo>
                  <a:pt x="795747" y="212331"/>
                </a:lnTo>
                <a:lnTo>
                  <a:pt x="795442" y="202730"/>
                </a:lnTo>
                <a:lnTo>
                  <a:pt x="794785" y="193129"/>
                </a:lnTo>
                <a:lnTo>
                  <a:pt x="793785" y="183547"/>
                </a:lnTo>
                <a:lnTo>
                  <a:pt x="807891" y="181194"/>
                </a:lnTo>
                <a:lnTo>
                  <a:pt x="822741" y="179041"/>
                </a:lnTo>
                <a:lnTo>
                  <a:pt x="837543" y="176755"/>
                </a:lnTo>
                <a:lnTo>
                  <a:pt x="852307" y="174346"/>
                </a:lnTo>
                <a:lnTo>
                  <a:pt x="867013" y="171831"/>
                </a:lnTo>
                <a:lnTo>
                  <a:pt x="881682" y="169212"/>
                </a:lnTo>
                <a:lnTo>
                  <a:pt x="896303" y="166497"/>
                </a:lnTo>
                <a:lnTo>
                  <a:pt x="910885" y="163687"/>
                </a:lnTo>
                <a:lnTo>
                  <a:pt x="925411" y="160792"/>
                </a:lnTo>
                <a:lnTo>
                  <a:pt x="939898" y="157791"/>
                </a:lnTo>
                <a:lnTo>
                  <a:pt x="954338" y="154705"/>
                </a:lnTo>
                <a:lnTo>
                  <a:pt x="968721" y="151533"/>
                </a:lnTo>
                <a:lnTo>
                  <a:pt x="983056" y="148276"/>
                </a:lnTo>
                <a:lnTo>
                  <a:pt x="997344" y="144923"/>
                </a:lnTo>
                <a:lnTo>
                  <a:pt x="1011574" y="141484"/>
                </a:lnTo>
                <a:lnTo>
                  <a:pt x="1025757" y="137951"/>
                </a:lnTo>
                <a:lnTo>
                  <a:pt x="1039873" y="134331"/>
                </a:lnTo>
                <a:lnTo>
                  <a:pt x="1053941" y="130626"/>
                </a:lnTo>
                <a:lnTo>
                  <a:pt x="1067943" y="126825"/>
                </a:lnTo>
                <a:lnTo>
                  <a:pt x="1081878" y="122939"/>
                </a:lnTo>
                <a:lnTo>
                  <a:pt x="1095756" y="118958"/>
                </a:lnTo>
                <a:lnTo>
                  <a:pt x="1109558" y="114881"/>
                </a:lnTo>
                <a:lnTo>
                  <a:pt x="1123293" y="110719"/>
                </a:lnTo>
                <a:lnTo>
                  <a:pt x="1136961" y="106461"/>
                </a:lnTo>
                <a:lnTo>
                  <a:pt x="1150544" y="102108"/>
                </a:lnTo>
                <a:lnTo>
                  <a:pt x="1164060" y="97660"/>
                </a:lnTo>
                <a:lnTo>
                  <a:pt x="1177490" y="93116"/>
                </a:lnTo>
                <a:lnTo>
                  <a:pt x="1190825" y="88468"/>
                </a:lnTo>
                <a:lnTo>
                  <a:pt x="1204084" y="83725"/>
                </a:lnTo>
                <a:lnTo>
                  <a:pt x="1217247" y="78886"/>
                </a:lnTo>
                <a:lnTo>
                  <a:pt x="1230325" y="73943"/>
                </a:lnTo>
                <a:lnTo>
                  <a:pt x="1243298" y="68894"/>
                </a:lnTo>
                <a:lnTo>
                  <a:pt x="1256167" y="63751"/>
                </a:lnTo>
                <a:lnTo>
                  <a:pt x="1268930" y="58493"/>
                </a:lnTo>
                <a:lnTo>
                  <a:pt x="1281579" y="53140"/>
                </a:lnTo>
                <a:lnTo>
                  <a:pt x="1294114" y="47673"/>
                </a:lnTo>
                <a:lnTo>
                  <a:pt x="1306535" y="42101"/>
                </a:lnTo>
                <a:lnTo>
                  <a:pt x="1318832" y="36424"/>
                </a:lnTo>
                <a:lnTo>
                  <a:pt x="1330995" y="30632"/>
                </a:lnTo>
                <a:lnTo>
                  <a:pt x="1343025" y="24727"/>
                </a:lnTo>
                <a:lnTo>
                  <a:pt x="1354912" y="18717"/>
                </a:lnTo>
                <a:lnTo>
                  <a:pt x="1366657" y="12592"/>
                </a:lnTo>
                <a:lnTo>
                  <a:pt x="1378248" y="6353"/>
                </a:lnTo>
                <a:lnTo>
                  <a:pt x="1389688" y="0"/>
                </a:lnTo>
                <a:close/>
              </a:path>
            </a:pathLst>
          </a:custGeom>
          <a:solidFill xmlns:a="http://schemas.openxmlformats.org/drawingml/2006/main">
            <a:srgbClr val="EEF2F7"/>
          </a:solidFill>
          <a:ln xmlns:a="http://schemas.openxmlformats.org/drawingml/2006/main" w="22860">
            <a:solidFill>
              <a:srgbClr val="C8D1DC"/>
            </a:solidFill>
            <a:prstDash val="solid"/>
          </a:ln>
        </p:spPr>
      </p:sp>
      <p:sp>
        <p:nvSpPr>
          <p:cNvPr id="17" name="note-heading-0">
            <a:extLst xmlns:a="http://schemas.openxmlformats.org/drawingml/2006/main">
              <a:ext uri="{FF2B5EF4-FFF2-40B4-BE49-F238E27FC236}">
                <a16:creationId xmlns:a16="http://schemas.microsoft.com/office/drawing/2014/main" id="{99DA3FC4-AA23-48A8-8D54-5290B191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098" y="320026"/>
            <a:ext cx="281642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目标明确</a:t>
            </a:r>
          </a:p>
        </p:txBody>
      </p:sp>
      <p:sp>
        <p:nvSpPr>
          <p:cNvPr id="18" name="note-body-0">
            <a:extLst xmlns:a="http://schemas.openxmlformats.org/drawingml/2006/main">
              <a:ext uri="{FF2B5EF4-FFF2-40B4-BE49-F238E27FC236}">
                <a16:creationId xmlns:a16="http://schemas.microsoft.com/office/drawing/2014/main" id="{8E8AA2C8-A2C5-44F0-8B18-5EB9F5A2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22972" y="880067"/>
            <a:ext cx="2953788" cy="98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先确认本次交付要解决的问题，再列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出需要提供的材料与验收依据；各方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使用同一份清单核对，并记录每一项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的负责人和完成情况。</a:t>
            </a:r>
          </a:p>
        </p:txBody>
      </p:sp>
      <p:sp>
        <p:nvSpPr>
          <p:cNvPr id="19" name="note-heading-1">
            <a:extLst xmlns:a="http://schemas.openxmlformats.org/drawingml/2006/main">
              <a:ext uri="{FF2B5EF4-FFF2-40B4-BE49-F238E27FC236}">
                <a16:creationId xmlns:a16="http://schemas.microsoft.com/office/drawing/2014/main" id="{DB253589-C706-4ECB-A2AD-ACAC45372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63580" y="320026"/>
            <a:ext cx="281642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材料可查</a:t>
            </a:r>
          </a:p>
        </p:txBody>
      </p:sp>
      <p:sp>
        <p:nvSpPr>
          <p:cNvPr id="20" name="note-body-1">
            <a:extLst xmlns:a="http://schemas.openxmlformats.org/drawingml/2006/main">
              <a:ext uri="{FF2B5EF4-FFF2-40B4-BE49-F238E27FC236}">
                <a16:creationId xmlns:a16="http://schemas.microsoft.com/office/drawing/2014/main" id="{7B409A7B-06C0-4AF3-905B-1F7DB4F4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455" y="880067"/>
            <a:ext cx="2953788" cy="490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每项判断附上来源，后续接手者能找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到材料并核对版本。</a:t>
            </a:r>
          </a:p>
        </p:txBody>
      </p:sp>
      <p:sp>
        <p:nvSpPr>
          <p:cNvPr id="21" name="note-heading-2">
            <a:extLst xmlns:a="http://schemas.openxmlformats.org/drawingml/2006/main">
              <a:ext uri="{FF2B5EF4-FFF2-40B4-BE49-F238E27FC236}">
                <a16:creationId xmlns:a16="http://schemas.microsoft.com/office/drawing/2014/main" id="{C4F16DB7-1CC0-4F8A-B8DA-D95F25F0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098" y="2926009"/>
            <a:ext cx="281642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责任清楚</a:t>
            </a:r>
          </a:p>
        </p:txBody>
      </p:sp>
      <p:sp>
        <p:nvSpPr>
          <p:cNvPr id="22" name="note-body-2">
            <a:extLst xmlns:a="http://schemas.openxmlformats.org/drawingml/2006/main">
              <a:ext uri="{FF2B5EF4-FFF2-40B4-BE49-F238E27FC236}">
                <a16:creationId xmlns:a16="http://schemas.microsoft.com/office/drawing/2014/main" id="{66DC3940-CAF6-450B-A080-18D751A8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22972" y="3486040"/>
            <a:ext cx="2953788" cy="490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明确每项工作的负责人和需要配合的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角色。</a:t>
            </a:r>
          </a:p>
        </p:txBody>
      </p:sp>
      <p:sp>
        <p:nvSpPr>
          <p:cNvPr id="23" name="note-heading-3">
            <a:extLst xmlns:a="http://schemas.openxmlformats.org/drawingml/2006/main">
              <a:ext uri="{FF2B5EF4-FFF2-40B4-BE49-F238E27FC236}">
                <a16:creationId xmlns:a16="http://schemas.microsoft.com/office/drawing/2014/main" id="{3918341E-D6A1-4B3C-8214-2143AEE3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63580" y="2926009"/>
            <a:ext cx="281642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反馈及时</a:t>
            </a:r>
          </a:p>
        </p:txBody>
      </p:sp>
      <p:sp>
        <p:nvSpPr>
          <p:cNvPr id="24" name="note-body-3">
            <a:extLst xmlns:a="http://schemas.openxmlformats.org/drawingml/2006/main">
              <a:ext uri="{FF2B5EF4-FFF2-40B4-BE49-F238E27FC236}">
                <a16:creationId xmlns:a16="http://schemas.microsoft.com/office/drawing/2014/main" id="{228945A8-F38B-43B7-AC73-0644044C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455" y="3486040"/>
            <a:ext cx="2953788" cy="490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发现偏差后及时记录，并把处理结果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反馈给相关人员。</a:t>
            </a:r>
          </a:p>
        </p:txBody>
      </p:sp>
      <p:sp>
        <p:nvSpPr>
          <p:cNvPr id="25" name="note-icon-panel-0">
            <a:extLst xmlns:a="http://schemas.openxmlformats.org/drawingml/2006/main">
              <a:ext uri="{FF2B5EF4-FFF2-40B4-BE49-F238E27FC236}">
                <a16:creationId xmlns:a16="http://schemas.microsoft.com/office/drawing/2014/main" id="{A865BDE0-6792-4BC7-8B54-96476AE0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0216" y="320026"/>
            <a:ext cx="502891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052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fa83b8f14d42f6">
            <a:extLst>
              <a:ext uri="{96DAC541-7B7A-43D3-8B79-37D633B846F1}">
                <asvg:svgBlip xmlns:asvg="http://schemas.microsoft.com/office/drawing/2016/SVG/main" r:embed="Rf646dc4969454b4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765822" y="399798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note-icon-panel-1">
            <a:extLst xmlns:a="http://schemas.openxmlformats.org/drawingml/2006/main">
              <a:ext uri="{FF2B5EF4-FFF2-40B4-BE49-F238E27FC236}">
                <a16:creationId xmlns:a16="http://schemas.microsoft.com/office/drawing/2014/main" id="{C43DCE13-7006-45D0-888B-E9000ABF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60689" y="320026"/>
            <a:ext cx="502891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052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f0d56d659e4fb7">
            <a:extLst>
              <a:ext uri="{96DAC541-7B7A-43D3-8B79-37D633B846F1}">
                <asvg:svgBlip xmlns:asvg="http://schemas.microsoft.com/office/drawing/2016/SVG/main" r:embed="R100e534d7d6f498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86305" y="399798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9" name="note-icon-panel-2">
            <a:extLst xmlns:a="http://schemas.openxmlformats.org/drawingml/2006/main">
              <a:ext uri="{FF2B5EF4-FFF2-40B4-BE49-F238E27FC236}">
                <a16:creationId xmlns:a16="http://schemas.microsoft.com/office/drawing/2014/main" id="{45FE47AF-0E88-492A-AE9F-56BB8802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0216" y="2926009"/>
            <a:ext cx="502891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052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aee335ec1943d3">
            <a:extLst>
              <a:ext uri="{96DAC541-7B7A-43D3-8B79-37D633B846F1}">
                <asvg:svgBlip xmlns:asvg="http://schemas.microsoft.com/office/drawing/2016/SVG/main" r:embed="R90c53310a27041b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765822" y="300578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1" name="note-icon-panel-3">
            <a:extLst xmlns:a="http://schemas.openxmlformats.org/drawingml/2006/main">
              <a:ext uri="{FF2B5EF4-FFF2-40B4-BE49-F238E27FC236}">
                <a16:creationId xmlns:a16="http://schemas.microsoft.com/office/drawing/2014/main" id="{0662055A-DBD6-4CDB-B82A-AE3A51D9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60689" y="2926009"/>
            <a:ext cx="502891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052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8d2144c1b84c22">
            <a:extLst>
              <a:ext uri="{96DAC541-7B7A-43D3-8B79-37D633B846F1}">
                <asvg:svgBlip xmlns:asvg="http://schemas.microsoft.com/office/drawing/2016/SVG/main" r:embed="Rfdb8fafd75b8405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86305" y="3005780"/>
            <a:ext cx="228600" cy="228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041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2026-09-07T13:56:09.3890000Z</dcterms:created>
  <dcterms:modified xsi:type="dcterms:W3CDTF">2026-09-07T13:56:09.3890000Z</dcterms:modified>
</coreProperties>
</file>