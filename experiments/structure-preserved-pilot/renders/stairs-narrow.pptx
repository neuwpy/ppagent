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28bf946314960" /><Relationship Type="http://schemas.openxmlformats.org/officeDocument/2006/relationships/extended-properties" Target="/docProps/app.xml" Id="R47d857b0e48f4134" /><Relationship Type="http://schemas.openxmlformats.org/officeDocument/2006/relationships/officeDocument" Target="/ppt/presentation.xml" Id="Rb9060b79d134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43d9ec0eb41f2"/>
  </p:sldMasterIdLst>
  <p:notesMasterIdLst>
    <p:notesMasterId xmlns:r="http://schemas.openxmlformats.org/officeDocument/2006/relationships" r:id="R7894700df65e4aef"/>
  </p:notesMasterIdLst>
  <p:sldIdLst>
    <p:sldId xmlns:r="http://schemas.openxmlformats.org/officeDocument/2006/relationships" id="256" r:id="R8a34af9c14e84306"/>
  </p:sldIdLst>
  <p:sldSz cx="85725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aee975dab4377" /><Relationship Type="http://schemas.openxmlformats.org/officeDocument/2006/relationships/slideMaster" Target="/ppt/slideMasters/slideMaster1.xml" Id="Rda343d9ec0eb41f2" /><Relationship Type="http://schemas.openxmlformats.org/officeDocument/2006/relationships/notesMaster" Target="/ppt/notesMasters/notesMaster1.xml" Id="R7894700df65e4aef" /><Relationship Type="http://schemas.openxmlformats.org/officeDocument/2006/relationships/presProps" Target="/ppt/presProps.xml" Id="R97a5873102ae47f5" /><Relationship Type="http://schemas.openxmlformats.org/officeDocument/2006/relationships/tableStyles" Target="/ppt/tableStyles.xml" Id="R9dde31e61cae4181" /><Relationship Type="http://schemas.openxmlformats.org/officeDocument/2006/relationships/slide" Target="/ppt/slides/slide1.xml" Id="R8a34af9c14e8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76be3982b9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636f1ccfb4a52" /><Relationship Type="http://schemas.openxmlformats.org/officeDocument/2006/relationships/notesMaster" Target="/ppt/notesMasters/notesMaster1.xml" Id="Ref02b324ad04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70bb8fe32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084b947944fa1" /><Relationship Type="http://schemas.openxmlformats.org/officeDocument/2006/relationships/slideLayout" Target="/ppt/slideLayouts/slideLayout1.xml" Id="R3108e8b1309046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8e8b1309046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272bf012478f" /><Relationship Type="http://schemas.openxmlformats.org/officeDocument/2006/relationships/notesSlide" Target="/ppt/notesSlides/notesSlide1.xml" Id="R68f40965737248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D88CDA63-514F-4369-8B0D-5AA0E36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50" y="2839088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95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59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1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36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6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8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0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3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09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16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68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4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8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93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39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5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4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4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DD1C56B-C33F-4BD8-8CD6-766E731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207" y="2398100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1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5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14" y="247841"/>
                </a:lnTo>
                <a:lnTo>
                  <a:pt x="1477718" y="26741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3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99" y="659073"/>
                </a:lnTo>
                <a:lnTo>
                  <a:pt x="1437894" y="678656"/>
                </a:lnTo>
                <a:lnTo>
                  <a:pt x="1435999" y="69823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0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58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2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582A935-078F-482D-A45E-B09E0E88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759" y="1958045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23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89" y="659073"/>
                </a:lnTo>
                <a:lnTo>
                  <a:pt x="1437894" y="678656"/>
                </a:lnTo>
                <a:lnTo>
                  <a:pt x="1435999" y="69824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1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58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3D7942C7-DC26-42D8-85C4-7D2BDE9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312" y="1517990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0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23" y="247841"/>
                </a:lnTo>
                <a:lnTo>
                  <a:pt x="1477718" y="26741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89" y="659073"/>
                </a:lnTo>
                <a:lnTo>
                  <a:pt x="1437894" y="678656"/>
                </a:lnTo>
                <a:lnTo>
                  <a:pt x="1435999" y="69823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1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67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D4A2682-04D7-41A9-A26C-2659EE4A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5038" y="3599478"/>
            <a:ext cx="477203" cy="605809"/>
          </a:xfrm>
          <a:custGeom xmlns:a="http://schemas.openxmlformats.org/drawingml/2006/main">
            <a:pathLst>
              <a:path w="477203" h="605809">
                <a:moveTo>
                  <a:pt x="0" y="605809"/>
                </a:moveTo>
                <a:lnTo>
                  <a:pt x="0" y="586873"/>
                </a:lnTo>
                <a:lnTo>
                  <a:pt x="0" y="567947"/>
                </a:lnTo>
                <a:lnTo>
                  <a:pt x="0" y="549011"/>
                </a:lnTo>
                <a:lnTo>
                  <a:pt x="0" y="530076"/>
                </a:lnTo>
                <a:lnTo>
                  <a:pt x="0" y="511140"/>
                </a:lnTo>
                <a:lnTo>
                  <a:pt x="0" y="492214"/>
                </a:lnTo>
                <a:lnTo>
                  <a:pt x="0" y="473278"/>
                </a:lnTo>
                <a:lnTo>
                  <a:pt x="0" y="454343"/>
                </a:lnTo>
                <a:lnTo>
                  <a:pt x="0" y="435416"/>
                </a:lnTo>
                <a:lnTo>
                  <a:pt x="0" y="416481"/>
                </a:lnTo>
                <a:lnTo>
                  <a:pt x="0" y="397545"/>
                </a:lnTo>
                <a:lnTo>
                  <a:pt x="0" y="378609"/>
                </a:lnTo>
                <a:lnTo>
                  <a:pt x="0" y="359683"/>
                </a:lnTo>
                <a:lnTo>
                  <a:pt x="0" y="340747"/>
                </a:lnTo>
                <a:lnTo>
                  <a:pt x="0" y="321812"/>
                </a:lnTo>
                <a:lnTo>
                  <a:pt x="0" y="302885"/>
                </a:lnTo>
                <a:lnTo>
                  <a:pt x="0" y="283950"/>
                </a:lnTo>
                <a:lnTo>
                  <a:pt x="0" y="265014"/>
                </a:lnTo>
                <a:lnTo>
                  <a:pt x="0" y="246078"/>
                </a:lnTo>
                <a:lnTo>
                  <a:pt x="0" y="227152"/>
                </a:lnTo>
                <a:lnTo>
                  <a:pt x="0" y="208217"/>
                </a:lnTo>
                <a:lnTo>
                  <a:pt x="0" y="189281"/>
                </a:lnTo>
                <a:lnTo>
                  <a:pt x="0" y="170355"/>
                </a:lnTo>
                <a:lnTo>
                  <a:pt x="48" y="151448"/>
                </a:lnTo>
                <a:lnTo>
                  <a:pt x="18059" y="145628"/>
                </a:lnTo>
                <a:lnTo>
                  <a:pt x="36071" y="139798"/>
                </a:lnTo>
                <a:lnTo>
                  <a:pt x="54092" y="133979"/>
                </a:lnTo>
                <a:lnTo>
                  <a:pt x="72104" y="128149"/>
                </a:lnTo>
                <a:lnTo>
                  <a:pt x="90116" y="122330"/>
                </a:lnTo>
                <a:lnTo>
                  <a:pt x="108137" y="116500"/>
                </a:lnTo>
                <a:lnTo>
                  <a:pt x="126149" y="110680"/>
                </a:lnTo>
                <a:lnTo>
                  <a:pt x="144161" y="104851"/>
                </a:lnTo>
                <a:lnTo>
                  <a:pt x="162182" y="99022"/>
                </a:lnTo>
                <a:lnTo>
                  <a:pt x="180194" y="93202"/>
                </a:lnTo>
                <a:lnTo>
                  <a:pt x="198206" y="87373"/>
                </a:lnTo>
                <a:lnTo>
                  <a:pt x="216218" y="81553"/>
                </a:lnTo>
                <a:lnTo>
                  <a:pt x="234239" y="75724"/>
                </a:lnTo>
                <a:lnTo>
                  <a:pt x="252251" y="69904"/>
                </a:lnTo>
                <a:lnTo>
                  <a:pt x="270262" y="64075"/>
                </a:lnTo>
                <a:lnTo>
                  <a:pt x="288284" y="58255"/>
                </a:lnTo>
                <a:lnTo>
                  <a:pt x="306295" y="52426"/>
                </a:lnTo>
                <a:lnTo>
                  <a:pt x="324307" y="46596"/>
                </a:lnTo>
                <a:lnTo>
                  <a:pt x="342329" y="40777"/>
                </a:lnTo>
                <a:lnTo>
                  <a:pt x="360340" y="34947"/>
                </a:lnTo>
                <a:lnTo>
                  <a:pt x="378352" y="29127"/>
                </a:lnTo>
                <a:lnTo>
                  <a:pt x="396364" y="23298"/>
                </a:lnTo>
                <a:lnTo>
                  <a:pt x="414385" y="17478"/>
                </a:lnTo>
                <a:lnTo>
                  <a:pt x="432397" y="11649"/>
                </a:lnTo>
                <a:lnTo>
                  <a:pt x="450409" y="5829"/>
                </a:lnTo>
                <a:lnTo>
                  <a:pt x="468430" y="0"/>
                </a:lnTo>
                <a:lnTo>
                  <a:pt x="477203" y="6868"/>
                </a:lnTo>
                <a:lnTo>
                  <a:pt x="477203" y="25803"/>
                </a:lnTo>
                <a:lnTo>
                  <a:pt x="477203" y="44739"/>
                </a:lnTo>
                <a:lnTo>
                  <a:pt x="477203" y="63675"/>
                </a:lnTo>
                <a:lnTo>
                  <a:pt x="477203" y="82601"/>
                </a:lnTo>
                <a:lnTo>
                  <a:pt x="477203" y="101537"/>
                </a:lnTo>
                <a:lnTo>
                  <a:pt x="477203" y="120472"/>
                </a:lnTo>
                <a:lnTo>
                  <a:pt x="477203" y="139398"/>
                </a:lnTo>
                <a:lnTo>
                  <a:pt x="477203" y="158334"/>
                </a:lnTo>
                <a:lnTo>
                  <a:pt x="477203" y="177270"/>
                </a:lnTo>
                <a:lnTo>
                  <a:pt x="477203" y="196205"/>
                </a:lnTo>
                <a:lnTo>
                  <a:pt x="477203" y="215132"/>
                </a:lnTo>
                <a:lnTo>
                  <a:pt x="477203" y="234067"/>
                </a:lnTo>
                <a:lnTo>
                  <a:pt x="477203" y="253003"/>
                </a:lnTo>
                <a:lnTo>
                  <a:pt x="477203" y="271929"/>
                </a:lnTo>
                <a:lnTo>
                  <a:pt x="477203" y="290865"/>
                </a:lnTo>
                <a:lnTo>
                  <a:pt x="477203" y="309801"/>
                </a:lnTo>
                <a:lnTo>
                  <a:pt x="477203" y="328736"/>
                </a:lnTo>
                <a:lnTo>
                  <a:pt x="477203" y="347663"/>
                </a:lnTo>
                <a:lnTo>
                  <a:pt x="477203" y="366598"/>
                </a:lnTo>
                <a:lnTo>
                  <a:pt x="477203" y="385534"/>
                </a:lnTo>
                <a:lnTo>
                  <a:pt x="477203" y="404460"/>
                </a:lnTo>
                <a:lnTo>
                  <a:pt x="477203" y="423396"/>
                </a:lnTo>
                <a:lnTo>
                  <a:pt x="459962" y="430454"/>
                </a:lnTo>
                <a:lnTo>
                  <a:pt x="442274" y="437198"/>
                </a:lnTo>
                <a:lnTo>
                  <a:pt x="424586" y="443941"/>
                </a:lnTo>
                <a:lnTo>
                  <a:pt x="406889" y="450685"/>
                </a:lnTo>
                <a:lnTo>
                  <a:pt x="389201" y="457429"/>
                </a:lnTo>
                <a:lnTo>
                  <a:pt x="371513" y="464172"/>
                </a:lnTo>
                <a:lnTo>
                  <a:pt x="353816" y="470916"/>
                </a:lnTo>
                <a:lnTo>
                  <a:pt x="336128" y="477669"/>
                </a:lnTo>
                <a:lnTo>
                  <a:pt x="318440" y="484413"/>
                </a:lnTo>
                <a:lnTo>
                  <a:pt x="300742" y="491157"/>
                </a:lnTo>
                <a:lnTo>
                  <a:pt x="283054" y="497900"/>
                </a:lnTo>
                <a:lnTo>
                  <a:pt x="265367" y="504644"/>
                </a:lnTo>
                <a:lnTo>
                  <a:pt x="247669" y="511388"/>
                </a:lnTo>
                <a:lnTo>
                  <a:pt x="229981" y="518131"/>
                </a:lnTo>
                <a:lnTo>
                  <a:pt x="212293" y="524875"/>
                </a:lnTo>
                <a:lnTo>
                  <a:pt x="194596" y="531619"/>
                </a:lnTo>
                <a:lnTo>
                  <a:pt x="176908" y="538363"/>
                </a:lnTo>
                <a:lnTo>
                  <a:pt x="159220" y="545106"/>
                </a:lnTo>
                <a:lnTo>
                  <a:pt x="141532" y="551850"/>
                </a:lnTo>
                <a:lnTo>
                  <a:pt x="123835" y="558603"/>
                </a:lnTo>
                <a:lnTo>
                  <a:pt x="106147" y="565347"/>
                </a:lnTo>
                <a:lnTo>
                  <a:pt x="88459" y="572091"/>
                </a:lnTo>
                <a:lnTo>
                  <a:pt x="70761" y="578834"/>
                </a:lnTo>
                <a:lnTo>
                  <a:pt x="53073" y="585578"/>
                </a:lnTo>
                <a:lnTo>
                  <a:pt x="35385" y="592322"/>
                </a:lnTo>
                <a:lnTo>
                  <a:pt x="17688" y="599065"/>
                </a:lnTo>
                <a:lnTo>
                  <a:pt x="0" y="605809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C50DFA3C-6796-4F6A-824E-018712E8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8" y="4023360"/>
            <a:ext cx="2284133" cy="181928"/>
          </a:xfrm>
          <a:custGeom xmlns:a="http://schemas.openxmlformats.org/drawingml/2006/main">
            <a:pathLst>
              <a:path w="2284133" h="181928">
                <a:moveTo>
                  <a:pt x="0" y="181928"/>
                </a:moveTo>
                <a:lnTo>
                  <a:pt x="19317" y="181928"/>
                </a:lnTo>
                <a:lnTo>
                  <a:pt x="38624" y="181928"/>
                </a:lnTo>
                <a:lnTo>
                  <a:pt x="57941" y="181928"/>
                </a:lnTo>
                <a:lnTo>
                  <a:pt x="77248" y="181928"/>
                </a:lnTo>
                <a:lnTo>
                  <a:pt x="96564" y="181928"/>
                </a:lnTo>
                <a:lnTo>
                  <a:pt x="115872" y="181928"/>
                </a:lnTo>
                <a:lnTo>
                  <a:pt x="135188" y="181928"/>
                </a:lnTo>
                <a:lnTo>
                  <a:pt x="154496" y="181928"/>
                </a:lnTo>
                <a:lnTo>
                  <a:pt x="173812" y="181928"/>
                </a:lnTo>
                <a:lnTo>
                  <a:pt x="193119" y="181928"/>
                </a:lnTo>
                <a:lnTo>
                  <a:pt x="212436" y="181928"/>
                </a:lnTo>
                <a:lnTo>
                  <a:pt x="231743" y="181928"/>
                </a:lnTo>
                <a:lnTo>
                  <a:pt x="251060" y="181928"/>
                </a:lnTo>
                <a:lnTo>
                  <a:pt x="270367" y="181928"/>
                </a:lnTo>
                <a:lnTo>
                  <a:pt x="289684" y="181928"/>
                </a:lnTo>
                <a:lnTo>
                  <a:pt x="308991" y="181928"/>
                </a:lnTo>
                <a:lnTo>
                  <a:pt x="328308" y="181928"/>
                </a:lnTo>
                <a:lnTo>
                  <a:pt x="347615" y="181928"/>
                </a:lnTo>
                <a:lnTo>
                  <a:pt x="366932" y="181928"/>
                </a:lnTo>
                <a:lnTo>
                  <a:pt x="386239" y="181928"/>
                </a:lnTo>
                <a:lnTo>
                  <a:pt x="405555" y="181928"/>
                </a:lnTo>
                <a:lnTo>
                  <a:pt x="424863" y="181928"/>
                </a:lnTo>
                <a:lnTo>
                  <a:pt x="444179" y="181928"/>
                </a:lnTo>
                <a:lnTo>
                  <a:pt x="463486" y="181928"/>
                </a:lnTo>
                <a:lnTo>
                  <a:pt x="482803" y="181928"/>
                </a:lnTo>
                <a:lnTo>
                  <a:pt x="502110" y="181928"/>
                </a:lnTo>
                <a:lnTo>
                  <a:pt x="521427" y="181928"/>
                </a:lnTo>
                <a:lnTo>
                  <a:pt x="540734" y="181928"/>
                </a:lnTo>
                <a:lnTo>
                  <a:pt x="560051" y="181928"/>
                </a:lnTo>
                <a:lnTo>
                  <a:pt x="579358" y="181928"/>
                </a:lnTo>
                <a:lnTo>
                  <a:pt x="598675" y="181928"/>
                </a:lnTo>
                <a:lnTo>
                  <a:pt x="617982" y="181928"/>
                </a:lnTo>
                <a:lnTo>
                  <a:pt x="637299" y="181928"/>
                </a:lnTo>
                <a:lnTo>
                  <a:pt x="656606" y="181928"/>
                </a:lnTo>
                <a:lnTo>
                  <a:pt x="675923" y="181928"/>
                </a:lnTo>
                <a:lnTo>
                  <a:pt x="695230" y="181928"/>
                </a:lnTo>
                <a:lnTo>
                  <a:pt x="714546" y="181928"/>
                </a:lnTo>
                <a:lnTo>
                  <a:pt x="733854" y="181928"/>
                </a:lnTo>
                <a:lnTo>
                  <a:pt x="753170" y="181928"/>
                </a:lnTo>
                <a:lnTo>
                  <a:pt x="772478" y="181928"/>
                </a:lnTo>
                <a:lnTo>
                  <a:pt x="791794" y="181928"/>
                </a:lnTo>
                <a:lnTo>
                  <a:pt x="811101" y="181928"/>
                </a:lnTo>
                <a:lnTo>
                  <a:pt x="830418" y="181928"/>
                </a:lnTo>
                <a:lnTo>
                  <a:pt x="849725" y="181928"/>
                </a:lnTo>
                <a:lnTo>
                  <a:pt x="869042" y="181928"/>
                </a:lnTo>
                <a:lnTo>
                  <a:pt x="888349" y="181928"/>
                </a:lnTo>
                <a:lnTo>
                  <a:pt x="907666" y="181928"/>
                </a:lnTo>
                <a:lnTo>
                  <a:pt x="926973" y="181928"/>
                </a:lnTo>
                <a:lnTo>
                  <a:pt x="946290" y="181928"/>
                </a:lnTo>
                <a:lnTo>
                  <a:pt x="965597" y="181928"/>
                </a:lnTo>
                <a:lnTo>
                  <a:pt x="984914" y="181928"/>
                </a:lnTo>
                <a:lnTo>
                  <a:pt x="1004221" y="181928"/>
                </a:lnTo>
                <a:lnTo>
                  <a:pt x="1023537" y="181928"/>
                </a:lnTo>
                <a:lnTo>
                  <a:pt x="1042845" y="181928"/>
                </a:lnTo>
                <a:lnTo>
                  <a:pt x="1062161" y="181928"/>
                </a:lnTo>
                <a:lnTo>
                  <a:pt x="1081469" y="181928"/>
                </a:lnTo>
                <a:lnTo>
                  <a:pt x="1100785" y="181928"/>
                </a:lnTo>
                <a:lnTo>
                  <a:pt x="1120092" y="181928"/>
                </a:lnTo>
                <a:lnTo>
                  <a:pt x="1139409" y="181928"/>
                </a:lnTo>
                <a:lnTo>
                  <a:pt x="1158716" y="181928"/>
                </a:lnTo>
                <a:lnTo>
                  <a:pt x="1178033" y="181928"/>
                </a:lnTo>
                <a:lnTo>
                  <a:pt x="1197340" y="181928"/>
                </a:lnTo>
                <a:lnTo>
                  <a:pt x="1216657" y="181928"/>
                </a:lnTo>
                <a:lnTo>
                  <a:pt x="1235964" y="181928"/>
                </a:lnTo>
                <a:lnTo>
                  <a:pt x="1255281" y="181928"/>
                </a:lnTo>
                <a:lnTo>
                  <a:pt x="1274588" y="181928"/>
                </a:lnTo>
                <a:lnTo>
                  <a:pt x="1293905" y="181928"/>
                </a:lnTo>
                <a:lnTo>
                  <a:pt x="1313212" y="181928"/>
                </a:lnTo>
                <a:lnTo>
                  <a:pt x="1332528" y="181928"/>
                </a:lnTo>
                <a:lnTo>
                  <a:pt x="1351836" y="181928"/>
                </a:lnTo>
                <a:lnTo>
                  <a:pt x="1371152" y="181928"/>
                </a:lnTo>
                <a:lnTo>
                  <a:pt x="1390460" y="181928"/>
                </a:lnTo>
                <a:lnTo>
                  <a:pt x="1409776" y="181928"/>
                </a:lnTo>
                <a:lnTo>
                  <a:pt x="1429083" y="181928"/>
                </a:lnTo>
                <a:lnTo>
                  <a:pt x="1448400" y="181928"/>
                </a:lnTo>
                <a:lnTo>
                  <a:pt x="1467707" y="181928"/>
                </a:lnTo>
                <a:lnTo>
                  <a:pt x="1487024" y="181928"/>
                </a:lnTo>
                <a:lnTo>
                  <a:pt x="1506341" y="181928"/>
                </a:lnTo>
                <a:lnTo>
                  <a:pt x="1525648" y="181928"/>
                </a:lnTo>
                <a:lnTo>
                  <a:pt x="1544965" y="181928"/>
                </a:lnTo>
                <a:lnTo>
                  <a:pt x="1564272" y="181928"/>
                </a:lnTo>
                <a:lnTo>
                  <a:pt x="1583588" y="181928"/>
                </a:lnTo>
                <a:lnTo>
                  <a:pt x="1602896" y="181928"/>
                </a:lnTo>
                <a:lnTo>
                  <a:pt x="1622212" y="181928"/>
                </a:lnTo>
                <a:lnTo>
                  <a:pt x="1641519" y="181928"/>
                </a:lnTo>
                <a:lnTo>
                  <a:pt x="1660836" y="181928"/>
                </a:lnTo>
                <a:lnTo>
                  <a:pt x="1680143" y="181928"/>
                </a:lnTo>
                <a:lnTo>
                  <a:pt x="1699460" y="181928"/>
                </a:lnTo>
                <a:lnTo>
                  <a:pt x="1718767" y="181928"/>
                </a:lnTo>
                <a:lnTo>
                  <a:pt x="1738084" y="181928"/>
                </a:lnTo>
                <a:lnTo>
                  <a:pt x="1757391" y="181928"/>
                </a:lnTo>
                <a:lnTo>
                  <a:pt x="1776708" y="181928"/>
                </a:lnTo>
                <a:lnTo>
                  <a:pt x="1796015" y="181928"/>
                </a:lnTo>
                <a:lnTo>
                  <a:pt x="1814960" y="179937"/>
                </a:lnTo>
                <a:lnTo>
                  <a:pt x="1833010" y="173060"/>
                </a:lnTo>
                <a:lnTo>
                  <a:pt x="1851050" y="166183"/>
                </a:lnTo>
                <a:lnTo>
                  <a:pt x="1869100" y="159306"/>
                </a:lnTo>
                <a:lnTo>
                  <a:pt x="1887141" y="152419"/>
                </a:lnTo>
                <a:lnTo>
                  <a:pt x="1905191" y="145542"/>
                </a:lnTo>
                <a:lnTo>
                  <a:pt x="1923231" y="138665"/>
                </a:lnTo>
                <a:lnTo>
                  <a:pt x="1941281" y="131788"/>
                </a:lnTo>
                <a:lnTo>
                  <a:pt x="1959321" y="124901"/>
                </a:lnTo>
                <a:lnTo>
                  <a:pt x="1977371" y="118024"/>
                </a:lnTo>
                <a:lnTo>
                  <a:pt x="1995411" y="111147"/>
                </a:lnTo>
                <a:lnTo>
                  <a:pt x="2013461" y="104270"/>
                </a:lnTo>
                <a:lnTo>
                  <a:pt x="2031502" y="97384"/>
                </a:lnTo>
                <a:lnTo>
                  <a:pt x="2049551" y="90507"/>
                </a:lnTo>
                <a:lnTo>
                  <a:pt x="2067592" y="83630"/>
                </a:lnTo>
                <a:lnTo>
                  <a:pt x="2085642" y="76752"/>
                </a:lnTo>
                <a:lnTo>
                  <a:pt x="2103682" y="69866"/>
                </a:lnTo>
                <a:lnTo>
                  <a:pt x="2121732" y="62989"/>
                </a:lnTo>
                <a:lnTo>
                  <a:pt x="2139772" y="56112"/>
                </a:lnTo>
                <a:lnTo>
                  <a:pt x="2157822" y="49235"/>
                </a:lnTo>
                <a:lnTo>
                  <a:pt x="2175862" y="42348"/>
                </a:lnTo>
                <a:lnTo>
                  <a:pt x="2193912" y="35471"/>
                </a:lnTo>
                <a:lnTo>
                  <a:pt x="2211953" y="28594"/>
                </a:lnTo>
                <a:lnTo>
                  <a:pt x="2230003" y="21717"/>
                </a:lnTo>
                <a:lnTo>
                  <a:pt x="2248043" y="14830"/>
                </a:lnTo>
                <a:lnTo>
                  <a:pt x="2266093" y="7953"/>
                </a:lnTo>
                <a:lnTo>
                  <a:pt x="2284133" y="1076"/>
                </a:lnTo>
                <a:lnTo>
                  <a:pt x="2270655" y="0"/>
                </a:lnTo>
                <a:lnTo>
                  <a:pt x="2251348" y="0"/>
                </a:lnTo>
                <a:lnTo>
                  <a:pt x="2232031" y="0"/>
                </a:lnTo>
                <a:lnTo>
                  <a:pt x="2212724" y="0"/>
                </a:lnTo>
                <a:lnTo>
                  <a:pt x="2193407" y="0"/>
                </a:lnTo>
                <a:lnTo>
                  <a:pt x="2174100" y="0"/>
                </a:lnTo>
                <a:lnTo>
                  <a:pt x="2154784" y="0"/>
                </a:lnTo>
                <a:lnTo>
                  <a:pt x="2135476" y="0"/>
                </a:lnTo>
                <a:lnTo>
                  <a:pt x="2116160" y="0"/>
                </a:lnTo>
                <a:lnTo>
                  <a:pt x="2096843" y="0"/>
                </a:lnTo>
                <a:lnTo>
                  <a:pt x="2077536" y="0"/>
                </a:lnTo>
                <a:lnTo>
                  <a:pt x="2058219" y="0"/>
                </a:lnTo>
                <a:lnTo>
                  <a:pt x="2038912" y="0"/>
                </a:lnTo>
                <a:lnTo>
                  <a:pt x="2019595" y="0"/>
                </a:lnTo>
                <a:lnTo>
                  <a:pt x="2000288" y="0"/>
                </a:lnTo>
                <a:lnTo>
                  <a:pt x="1980971" y="0"/>
                </a:lnTo>
                <a:lnTo>
                  <a:pt x="1961664" y="0"/>
                </a:lnTo>
                <a:lnTo>
                  <a:pt x="1942348" y="0"/>
                </a:lnTo>
                <a:lnTo>
                  <a:pt x="1923040" y="0"/>
                </a:lnTo>
                <a:lnTo>
                  <a:pt x="1903724" y="0"/>
                </a:lnTo>
                <a:lnTo>
                  <a:pt x="1884416" y="0"/>
                </a:lnTo>
                <a:lnTo>
                  <a:pt x="1865100" y="0"/>
                </a:lnTo>
                <a:lnTo>
                  <a:pt x="1845793" y="0"/>
                </a:lnTo>
                <a:lnTo>
                  <a:pt x="1826476" y="0"/>
                </a:lnTo>
                <a:lnTo>
                  <a:pt x="1807169" y="0"/>
                </a:lnTo>
                <a:lnTo>
                  <a:pt x="1787852" y="0"/>
                </a:lnTo>
                <a:lnTo>
                  <a:pt x="1768545" y="0"/>
                </a:lnTo>
                <a:lnTo>
                  <a:pt x="1749228" y="0"/>
                </a:lnTo>
                <a:lnTo>
                  <a:pt x="1729921" y="0"/>
                </a:lnTo>
                <a:lnTo>
                  <a:pt x="1710604" y="0"/>
                </a:lnTo>
                <a:lnTo>
                  <a:pt x="1691297" y="0"/>
                </a:lnTo>
                <a:lnTo>
                  <a:pt x="1671980" y="0"/>
                </a:lnTo>
                <a:lnTo>
                  <a:pt x="1652673" y="0"/>
                </a:lnTo>
                <a:lnTo>
                  <a:pt x="1633357" y="0"/>
                </a:lnTo>
                <a:lnTo>
                  <a:pt x="1614049" y="0"/>
                </a:lnTo>
                <a:lnTo>
                  <a:pt x="1594733" y="0"/>
                </a:lnTo>
                <a:lnTo>
                  <a:pt x="1575425" y="0"/>
                </a:lnTo>
                <a:lnTo>
                  <a:pt x="1556109" y="0"/>
                </a:lnTo>
                <a:lnTo>
                  <a:pt x="1536802" y="0"/>
                </a:lnTo>
                <a:lnTo>
                  <a:pt x="1517485" y="0"/>
                </a:lnTo>
                <a:lnTo>
                  <a:pt x="1498178" y="0"/>
                </a:lnTo>
                <a:lnTo>
                  <a:pt x="1478861" y="0"/>
                </a:lnTo>
                <a:lnTo>
                  <a:pt x="1459554" y="0"/>
                </a:lnTo>
                <a:lnTo>
                  <a:pt x="1440237" y="0"/>
                </a:lnTo>
                <a:lnTo>
                  <a:pt x="1420930" y="0"/>
                </a:lnTo>
                <a:lnTo>
                  <a:pt x="1401613" y="0"/>
                </a:lnTo>
                <a:lnTo>
                  <a:pt x="1382306" y="0"/>
                </a:lnTo>
                <a:lnTo>
                  <a:pt x="1362989" y="0"/>
                </a:lnTo>
                <a:lnTo>
                  <a:pt x="1343682" y="0"/>
                </a:lnTo>
                <a:lnTo>
                  <a:pt x="1324366" y="0"/>
                </a:lnTo>
                <a:lnTo>
                  <a:pt x="1305058" y="0"/>
                </a:lnTo>
                <a:lnTo>
                  <a:pt x="1285742" y="0"/>
                </a:lnTo>
                <a:lnTo>
                  <a:pt x="1266434" y="0"/>
                </a:lnTo>
                <a:lnTo>
                  <a:pt x="1247118" y="0"/>
                </a:lnTo>
                <a:lnTo>
                  <a:pt x="1227811" y="0"/>
                </a:lnTo>
                <a:lnTo>
                  <a:pt x="1208494" y="0"/>
                </a:lnTo>
                <a:lnTo>
                  <a:pt x="1189187" y="0"/>
                </a:lnTo>
                <a:lnTo>
                  <a:pt x="1169870" y="0"/>
                </a:lnTo>
                <a:lnTo>
                  <a:pt x="1150563" y="0"/>
                </a:lnTo>
                <a:lnTo>
                  <a:pt x="1131246" y="0"/>
                </a:lnTo>
                <a:lnTo>
                  <a:pt x="1111939" y="0"/>
                </a:lnTo>
                <a:lnTo>
                  <a:pt x="1092622" y="0"/>
                </a:lnTo>
                <a:lnTo>
                  <a:pt x="1073315" y="0"/>
                </a:lnTo>
                <a:lnTo>
                  <a:pt x="1053998" y="0"/>
                </a:lnTo>
                <a:lnTo>
                  <a:pt x="1034691" y="0"/>
                </a:lnTo>
                <a:lnTo>
                  <a:pt x="1015375" y="0"/>
                </a:lnTo>
                <a:lnTo>
                  <a:pt x="996067" y="0"/>
                </a:lnTo>
                <a:lnTo>
                  <a:pt x="976751" y="0"/>
                </a:lnTo>
                <a:lnTo>
                  <a:pt x="957443" y="0"/>
                </a:lnTo>
                <a:lnTo>
                  <a:pt x="938127" y="0"/>
                </a:lnTo>
                <a:lnTo>
                  <a:pt x="918820" y="0"/>
                </a:lnTo>
                <a:lnTo>
                  <a:pt x="899503" y="0"/>
                </a:lnTo>
                <a:lnTo>
                  <a:pt x="880196" y="0"/>
                </a:lnTo>
                <a:lnTo>
                  <a:pt x="860879" y="0"/>
                </a:lnTo>
                <a:lnTo>
                  <a:pt x="841572" y="0"/>
                </a:lnTo>
                <a:lnTo>
                  <a:pt x="822255" y="0"/>
                </a:lnTo>
                <a:lnTo>
                  <a:pt x="802948" y="0"/>
                </a:lnTo>
                <a:lnTo>
                  <a:pt x="783631" y="0"/>
                </a:lnTo>
                <a:lnTo>
                  <a:pt x="764324" y="0"/>
                </a:lnTo>
                <a:lnTo>
                  <a:pt x="745007" y="0"/>
                </a:lnTo>
                <a:lnTo>
                  <a:pt x="725700" y="0"/>
                </a:lnTo>
                <a:lnTo>
                  <a:pt x="706384" y="0"/>
                </a:lnTo>
                <a:lnTo>
                  <a:pt x="687067" y="0"/>
                </a:lnTo>
                <a:lnTo>
                  <a:pt x="667760" y="0"/>
                </a:lnTo>
                <a:lnTo>
                  <a:pt x="648452" y="0"/>
                </a:lnTo>
                <a:lnTo>
                  <a:pt x="629136" y="0"/>
                </a:lnTo>
                <a:lnTo>
                  <a:pt x="609819" y="0"/>
                </a:lnTo>
                <a:lnTo>
                  <a:pt x="590512" y="0"/>
                </a:lnTo>
                <a:lnTo>
                  <a:pt x="571976" y="5153"/>
                </a:lnTo>
                <a:lnTo>
                  <a:pt x="553526" y="10849"/>
                </a:lnTo>
                <a:lnTo>
                  <a:pt x="535076" y="16554"/>
                </a:lnTo>
                <a:lnTo>
                  <a:pt x="516626" y="22260"/>
                </a:lnTo>
                <a:lnTo>
                  <a:pt x="498177" y="27965"/>
                </a:lnTo>
                <a:lnTo>
                  <a:pt x="479727" y="33661"/>
                </a:lnTo>
                <a:lnTo>
                  <a:pt x="461277" y="39367"/>
                </a:lnTo>
                <a:lnTo>
                  <a:pt x="442817" y="45072"/>
                </a:lnTo>
                <a:lnTo>
                  <a:pt x="424367" y="50768"/>
                </a:lnTo>
                <a:lnTo>
                  <a:pt x="405917" y="56474"/>
                </a:lnTo>
                <a:lnTo>
                  <a:pt x="387467" y="62179"/>
                </a:lnTo>
                <a:lnTo>
                  <a:pt x="369018" y="67875"/>
                </a:lnTo>
                <a:lnTo>
                  <a:pt x="350568" y="73581"/>
                </a:lnTo>
                <a:lnTo>
                  <a:pt x="332118" y="79286"/>
                </a:lnTo>
                <a:lnTo>
                  <a:pt x="313668" y="84982"/>
                </a:lnTo>
                <a:lnTo>
                  <a:pt x="295218" y="90688"/>
                </a:lnTo>
                <a:lnTo>
                  <a:pt x="276768" y="96393"/>
                </a:lnTo>
                <a:lnTo>
                  <a:pt x="258308" y="102089"/>
                </a:lnTo>
                <a:lnTo>
                  <a:pt x="239859" y="107794"/>
                </a:lnTo>
                <a:lnTo>
                  <a:pt x="221409" y="113500"/>
                </a:lnTo>
                <a:lnTo>
                  <a:pt x="202959" y="119196"/>
                </a:lnTo>
                <a:lnTo>
                  <a:pt x="184509" y="124901"/>
                </a:lnTo>
                <a:lnTo>
                  <a:pt x="166059" y="130607"/>
                </a:lnTo>
                <a:lnTo>
                  <a:pt x="147609" y="136312"/>
                </a:lnTo>
                <a:lnTo>
                  <a:pt x="129159" y="142008"/>
                </a:lnTo>
                <a:lnTo>
                  <a:pt x="110709" y="147714"/>
                </a:lnTo>
                <a:lnTo>
                  <a:pt x="92259" y="153419"/>
                </a:lnTo>
                <a:lnTo>
                  <a:pt x="73800" y="159115"/>
                </a:lnTo>
                <a:lnTo>
                  <a:pt x="55350" y="164821"/>
                </a:lnTo>
                <a:lnTo>
                  <a:pt x="36900" y="170526"/>
                </a:lnTo>
                <a:lnTo>
                  <a:pt x="18450" y="176222"/>
                </a:lnTo>
                <a:lnTo>
                  <a:pt x="0" y="181928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EB4310A-6B2C-44FA-8299-B993E85B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8" y="4023360"/>
            <a:ext cx="2102168" cy="181928"/>
          </a:xfrm>
          <a:custGeom xmlns:a="http://schemas.openxmlformats.org/drawingml/2006/main">
            <a:pathLst>
              <a:path w="2102168" h="181928">
                <a:moveTo>
                  <a:pt x="0" y="181928"/>
                </a:moveTo>
                <a:lnTo>
                  <a:pt x="18898" y="181928"/>
                </a:lnTo>
                <a:lnTo>
                  <a:pt x="37795" y="181928"/>
                </a:lnTo>
                <a:lnTo>
                  <a:pt x="56693" y="181928"/>
                </a:lnTo>
                <a:lnTo>
                  <a:pt x="75590" y="181928"/>
                </a:lnTo>
                <a:lnTo>
                  <a:pt x="94478" y="181928"/>
                </a:lnTo>
                <a:lnTo>
                  <a:pt x="113376" y="181928"/>
                </a:lnTo>
                <a:lnTo>
                  <a:pt x="132274" y="181928"/>
                </a:lnTo>
                <a:lnTo>
                  <a:pt x="151171" y="181928"/>
                </a:lnTo>
                <a:lnTo>
                  <a:pt x="170069" y="181928"/>
                </a:lnTo>
                <a:lnTo>
                  <a:pt x="188966" y="181928"/>
                </a:lnTo>
                <a:lnTo>
                  <a:pt x="207864" y="181928"/>
                </a:lnTo>
                <a:lnTo>
                  <a:pt x="226762" y="181928"/>
                </a:lnTo>
                <a:lnTo>
                  <a:pt x="245650" y="181928"/>
                </a:lnTo>
                <a:lnTo>
                  <a:pt x="264547" y="181928"/>
                </a:lnTo>
                <a:lnTo>
                  <a:pt x="283445" y="181928"/>
                </a:lnTo>
                <a:lnTo>
                  <a:pt x="302343" y="181928"/>
                </a:lnTo>
                <a:lnTo>
                  <a:pt x="321240" y="181928"/>
                </a:lnTo>
                <a:lnTo>
                  <a:pt x="340138" y="181928"/>
                </a:lnTo>
                <a:lnTo>
                  <a:pt x="359035" y="181928"/>
                </a:lnTo>
                <a:lnTo>
                  <a:pt x="377933" y="181928"/>
                </a:lnTo>
                <a:lnTo>
                  <a:pt x="396821" y="181928"/>
                </a:lnTo>
                <a:lnTo>
                  <a:pt x="415719" y="181928"/>
                </a:lnTo>
                <a:lnTo>
                  <a:pt x="434616" y="181928"/>
                </a:lnTo>
                <a:lnTo>
                  <a:pt x="453514" y="181928"/>
                </a:lnTo>
                <a:lnTo>
                  <a:pt x="472411" y="181928"/>
                </a:lnTo>
                <a:lnTo>
                  <a:pt x="491309" y="181928"/>
                </a:lnTo>
                <a:lnTo>
                  <a:pt x="510207" y="181928"/>
                </a:lnTo>
                <a:lnTo>
                  <a:pt x="529104" y="181928"/>
                </a:lnTo>
                <a:lnTo>
                  <a:pt x="548002" y="181928"/>
                </a:lnTo>
                <a:lnTo>
                  <a:pt x="566890" y="181928"/>
                </a:lnTo>
                <a:lnTo>
                  <a:pt x="585788" y="181928"/>
                </a:lnTo>
                <a:lnTo>
                  <a:pt x="604685" y="181928"/>
                </a:lnTo>
                <a:lnTo>
                  <a:pt x="623583" y="181928"/>
                </a:lnTo>
                <a:lnTo>
                  <a:pt x="642480" y="181928"/>
                </a:lnTo>
                <a:lnTo>
                  <a:pt x="661378" y="181928"/>
                </a:lnTo>
                <a:lnTo>
                  <a:pt x="680276" y="181928"/>
                </a:lnTo>
                <a:lnTo>
                  <a:pt x="699173" y="181928"/>
                </a:lnTo>
                <a:lnTo>
                  <a:pt x="718061" y="181928"/>
                </a:lnTo>
                <a:lnTo>
                  <a:pt x="736959" y="181928"/>
                </a:lnTo>
                <a:lnTo>
                  <a:pt x="755856" y="181928"/>
                </a:lnTo>
                <a:lnTo>
                  <a:pt x="774754" y="181928"/>
                </a:lnTo>
                <a:lnTo>
                  <a:pt x="793652" y="181928"/>
                </a:lnTo>
                <a:lnTo>
                  <a:pt x="812549" y="181928"/>
                </a:lnTo>
                <a:lnTo>
                  <a:pt x="831447" y="181928"/>
                </a:lnTo>
                <a:lnTo>
                  <a:pt x="850344" y="181928"/>
                </a:lnTo>
                <a:lnTo>
                  <a:pt x="869232" y="181928"/>
                </a:lnTo>
                <a:lnTo>
                  <a:pt x="888130" y="181928"/>
                </a:lnTo>
                <a:lnTo>
                  <a:pt x="907028" y="181928"/>
                </a:lnTo>
                <a:lnTo>
                  <a:pt x="925925" y="181928"/>
                </a:lnTo>
                <a:lnTo>
                  <a:pt x="944823" y="181928"/>
                </a:lnTo>
                <a:lnTo>
                  <a:pt x="963720" y="181928"/>
                </a:lnTo>
                <a:lnTo>
                  <a:pt x="982618" y="181928"/>
                </a:lnTo>
                <a:lnTo>
                  <a:pt x="1001516" y="181928"/>
                </a:lnTo>
                <a:lnTo>
                  <a:pt x="1020413" y="181928"/>
                </a:lnTo>
                <a:lnTo>
                  <a:pt x="1039301" y="181928"/>
                </a:lnTo>
                <a:lnTo>
                  <a:pt x="1058199" y="181928"/>
                </a:lnTo>
                <a:lnTo>
                  <a:pt x="1077097" y="181928"/>
                </a:lnTo>
                <a:lnTo>
                  <a:pt x="1095994" y="181928"/>
                </a:lnTo>
                <a:lnTo>
                  <a:pt x="1114892" y="181928"/>
                </a:lnTo>
                <a:lnTo>
                  <a:pt x="1133789" y="181928"/>
                </a:lnTo>
                <a:lnTo>
                  <a:pt x="1152687" y="181928"/>
                </a:lnTo>
                <a:lnTo>
                  <a:pt x="1171585" y="181928"/>
                </a:lnTo>
                <a:lnTo>
                  <a:pt x="1190473" y="181928"/>
                </a:lnTo>
                <a:lnTo>
                  <a:pt x="1209370" y="181928"/>
                </a:lnTo>
                <a:lnTo>
                  <a:pt x="1228268" y="181928"/>
                </a:lnTo>
                <a:lnTo>
                  <a:pt x="1247165" y="181928"/>
                </a:lnTo>
                <a:lnTo>
                  <a:pt x="1266063" y="181928"/>
                </a:lnTo>
                <a:lnTo>
                  <a:pt x="1284961" y="181928"/>
                </a:lnTo>
                <a:lnTo>
                  <a:pt x="1303858" y="181928"/>
                </a:lnTo>
                <a:lnTo>
                  <a:pt x="1322756" y="181928"/>
                </a:lnTo>
                <a:lnTo>
                  <a:pt x="1341644" y="181928"/>
                </a:lnTo>
                <a:lnTo>
                  <a:pt x="1360541" y="181928"/>
                </a:lnTo>
                <a:lnTo>
                  <a:pt x="1379439" y="181928"/>
                </a:lnTo>
                <a:lnTo>
                  <a:pt x="1398337" y="181928"/>
                </a:lnTo>
                <a:lnTo>
                  <a:pt x="1417234" y="181928"/>
                </a:lnTo>
                <a:lnTo>
                  <a:pt x="1436132" y="181928"/>
                </a:lnTo>
                <a:lnTo>
                  <a:pt x="1455029" y="181928"/>
                </a:lnTo>
                <a:lnTo>
                  <a:pt x="1473927" y="181928"/>
                </a:lnTo>
                <a:lnTo>
                  <a:pt x="1492825" y="181928"/>
                </a:lnTo>
                <a:lnTo>
                  <a:pt x="1511713" y="181928"/>
                </a:lnTo>
                <a:lnTo>
                  <a:pt x="1530610" y="181928"/>
                </a:lnTo>
                <a:lnTo>
                  <a:pt x="1549508" y="181928"/>
                </a:lnTo>
                <a:lnTo>
                  <a:pt x="1568406" y="181928"/>
                </a:lnTo>
                <a:lnTo>
                  <a:pt x="1587303" y="181928"/>
                </a:lnTo>
                <a:lnTo>
                  <a:pt x="1606201" y="181928"/>
                </a:lnTo>
                <a:lnTo>
                  <a:pt x="1624717" y="179870"/>
                </a:lnTo>
                <a:lnTo>
                  <a:pt x="1642405" y="173203"/>
                </a:lnTo>
                <a:lnTo>
                  <a:pt x="1660084" y="166545"/>
                </a:lnTo>
                <a:lnTo>
                  <a:pt x="1677772" y="159877"/>
                </a:lnTo>
                <a:lnTo>
                  <a:pt x="1695450" y="153219"/>
                </a:lnTo>
                <a:lnTo>
                  <a:pt x="1713138" y="146561"/>
                </a:lnTo>
                <a:lnTo>
                  <a:pt x="1730816" y="139894"/>
                </a:lnTo>
                <a:lnTo>
                  <a:pt x="1748504" y="133236"/>
                </a:lnTo>
                <a:lnTo>
                  <a:pt x="1766183" y="126578"/>
                </a:lnTo>
                <a:lnTo>
                  <a:pt x="1783871" y="119910"/>
                </a:lnTo>
                <a:lnTo>
                  <a:pt x="1801549" y="113252"/>
                </a:lnTo>
                <a:lnTo>
                  <a:pt x="1819237" y="106585"/>
                </a:lnTo>
                <a:lnTo>
                  <a:pt x="1836915" y="99927"/>
                </a:lnTo>
                <a:lnTo>
                  <a:pt x="1854603" y="93269"/>
                </a:lnTo>
                <a:lnTo>
                  <a:pt x="1872282" y="86601"/>
                </a:lnTo>
                <a:lnTo>
                  <a:pt x="1889970" y="79943"/>
                </a:lnTo>
                <a:lnTo>
                  <a:pt x="1907648" y="73276"/>
                </a:lnTo>
                <a:lnTo>
                  <a:pt x="1925336" y="66618"/>
                </a:lnTo>
                <a:lnTo>
                  <a:pt x="1943014" y="59960"/>
                </a:lnTo>
                <a:lnTo>
                  <a:pt x="1960702" y="53292"/>
                </a:lnTo>
                <a:lnTo>
                  <a:pt x="1978381" y="46634"/>
                </a:lnTo>
                <a:lnTo>
                  <a:pt x="1996069" y="39967"/>
                </a:lnTo>
                <a:lnTo>
                  <a:pt x="2013747" y="33309"/>
                </a:lnTo>
                <a:lnTo>
                  <a:pt x="2031435" y="26651"/>
                </a:lnTo>
                <a:lnTo>
                  <a:pt x="2049113" y="19983"/>
                </a:lnTo>
                <a:lnTo>
                  <a:pt x="2066801" y="13325"/>
                </a:lnTo>
                <a:lnTo>
                  <a:pt x="2084489" y="6658"/>
                </a:lnTo>
                <a:lnTo>
                  <a:pt x="2102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1CD8689-7A04-4AFB-8005-B4034DDC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8" y="4023360"/>
            <a:ext cx="15192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C6B7E2B-C4F7-4B77-8A98-CAF82CF5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4788" y="3173778"/>
            <a:ext cx="364808" cy="577167"/>
          </a:xfrm>
          <a:custGeom xmlns:a="http://schemas.openxmlformats.org/drawingml/2006/main">
            <a:pathLst>
              <a:path w="364808" h="577167">
                <a:moveTo>
                  <a:pt x="0" y="577167"/>
                </a:moveTo>
                <a:lnTo>
                  <a:pt x="0" y="558289"/>
                </a:lnTo>
                <a:lnTo>
                  <a:pt x="0" y="539410"/>
                </a:lnTo>
                <a:lnTo>
                  <a:pt x="0" y="520532"/>
                </a:lnTo>
                <a:lnTo>
                  <a:pt x="0" y="501653"/>
                </a:lnTo>
                <a:lnTo>
                  <a:pt x="0" y="482765"/>
                </a:lnTo>
                <a:lnTo>
                  <a:pt x="0" y="463887"/>
                </a:lnTo>
                <a:lnTo>
                  <a:pt x="0" y="445008"/>
                </a:lnTo>
                <a:lnTo>
                  <a:pt x="0" y="426129"/>
                </a:lnTo>
                <a:lnTo>
                  <a:pt x="0" y="407251"/>
                </a:lnTo>
                <a:lnTo>
                  <a:pt x="0" y="388372"/>
                </a:lnTo>
                <a:lnTo>
                  <a:pt x="0" y="369494"/>
                </a:lnTo>
                <a:lnTo>
                  <a:pt x="0" y="350606"/>
                </a:lnTo>
                <a:lnTo>
                  <a:pt x="0" y="331727"/>
                </a:lnTo>
                <a:lnTo>
                  <a:pt x="0" y="312849"/>
                </a:lnTo>
                <a:lnTo>
                  <a:pt x="0" y="293970"/>
                </a:lnTo>
                <a:lnTo>
                  <a:pt x="0" y="275092"/>
                </a:lnTo>
                <a:lnTo>
                  <a:pt x="0" y="256213"/>
                </a:lnTo>
                <a:lnTo>
                  <a:pt x="0" y="237334"/>
                </a:lnTo>
                <a:lnTo>
                  <a:pt x="0" y="218446"/>
                </a:lnTo>
                <a:lnTo>
                  <a:pt x="0" y="199568"/>
                </a:lnTo>
                <a:lnTo>
                  <a:pt x="0" y="180689"/>
                </a:lnTo>
                <a:lnTo>
                  <a:pt x="0" y="161811"/>
                </a:lnTo>
                <a:lnTo>
                  <a:pt x="0" y="142932"/>
                </a:lnTo>
                <a:lnTo>
                  <a:pt x="0" y="124054"/>
                </a:lnTo>
                <a:lnTo>
                  <a:pt x="17583" y="117672"/>
                </a:lnTo>
                <a:lnTo>
                  <a:pt x="35414" y="111481"/>
                </a:lnTo>
                <a:lnTo>
                  <a:pt x="53245" y="105289"/>
                </a:lnTo>
                <a:lnTo>
                  <a:pt x="71085" y="99098"/>
                </a:lnTo>
                <a:lnTo>
                  <a:pt x="88916" y="92897"/>
                </a:lnTo>
                <a:lnTo>
                  <a:pt x="106756" y="86706"/>
                </a:lnTo>
                <a:lnTo>
                  <a:pt x="124587" y="80515"/>
                </a:lnTo>
                <a:lnTo>
                  <a:pt x="142427" y="74324"/>
                </a:lnTo>
                <a:lnTo>
                  <a:pt x="160258" y="68123"/>
                </a:lnTo>
                <a:lnTo>
                  <a:pt x="178098" y="61932"/>
                </a:lnTo>
                <a:lnTo>
                  <a:pt x="195929" y="55740"/>
                </a:lnTo>
                <a:lnTo>
                  <a:pt x="213770" y="49549"/>
                </a:lnTo>
                <a:lnTo>
                  <a:pt x="231600" y="43358"/>
                </a:lnTo>
                <a:lnTo>
                  <a:pt x="249441" y="37157"/>
                </a:lnTo>
                <a:lnTo>
                  <a:pt x="267272" y="30966"/>
                </a:lnTo>
                <a:lnTo>
                  <a:pt x="285102" y="24775"/>
                </a:lnTo>
                <a:lnTo>
                  <a:pt x="302943" y="18583"/>
                </a:lnTo>
                <a:lnTo>
                  <a:pt x="320773" y="12383"/>
                </a:lnTo>
                <a:lnTo>
                  <a:pt x="338614" y="6191"/>
                </a:lnTo>
                <a:lnTo>
                  <a:pt x="356445" y="0"/>
                </a:lnTo>
                <a:lnTo>
                  <a:pt x="364808" y="7125"/>
                </a:lnTo>
                <a:lnTo>
                  <a:pt x="364808" y="26003"/>
                </a:lnTo>
                <a:lnTo>
                  <a:pt x="364808" y="44882"/>
                </a:lnTo>
                <a:lnTo>
                  <a:pt x="364808" y="63770"/>
                </a:lnTo>
                <a:lnTo>
                  <a:pt x="364808" y="82648"/>
                </a:lnTo>
                <a:lnTo>
                  <a:pt x="364808" y="101527"/>
                </a:lnTo>
                <a:lnTo>
                  <a:pt x="364808" y="120406"/>
                </a:lnTo>
                <a:lnTo>
                  <a:pt x="364808" y="139284"/>
                </a:lnTo>
                <a:lnTo>
                  <a:pt x="364808" y="158163"/>
                </a:lnTo>
                <a:lnTo>
                  <a:pt x="364808" y="177041"/>
                </a:lnTo>
                <a:lnTo>
                  <a:pt x="364808" y="195929"/>
                </a:lnTo>
                <a:lnTo>
                  <a:pt x="364808" y="214808"/>
                </a:lnTo>
                <a:lnTo>
                  <a:pt x="364808" y="233686"/>
                </a:lnTo>
                <a:lnTo>
                  <a:pt x="364808" y="252565"/>
                </a:lnTo>
                <a:lnTo>
                  <a:pt x="364808" y="271443"/>
                </a:lnTo>
                <a:lnTo>
                  <a:pt x="364808" y="290322"/>
                </a:lnTo>
                <a:lnTo>
                  <a:pt x="364808" y="309201"/>
                </a:lnTo>
                <a:lnTo>
                  <a:pt x="364808" y="328089"/>
                </a:lnTo>
                <a:lnTo>
                  <a:pt x="364808" y="346967"/>
                </a:lnTo>
                <a:lnTo>
                  <a:pt x="364808" y="365846"/>
                </a:lnTo>
                <a:lnTo>
                  <a:pt x="364808" y="384724"/>
                </a:lnTo>
                <a:lnTo>
                  <a:pt x="364808" y="403603"/>
                </a:lnTo>
                <a:lnTo>
                  <a:pt x="364808" y="422481"/>
                </a:lnTo>
                <a:lnTo>
                  <a:pt x="347767" y="430073"/>
                </a:lnTo>
                <a:lnTo>
                  <a:pt x="330384" y="437426"/>
                </a:lnTo>
                <a:lnTo>
                  <a:pt x="312992" y="444779"/>
                </a:lnTo>
                <a:lnTo>
                  <a:pt x="295599" y="452133"/>
                </a:lnTo>
                <a:lnTo>
                  <a:pt x="278216" y="459496"/>
                </a:lnTo>
                <a:lnTo>
                  <a:pt x="260823" y="466849"/>
                </a:lnTo>
                <a:lnTo>
                  <a:pt x="243440" y="474202"/>
                </a:lnTo>
                <a:lnTo>
                  <a:pt x="226047" y="481555"/>
                </a:lnTo>
                <a:lnTo>
                  <a:pt x="208664" y="488909"/>
                </a:lnTo>
                <a:lnTo>
                  <a:pt x="191272" y="496262"/>
                </a:lnTo>
                <a:lnTo>
                  <a:pt x="173888" y="503625"/>
                </a:lnTo>
                <a:lnTo>
                  <a:pt x="156496" y="510978"/>
                </a:lnTo>
                <a:lnTo>
                  <a:pt x="139103" y="518331"/>
                </a:lnTo>
                <a:lnTo>
                  <a:pt x="121720" y="525685"/>
                </a:lnTo>
                <a:lnTo>
                  <a:pt x="104327" y="533038"/>
                </a:lnTo>
                <a:lnTo>
                  <a:pt x="86944" y="540391"/>
                </a:lnTo>
                <a:lnTo>
                  <a:pt x="69552" y="547754"/>
                </a:lnTo>
                <a:lnTo>
                  <a:pt x="52168" y="555107"/>
                </a:lnTo>
                <a:lnTo>
                  <a:pt x="34776" y="562461"/>
                </a:lnTo>
                <a:lnTo>
                  <a:pt x="17393" y="569814"/>
                </a:lnTo>
                <a:lnTo>
                  <a:pt x="0" y="577167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427FEB4-4ACD-4DC9-B8E8-792EBCE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5038" y="3596640"/>
            <a:ext cx="2171348" cy="154305"/>
          </a:xfrm>
          <a:custGeom xmlns:a="http://schemas.openxmlformats.org/drawingml/2006/main">
            <a:pathLst>
              <a:path w="2171348" h="154305">
                <a:moveTo>
                  <a:pt x="0" y="154305"/>
                </a:moveTo>
                <a:lnTo>
                  <a:pt x="18983" y="154305"/>
                </a:lnTo>
                <a:lnTo>
                  <a:pt x="37976" y="154305"/>
                </a:lnTo>
                <a:lnTo>
                  <a:pt x="56960" y="154305"/>
                </a:lnTo>
                <a:lnTo>
                  <a:pt x="75943" y="154305"/>
                </a:lnTo>
                <a:lnTo>
                  <a:pt x="94926" y="154305"/>
                </a:lnTo>
                <a:lnTo>
                  <a:pt x="113919" y="154305"/>
                </a:lnTo>
                <a:lnTo>
                  <a:pt x="132902" y="154305"/>
                </a:lnTo>
                <a:lnTo>
                  <a:pt x="151886" y="154305"/>
                </a:lnTo>
                <a:lnTo>
                  <a:pt x="170869" y="154305"/>
                </a:lnTo>
                <a:lnTo>
                  <a:pt x="189862" y="154305"/>
                </a:lnTo>
                <a:lnTo>
                  <a:pt x="208845" y="154305"/>
                </a:lnTo>
                <a:lnTo>
                  <a:pt x="227828" y="154305"/>
                </a:lnTo>
                <a:lnTo>
                  <a:pt x="246821" y="154305"/>
                </a:lnTo>
                <a:lnTo>
                  <a:pt x="265805" y="154305"/>
                </a:lnTo>
                <a:lnTo>
                  <a:pt x="284788" y="154305"/>
                </a:lnTo>
                <a:lnTo>
                  <a:pt x="303771" y="154305"/>
                </a:lnTo>
                <a:lnTo>
                  <a:pt x="322764" y="154305"/>
                </a:lnTo>
                <a:lnTo>
                  <a:pt x="341747" y="154305"/>
                </a:lnTo>
                <a:lnTo>
                  <a:pt x="360731" y="154305"/>
                </a:lnTo>
                <a:lnTo>
                  <a:pt x="379714" y="154305"/>
                </a:lnTo>
                <a:lnTo>
                  <a:pt x="398707" y="154305"/>
                </a:lnTo>
                <a:lnTo>
                  <a:pt x="417690" y="154305"/>
                </a:lnTo>
                <a:lnTo>
                  <a:pt x="436674" y="154305"/>
                </a:lnTo>
                <a:lnTo>
                  <a:pt x="455666" y="154305"/>
                </a:lnTo>
                <a:lnTo>
                  <a:pt x="474650" y="154305"/>
                </a:lnTo>
                <a:lnTo>
                  <a:pt x="493633" y="154305"/>
                </a:lnTo>
                <a:lnTo>
                  <a:pt x="512616" y="154305"/>
                </a:lnTo>
                <a:lnTo>
                  <a:pt x="531609" y="154305"/>
                </a:lnTo>
                <a:lnTo>
                  <a:pt x="550593" y="154305"/>
                </a:lnTo>
                <a:lnTo>
                  <a:pt x="569576" y="154305"/>
                </a:lnTo>
                <a:lnTo>
                  <a:pt x="588559" y="154305"/>
                </a:lnTo>
                <a:lnTo>
                  <a:pt x="607552" y="154305"/>
                </a:lnTo>
                <a:lnTo>
                  <a:pt x="626535" y="154305"/>
                </a:lnTo>
                <a:lnTo>
                  <a:pt x="645519" y="154305"/>
                </a:lnTo>
                <a:lnTo>
                  <a:pt x="664512" y="154305"/>
                </a:lnTo>
                <a:lnTo>
                  <a:pt x="683495" y="154305"/>
                </a:lnTo>
                <a:lnTo>
                  <a:pt x="702478" y="154305"/>
                </a:lnTo>
                <a:lnTo>
                  <a:pt x="721462" y="154305"/>
                </a:lnTo>
                <a:lnTo>
                  <a:pt x="740454" y="154305"/>
                </a:lnTo>
                <a:lnTo>
                  <a:pt x="759438" y="154305"/>
                </a:lnTo>
                <a:lnTo>
                  <a:pt x="778421" y="154305"/>
                </a:lnTo>
                <a:lnTo>
                  <a:pt x="797404" y="154305"/>
                </a:lnTo>
                <a:lnTo>
                  <a:pt x="816397" y="154305"/>
                </a:lnTo>
                <a:lnTo>
                  <a:pt x="835381" y="154305"/>
                </a:lnTo>
                <a:lnTo>
                  <a:pt x="854364" y="154305"/>
                </a:lnTo>
                <a:lnTo>
                  <a:pt x="873357" y="154305"/>
                </a:lnTo>
                <a:lnTo>
                  <a:pt x="892340" y="154305"/>
                </a:lnTo>
                <a:lnTo>
                  <a:pt x="911323" y="154305"/>
                </a:lnTo>
                <a:lnTo>
                  <a:pt x="930307" y="154305"/>
                </a:lnTo>
                <a:lnTo>
                  <a:pt x="949300" y="154305"/>
                </a:lnTo>
                <a:lnTo>
                  <a:pt x="968283" y="154305"/>
                </a:lnTo>
                <a:lnTo>
                  <a:pt x="987266" y="154305"/>
                </a:lnTo>
                <a:lnTo>
                  <a:pt x="1006250" y="154305"/>
                </a:lnTo>
                <a:lnTo>
                  <a:pt x="1025242" y="154305"/>
                </a:lnTo>
                <a:lnTo>
                  <a:pt x="1044226" y="154305"/>
                </a:lnTo>
                <a:lnTo>
                  <a:pt x="1063209" y="154305"/>
                </a:lnTo>
                <a:lnTo>
                  <a:pt x="1082202" y="154305"/>
                </a:lnTo>
                <a:lnTo>
                  <a:pt x="1101185" y="154305"/>
                </a:lnTo>
                <a:lnTo>
                  <a:pt x="1120169" y="154305"/>
                </a:lnTo>
                <a:lnTo>
                  <a:pt x="1139152" y="154305"/>
                </a:lnTo>
                <a:lnTo>
                  <a:pt x="1158145" y="154305"/>
                </a:lnTo>
                <a:lnTo>
                  <a:pt x="1177128" y="154305"/>
                </a:lnTo>
                <a:lnTo>
                  <a:pt x="1196111" y="154305"/>
                </a:lnTo>
                <a:lnTo>
                  <a:pt x="1215095" y="154305"/>
                </a:lnTo>
                <a:lnTo>
                  <a:pt x="1234088" y="154305"/>
                </a:lnTo>
                <a:lnTo>
                  <a:pt x="1253071" y="154305"/>
                </a:lnTo>
                <a:lnTo>
                  <a:pt x="1272054" y="154305"/>
                </a:lnTo>
                <a:lnTo>
                  <a:pt x="1291047" y="154305"/>
                </a:lnTo>
                <a:lnTo>
                  <a:pt x="1310030" y="154305"/>
                </a:lnTo>
                <a:lnTo>
                  <a:pt x="1329014" y="154305"/>
                </a:lnTo>
                <a:lnTo>
                  <a:pt x="1347997" y="154305"/>
                </a:lnTo>
                <a:lnTo>
                  <a:pt x="1366990" y="154305"/>
                </a:lnTo>
                <a:lnTo>
                  <a:pt x="1385973" y="154305"/>
                </a:lnTo>
                <a:lnTo>
                  <a:pt x="1404957" y="154305"/>
                </a:lnTo>
                <a:lnTo>
                  <a:pt x="1423940" y="154305"/>
                </a:lnTo>
                <a:lnTo>
                  <a:pt x="1442933" y="154305"/>
                </a:lnTo>
                <a:lnTo>
                  <a:pt x="1461916" y="154305"/>
                </a:lnTo>
                <a:lnTo>
                  <a:pt x="1480899" y="154305"/>
                </a:lnTo>
                <a:lnTo>
                  <a:pt x="1499892" y="154305"/>
                </a:lnTo>
                <a:lnTo>
                  <a:pt x="1518876" y="154305"/>
                </a:lnTo>
                <a:lnTo>
                  <a:pt x="1537859" y="154305"/>
                </a:lnTo>
                <a:lnTo>
                  <a:pt x="1556842" y="154305"/>
                </a:lnTo>
                <a:lnTo>
                  <a:pt x="1575835" y="154305"/>
                </a:lnTo>
                <a:lnTo>
                  <a:pt x="1594818" y="154305"/>
                </a:lnTo>
                <a:lnTo>
                  <a:pt x="1613802" y="154305"/>
                </a:lnTo>
                <a:lnTo>
                  <a:pt x="1632785" y="154305"/>
                </a:lnTo>
                <a:lnTo>
                  <a:pt x="1651778" y="154305"/>
                </a:lnTo>
                <a:lnTo>
                  <a:pt x="1670761" y="154305"/>
                </a:lnTo>
                <a:lnTo>
                  <a:pt x="1689745" y="154305"/>
                </a:lnTo>
                <a:lnTo>
                  <a:pt x="1708737" y="154305"/>
                </a:lnTo>
                <a:lnTo>
                  <a:pt x="1727721" y="154305"/>
                </a:lnTo>
                <a:lnTo>
                  <a:pt x="1746704" y="154305"/>
                </a:lnTo>
                <a:lnTo>
                  <a:pt x="1765687" y="154305"/>
                </a:lnTo>
                <a:lnTo>
                  <a:pt x="1784680" y="154305"/>
                </a:lnTo>
                <a:lnTo>
                  <a:pt x="1803664" y="154305"/>
                </a:lnTo>
                <a:lnTo>
                  <a:pt x="1821628" y="149276"/>
                </a:lnTo>
                <a:lnTo>
                  <a:pt x="1839116" y="141884"/>
                </a:lnTo>
                <a:lnTo>
                  <a:pt x="1856603" y="134483"/>
                </a:lnTo>
                <a:lnTo>
                  <a:pt x="1874091" y="127092"/>
                </a:lnTo>
                <a:lnTo>
                  <a:pt x="1891570" y="119691"/>
                </a:lnTo>
                <a:lnTo>
                  <a:pt x="1909058" y="112300"/>
                </a:lnTo>
                <a:lnTo>
                  <a:pt x="1926546" y="104899"/>
                </a:lnTo>
                <a:lnTo>
                  <a:pt x="1944033" y="97507"/>
                </a:lnTo>
                <a:lnTo>
                  <a:pt x="1961521" y="90107"/>
                </a:lnTo>
                <a:lnTo>
                  <a:pt x="1979000" y="82715"/>
                </a:lnTo>
                <a:lnTo>
                  <a:pt x="1996488" y="75314"/>
                </a:lnTo>
                <a:lnTo>
                  <a:pt x="2013976" y="67923"/>
                </a:lnTo>
                <a:lnTo>
                  <a:pt x="2031463" y="60522"/>
                </a:lnTo>
                <a:lnTo>
                  <a:pt x="2048951" y="53130"/>
                </a:lnTo>
                <a:lnTo>
                  <a:pt x="2066430" y="45730"/>
                </a:lnTo>
                <a:lnTo>
                  <a:pt x="2083918" y="38338"/>
                </a:lnTo>
                <a:lnTo>
                  <a:pt x="2101406" y="30937"/>
                </a:lnTo>
                <a:lnTo>
                  <a:pt x="2118893" y="23546"/>
                </a:lnTo>
                <a:lnTo>
                  <a:pt x="2136381" y="16145"/>
                </a:lnTo>
                <a:lnTo>
                  <a:pt x="2153860" y="8753"/>
                </a:lnTo>
                <a:lnTo>
                  <a:pt x="2171348" y="1353"/>
                </a:lnTo>
                <a:lnTo>
                  <a:pt x="2159051" y="0"/>
                </a:lnTo>
                <a:lnTo>
                  <a:pt x="2140067" y="0"/>
                </a:lnTo>
                <a:lnTo>
                  <a:pt x="2121084" y="0"/>
                </a:lnTo>
                <a:lnTo>
                  <a:pt x="2102091" y="0"/>
                </a:lnTo>
                <a:lnTo>
                  <a:pt x="2083108" y="0"/>
                </a:lnTo>
                <a:lnTo>
                  <a:pt x="2064125" y="0"/>
                </a:lnTo>
                <a:lnTo>
                  <a:pt x="2045141" y="0"/>
                </a:lnTo>
                <a:lnTo>
                  <a:pt x="2026148" y="0"/>
                </a:lnTo>
                <a:lnTo>
                  <a:pt x="2007165" y="0"/>
                </a:lnTo>
                <a:lnTo>
                  <a:pt x="1988182" y="0"/>
                </a:lnTo>
                <a:lnTo>
                  <a:pt x="1969199" y="0"/>
                </a:lnTo>
                <a:lnTo>
                  <a:pt x="1950206" y="0"/>
                </a:lnTo>
                <a:lnTo>
                  <a:pt x="1931222" y="0"/>
                </a:lnTo>
                <a:lnTo>
                  <a:pt x="1912239" y="0"/>
                </a:lnTo>
                <a:lnTo>
                  <a:pt x="1893246" y="0"/>
                </a:lnTo>
                <a:lnTo>
                  <a:pt x="1874263" y="0"/>
                </a:lnTo>
                <a:lnTo>
                  <a:pt x="1855280" y="0"/>
                </a:lnTo>
                <a:lnTo>
                  <a:pt x="1836296" y="0"/>
                </a:lnTo>
                <a:lnTo>
                  <a:pt x="1817303" y="0"/>
                </a:lnTo>
                <a:lnTo>
                  <a:pt x="1798320" y="0"/>
                </a:lnTo>
                <a:lnTo>
                  <a:pt x="1779337" y="0"/>
                </a:lnTo>
                <a:lnTo>
                  <a:pt x="1760353" y="0"/>
                </a:lnTo>
                <a:lnTo>
                  <a:pt x="1741361" y="0"/>
                </a:lnTo>
                <a:lnTo>
                  <a:pt x="1722377" y="0"/>
                </a:lnTo>
                <a:lnTo>
                  <a:pt x="1703394" y="0"/>
                </a:lnTo>
                <a:lnTo>
                  <a:pt x="1684401" y="0"/>
                </a:lnTo>
                <a:lnTo>
                  <a:pt x="1665418" y="0"/>
                </a:lnTo>
                <a:lnTo>
                  <a:pt x="1646434" y="0"/>
                </a:lnTo>
                <a:lnTo>
                  <a:pt x="1627451" y="0"/>
                </a:lnTo>
                <a:lnTo>
                  <a:pt x="1608458" y="0"/>
                </a:lnTo>
                <a:lnTo>
                  <a:pt x="1589475" y="0"/>
                </a:lnTo>
                <a:lnTo>
                  <a:pt x="1570492" y="0"/>
                </a:lnTo>
                <a:lnTo>
                  <a:pt x="1551508" y="0"/>
                </a:lnTo>
                <a:lnTo>
                  <a:pt x="1532515" y="0"/>
                </a:lnTo>
                <a:lnTo>
                  <a:pt x="1513532" y="0"/>
                </a:lnTo>
                <a:lnTo>
                  <a:pt x="1494549" y="0"/>
                </a:lnTo>
                <a:lnTo>
                  <a:pt x="1475556" y="0"/>
                </a:lnTo>
                <a:lnTo>
                  <a:pt x="1456573" y="0"/>
                </a:lnTo>
                <a:lnTo>
                  <a:pt x="1437589" y="0"/>
                </a:lnTo>
                <a:lnTo>
                  <a:pt x="1418606" y="0"/>
                </a:lnTo>
                <a:lnTo>
                  <a:pt x="1399613" y="0"/>
                </a:lnTo>
                <a:lnTo>
                  <a:pt x="1380630" y="0"/>
                </a:lnTo>
                <a:lnTo>
                  <a:pt x="1361646" y="0"/>
                </a:lnTo>
                <a:lnTo>
                  <a:pt x="1342663" y="0"/>
                </a:lnTo>
                <a:lnTo>
                  <a:pt x="1323670" y="0"/>
                </a:lnTo>
                <a:lnTo>
                  <a:pt x="1304687" y="0"/>
                </a:lnTo>
                <a:lnTo>
                  <a:pt x="1285704" y="0"/>
                </a:lnTo>
                <a:lnTo>
                  <a:pt x="1266711" y="0"/>
                </a:lnTo>
                <a:lnTo>
                  <a:pt x="1247727" y="0"/>
                </a:lnTo>
                <a:lnTo>
                  <a:pt x="1228744" y="0"/>
                </a:lnTo>
                <a:lnTo>
                  <a:pt x="1209761" y="0"/>
                </a:lnTo>
                <a:lnTo>
                  <a:pt x="1190768" y="0"/>
                </a:lnTo>
                <a:lnTo>
                  <a:pt x="1171785" y="0"/>
                </a:lnTo>
                <a:lnTo>
                  <a:pt x="1152801" y="0"/>
                </a:lnTo>
                <a:lnTo>
                  <a:pt x="1133818" y="0"/>
                </a:lnTo>
                <a:lnTo>
                  <a:pt x="1114825" y="0"/>
                </a:lnTo>
                <a:lnTo>
                  <a:pt x="1095842" y="0"/>
                </a:lnTo>
                <a:lnTo>
                  <a:pt x="1076858" y="0"/>
                </a:lnTo>
                <a:lnTo>
                  <a:pt x="1057866" y="0"/>
                </a:lnTo>
                <a:lnTo>
                  <a:pt x="1038882" y="0"/>
                </a:lnTo>
                <a:lnTo>
                  <a:pt x="1019899" y="0"/>
                </a:lnTo>
                <a:lnTo>
                  <a:pt x="1000916" y="0"/>
                </a:lnTo>
                <a:lnTo>
                  <a:pt x="981923" y="0"/>
                </a:lnTo>
                <a:lnTo>
                  <a:pt x="962939" y="0"/>
                </a:lnTo>
                <a:lnTo>
                  <a:pt x="943956" y="0"/>
                </a:lnTo>
                <a:lnTo>
                  <a:pt x="924973" y="0"/>
                </a:lnTo>
                <a:lnTo>
                  <a:pt x="905980" y="0"/>
                </a:lnTo>
                <a:lnTo>
                  <a:pt x="886997" y="0"/>
                </a:lnTo>
                <a:lnTo>
                  <a:pt x="868013" y="0"/>
                </a:lnTo>
                <a:lnTo>
                  <a:pt x="849020" y="0"/>
                </a:lnTo>
                <a:lnTo>
                  <a:pt x="830037" y="0"/>
                </a:lnTo>
                <a:lnTo>
                  <a:pt x="811054" y="0"/>
                </a:lnTo>
                <a:lnTo>
                  <a:pt x="792070" y="0"/>
                </a:lnTo>
                <a:lnTo>
                  <a:pt x="773078" y="0"/>
                </a:lnTo>
                <a:lnTo>
                  <a:pt x="754094" y="0"/>
                </a:lnTo>
                <a:lnTo>
                  <a:pt x="735111" y="0"/>
                </a:lnTo>
                <a:lnTo>
                  <a:pt x="716128" y="0"/>
                </a:lnTo>
                <a:lnTo>
                  <a:pt x="697135" y="0"/>
                </a:lnTo>
                <a:lnTo>
                  <a:pt x="678151" y="0"/>
                </a:lnTo>
                <a:lnTo>
                  <a:pt x="659168" y="0"/>
                </a:lnTo>
                <a:lnTo>
                  <a:pt x="640175" y="0"/>
                </a:lnTo>
                <a:lnTo>
                  <a:pt x="621192" y="0"/>
                </a:lnTo>
                <a:lnTo>
                  <a:pt x="602209" y="0"/>
                </a:lnTo>
                <a:lnTo>
                  <a:pt x="583225" y="0"/>
                </a:lnTo>
                <a:lnTo>
                  <a:pt x="564232" y="0"/>
                </a:lnTo>
                <a:lnTo>
                  <a:pt x="545249" y="0"/>
                </a:lnTo>
                <a:lnTo>
                  <a:pt x="526266" y="0"/>
                </a:lnTo>
                <a:lnTo>
                  <a:pt x="507282" y="0"/>
                </a:lnTo>
                <a:lnTo>
                  <a:pt x="488290" y="0"/>
                </a:lnTo>
                <a:lnTo>
                  <a:pt x="469687" y="2429"/>
                </a:lnTo>
                <a:lnTo>
                  <a:pt x="451628" y="8268"/>
                </a:lnTo>
                <a:lnTo>
                  <a:pt x="433559" y="14116"/>
                </a:lnTo>
                <a:lnTo>
                  <a:pt x="415490" y="19955"/>
                </a:lnTo>
                <a:lnTo>
                  <a:pt x="397431" y="25794"/>
                </a:lnTo>
                <a:lnTo>
                  <a:pt x="379362" y="31633"/>
                </a:lnTo>
                <a:lnTo>
                  <a:pt x="361302" y="37481"/>
                </a:lnTo>
                <a:lnTo>
                  <a:pt x="343233" y="43320"/>
                </a:lnTo>
                <a:lnTo>
                  <a:pt x="325174" y="49159"/>
                </a:lnTo>
                <a:lnTo>
                  <a:pt x="307105" y="54997"/>
                </a:lnTo>
                <a:lnTo>
                  <a:pt x="289036" y="60846"/>
                </a:lnTo>
                <a:lnTo>
                  <a:pt x="270977" y="66685"/>
                </a:lnTo>
                <a:lnTo>
                  <a:pt x="252908" y="72523"/>
                </a:lnTo>
                <a:lnTo>
                  <a:pt x="234848" y="78372"/>
                </a:lnTo>
                <a:lnTo>
                  <a:pt x="216779" y="84211"/>
                </a:lnTo>
                <a:lnTo>
                  <a:pt x="198711" y="90049"/>
                </a:lnTo>
                <a:lnTo>
                  <a:pt x="180651" y="95888"/>
                </a:lnTo>
                <a:lnTo>
                  <a:pt x="162582" y="101737"/>
                </a:lnTo>
                <a:lnTo>
                  <a:pt x="144523" y="107575"/>
                </a:lnTo>
                <a:lnTo>
                  <a:pt x="126454" y="113414"/>
                </a:lnTo>
                <a:lnTo>
                  <a:pt x="108395" y="119253"/>
                </a:lnTo>
                <a:lnTo>
                  <a:pt x="90326" y="125101"/>
                </a:lnTo>
                <a:lnTo>
                  <a:pt x="72257" y="130940"/>
                </a:lnTo>
                <a:lnTo>
                  <a:pt x="54197" y="136779"/>
                </a:lnTo>
                <a:lnTo>
                  <a:pt x="36128" y="142618"/>
                </a:lnTo>
                <a:lnTo>
                  <a:pt x="18069" y="148466"/>
                </a:lnTo>
                <a:lnTo>
                  <a:pt x="0" y="154305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6E385AA-2454-44E9-AB04-51AA4D6B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0288" y="3596640"/>
            <a:ext cx="1989773" cy="154305"/>
          </a:xfrm>
          <a:custGeom xmlns:a="http://schemas.openxmlformats.org/drawingml/2006/main">
            <a:pathLst>
              <a:path w="1989773" h="154305">
                <a:moveTo>
                  <a:pt x="0" y="154305"/>
                </a:moveTo>
                <a:lnTo>
                  <a:pt x="18888" y="154305"/>
                </a:lnTo>
                <a:lnTo>
                  <a:pt x="37767" y="154305"/>
                </a:lnTo>
                <a:lnTo>
                  <a:pt x="56655" y="154305"/>
                </a:lnTo>
                <a:lnTo>
                  <a:pt x="75533" y="154305"/>
                </a:lnTo>
                <a:lnTo>
                  <a:pt x="94421" y="154305"/>
                </a:lnTo>
                <a:lnTo>
                  <a:pt x="113309" y="154305"/>
                </a:lnTo>
                <a:lnTo>
                  <a:pt x="132188" y="154305"/>
                </a:lnTo>
                <a:lnTo>
                  <a:pt x="151076" y="154305"/>
                </a:lnTo>
                <a:lnTo>
                  <a:pt x="169955" y="154305"/>
                </a:lnTo>
                <a:lnTo>
                  <a:pt x="188843" y="154305"/>
                </a:lnTo>
                <a:lnTo>
                  <a:pt x="207731" y="154305"/>
                </a:lnTo>
                <a:lnTo>
                  <a:pt x="226609" y="154305"/>
                </a:lnTo>
                <a:lnTo>
                  <a:pt x="245497" y="154305"/>
                </a:lnTo>
                <a:lnTo>
                  <a:pt x="264376" y="154305"/>
                </a:lnTo>
                <a:lnTo>
                  <a:pt x="283264" y="154305"/>
                </a:lnTo>
                <a:lnTo>
                  <a:pt x="302152" y="154305"/>
                </a:lnTo>
                <a:lnTo>
                  <a:pt x="321031" y="154305"/>
                </a:lnTo>
                <a:lnTo>
                  <a:pt x="339919" y="154305"/>
                </a:lnTo>
                <a:lnTo>
                  <a:pt x="358797" y="154305"/>
                </a:lnTo>
                <a:lnTo>
                  <a:pt x="377685" y="154305"/>
                </a:lnTo>
                <a:lnTo>
                  <a:pt x="396573" y="154305"/>
                </a:lnTo>
                <a:lnTo>
                  <a:pt x="415452" y="154305"/>
                </a:lnTo>
                <a:lnTo>
                  <a:pt x="434340" y="154305"/>
                </a:lnTo>
                <a:lnTo>
                  <a:pt x="453219" y="154305"/>
                </a:lnTo>
                <a:lnTo>
                  <a:pt x="472107" y="154305"/>
                </a:lnTo>
                <a:lnTo>
                  <a:pt x="490995" y="154305"/>
                </a:lnTo>
                <a:lnTo>
                  <a:pt x="509873" y="154305"/>
                </a:lnTo>
                <a:lnTo>
                  <a:pt x="528761" y="154305"/>
                </a:lnTo>
                <a:lnTo>
                  <a:pt x="547640" y="154305"/>
                </a:lnTo>
                <a:lnTo>
                  <a:pt x="566528" y="154305"/>
                </a:lnTo>
                <a:lnTo>
                  <a:pt x="585416" y="154305"/>
                </a:lnTo>
                <a:lnTo>
                  <a:pt x="604295" y="154305"/>
                </a:lnTo>
                <a:lnTo>
                  <a:pt x="623183" y="154305"/>
                </a:lnTo>
                <a:lnTo>
                  <a:pt x="642061" y="154305"/>
                </a:lnTo>
                <a:lnTo>
                  <a:pt x="660949" y="154305"/>
                </a:lnTo>
                <a:lnTo>
                  <a:pt x="679837" y="154305"/>
                </a:lnTo>
                <a:lnTo>
                  <a:pt x="698716" y="154305"/>
                </a:lnTo>
                <a:lnTo>
                  <a:pt x="717604" y="154305"/>
                </a:lnTo>
                <a:lnTo>
                  <a:pt x="736492" y="154305"/>
                </a:lnTo>
                <a:lnTo>
                  <a:pt x="755371" y="154305"/>
                </a:lnTo>
                <a:lnTo>
                  <a:pt x="774259" y="154305"/>
                </a:lnTo>
                <a:lnTo>
                  <a:pt x="793137" y="154305"/>
                </a:lnTo>
                <a:lnTo>
                  <a:pt x="812025" y="154305"/>
                </a:lnTo>
                <a:lnTo>
                  <a:pt x="830904" y="154305"/>
                </a:lnTo>
                <a:lnTo>
                  <a:pt x="849792" y="154305"/>
                </a:lnTo>
                <a:lnTo>
                  <a:pt x="868680" y="154305"/>
                </a:lnTo>
                <a:lnTo>
                  <a:pt x="887559" y="154305"/>
                </a:lnTo>
                <a:lnTo>
                  <a:pt x="906447" y="154305"/>
                </a:lnTo>
                <a:lnTo>
                  <a:pt x="925335" y="154305"/>
                </a:lnTo>
                <a:lnTo>
                  <a:pt x="944213" y="154305"/>
                </a:lnTo>
                <a:lnTo>
                  <a:pt x="963101" y="154305"/>
                </a:lnTo>
                <a:lnTo>
                  <a:pt x="981980" y="154305"/>
                </a:lnTo>
                <a:lnTo>
                  <a:pt x="1000868" y="154305"/>
                </a:lnTo>
                <a:lnTo>
                  <a:pt x="1019756" y="154305"/>
                </a:lnTo>
                <a:lnTo>
                  <a:pt x="1038635" y="154305"/>
                </a:lnTo>
                <a:lnTo>
                  <a:pt x="1057523" y="154305"/>
                </a:lnTo>
                <a:lnTo>
                  <a:pt x="1076401" y="154305"/>
                </a:lnTo>
                <a:lnTo>
                  <a:pt x="1095289" y="154305"/>
                </a:lnTo>
                <a:lnTo>
                  <a:pt x="1114177" y="154305"/>
                </a:lnTo>
                <a:lnTo>
                  <a:pt x="1133056" y="154305"/>
                </a:lnTo>
                <a:lnTo>
                  <a:pt x="1151944" y="154305"/>
                </a:lnTo>
                <a:lnTo>
                  <a:pt x="1170823" y="154305"/>
                </a:lnTo>
                <a:lnTo>
                  <a:pt x="1189711" y="154305"/>
                </a:lnTo>
                <a:lnTo>
                  <a:pt x="1208599" y="154305"/>
                </a:lnTo>
                <a:lnTo>
                  <a:pt x="1227477" y="154305"/>
                </a:lnTo>
                <a:lnTo>
                  <a:pt x="1246365" y="154305"/>
                </a:lnTo>
                <a:lnTo>
                  <a:pt x="1265244" y="154305"/>
                </a:lnTo>
                <a:lnTo>
                  <a:pt x="1284132" y="154305"/>
                </a:lnTo>
                <a:lnTo>
                  <a:pt x="1303020" y="154305"/>
                </a:lnTo>
                <a:lnTo>
                  <a:pt x="1321899" y="154305"/>
                </a:lnTo>
                <a:lnTo>
                  <a:pt x="1340787" y="154305"/>
                </a:lnTo>
                <a:lnTo>
                  <a:pt x="1359665" y="154305"/>
                </a:lnTo>
                <a:lnTo>
                  <a:pt x="1378553" y="154305"/>
                </a:lnTo>
                <a:lnTo>
                  <a:pt x="1397441" y="154305"/>
                </a:lnTo>
                <a:lnTo>
                  <a:pt x="1416320" y="154305"/>
                </a:lnTo>
                <a:lnTo>
                  <a:pt x="1435208" y="154305"/>
                </a:lnTo>
                <a:lnTo>
                  <a:pt x="1454087" y="154305"/>
                </a:lnTo>
                <a:lnTo>
                  <a:pt x="1472975" y="154305"/>
                </a:lnTo>
                <a:lnTo>
                  <a:pt x="1491863" y="154305"/>
                </a:lnTo>
                <a:lnTo>
                  <a:pt x="1510741" y="154305"/>
                </a:lnTo>
                <a:lnTo>
                  <a:pt x="1529629" y="154305"/>
                </a:lnTo>
                <a:lnTo>
                  <a:pt x="1548508" y="154305"/>
                </a:lnTo>
                <a:lnTo>
                  <a:pt x="1567396" y="154305"/>
                </a:lnTo>
                <a:lnTo>
                  <a:pt x="1586284" y="154305"/>
                </a:lnTo>
                <a:lnTo>
                  <a:pt x="1605163" y="154305"/>
                </a:lnTo>
                <a:lnTo>
                  <a:pt x="1623679" y="152457"/>
                </a:lnTo>
                <a:lnTo>
                  <a:pt x="1641110" y="145199"/>
                </a:lnTo>
                <a:lnTo>
                  <a:pt x="1658550" y="137941"/>
                </a:lnTo>
                <a:lnTo>
                  <a:pt x="1675981" y="130683"/>
                </a:lnTo>
                <a:lnTo>
                  <a:pt x="1693412" y="123415"/>
                </a:lnTo>
                <a:lnTo>
                  <a:pt x="1710842" y="116157"/>
                </a:lnTo>
                <a:lnTo>
                  <a:pt x="1728283" y="108899"/>
                </a:lnTo>
                <a:lnTo>
                  <a:pt x="1745713" y="101641"/>
                </a:lnTo>
                <a:lnTo>
                  <a:pt x="1763144" y="94383"/>
                </a:lnTo>
                <a:lnTo>
                  <a:pt x="1780575" y="87116"/>
                </a:lnTo>
                <a:lnTo>
                  <a:pt x="1798006" y="79858"/>
                </a:lnTo>
                <a:lnTo>
                  <a:pt x="1815446" y="72600"/>
                </a:lnTo>
                <a:lnTo>
                  <a:pt x="1832877" y="65342"/>
                </a:lnTo>
                <a:lnTo>
                  <a:pt x="1850307" y="58083"/>
                </a:lnTo>
                <a:lnTo>
                  <a:pt x="1867738" y="50816"/>
                </a:lnTo>
                <a:lnTo>
                  <a:pt x="1885178" y="43558"/>
                </a:lnTo>
                <a:lnTo>
                  <a:pt x="1902609" y="36300"/>
                </a:lnTo>
                <a:lnTo>
                  <a:pt x="1920040" y="29042"/>
                </a:lnTo>
                <a:lnTo>
                  <a:pt x="1937471" y="21784"/>
                </a:lnTo>
                <a:lnTo>
                  <a:pt x="1954911" y="14516"/>
                </a:lnTo>
                <a:lnTo>
                  <a:pt x="1972342" y="7258"/>
                </a:lnTo>
                <a:lnTo>
                  <a:pt x="19897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9F5A005-EBC1-4ABB-B1B1-EF02F7D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0823" y="3596640"/>
            <a:ext cx="15192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82F6761D-0282-4F28-A3FD-6A4BA1E3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2748182"/>
            <a:ext cx="252413" cy="549373"/>
          </a:xfrm>
          <a:custGeom xmlns:a="http://schemas.openxmlformats.org/drawingml/2006/main">
            <a:pathLst>
              <a:path w="252413" h="549373">
                <a:moveTo>
                  <a:pt x="0" y="549373"/>
                </a:moveTo>
                <a:lnTo>
                  <a:pt x="0" y="530514"/>
                </a:lnTo>
                <a:lnTo>
                  <a:pt x="0" y="511654"/>
                </a:lnTo>
                <a:lnTo>
                  <a:pt x="0" y="492795"/>
                </a:lnTo>
                <a:lnTo>
                  <a:pt x="0" y="473935"/>
                </a:lnTo>
                <a:lnTo>
                  <a:pt x="0" y="455076"/>
                </a:lnTo>
                <a:lnTo>
                  <a:pt x="0" y="436216"/>
                </a:lnTo>
                <a:lnTo>
                  <a:pt x="0" y="417357"/>
                </a:lnTo>
                <a:lnTo>
                  <a:pt x="0" y="398497"/>
                </a:lnTo>
                <a:lnTo>
                  <a:pt x="0" y="379638"/>
                </a:lnTo>
                <a:lnTo>
                  <a:pt x="0" y="360778"/>
                </a:lnTo>
                <a:lnTo>
                  <a:pt x="0" y="341919"/>
                </a:lnTo>
                <a:lnTo>
                  <a:pt x="0" y="323059"/>
                </a:lnTo>
                <a:lnTo>
                  <a:pt x="0" y="304200"/>
                </a:lnTo>
                <a:lnTo>
                  <a:pt x="0" y="285340"/>
                </a:lnTo>
                <a:lnTo>
                  <a:pt x="0" y="266481"/>
                </a:lnTo>
                <a:lnTo>
                  <a:pt x="0" y="247621"/>
                </a:lnTo>
                <a:lnTo>
                  <a:pt x="0" y="228762"/>
                </a:lnTo>
                <a:lnTo>
                  <a:pt x="0" y="209902"/>
                </a:lnTo>
                <a:lnTo>
                  <a:pt x="0" y="191043"/>
                </a:lnTo>
                <a:lnTo>
                  <a:pt x="0" y="172183"/>
                </a:lnTo>
                <a:lnTo>
                  <a:pt x="0" y="153324"/>
                </a:lnTo>
                <a:lnTo>
                  <a:pt x="0" y="134464"/>
                </a:lnTo>
                <a:lnTo>
                  <a:pt x="0" y="115605"/>
                </a:lnTo>
                <a:lnTo>
                  <a:pt x="0" y="96745"/>
                </a:lnTo>
                <a:lnTo>
                  <a:pt x="15983" y="88821"/>
                </a:lnTo>
                <a:lnTo>
                  <a:pt x="33566" y="81991"/>
                </a:lnTo>
                <a:lnTo>
                  <a:pt x="51140" y="75152"/>
                </a:lnTo>
                <a:lnTo>
                  <a:pt x="68723" y="68323"/>
                </a:lnTo>
                <a:lnTo>
                  <a:pt x="86297" y="61493"/>
                </a:lnTo>
                <a:lnTo>
                  <a:pt x="103880" y="54654"/>
                </a:lnTo>
                <a:lnTo>
                  <a:pt x="121453" y="47825"/>
                </a:lnTo>
                <a:lnTo>
                  <a:pt x="139036" y="40996"/>
                </a:lnTo>
                <a:lnTo>
                  <a:pt x="156610" y="34166"/>
                </a:lnTo>
                <a:lnTo>
                  <a:pt x="174193" y="27327"/>
                </a:lnTo>
                <a:lnTo>
                  <a:pt x="191767" y="20498"/>
                </a:lnTo>
                <a:lnTo>
                  <a:pt x="209350" y="13668"/>
                </a:lnTo>
                <a:lnTo>
                  <a:pt x="226924" y="6829"/>
                </a:lnTo>
                <a:lnTo>
                  <a:pt x="244507" y="0"/>
                </a:lnTo>
                <a:lnTo>
                  <a:pt x="252413" y="7306"/>
                </a:lnTo>
                <a:lnTo>
                  <a:pt x="252413" y="26165"/>
                </a:lnTo>
                <a:lnTo>
                  <a:pt x="252413" y="45025"/>
                </a:lnTo>
                <a:lnTo>
                  <a:pt x="252413" y="63884"/>
                </a:lnTo>
                <a:lnTo>
                  <a:pt x="252413" y="82744"/>
                </a:lnTo>
                <a:lnTo>
                  <a:pt x="252413" y="101603"/>
                </a:lnTo>
                <a:lnTo>
                  <a:pt x="252413" y="120463"/>
                </a:lnTo>
                <a:lnTo>
                  <a:pt x="252413" y="139322"/>
                </a:lnTo>
                <a:lnTo>
                  <a:pt x="252413" y="158182"/>
                </a:lnTo>
                <a:lnTo>
                  <a:pt x="252413" y="177041"/>
                </a:lnTo>
                <a:lnTo>
                  <a:pt x="252413" y="195901"/>
                </a:lnTo>
                <a:lnTo>
                  <a:pt x="252413" y="214760"/>
                </a:lnTo>
                <a:lnTo>
                  <a:pt x="252413" y="233620"/>
                </a:lnTo>
                <a:lnTo>
                  <a:pt x="252413" y="252479"/>
                </a:lnTo>
                <a:lnTo>
                  <a:pt x="252413" y="271339"/>
                </a:lnTo>
                <a:lnTo>
                  <a:pt x="252413" y="290198"/>
                </a:lnTo>
                <a:lnTo>
                  <a:pt x="252413" y="309058"/>
                </a:lnTo>
                <a:lnTo>
                  <a:pt x="252413" y="327917"/>
                </a:lnTo>
                <a:lnTo>
                  <a:pt x="252413" y="346777"/>
                </a:lnTo>
                <a:lnTo>
                  <a:pt x="252413" y="365636"/>
                </a:lnTo>
                <a:lnTo>
                  <a:pt x="252413" y="384496"/>
                </a:lnTo>
                <a:lnTo>
                  <a:pt x="252413" y="403355"/>
                </a:lnTo>
                <a:lnTo>
                  <a:pt x="252413" y="422215"/>
                </a:lnTo>
                <a:lnTo>
                  <a:pt x="235982" y="430940"/>
                </a:lnTo>
                <a:lnTo>
                  <a:pt x="219123" y="439398"/>
                </a:lnTo>
                <a:lnTo>
                  <a:pt x="202273" y="447856"/>
                </a:lnTo>
                <a:lnTo>
                  <a:pt x="185414" y="456324"/>
                </a:lnTo>
                <a:lnTo>
                  <a:pt x="168554" y="464782"/>
                </a:lnTo>
                <a:lnTo>
                  <a:pt x="151705" y="473240"/>
                </a:lnTo>
                <a:lnTo>
                  <a:pt x="134845" y="481698"/>
                </a:lnTo>
                <a:lnTo>
                  <a:pt x="117996" y="490157"/>
                </a:lnTo>
                <a:lnTo>
                  <a:pt x="101136" y="498615"/>
                </a:lnTo>
                <a:lnTo>
                  <a:pt x="84277" y="507082"/>
                </a:lnTo>
                <a:lnTo>
                  <a:pt x="67427" y="515541"/>
                </a:lnTo>
                <a:lnTo>
                  <a:pt x="50568" y="523999"/>
                </a:lnTo>
                <a:lnTo>
                  <a:pt x="33709" y="532457"/>
                </a:lnTo>
                <a:lnTo>
                  <a:pt x="16859" y="540915"/>
                </a:lnTo>
                <a:lnTo>
                  <a:pt x="0" y="549373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C3A0911-5D50-49DD-956E-50D0331B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4788" y="3170873"/>
            <a:ext cx="2058305" cy="126683"/>
          </a:xfrm>
          <a:custGeom xmlns:a="http://schemas.openxmlformats.org/drawingml/2006/main">
            <a:pathLst>
              <a:path w="2058305" h="126683">
                <a:moveTo>
                  <a:pt x="0" y="126683"/>
                </a:moveTo>
                <a:lnTo>
                  <a:pt x="18983" y="126683"/>
                </a:lnTo>
                <a:lnTo>
                  <a:pt x="37957" y="126683"/>
                </a:lnTo>
                <a:lnTo>
                  <a:pt x="56940" y="126683"/>
                </a:lnTo>
                <a:lnTo>
                  <a:pt x="75924" y="126683"/>
                </a:lnTo>
                <a:lnTo>
                  <a:pt x="94907" y="126683"/>
                </a:lnTo>
                <a:lnTo>
                  <a:pt x="113881" y="126683"/>
                </a:lnTo>
                <a:lnTo>
                  <a:pt x="132864" y="126683"/>
                </a:lnTo>
                <a:lnTo>
                  <a:pt x="151848" y="126683"/>
                </a:lnTo>
                <a:lnTo>
                  <a:pt x="170821" y="126683"/>
                </a:lnTo>
                <a:lnTo>
                  <a:pt x="189805" y="126683"/>
                </a:lnTo>
                <a:lnTo>
                  <a:pt x="208788" y="126683"/>
                </a:lnTo>
                <a:lnTo>
                  <a:pt x="227762" y="126683"/>
                </a:lnTo>
                <a:lnTo>
                  <a:pt x="246745" y="126683"/>
                </a:lnTo>
                <a:lnTo>
                  <a:pt x="265728" y="126683"/>
                </a:lnTo>
                <a:lnTo>
                  <a:pt x="284712" y="126683"/>
                </a:lnTo>
                <a:lnTo>
                  <a:pt x="303686" y="126683"/>
                </a:lnTo>
                <a:lnTo>
                  <a:pt x="322669" y="126683"/>
                </a:lnTo>
                <a:lnTo>
                  <a:pt x="341652" y="126683"/>
                </a:lnTo>
                <a:lnTo>
                  <a:pt x="360626" y="126683"/>
                </a:lnTo>
                <a:lnTo>
                  <a:pt x="379609" y="126683"/>
                </a:lnTo>
                <a:lnTo>
                  <a:pt x="398593" y="126683"/>
                </a:lnTo>
                <a:lnTo>
                  <a:pt x="417566" y="126683"/>
                </a:lnTo>
                <a:lnTo>
                  <a:pt x="436550" y="126683"/>
                </a:lnTo>
                <a:lnTo>
                  <a:pt x="455533" y="126683"/>
                </a:lnTo>
                <a:lnTo>
                  <a:pt x="474507" y="126683"/>
                </a:lnTo>
                <a:lnTo>
                  <a:pt x="493490" y="126683"/>
                </a:lnTo>
                <a:lnTo>
                  <a:pt x="512474" y="126683"/>
                </a:lnTo>
                <a:lnTo>
                  <a:pt x="531457" y="126683"/>
                </a:lnTo>
                <a:lnTo>
                  <a:pt x="550431" y="126683"/>
                </a:lnTo>
                <a:lnTo>
                  <a:pt x="569414" y="126683"/>
                </a:lnTo>
                <a:lnTo>
                  <a:pt x="588397" y="126683"/>
                </a:lnTo>
                <a:lnTo>
                  <a:pt x="607371" y="126683"/>
                </a:lnTo>
                <a:lnTo>
                  <a:pt x="626354" y="126683"/>
                </a:lnTo>
                <a:lnTo>
                  <a:pt x="645338" y="126683"/>
                </a:lnTo>
                <a:lnTo>
                  <a:pt x="664312" y="126683"/>
                </a:lnTo>
                <a:lnTo>
                  <a:pt x="683295" y="126683"/>
                </a:lnTo>
                <a:lnTo>
                  <a:pt x="702278" y="126683"/>
                </a:lnTo>
                <a:lnTo>
                  <a:pt x="721262" y="126683"/>
                </a:lnTo>
                <a:lnTo>
                  <a:pt x="740235" y="126683"/>
                </a:lnTo>
                <a:lnTo>
                  <a:pt x="759219" y="126683"/>
                </a:lnTo>
                <a:lnTo>
                  <a:pt x="778202" y="126683"/>
                </a:lnTo>
                <a:lnTo>
                  <a:pt x="797176" y="126683"/>
                </a:lnTo>
                <a:lnTo>
                  <a:pt x="816159" y="126683"/>
                </a:lnTo>
                <a:lnTo>
                  <a:pt x="835142" y="126683"/>
                </a:lnTo>
                <a:lnTo>
                  <a:pt x="854116" y="126683"/>
                </a:lnTo>
                <a:lnTo>
                  <a:pt x="873100" y="126683"/>
                </a:lnTo>
                <a:lnTo>
                  <a:pt x="892083" y="126683"/>
                </a:lnTo>
                <a:lnTo>
                  <a:pt x="911066" y="126683"/>
                </a:lnTo>
                <a:lnTo>
                  <a:pt x="930040" y="126683"/>
                </a:lnTo>
                <a:lnTo>
                  <a:pt x="949023" y="126683"/>
                </a:lnTo>
                <a:lnTo>
                  <a:pt x="968007" y="126683"/>
                </a:lnTo>
                <a:lnTo>
                  <a:pt x="986981" y="126683"/>
                </a:lnTo>
                <a:lnTo>
                  <a:pt x="1005964" y="126683"/>
                </a:lnTo>
                <a:lnTo>
                  <a:pt x="1024947" y="126683"/>
                </a:lnTo>
                <a:lnTo>
                  <a:pt x="1043921" y="126683"/>
                </a:lnTo>
                <a:lnTo>
                  <a:pt x="1062904" y="126683"/>
                </a:lnTo>
                <a:lnTo>
                  <a:pt x="1081888" y="126683"/>
                </a:lnTo>
                <a:lnTo>
                  <a:pt x="1100871" y="126683"/>
                </a:lnTo>
                <a:lnTo>
                  <a:pt x="1119845" y="126683"/>
                </a:lnTo>
                <a:lnTo>
                  <a:pt x="1138828" y="126683"/>
                </a:lnTo>
                <a:lnTo>
                  <a:pt x="1157811" y="126683"/>
                </a:lnTo>
                <a:lnTo>
                  <a:pt x="1176785" y="126683"/>
                </a:lnTo>
                <a:lnTo>
                  <a:pt x="1195769" y="126683"/>
                </a:lnTo>
                <a:lnTo>
                  <a:pt x="1214752" y="126683"/>
                </a:lnTo>
                <a:lnTo>
                  <a:pt x="1233726" y="126683"/>
                </a:lnTo>
                <a:lnTo>
                  <a:pt x="1252709" y="126683"/>
                </a:lnTo>
                <a:lnTo>
                  <a:pt x="1271692" y="126683"/>
                </a:lnTo>
                <a:lnTo>
                  <a:pt x="1290676" y="126683"/>
                </a:lnTo>
                <a:lnTo>
                  <a:pt x="1309649" y="126683"/>
                </a:lnTo>
                <a:lnTo>
                  <a:pt x="1328633" y="126683"/>
                </a:lnTo>
                <a:lnTo>
                  <a:pt x="1347616" y="126683"/>
                </a:lnTo>
                <a:lnTo>
                  <a:pt x="1366590" y="126683"/>
                </a:lnTo>
                <a:lnTo>
                  <a:pt x="1385573" y="126683"/>
                </a:lnTo>
                <a:lnTo>
                  <a:pt x="1404557" y="126683"/>
                </a:lnTo>
                <a:lnTo>
                  <a:pt x="1423530" y="126683"/>
                </a:lnTo>
                <a:lnTo>
                  <a:pt x="1442514" y="126683"/>
                </a:lnTo>
                <a:lnTo>
                  <a:pt x="1461497" y="126683"/>
                </a:lnTo>
                <a:lnTo>
                  <a:pt x="1480480" y="126683"/>
                </a:lnTo>
                <a:lnTo>
                  <a:pt x="1499454" y="126683"/>
                </a:lnTo>
                <a:lnTo>
                  <a:pt x="1518437" y="126683"/>
                </a:lnTo>
                <a:lnTo>
                  <a:pt x="1537421" y="126683"/>
                </a:lnTo>
                <a:lnTo>
                  <a:pt x="1556395" y="126683"/>
                </a:lnTo>
                <a:lnTo>
                  <a:pt x="1575378" y="126683"/>
                </a:lnTo>
                <a:lnTo>
                  <a:pt x="1594361" y="126683"/>
                </a:lnTo>
                <a:lnTo>
                  <a:pt x="1613335" y="126683"/>
                </a:lnTo>
                <a:lnTo>
                  <a:pt x="1632318" y="126683"/>
                </a:lnTo>
                <a:lnTo>
                  <a:pt x="1651302" y="126683"/>
                </a:lnTo>
                <a:lnTo>
                  <a:pt x="1670285" y="126683"/>
                </a:lnTo>
                <a:lnTo>
                  <a:pt x="1689259" y="126683"/>
                </a:lnTo>
                <a:lnTo>
                  <a:pt x="1708242" y="126683"/>
                </a:lnTo>
                <a:lnTo>
                  <a:pt x="1727225" y="126683"/>
                </a:lnTo>
                <a:lnTo>
                  <a:pt x="1746199" y="126683"/>
                </a:lnTo>
                <a:lnTo>
                  <a:pt x="1765183" y="126683"/>
                </a:lnTo>
                <a:lnTo>
                  <a:pt x="1784166" y="126683"/>
                </a:lnTo>
                <a:lnTo>
                  <a:pt x="1803140" y="126683"/>
                </a:lnTo>
                <a:lnTo>
                  <a:pt x="1820809" y="121129"/>
                </a:lnTo>
                <a:lnTo>
                  <a:pt x="1837773" y="112614"/>
                </a:lnTo>
                <a:lnTo>
                  <a:pt x="1854737" y="104108"/>
                </a:lnTo>
                <a:lnTo>
                  <a:pt x="1871701" y="95593"/>
                </a:lnTo>
                <a:lnTo>
                  <a:pt x="1888665" y="87078"/>
                </a:lnTo>
                <a:lnTo>
                  <a:pt x="1905629" y="78562"/>
                </a:lnTo>
                <a:lnTo>
                  <a:pt x="1922593" y="70047"/>
                </a:lnTo>
                <a:lnTo>
                  <a:pt x="1939557" y="61532"/>
                </a:lnTo>
                <a:lnTo>
                  <a:pt x="1956521" y="53016"/>
                </a:lnTo>
                <a:lnTo>
                  <a:pt x="1973485" y="44510"/>
                </a:lnTo>
                <a:lnTo>
                  <a:pt x="1990449" y="35995"/>
                </a:lnTo>
                <a:lnTo>
                  <a:pt x="2007413" y="27480"/>
                </a:lnTo>
                <a:lnTo>
                  <a:pt x="2024377" y="18964"/>
                </a:lnTo>
                <a:lnTo>
                  <a:pt x="2041341" y="10449"/>
                </a:lnTo>
                <a:lnTo>
                  <a:pt x="2058305" y="1934"/>
                </a:lnTo>
                <a:lnTo>
                  <a:pt x="2047504" y="0"/>
                </a:lnTo>
                <a:lnTo>
                  <a:pt x="2028520" y="0"/>
                </a:lnTo>
                <a:lnTo>
                  <a:pt x="2009537" y="0"/>
                </a:lnTo>
                <a:lnTo>
                  <a:pt x="1990563" y="0"/>
                </a:lnTo>
                <a:lnTo>
                  <a:pt x="1971580" y="0"/>
                </a:lnTo>
                <a:lnTo>
                  <a:pt x="1952596" y="0"/>
                </a:lnTo>
                <a:lnTo>
                  <a:pt x="1933613" y="0"/>
                </a:lnTo>
                <a:lnTo>
                  <a:pt x="1914639" y="0"/>
                </a:lnTo>
                <a:lnTo>
                  <a:pt x="1895656" y="0"/>
                </a:lnTo>
                <a:lnTo>
                  <a:pt x="1876673" y="0"/>
                </a:lnTo>
                <a:lnTo>
                  <a:pt x="1857699" y="0"/>
                </a:lnTo>
                <a:lnTo>
                  <a:pt x="1838716" y="0"/>
                </a:lnTo>
                <a:lnTo>
                  <a:pt x="1819732" y="0"/>
                </a:lnTo>
                <a:lnTo>
                  <a:pt x="1800758" y="0"/>
                </a:lnTo>
                <a:lnTo>
                  <a:pt x="1781775" y="0"/>
                </a:lnTo>
                <a:lnTo>
                  <a:pt x="1762792" y="0"/>
                </a:lnTo>
                <a:lnTo>
                  <a:pt x="1743818" y="0"/>
                </a:lnTo>
                <a:lnTo>
                  <a:pt x="1724835" y="0"/>
                </a:lnTo>
                <a:lnTo>
                  <a:pt x="1705851" y="0"/>
                </a:lnTo>
                <a:lnTo>
                  <a:pt x="1686868" y="0"/>
                </a:lnTo>
                <a:lnTo>
                  <a:pt x="1667894" y="0"/>
                </a:lnTo>
                <a:lnTo>
                  <a:pt x="1648911" y="0"/>
                </a:lnTo>
                <a:lnTo>
                  <a:pt x="1629928" y="0"/>
                </a:lnTo>
                <a:lnTo>
                  <a:pt x="1610954" y="0"/>
                </a:lnTo>
                <a:lnTo>
                  <a:pt x="1591970" y="0"/>
                </a:lnTo>
                <a:lnTo>
                  <a:pt x="1572987" y="0"/>
                </a:lnTo>
                <a:lnTo>
                  <a:pt x="1554004" y="0"/>
                </a:lnTo>
                <a:lnTo>
                  <a:pt x="1535030" y="0"/>
                </a:lnTo>
                <a:lnTo>
                  <a:pt x="1516047" y="0"/>
                </a:lnTo>
                <a:lnTo>
                  <a:pt x="1497063" y="0"/>
                </a:lnTo>
                <a:lnTo>
                  <a:pt x="1478090" y="0"/>
                </a:lnTo>
                <a:lnTo>
                  <a:pt x="1459106" y="0"/>
                </a:lnTo>
                <a:lnTo>
                  <a:pt x="1440123" y="0"/>
                </a:lnTo>
                <a:lnTo>
                  <a:pt x="1421149" y="0"/>
                </a:lnTo>
                <a:lnTo>
                  <a:pt x="1402166" y="0"/>
                </a:lnTo>
                <a:lnTo>
                  <a:pt x="1383182" y="0"/>
                </a:lnTo>
                <a:lnTo>
                  <a:pt x="1364209" y="0"/>
                </a:lnTo>
                <a:lnTo>
                  <a:pt x="1345225" y="0"/>
                </a:lnTo>
                <a:lnTo>
                  <a:pt x="1326242" y="0"/>
                </a:lnTo>
                <a:lnTo>
                  <a:pt x="1307259" y="0"/>
                </a:lnTo>
                <a:lnTo>
                  <a:pt x="1288285" y="0"/>
                </a:lnTo>
                <a:lnTo>
                  <a:pt x="1269302" y="0"/>
                </a:lnTo>
                <a:lnTo>
                  <a:pt x="1250318" y="0"/>
                </a:lnTo>
                <a:lnTo>
                  <a:pt x="1231344" y="0"/>
                </a:lnTo>
                <a:lnTo>
                  <a:pt x="1212361" y="0"/>
                </a:lnTo>
                <a:lnTo>
                  <a:pt x="1193378" y="0"/>
                </a:lnTo>
                <a:lnTo>
                  <a:pt x="1174404" y="0"/>
                </a:lnTo>
                <a:lnTo>
                  <a:pt x="1155421" y="0"/>
                </a:lnTo>
                <a:lnTo>
                  <a:pt x="1136437" y="0"/>
                </a:lnTo>
                <a:lnTo>
                  <a:pt x="1117454" y="0"/>
                </a:lnTo>
                <a:lnTo>
                  <a:pt x="1098480" y="0"/>
                </a:lnTo>
                <a:lnTo>
                  <a:pt x="1079497" y="0"/>
                </a:lnTo>
                <a:lnTo>
                  <a:pt x="1060514" y="0"/>
                </a:lnTo>
                <a:lnTo>
                  <a:pt x="1041540" y="0"/>
                </a:lnTo>
                <a:lnTo>
                  <a:pt x="1022556" y="0"/>
                </a:lnTo>
                <a:lnTo>
                  <a:pt x="1003573" y="0"/>
                </a:lnTo>
                <a:lnTo>
                  <a:pt x="984599" y="0"/>
                </a:lnTo>
                <a:lnTo>
                  <a:pt x="965616" y="0"/>
                </a:lnTo>
                <a:lnTo>
                  <a:pt x="946633" y="0"/>
                </a:lnTo>
                <a:lnTo>
                  <a:pt x="927649" y="0"/>
                </a:lnTo>
                <a:lnTo>
                  <a:pt x="908675" y="0"/>
                </a:lnTo>
                <a:lnTo>
                  <a:pt x="889692" y="0"/>
                </a:lnTo>
                <a:lnTo>
                  <a:pt x="870709" y="0"/>
                </a:lnTo>
                <a:lnTo>
                  <a:pt x="851735" y="0"/>
                </a:lnTo>
                <a:lnTo>
                  <a:pt x="832752" y="0"/>
                </a:lnTo>
                <a:lnTo>
                  <a:pt x="813768" y="0"/>
                </a:lnTo>
                <a:lnTo>
                  <a:pt x="794795" y="0"/>
                </a:lnTo>
                <a:lnTo>
                  <a:pt x="775811" y="0"/>
                </a:lnTo>
                <a:lnTo>
                  <a:pt x="756828" y="0"/>
                </a:lnTo>
                <a:lnTo>
                  <a:pt x="737845" y="0"/>
                </a:lnTo>
                <a:lnTo>
                  <a:pt x="718871" y="0"/>
                </a:lnTo>
                <a:lnTo>
                  <a:pt x="699887" y="0"/>
                </a:lnTo>
                <a:lnTo>
                  <a:pt x="680904" y="0"/>
                </a:lnTo>
                <a:lnTo>
                  <a:pt x="661930" y="0"/>
                </a:lnTo>
                <a:lnTo>
                  <a:pt x="642947" y="0"/>
                </a:lnTo>
                <a:lnTo>
                  <a:pt x="623964" y="0"/>
                </a:lnTo>
                <a:lnTo>
                  <a:pt x="604990" y="0"/>
                </a:lnTo>
                <a:lnTo>
                  <a:pt x="586007" y="0"/>
                </a:lnTo>
                <a:lnTo>
                  <a:pt x="567023" y="0"/>
                </a:lnTo>
                <a:lnTo>
                  <a:pt x="548040" y="0"/>
                </a:lnTo>
                <a:lnTo>
                  <a:pt x="529066" y="0"/>
                </a:lnTo>
                <a:lnTo>
                  <a:pt x="510083" y="0"/>
                </a:lnTo>
                <a:lnTo>
                  <a:pt x="491099" y="0"/>
                </a:lnTo>
                <a:lnTo>
                  <a:pt x="472126" y="0"/>
                </a:lnTo>
                <a:lnTo>
                  <a:pt x="453142" y="0"/>
                </a:lnTo>
                <a:lnTo>
                  <a:pt x="434159" y="0"/>
                </a:lnTo>
                <a:lnTo>
                  <a:pt x="415185" y="0"/>
                </a:lnTo>
                <a:lnTo>
                  <a:pt x="396202" y="0"/>
                </a:lnTo>
                <a:lnTo>
                  <a:pt x="377219" y="0"/>
                </a:lnTo>
                <a:lnTo>
                  <a:pt x="358607" y="2153"/>
                </a:lnTo>
                <a:lnTo>
                  <a:pt x="340671" y="8382"/>
                </a:lnTo>
                <a:lnTo>
                  <a:pt x="322745" y="14611"/>
                </a:lnTo>
                <a:lnTo>
                  <a:pt x="304810" y="20831"/>
                </a:lnTo>
                <a:lnTo>
                  <a:pt x="286883" y="27061"/>
                </a:lnTo>
                <a:lnTo>
                  <a:pt x="268948" y="33290"/>
                </a:lnTo>
                <a:lnTo>
                  <a:pt x="251022" y="39510"/>
                </a:lnTo>
                <a:lnTo>
                  <a:pt x="233096" y="45739"/>
                </a:lnTo>
                <a:lnTo>
                  <a:pt x="215160" y="51968"/>
                </a:lnTo>
                <a:lnTo>
                  <a:pt x="197234" y="58188"/>
                </a:lnTo>
                <a:lnTo>
                  <a:pt x="179299" y="64418"/>
                </a:lnTo>
                <a:lnTo>
                  <a:pt x="161373" y="70647"/>
                </a:lnTo>
                <a:lnTo>
                  <a:pt x="143437" y="76867"/>
                </a:lnTo>
                <a:lnTo>
                  <a:pt x="125511" y="83096"/>
                </a:lnTo>
                <a:lnTo>
                  <a:pt x="107585" y="89325"/>
                </a:lnTo>
                <a:lnTo>
                  <a:pt x="89649" y="95555"/>
                </a:lnTo>
                <a:lnTo>
                  <a:pt x="71723" y="101775"/>
                </a:lnTo>
                <a:lnTo>
                  <a:pt x="53788" y="108004"/>
                </a:lnTo>
                <a:lnTo>
                  <a:pt x="35862" y="114233"/>
                </a:lnTo>
                <a:lnTo>
                  <a:pt x="17926" y="120453"/>
                </a:lnTo>
                <a:lnTo>
                  <a:pt x="0" y="126683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4601835A-6FCA-402F-9871-673B9745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0038" y="3170873"/>
            <a:ext cx="1877378" cy="126683"/>
          </a:xfrm>
          <a:custGeom xmlns:a="http://schemas.openxmlformats.org/drawingml/2006/main">
            <a:pathLst>
              <a:path w="1877378" h="126683">
                <a:moveTo>
                  <a:pt x="0" y="126683"/>
                </a:moveTo>
                <a:lnTo>
                  <a:pt x="18879" y="126683"/>
                </a:lnTo>
                <a:lnTo>
                  <a:pt x="37757" y="126683"/>
                </a:lnTo>
                <a:lnTo>
                  <a:pt x="56636" y="126683"/>
                </a:lnTo>
                <a:lnTo>
                  <a:pt x="75514" y="126683"/>
                </a:lnTo>
                <a:lnTo>
                  <a:pt x="94393" y="126683"/>
                </a:lnTo>
                <a:lnTo>
                  <a:pt x="113271" y="126683"/>
                </a:lnTo>
                <a:lnTo>
                  <a:pt x="132150" y="126683"/>
                </a:lnTo>
                <a:lnTo>
                  <a:pt x="151028" y="126683"/>
                </a:lnTo>
                <a:lnTo>
                  <a:pt x="169916" y="126683"/>
                </a:lnTo>
                <a:lnTo>
                  <a:pt x="188795" y="126683"/>
                </a:lnTo>
                <a:lnTo>
                  <a:pt x="207674" y="126683"/>
                </a:lnTo>
                <a:lnTo>
                  <a:pt x="226552" y="126683"/>
                </a:lnTo>
                <a:lnTo>
                  <a:pt x="245431" y="126683"/>
                </a:lnTo>
                <a:lnTo>
                  <a:pt x="264309" y="126683"/>
                </a:lnTo>
                <a:lnTo>
                  <a:pt x="283188" y="126683"/>
                </a:lnTo>
                <a:lnTo>
                  <a:pt x="302066" y="126683"/>
                </a:lnTo>
                <a:lnTo>
                  <a:pt x="320945" y="126683"/>
                </a:lnTo>
                <a:lnTo>
                  <a:pt x="339823" y="126683"/>
                </a:lnTo>
                <a:lnTo>
                  <a:pt x="358702" y="126683"/>
                </a:lnTo>
                <a:lnTo>
                  <a:pt x="377581" y="126683"/>
                </a:lnTo>
                <a:lnTo>
                  <a:pt x="396459" y="126683"/>
                </a:lnTo>
                <a:lnTo>
                  <a:pt x="415338" y="126683"/>
                </a:lnTo>
                <a:lnTo>
                  <a:pt x="434216" y="126683"/>
                </a:lnTo>
                <a:lnTo>
                  <a:pt x="453095" y="126683"/>
                </a:lnTo>
                <a:lnTo>
                  <a:pt x="471973" y="126683"/>
                </a:lnTo>
                <a:lnTo>
                  <a:pt x="490852" y="126683"/>
                </a:lnTo>
                <a:lnTo>
                  <a:pt x="509740" y="126683"/>
                </a:lnTo>
                <a:lnTo>
                  <a:pt x="528618" y="126683"/>
                </a:lnTo>
                <a:lnTo>
                  <a:pt x="547497" y="126683"/>
                </a:lnTo>
                <a:lnTo>
                  <a:pt x="566376" y="126683"/>
                </a:lnTo>
                <a:lnTo>
                  <a:pt x="585254" y="126683"/>
                </a:lnTo>
                <a:lnTo>
                  <a:pt x="604133" y="126683"/>
                </a:lnTo>
                <a:lnTo>
                  <a:pt x="623011" y="126683"/>
                </a:lnTo>
                <a:lnTo>
                  <a:pt x="641890" y="126683"/>
                </a:lnTo>
                <a:lnTo>
                  <a:pt x="660768" y="126683"/>
                </a:lnTo>
                <a:lnTo>
                  <a:pt x="679647" y="126683"/>
                </a:lnTo>
                <a:lnTo>
                  <a:pt x="698525" y="126683"/>
                </a:lnTo>
                <a:lnTo>
                  <a:pt x="717404" y="126683"/>
                </a:lnTo>
                <a:lnTo>
                  <a:pt x="736283" y="126683"/>
                </a:lnTo>
                <a:lnTo>
                  <a:pt x="755161" y="126683"/>
                </a:lnTo>
                <a:lnTo>
                  <a:pt x="774040" y="126683"/>
                </a:lnTo>
                <a:lnTo>
                  <a:pt x="792918" y="126683"/>
                </a:lnTo>
                <a:lnTo>
                  <a:pt x="811797" y="126683"/>
                </a:lnTo>
                <a:lnTo>
                  <a:pt x="830685" y="126683"/>
                </a:lnTo>
                <a:lnTo>
                  <a:pt x="849563" y="126683"/>
                </a:lnTo>
                <a:lnTo>
                  <a:pt x="868442" y="126683"/>
                </a:lnTo>
                <a:lnTo>
                  <a:pt x="887320" y="126683"/>
                </a:lnTo>
                <a:lnTo>
                  <a:pt x="906199" y="126683"/>
                </a:lnTo>
                <a:lnTo>
                  <a:pt x="925078" y="126683"/>
                </a:lnTo>
                <a:lnTo>
                  <a:pt x="943956" y="126683"/>
                </a:lnTo>
                <a:lnTo>
                  <a:pt x="962835" y="126683"/>
                </a:lnTo>
                <a:lnTo>
                  <a:pt x="981713" y="126683"/>
                </a:lnTo>
                <a:lnTo>
                  <a:pt x="1000592" y="126683"/>
                </a:lnTo>
                <a:lnTo>
                  <a:pt x="1019470" y="126683"/>
                </a:lnTo>
                <a:lnTo>
                  <a:pt x="1038349" y="126683"/>
                </a:lnTo>
                <a:lnTo>
                  <a:pt x="1057227" y="126683"/>
                </a:lnTo>
                <a:lnTo>
                  <a:pt x="1076106" y="126683"/>
                </a:lnTo>
                <a:lnTo>
                  <a:pt x="1094984" y="126683"/>
                </a:lnTo>
                <a:lnTo>
                  <a:pt x="1113863" y="126683"/>
                </a:lnTo>
                <a:lnTo>
                  <a:pt x="1132742" y="126683"/>
                </a:lnTo>
                <a:lnTo>
                  <a:pt x="1151620" y="126683"/>
                </a:lnTo>
                <a:lnTo>
                  <a:pt x="1170508" y="126683"/>
                </a:lnTo>
                <a:lnTo>
                  <a:pt x="1189387" y="126683"/>
                </a:lnTo>
                <a:lnTo>
                  <a:pt x="1208265" y="126683"/>
                </a:lnTo>
                <a:lnTo>
                  <a:pt x="1227144" y="126683"/>
                </a:lnTo>
                <a:lnTo>
                  <a:pt x="1246022" y="126683"/>
                </a:lnTo>
                <a:lnTo>
                  <a:pt x="1264901" y="126683"/>
                </a:lnTo>
                <a:lnTo>
                  <a:pt x="1283780" y="126683"/>
                </a:lnTo>
                <a:lnTo>
                  <a:pt x="1302658" y="126683"/>
                </a:lnTo>
                <a:lnTo>
                  <a:pt x="1321537" y="126683"/>
                </a:lnTo>
                <a:lnTo>
                  <a:pt x="1340415" y="126683"/>
                </a:lnTo>
                <a:lnTo>
                  <a:pt x="1359294" y="126683"/>
                </a:lnTo>
                <a:lnTo>
                  <a:pt x="1378172" y="126683"/>
                </a:lnTo>
                <a:lnTo>
                  <a:pt x="1397051" y="126683"/>
                </a:lnTo>
                <a:lnTo>
                  <a:pt x="1415929" y="126683"/>
                </a:lnTo>
                <a:lnTo>
                  <a:pt x="1434808" y="126683"/>
                </a:lnTo>
                <a:lnTo>
                  <a:pt x="1453686" y="126683"/>
                </a:lnTo>
                <a:lnTo>
                  <a:pt x="1472565" y="126683"/>
                </a:lnTo>
                <a:lnTo>
                  <a:pt x="1491444" y="126683"/>
                </a:lnTo>
                <a:lnTo>
                  <a:pt x="1510332" y="126683"/>
                </a:lnTo>
                <a:lnTo>
                  <a:pt x="1529210" y="126683"/>
                </a:lnTo>
                <a:lnTo>
                  <a:pt x="1548089" y="126683"/>
                </a:lnTo>
                <a:lnTo>
                  <a:pt x="1566967" y="126683"/>
                </a:lnTo>
                <a:lnTo>
                  <a:pt x="1585846" y="126683"/>
                </a:lnTo>
                <a:lnTo>
                  <a:pt x="1604724" y="126683"/>
                </a:lnTo>
                <a:lnTo>
                  <a:pt x="1623155" y="124768"/>
                </a:lnTo>
                <a:lnTo>
                  <a:pt x="1640100" y="116443"/>
                </a:lnTo>
                <a:lnTo>
                  <a:pt x="1657055" y="108128"/>
                </a:lnTo>
                <a:lnTo>
                  <a:pt x="1674000" y="99812"/>
                </a:lnTo>
                <a:lnTo>
                  <a:pt x="1690945" y="91497"/>
                </a:lnTo>
                <a:lnTo>
                  <a:pt x="1707899" y="83172"/>
                </a:lnTo>
                <a:lnTo>
                  <a:pt x="1724844" y="74857"/>
                </a:lnTo>
                <a:lnTo>
                  <a:pt x="1741789" y="66542"/>
                </a:lnTo>
                <a:lnTo>
                  <a:pt x="1758744" y="58226"/>
                </a:lnTo>
                <a:lnTo>
                  <a:pt x="1775689" y="49911"/>
                </a:lnTo>
                <a:lnTo>
                  <a:pt x="1792634" y="41586"/>
                </a:lnTo>
                <a:lnTo>
                  <a:pt x="1809588" y="33271"/>
                </a:lnTo>
                <a:lnTo>
                  <a:pt x="1826533" y="24956"/>
                </a:lnTo>
                <a:lnTo>
                  <a:pt x="1843478" y="16631"/>
                </a:lnTo>
                <a:lnTo>
                  <a:pt x="1860433" y="8315"/>
                </a:lnTo>
                <a:lnTo>
                  <a:pt x="18773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B3C42D1-CE15-4907-8190-E0A25ECE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130" y="3170873"/>
            <a:ext cx="1518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628B1C26-2DF9-4DDB-A3B2-3CC060B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288" y="2745600"/>
            <a:ext cx="140018" cy="228562"/>
          </a:xfrm>
          <a:custGeom xmlns:a="http://schemas.openxmlformats.org/drawingml/2006/main">
            <a:pathLst>
              <a:path w="140018" h="228562">
                <a:moveTo>
                  <a:pt x="0" y="97612"/>
                </a:moveTo>
                <a:lnTo>
                  <a:pt x="0" y="116510"/>
                </a:lnTo>
                <a:lnTo>
                  <a:pt x="0" y="135417"/>
                </a:lnTo>
                <a:lnTo>
                  <a:pt x="0" y="154315"/>
                </a:lnTo>
                <a:lnTo>
                  <a:pt x="0" y="173212"/>
                </a:lnTo>
                <a:lnTo>
                  <a:pt x="0" y="192119"/>
                </a:lnTo>
                <a:lnTo>
                  <a:pt x="0" y="211017"/>
                </a:lnTo>
                <a:lnTo>
                  <a:pt x="705" y="228562"/>
                </a:lnTo>
                <a:lnTo>
                  <a:pt x="16183" y="217722"/>
                </a:lnTo>
                <a:lnTo>
                  <a:pt x="31661" y="206873"/>
                </a:lnTo>
                <a:lnTo>
                  <a:pt x="47139" y="196024"/>
                </a:lnTo>
                <a:lnTo>
                  <a:pt x="62617" y="185185"/>
                </a:lnTo>
                <a:lnTo>
                  <a:pt x="78105" y="174336"/>
                </a:lnTo>
                <a:lnTo>
                  <a:pt x="93583" y="163487"/>
                </a:lnTo>
                <a:lnTo>
                  <a:pt x="109061" y="152648"/>
                </a:lnTo>
                <a:lnTo>
                  <a:pt x="124539" y="141799"/>
                </a:lnTo>
                <a:lnTo>
                  <a:pt x="140018" y="130950"/>
                </a:lnTo>
                <a:lnTo>
                  <a:pt x="140018" y="112052"/>
                </a:lnTo>
                <a:lnTo>
                  <a:pt x="140018" y="93145"/>
                </a:lnTo>
                <a:lnTo>
                  <a:pt x="140018" y="74247"/>
                </a:lnTo>
                <a:lnTo>
                  <a:pt x="140018" y="55350"/>
                </a:lnTo>
                <a:lnTo>
                  <a:pt x="140018" y="36443"/>
                </a:lnTo>
                <a:lnTo>
                  <a:pt x="140018" y="17545"/>
                </a:lnTo>
                <a:lnTo>
                  <a:pt x="139313" y="0"/>
                </a:lnTo>
                <a:lnTo>
                  <a:pt x="123835" y="10849"/>
                </a:lnTo>
                <a:lnTo>
                  <a:pt x="108356" y="21688"/>
                </a:lnTo>
                <a:lnTo>
                  <a:pt x="92878" y="32537"/>
                </a:lnTo>
                <a:lnTo>
                  <a:pt x="77400" y="43386"/>
                </a:lnTo>
                <a:lnTo>
                  <a:pt x="61913" y="54226"/>
                </a:lnTo>
                <a:lnTo>
                  <a:pt x="46434" y="65075"/>
                </a:lnTo>
                <a:lnTo>
                  <a:pt x="30956" y="75924"/>
                </a:lnTo>
                <a:lnTo>
                  <a:pt x="15478" y="86763"/>
                </a:lnTo>
                <a:lnTo>
                  <a:pt x="0" y="97612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EA0A881-8A40-42A3-BC26-1E2C66A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2745105"/>
            <a:ext cx="1944624" cy="98108"/>
          </a:xfrm>
          <a:custGeom xmlns:a="http://schemas.openxmlformats.org/drawingml/2006/main">
            <a:pathLst>
              <a:path w="1944624" h="98108">
                <a:moveTo>
                  <a:pt x="0" y="98108"/>
                </a:moveTo>
                <a:lnTo>
                  <a:pt x="18983" y="98108"/>
                </a:lnTo>
                <a:lnTo>
                  <a:pt x="37967" y="98108"/>
                </a:lnTo>
                <a:lnTo>
                  <a:pt x="56960" y="98108"/>
                </a:lnTo>
                <a:lnTo>
                  <a:pt x="75943" y="98108"/>
                </a:lnTo>
                <a:lnTo>
                  <a:pt x="94926" y="98108"/>
                </a:lnTo>
                <a:lnTo>
                  <a:pt x="113909" y="98108"/>
                </a:lnTo>
                <a:lnTo>
                  <a:pt x="132893" y="98108"/>
                </a:lnTo>
                <a:lnTo>
                  <a:pt x="151876" y="98108"/>
                </a:lnTo>
                <a:lnTo>
                  <a:pt x="170869" y="98108"/>
                </a:lnTo>
                <a:lnTo>
                  <a:pt x="189852" y="98108"/>
                </a:lnTo>
                <a:lnTo>
                  <a:pt x="208836" y="98108"/>
                </a:lnTo>
                <a:lnTo>
                  <a:pt x="227819" y="98108"/>
                </a:lnTo>
                <a:lnTo>
                  <a:pt x="246802" y="98108"/>
                </a:lnTo>
                <a:lnTo>
                  <a:pt x="265786" y="98108"/>
                </a:lnTo>
                <a:lnTo>
                  <a:pt x="284778" y="98108"/>
                </a:lnTo>
                <a:lnTo>
                  <a:pt x="303762" y="98108"/>
                </a:lnTo>
                <a:lnTo>
                  <a:pt x="322745" y="98108"/>
                </a:lnTo>
                <a:lnTo>
                  <a:pt x="341728" y="98108"/>
                </a:lnTo>
                <a:lnTo>
                  <a:pt x="360712" y="98108"/>
                </a:lnTo>
                <a:lnTo>
                  <a:pt x="379705" y="98108"/>
                </a:lnTo>
                <a:lnTo>
                  <a:pt x="398688" y="98108"/>
                </a:lnTo>
                <a:lnTo>
                  <a:pt x="417671" y="98108"/>
                </a:lnTo>
                <a:lnTo>
                  <a:pt x="436655" y="98108"/>
                </a:lnTo>
                <a:lnTo>
                  <a:pt x="455638" y="98108"/>
                </a:lnTo>
                <a:lnTo>
                  <a:pt x="474621" y="98108"/>
                </a:lnTo>
                <a:lnTo>
                  <a:pt x="493614" y="98108"/>
                </a:lnTo>
                <a:lnTo>
                  <a:pt x="512597" y="98108"/>
                </a:lnTo>
                <a:lnTo>
                  <a:pt x="531581" y="98108"/>
                </a:lnTo>
                <a:lnTo>
                  <a:pt x="550564" y="98108"/>
                </a:lnTo>
                <a:lnTo>
                  <a:pt x="569547" y="98108"/>
                </a:lnTo>
                <a:lnTo>
                  <a:pt x="588531" y="98108"/>
                </a:lnTo>
                <a:lnTo>
                  <a:pt x="607524" y="98108"/>
                </a:lnTo>
                <a:lnTo>
                  <a:pt x="626507" y="98108"/>
                </a:lnTo>
                <a:lnTo>
                  <a:pt x="645490" y="98108"/>
                </a:lnTo>
                <a:lnTo>
                  <a:pt x="664474" y="98108"/>
                </a:lnTo>
                <a:lnTo>
                  <a:pt x="683457" y="98108"/>
                </a:lnTo>
                <a:lnTo>
                  <a:pt x="702450" y="98108"/>
                </a:lnTo>
                <a:lnTo>
                  <a:pt x="721433" y="98108"/>
                </a:lnTo>
                <a:lnTo>
                  <a:pt x="740416" y="98108"/>
                </a:lnTo>
                <a:lnTo>
                  <a:pt x="759400" y="98108"/>
                </a:lnTo>
                <a:lnTo>
                  <a:pt x="778383" y="98108"/>
                </a:lnTo>
                <a:lnTo>
                  <a:pt x="797366" y="98108"/>
                </a:lnTo>
                <a:lnTo>
                  <a:pt x="816359" y="98108"/>
                </a:lnTo>
                <a:lnTo>
                  <a:pt x="835343" y="98108"/>
                </a:lnTo>
                <a:lnTo>
                  <a:pt x="854326" y="98108"/>
                </a:lnTo>
                <a:lnTo>
                  <a:pt x="873309" y="98108"/>
                </a:lnTo>
                <a:lnTo>
                  <a:pt x="892292" y="98108"/>
                </a:lnTo>
                <a:lnTo>
                  <a:pt x="911276" y="98108"/>
                </a:lnTo>
                <a:lnTo>
                  <a:pt x="930269" y="98108"/>
                </a:lnTo>
                <a:lnTo>
                  <a:pt x="949252" y="98108"/>
                </a:lnTo>
                <a:lnTo>
                  <a:pt x="968235" y="98108"/>
                </a:lnTo>
                <a:lnTo>
                  <a:pt x="987219" y="98108"/>
                </a:lnTo>
                <a:lnTo>
                  <a:pt x="1006202" y="98108"/>
                </a:lnTo>
                <a:lnTo>
                  <a:pt x="1025195" y="98108"/>
                </a:lnTo>
                <a:lnTo>
                  <a:pt x="1044178" y="98108"/>
                </a:lnTo>
                <a:lnTo>
                  <a:pt x="1063161" y="98108"/>
                </a:lnTo>
                <a:lnTo>
                  <a:pt x="1082145" y="98108"/>
                </a:lnTo>
                <a:lnTo>
                  <a:pt x="1101128" y="98108"/>
                </a:lnTo>
                <a:lnTo>
                  <a:pt x="1120111" y="98108"/>
                </a:lnTo>
                <a:lnTo>
                  <a:pt x="1139104" y="98108"/>
                </a:lnTo>
                <a:lnTo>
                  <a:pt x="1158088" y="98108"/>
                </a:lnTo>
                <a:lnTo>
                  <a:pt x="1177071" y="98108"/>
                </a:lnTo>
                <a:lnTo>
                  <a:pt x="1196054" y="98108"/>
                </a:lnTo>
                <a:lnTo>
                  <a:pt x="1215038" y="98108"/>
                </a:lnTo>
                <a:lnTo>
                  <a:pt x="1234021" y="98108"/>
                </a:lnTo>
                <a:lnTo>
                  <a:pt x="1253014" y="98108"/>
                </a:lnTo>
                <a:lnTo>
                  <a:pt x="1271997" y="98108"/>
                </a:lnTo>
                <a:lnTo>
                  <a:pt x="1290980" y="98108"/>
                </a:lnTo>
                <a:lnTo>
                  <a:pt x="1309964" y="98108"/>
                </a:lnTo>
                <a:lnTo>
                  <a:pt x="1328947" y="98108"/>
                </a:lnTo>
                <a:lnTo>
                  <a:pt x="1347940" y="98108"/>
                </a:lnTo>
                <a:lnTo>
                  <a:pt x="1366923" y="98108"/>
                </a:lnTo>
                <a:lnTo>
                  <a:pt x="1385907" y="98108"/>
                </a:lnTo>
                <a:lnTo>
                  <a:pt x="1404890" y="98108"/>
                </a:lnTo>
                <a:lnTo>
                  <a:pt x="1423873" y="98108"/>
                </a:lnTo>
                <a:lnTo>
                  <a:pt x="1442857" y="98108"/>
                </a:lnTo>
                <a:lnTo>
                  <a:pt x="1461849" y="98108"/>
                </a:lnTo>
                <a:lnTo>
                  <a:pt x="1480833" y="98108"/>
                </a:lnTo>
                <a:lnTo>
                  <a:pt x="1499816" y="98108"/>
                </a:lnTo>
                <a:lnTo>
                  <a:pt x="1518799" y="98108"/>
                </a:lnTo>
                <a:lnTo>
                  <a:pt x="1537783" y="98108"/>
                </a:lnTo>
                <a:lnTo>
                  <a:pt x="1556766" y="98108"/>
                </a:lnTo>
                <a:lnTo>
                  <a:pt x="1575759" y="98108"/>
                </a:lnTo>
                <a:lnTo>
                  <a:pt x="1594742" y="98108"/>
                </a:lnTo>
                <a:lnTo>
                  <a:pt x="1613725" y="98108"/>
                </a:lnTo>
                <a:lnTo>
                  <a:pt x="1632709" y="98108"/>
                </a:lnTo>
                <a:lnTo>
                  <a:pt x="1651692" y="98108"/>
                </a:lnTo>
                <a:lnTo>
                  <a:pt x="1670685" y="98108"/>
                </a:lnTo>
                <a:lnTo>
                  <a:pt x="1689668" y="98108"/>
                </a:lnTo>
                <a:lnTo>
                  <a:pt x="1708652" y="98108"/>
                </a:lnTo>
                <a:lnTo>
                  <a:pt x="1727635" y="98108"/>
                </a:lnTo>
                <a:lnTo>
                  <a:pt x="1746618" y="98108"/>
                </a:lnTo>
                <a:lnTo>
                  <a:pt x="1765602" y="98108"/>
                </a:lnTo>
                <a:lnTo>
                  <a:pt x="1784594" y="98108"/>
                </a:lnTo>
                <a:lnTo>
                  <a:pt x="1803578" y="98108"/>
                </a:lnTo>
                <a:lnTo>
                  <a:pt x="1820237" y="90754"/>
                </a:lnTo>
                <a:lnTo>
                  <a:pt x="1835791" y="79858"/>
                </a:lnTo>
                <a:lnTo>
                  <a:pt x="1851336" y="68971"/>
                </a:lnTo>
                <a:lnTo>
                  <a:pt x="1866890" y="58074"/>
                </a:lnTo>
                <a:lnTo>
                  <a:pt x="1882435" y="47177"/>
                </a:lnTo>
                <a:lnTo>
                  <a:pt x="1897980" y="36281"/>
                </a:lnTo>
                <a:lnTo>
                  <a:pt x="1913534" y="25394"/>
                </a:lnTo>
                <a:lnTo>
                  <a:pt x="1929079" y="14497"/>
                </a:lnTo>
                <a:lnTo>
                  <a:pt x="1944624" y="3600"/>
                </a:lnTo>
                <a:lnTo>
                  <a:pt x="1937061" y="0"/>
                </a:lnTo>
                <a:lnTo>
                  <a:pt x="1918078" y="0"/>
                </a:lnTo>
                <a:lnTo>
                  <a:pt x="1899095" y="0"/>
                </a:lnTo>
                <a:lnTo>
                  <a:pt x="1880102" y="0"/>
                </a:lnTo>
                <a:lnTo>
                  <a:pt x="1861118" y="0"/>
                </a:lnTo>
                <a:lnTo>
                  <a:pt x="1842135" y="0"/>
                </a:lnTo>
                <a:lnTo>
                  <a:pt x="1823152" y="0"/>
                </a:lnTo>
                <a:lnTo>
                  <a:pt x="1804168" y="0"/>
                </a:lnTo>
                <a:lnTo>
                  <a:pt x="1785175" y="0"/>
                </a:lnTo>
                <a:lnTo>
                  <a:pt x="1766192" y="0"/>
                </a:lnTo>
                <a:lnTo>
                  <a:pt x="1747209" y="0"/>
                </a:lnTo>
                <a:lnTo>
                  <a:pt x="1728226" y="0"/>
                </a:lnTo>
                <a:lnTo>
                  <a:pt x="1709242" y="0"/>
                </a:lnTo>
                <a:lnTo>
                  <a:pt x="1690259" y="0"/>
                </a:lnTo>
                <a:lnTo>
                  <a:pt x="1671266" y="0"/>
                </a:lnTo>
                <a:lnTo>
                  <a:pt x="1652283" y="0"/>
                </a:lnTo>
                <a:lnTo>
                  <a:pt x="1633299" y="0"/>
                </a:lnTo>
                <a:lnTo>
                  <a:pt x="1614316" y="0"/>
                </a:lnTo>
                <a:lnTo>
                  <a:pt x="1595333" y="0"/>
                </a:lnTo>
                <a:lnTo>
                  <a:pt x="1576340" y="0"/>
                </a:lnTo>
                <a:lnTo>
                  <a:pt x="1557357" y="0"/>
                </a:lnTo>
                <a:lnTo>
                  <a:pt x="1538373" y="0"/>
                </a:lnTo>
                <a:lnTo>
                  <a:pt x="1519390" y="0"/>
                </a:lnTo>
                <a:lnTo>
                  <a:pt x="1500407" y="0"/>
                </a:lnTo>
                <a:lnTo>
                  <a:pt x="1481423" y="0"/>
                </a:lnTo>
                <a:lnTo>
                  <a:pt x="1462430" y="0"/>
                </a:lnTo>
                <a:lnTo>
                  <a:pt x="1443447" y="0"/>
                </a:lnTo>
                <a:lnTo>
                  <a:pt x="1424464" y="0"/>
                </a:lnTo>
                <a:lnTo>
                  <a:pt x="1405480" y="0"/>
                </a:lnTo>
                <a:lnTo>
                  <a:pt x="1386497" y="0"/>
                </a:lnTo>
                <a:lnTo>
                  <a:pt x="1367514" y="0"/>
                </a:lnTo>
                <a:lnTo>
                  <a:pt x="1348521" y="0"/>
                </a:lnTo>
                <a:lnTo>
                  <a:pt x="1329538" y="0"/>
                </a:lnTo>
                <a:lnTo>
                  <a:pt x="1310554" y="0"/>
                </a:lnTo>
                <a:lnTo>
                  <a:pt x="1291571" y="0"/>
                </a:lnTo>
                <a:lnTo>
                  <a:pt x="1272588" y="0"/>
                </a:lnTo>
                <a:lnTo>
                  <a:pt x="1253604" y="0"/>
                </a:lnTo>
                <a:lnTo>
                  <a:pt x="1234611" y="0"/>
                </a:lnTo>
                <a:lnTo>
                  <a:pt x="1215628" y="0"/>
                </a:lnTo>
                <a:lnTo>
                  <a:pt x="1196645" y="0"/>
                </a:lnTo>
                <a:lnTo>
                  <a:pt x="1177661" y="0"/>
                </a:lnTo>
                <a:lnTo>
                  <a:pt x="1158678" y="0"/>
                </a:lnTo>
                <a:lnTo>
                  <a:pt x="1139685" y="0"/>
                </a:lnTo>
                <a:lnTo>
                  <a:pt x="1120702" y="0"/>
                </a:lnTo>
                <a:lnTo>
                  <a:pt x="1101719" y="0"/>
                </a:lnTo>
                <a:lnTo>
                  <a:pt x="1082735" y="0"/>
                </a:lnTo>
                <a:lnTo>
                  <a:pt x="1063752" y="0"/>
                </a:lnTo>
                <a:lnTo>
                  <a:pt x="1044769" y="0"/>
                </a:lnTo>
                <a:lnTo>
                  <a:pt x="1025776" y="0"/>
                </a:lnTo>
                <a:lnTo>
                  <a:pt x="1006793" y="0"/>
                </a:lnTo>
                <a:lnTo>
                  <a:pt x="987809" y="0"/>
                </a:lnTo>
                <a:lnTo>
                  <a:pt x="968826" y="0"/>
                </a:lnTo>
                <a:lnTo>
                  <a:pt x="949843" y="0"/>
                </a:lnTo>
                <a:lnTo>
                  <a:pt x="930859" y="0"/>
                </a:lnTo>
                <a:lnTo>
                  <a:pt x="911866" y="0"/>
                </a:lnTo>
                <a:lnTo>
                  <a:pt x="892883" y="0"/>
                </a:lnTo>
                <a:lnTo>
                  <a:pt x="873900" y="0"/>
                </a:lnTo>
                <a:lnTo>
                  <a:pt x="854916" y="0"/>
                </a:lnTo>
                <a:lnTo>
                  <a:pt x="835933" y="0"/>
                </a:lnTo>
                <a:lnTo>
                  <a:pt x="816940" y="0"/>
                </a:lnTo>
                <a:lnTo>
                  <a:pt x="797957" y="0"/>
                </a:lnTo>
                <a:lnTo>
                  <a:pt x="778974" y="0"/>
                </a:lnTo>
                <a:lnTo>
                  <a:pt x="759990" y="0"/>
                </a:lnTo>
                <a:lnTo>
                  <a:pt x="741007" y="0"/>
                </a:lnTo>
                <a:lnTo>
                  <a:pt x="722024" y="0"/>
                </a:lnTo>
                <a:lnTo>
                  <a:pt x="703031" y="0"/>
                </a:lnTo>
                <a:lnTo>
                  <a:pt x="684047" y="0"/>
                </a:lnTo>
                <a:lnTo>
                  <a:pt x="665064" y="0"/>
                </a:lnTo>
                <a:lnTo>
                  <a:pt x="646081" y="0"/>
                </a:lnTo>
                <a:lnTo>
                  <a:pt x="627097" y="0"/>
                </a:lnTo>
                <a:lnTo>
                  <a:pt x="608114" y="0"/>
                </a:lnTo>
                <a:lnTo>
                  <a:pt x="589121" y="0"/>
                </a:lnTo>
                <a:lnTo>
                  <a:pt x="570138" y="0"/>
                </a:lnTo>
                <a:lnTo>
                  <a:pt x="551155" y="0"/>
                </a:lnTo>
                <a:lnTo>
                  <a:pt x="532171" y="0"/>
                </a:lnTo>
                <a:lnTo>
                  <a:pt x="513188" y="0"/>
                </a:lnTo>
                <a:lnTo>
                  <a:pt x="494195" y="0"/>
                </a:lnTo>
                <a:lnTo>
                  <a:pt x="475212" y="0"/>
                </a:lnTo>
                <a:lnTo>
                  <a:pt x="456228" y="0"/>
                </a:lnTo>
                <a:lnTo>
                  <a:pt x="437245" y="0"/>
                </a:lnTo>
                <a:lnTo>
                  <a:pt x="418262" y="0"/>
                </a:lnTo>
                <a:lnTo>
                  <a:pt x="399278" y="0"/>
                </a:lnTo>
                <a:lnTo>
                  <a:pt x="380286" y="0"/>
                </a:lnTo>
                <a:lnTo>
                  <a:pt x="361302" y="0"/>
                </a:lnTo>
                <a:lnTo>
                  <a:pt x="342319" y="0"/>
                </a:lnTo>
                <a:lnTo>
                  <a:pt x="323336" y="0"/>
                </a:lnTo>
                <a:lnTo>
                  <a:pt x="304352" y="0"/>
                </a:lnTo>
                <a:lnTo>
                  <a:pt x="285359" y="0"/>
                </a:lnTo>
                <a:lnTo>
                  <a:pt x="266376" y="0"/>
                </a:lnTo>
                <a:lnTo>
                  <a:pt x="247736" y="1819"/>
                </a:lnTo>
                <a:lnTo>
                  <a:pt x="230038" y="8696"/>
                </a:lnTo>
                <a:lnTo>
                  <a:pt x="212341" y="15573"/>
                </a:lnTo>
                <a:lnTo>
                  <a:pt x="194653" y="22450"/>
                </a:lnTo>
                <a:lnTo>
                  <a:pt x="176955" y="29327"/>
                </a:lnTo>
                <a:lnTo>
                  <a:pt x="159258" y="36205"/>
                </a:lnTo>
                <a:lnTo>
                  <a:pt x="141561" y="43082"/>
                </a:lnTo>
                <a:lnTo>
                  <a:pt x="123863" y="49959"/>
                </a:lnTo>
                <a:lnTo>
                  <a:pt x="106175" y="56836"/>
                </a:lnTo>
                <a:lnTo>
                  <a:pt x="88478" y="63722"/>
                </a:lnTo>
                <a:lnTo>
                  <a:pt x="70780" y="70599"/>
                </a:lnTo>
                <a:lnTo>
                  <a:pt x="53083" y="77476"/>
                </a:lnTo>
                <a:lnTo>
                  <a:pt x="35395" y="84353"/>
                </a:lnTo>
                <a:lnTo>
                  <a:pt x="17697" y="91230"/>
                </a:lnTo>
                <a:lnTo>
                  <a:pt x="0" y="98108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5D5D86BD-7E96-44CB-BC1B-802555E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9788" y="2745105"/>
            <a:ext cx="1764983" cy="98108"/>
          </a:xfrm>
          <a:custGeom xmlns:a="http://schemas.openxmlformats.org/drawingml/2006/main">
            <a:pathLst>
              <a:path w="1764983" h="98108">
                <a:moveTo>
                  <a:pt x="0" y="98108"/>
                </a:moveTo>
                <a:lnTo>
                  <a:pt x="18898" y="98108"/>
                </a:lnTo>
                <a:lnTo>
                  <a:pt x="37786" y="98108"/>
                </a:lnTo>
                <a:lnTo>
                  <a:pt x="56683" y="98108"/>
                </a:lnTo>
                <a:lnTo>
                  <a:pt x="75581" y="98108"/>
                </a:lnTo>
                <a:lnTo>
                  <a:pt x="94469" y="98108"/>
                </a:lnTo>
                <a:lnTo>
                  <a:pt x="113367" y="98108"/>
                </a:lnTo>
                <a:lnTo>
                  <a:pt x="132255" y="98108"/>
                </a:lnTo>
                <a:lnTo>
                  <a:pt x="151152" y="98108"/>
                </a:lnTo>
                <a:lnTo>
                  <a:pt x="170050" y="98108"/>
                </a:lnTo>
                <a:lnTo>
                  <a:pt x="188938" y="98108"/>
                </a:lnTo>
                <a:lnTo>
                  <a:pt x="207836" y="98108"/>
                </a:lnTo>
                <a:lnTo>
                  <a:pt x="226724" y="98108"/>
                </a:lnTo>
                <a:lnTo>
                  <a:pt x="245621" y="98108"/>
                </a:lnTo>
                <a:lnTo>
                  <a:pt x="264519" y="98108"/>
                </a:lnTo>
                <a:lnTo>
                  <a:pt x="283407" y="98108"/>
                </a:lnTo>
                <a:lnTo>
                  <a:pt x="302304" y="98108"/>
                </a:lnTo>
                <a:lnTo>
                  <a:pt x="321202" y="98108"/>
                </a:lnTo>
                <a:lnTo>
                  <a:pt x="340090" y="98108"/>
                </a:lnTo>
                <a:lnTo>
                  <a:pt x="358988" y="98108"/>
                </a:lnTo>
                <a:lnTo>
                  <a:pt x="377876" y="98108"/>
                </a:lnTo>
                <a:lnTo>
                  <a:pt x="396773" y="98108"/>
                </a:lnTo>
                <a:lnTo>
                  <a:pt x="415671" y="98108"/>
                </a:lnTo>
                <a:lnTo>
                  <a:pt x="434559" y="98108"/>
                </a:lnTo>
                <a:lnTo>
                  <a:pt x="453457" y="98108"/>
                </a:lnTo>
                <a:lnTo>
                  <a:pt x="472354" y="98108"/>
                </a:lnTo>
                <a:lnTo>
                  <a:pt x="491242" y="98108"/>
                </a:lnTo>
                <a:lnTo>
                  <a:pt x="510140" y="98108"/>
                </a:lnTo>
                <a:lnTo>
                  <a:pt x="529028" y="98108"/>
                </a:lnTo>
                <a:lnTo>
                  <a:pt x="547926" y="98108"/>
                </a:lnTo>
                <a:lnTo>
                  <a:pt x="566823" y="98108"/>
                </a:lnTo>
                <a:lnTo>
                  <a:pt x="585711" y="98108"/>
                </a:lnTo>
                <a:lnTo>
                  <a:pt x="604609" y="98108"/>
                </a:lnTo>
                <a:lnTo>
                  <a:pt x="623497" y="98108"/>
                </a:lnTo>
                <a:lnTo>
                  <a:pt x="642395" y="98108"/>
                </a:lnTo>
                <a:lnTo>
                  <a:pt x="661292" y="98108"/>
                </a:lnTo>
                <a:lnTo>
                  <a:pt x="680180" y="98108"/>
                </a:lnTo>
                <a:lnTo>
                  <a:pt x="699078" y="98108"/>
                </a:lnTo>
                <a:lnTo>
                  <a:pt x="717975" y="98108"/>
                </a:lnTo>
                <a:lnTo>
                  <a:pt x="736864" y="98108"/>
                </a:lnTo>
                <a:lnTo>
                  <a:pt x="755761" y="98108"/>
                </a:lnTo>
                <a:lnTo>
                  <a:pt x="774649" y="98108"/>
                </a:lnTo>
                <a:lnTo>
                  <a:pt x="793547" y="98108"/>
                </a:lnTo>
                <a:lnTo>
                  <a:pt x="812444" y="98108"/>
                </a:lnTo>
                <a:lnTo>
                  <a:pt x="831332" y="98108"/>
                </a:lnTo>
                <a:lnTo>
                  <a:pt x="850230" y="98108"/>
                </a:lnTo>
                <a:lnTo>
                  <a:pt x="869128" y="98108"/>
                </a:lnTo>
                <a:lnTo>
                  <a:pt x="888016" y="98108"/>
                </a:lnTo>
                <a:lnTo>
                  <a:pt x="906913" y="98108"/>
                </a:lnTo>
                <a:lnTo>
                  <a:pt x="925801" y="98108"/>
                </a:lnTo>
                <a:lnTo>
                  <a:pt x="944699" y="98108"/>
                </a:lnTo>
                <a:lnTo>
                  <a:pt x="963597" y="98108"/>
                </a:lnTo>
                <a:lnTo>
                  <a:pt x="982485" y="98108"/>
                </a:lnTo>
                <a:lnTo>
                  <a:pt x="1001382" y="98108"/>
                </a:lnTo>
                <a:lnTo>
                  <a:pt x="1020270" y="98108"/>
                </a:lnTo>
                <a:lnTo>
                  <a:pt x="1039168" y="98108"/>
                </a:lnTo>
                <a:lnTo>
                  <a:pt x="1058066" y="98108"/>
                </a:lnTo>
                <a:lnTo>
                  <a:pt x="1076954" y="98108"/>
                </a:lnTo>
                <a:lnTo>
                  <a:pt x="1095851" y="98108"/>
                </a:lnTo>
                <a:lnTo>
                  <a:pt x="1114749" y="98108"/>
                </a:lnTo>
                <a:lnTo>
                  <a:pt x="1133637" y="98108"/>
                </a:lnTo>
                <a:lnTo>
                  <a:pt x="1152535" y="98108"/>
                </a:lnTo>
                <a:lnTo>
                  <a:pt x="1171423" y="98108"/>
                </a:lnTo>
                <a:lnTo>
                  <a:pt x="1190320" y="98108"/>
                </a:lnTo>
                <a:lnTo>
                  <a:pt x="1209218" y="98108"/>
                </a:lnTo>
                <a:lnTo>
                  <a:pt x="1228106" y="98108"/>
                </a:lnTo>
                <a:lnTo>
                  <a:pt x="1247003" y="98108"/>
                </a:lnTo>
                <a:lnTo>
                  <a:pt x="1265901" y="98108"/>
                </a:lnTo>
                <a:lnTo>
                  <a:pt x="1284789" y="98108"/>
                </a:lnTo>
                <a:lnTo>
                  <a:pt x="1303687" y="98108"/>
                </a:lnTo>
                <a:lnTo>
                  <a:pt x="1322575" y="98108"/>
                </a:lnTo>
                <a:lnTo>
                  <a:pt x="1341472" y="98108"/>
                </a:lnTo>
                <a:lnTo>
                  <a:pt x="1360370" y="98108"/>
                </a:lnTo>
                <a:lnTo>
                  <a:pt x="1379258" y="98108"/>
                </a:lnTo>
                <a:lnTo>
                  <a:pt x="1398156" y="98108"/>
                </a:lnTo>
                <a:lnTo>
                  <a:pt x="1417053" y="98108"/>
                </a:lnTo>
                <a:lnTo>
                  <a:pt x="1435941" y="98108"/>
                </a:lnTo>
                <a:lnTo>
                  <a:pt x="1454839" y="98108"/>
                </a:lnTo>
                <a:lnTo>
                  <a:pt x="1473727" y="98108"/>
                </a:lnTo>
                <a:lnTo>
                  <a:pt x="1492625" y="98108"/>
                </a:lnTo>
                <a:lnTo>
                  <a:pt x="1511522" y="98108"/>
                </a:lnTo>
                <a:lnTo>
                  <a:pt x="1530410" y="98108"/>
                </a:lnTo>
                <a:lnTo>
                  <a:pt x="1549308" y="98108"/>
                </a:lnTo>
                <a:lnTo>
                  <a:pt x="1568206" y="98108"/>
                </a:lnTo>
                <a:lnTo>
                  <a:pt x="1587094" y="98108"/>
                </a:lnTo>
                <a:lnTo>
                  <a:pt x="1605991" y="98108"/>
                </a:lnTo>
                <a:lnTo>
                  <a:pt x="1623927" y="94964"/>
                </a:lnTo>
                <a:lnTo>
                  <a:pt x="1639595" y="84411"/>
                </a:lnTo>
                <a:lnTo>
                  <a:pt x="1655274" y="73857"/>
                </a:lnTo>
                <a:lnTo>
                  <a:pt x="1670942" y="63303"/>
                </a:lnTo>
                <a:lnTo>
                  <a:pt x="1686620" y="52759"/>
                </a:lnTo>
                <a:lnTo>
                  <a:pt x="1702289" y="42205"/>
                </a:lnTo>
                <a:lnTo>
                  <a:pt x="1717967" y="31652"/>
                </a:lnTo>
                <a:lnTo>
                  <a:pt x="1733636" y="21098"/>
                </a:lnTo>
                <a:lnTo>
                  <a:pt x="1749304" y="10554"/>
                </a:lnTo>
                <a:lnTo>
                  <a:pt x="1764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82FCCB52-CA8E-45BC-94D8-5A9DB70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6485" y="2745105"/>
            <a:ext cx="1518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49D240AB-FF4D-4C29-BFEB-126A34E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060" y="318105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F37C6F55-6F4C-4602-9C8A-A9CA147E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060" y="344805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1657B25-B57C-40FD-AB37-443FB55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685" y="391418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74349E6A-CA4D-499F-A49E-F1815549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08" y="2740971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2F06946E-9EFE-483A-8C74-294449AF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08" y="3007966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D25E4D2-AC53-4FCE-B19C-F314015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0333" y="347409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D9E307AC-2E7A-4BF9-96BC-F5C8FAA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46" y="230073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58A860DE-F4E6-414F-895D-7D8D8AE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46" y="256773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212FE0C5-642B-4302-A1AF-852E17A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971" y="303386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0B9A3A9D-584B-4B89-81A7-F8E9B57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8994" y="1860499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31319379-8D7F-4D7C-850A-0180FEDC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8994" y="212749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E615C66-4E88-4667-9BD7-31CA3C9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7619" y="25936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C5169F4A-B611-47E3-8963-9B8B313B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4133" y="3931291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35866EC1-7187-467C-9E9B-3740891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1419" y="3050829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057407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2026-09-07T13:56:34.3240000Z</dcterms:created>
  <dcterms:modified xsi:type="dcterms:W3CDTF">2026-09-07T13:56:34.3240000Z</dcterms:modified>
</coreProperties>
</file>