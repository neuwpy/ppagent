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5511c236a04d65" /><Relationship Type="http://schemas.openxmlformats.org/officeDocument/2006/relationships/extended-properties" Target="/docProps/app.xml" Id="R728e36e1a318402c" /><Relationship Type="http://schemas.openxmlformats.org/officeDocument/2006/relationships/officeDocument" Target="/ppt/presentation.xml" Id="Re85f06794f1442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5e390ff3ba4d53"/>
  </p:sldMasterIdLst>
  <p:notesMasterIdLst>
    <p:notesMasterId xmlns:r="http://schemas.openxmlformats.org/officeDocument/2006/relationships" r:id="Rab7d52ed6c3a4990"/>
  </p:notesMasterIdLst>
  <p:sldIdLst>
    <p:sldId xmlns:r="http://schemas.openxmlformats.org/officeDocument/2006/relationships" id="256" r:id="Rec9a8260bea241b5"/>
  </p:sldIdLst>
  <p:sldSz cx="13373100" cy="56235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3cea151cc457a" /><Relationship Type="http://schemas.openxmlformats.org/officeDocument/2006/relationships/slideMaster" Target="/ppt/slideMasters/slideMaster1.xml" Id="R0a5e390ff3ba4d53" /><Relationship Type="http://schemas.openxmlformats.org/officeDocument/2006/relationships/notesMaster" Target="/ppt/notesMasters/notesMaster1.xml" Id="Rab7d52ed6c3a4990" /><Relationship Type="http://schemas.openxmlformats.org/officeDocument/2006/relationships/presProps" Target="/ppt/presProps.xml" Id="R397cb3e3161e4d9d" /><Relationship Type="http://schemas.openxmlformats.org/officeDocument/2006/relationships/tableStyles" Target="/ppt/tableStyles.xml" Id="R70d6115d8c664e61" /><Relationship Type="http://schemas.openxmlformats.org/officeDocument/2006/relationships/slide" Target="/ppt/slides/slide1.xml" Id="Rec9a8260bea2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41ee90509a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b5cbb357204872" /><Relationship Type="http://schemas.openxmlformats.org/officeDocument/2006/relationships/notesMaster" Target="/ppt/notesMasters/notesMaster1.xml" Id="R43daa307b07e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34e5b323b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f4f84a8444738" /><Relationship Type="http://schemas.openxmlformats.org/officeDocument/2006/relationships/slideLayout" Target="/ppt/slideLayouts/slideLayout1.xml" Id="Rd3b25d10e9f74a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b25d10e9f74a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cda42f624c8c" /><Relationship Type="http://schemas.openxmlformats.org/officeDocument/2006/relationships/image" Target="/ppt/media/image.png" Id="R4df1899bf9444df6" /><Relationship Type="http://schemas.openxmlformats.org/officeDocument/2006/relationships/image" Target="/ppt/media/image.svg" Id="R92abd5b32b9e4700" /><Relationship Type="http://schemas.openxmlformats.org/officeDocument/2006/relationships/image" Target="/ppt/media/image2.png" Id="Ra108f5f91f6f4a42" /><Relationship Type="http://schemas.openxmlformats.org/officeDocument/2006/relationships/image" Target="/ppt/media/image2.svg" Id="Rc129e449a9fe4757" /><Relationship Type="http://schemas.openxmlformats.org/officeDocument/2006/relationships/image" Target="/ppt/media/image3.png" Id="Rfa827eb807b2470a" /><Relationship Type="http://schemas.openxmlformats.org/officeDocument/2006/relationships/image" Target="/ppt/media/image3.svg" Id="R767ce64cc25642b5" /><Relationship Type="http://schemas.openxmlformats.org/officeDocument/2006/relationships/image" Target="/ppt/media/image4.png" Id="Ra46e2b595d9a43c2" /><Relationship Type="http://schemas.openxmlformats.org/officeDocument/2006/relationships/image" Target="/ppt/media/image4.svg" Id="R16b9266798454f54" /><Relationship Type="http://schemas.openxmlformats.org/officeDocument/2006/relationships/notesSlide" Target="/ppt/notesSlides/notesSlide1.xml" Id="R7fb926262f5b4a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654E317C-593B-40EB-A12D-3E6D893F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521" y="2067396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FACEE769-D87E-46C4-818B-41761D6C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320026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3A4D65B2-1F4D-4D0B-9F94-8EA6EA8A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320026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6205D3B3-74D3-4FEF-872F-42D74F8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2428" y="2122080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40FFB594-F1DD-4133-89E6-519D537B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994" y="2067396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6CA959C9-BF9D-4A69-8DFB-419936A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320026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38EBB541-6290-40C0-A329-1E655905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320026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1073325-14BF-44A1-8476-352AD118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2911" y="2122080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E2D6A6BC-808E-48CF-BC9B-D1B810C0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521" y="4673379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C754D69D-FF72-4CE1-91FF-F1359737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2926009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76CA95BA-A794-4AD2-9C36-2998F609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2926009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A777747D-F697-4814-B34D-65EF391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2428" y="4728062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36F0D1BD-F87D-4F73-B10A-CBB0D46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994" y="4673379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57BAD641-E2BC-488E-A775-325D4D67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2926009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4137917D-1EB4-4DAC-9CE2-6E0DC27A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2926009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62012A67-F05B-44EF-BB9F-0FC2ACE5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2911" y="4728062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9C3D9F5-0FD7-40F5-9BC0-BB6591AC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098" y="320026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47712D38-5369-47B7-B207-EBBB174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2972" y="880067"/>
            <a:ext cx="2953788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87332EAC-BBB5-4132-A8DE-0442C1B5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3580" y="320026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3B288031-A5B8-405D-8AF3-16AF69D2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455" y="880067"/>
            <a:ext cx="2953788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91540BC6-5F06-45CC-B323-F5F85845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098" y="2926009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4DC884C-DD96-4D3F-ADD7-459E21D9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2972" y="3486040"/>
            <a:ext cx="2953788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97670796-CC4F-4F6D-9FC9-0866079B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3580" y="2926009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30E2055F-650F-451C-988A-2DE6DC64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455" y="3486040"/>
            <a:ext cx="2953788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ECE78059-F29F-4AA8-85FE-DBEDF1D7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455" y="3779087"/>
            <a:ext cx="2953788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DFB96772-77DA-4FE0-AC87-2961EA7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320026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1899bf9444df6">
            <a:extLst>
              <a:ext uri="{96DAC541-7B7A-43D3-8B79-37D633B846F1}">
                <asvg:svgBlip xmlns:asvg="http://schemas.microsoft.com/office/drawing/2016/SVG/main" r:embed="R92abd5b32b9e47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65822" y="39979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3C8452BF-E7C1-45F9-952B-BD86D4B4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320026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8f5f91f6f4a42">
            <a:extLst>
              <a:ext uri="{96DAC541-7B7A-43D3-8B79-37D633B846F1}">
                <asvg:svgBlip xmlns:asvg="http://schemas.microsoft.com/office/drawing/2016/SVG/main" r:embed="Rc129e449a9fe47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305" y="39979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4E56D05C-6109-43FE-A755-4832D6A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2926009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27eb807b2470a">
            <a:extLst>
              <a:ext uri="{96DAC541-7B7A-43D3-8B79-37D633B846F1}">
                <asvg:svgBlip xmlns:asvg="http://schemas.microsoft.com/office/drawing/2016/SVG/main" r:embed="R767ce64cc25642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65822" y="300578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6AB158C7-92C9-4635-8937-1557BEAD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2926009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e2b595d9a43c2">
            <a:extLst>
              <a:ext uri="{96DAC541-7B7A-43D3-8B79-37D633B846F1}">
                <asvg:svgBlip xmlns:asvg="http://schemas.microsoft.com/office/drawing/2016/SVG/main" r:embed="R16b9266798454f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305" y="3005780"/>
            <a:ext cx="228600" cy="22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7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2026-09-07T13:55:56.6600000Z</dcterms:created>
  <dcterms:modified xsi:type="dcterms:W3CDTF">2026-09-07T13:55:56.6600000Z</dcterms:modified>
</coreProperties>
</file>