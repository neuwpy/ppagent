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568b60b1f74a53" /><Relationship Type="http://schemas.openxmlformats.org/officeDocument/2006/relationships/extended-properties" Target="/docProps/app.xml" Id="Rcfd26a1f27164302" /><Relationship Type="http://schemas.openxmlformats.org/officeDocument/2006/relationships/officeDocument" Target="/ppt/presentation.xml" Id="R3a617aaa640e49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b151d37bde4462"/>
  </p:sldMasterIdLst>
  <p:notesMasterIdLst>
    <p:notesMasterId xmlns:r="http://schemas.openxmlformats.org/officeDocument/2006/relationships" r:id="Rf49cbf94bbd54018"/>
  </p:notesMasterIdLst>
  <p:sldIdLst>
    <p:sldId xmlns:r="http://schemas.openxmlformats.org/officeDocument/2006/relationships" id="256" r:id="R682f0b42008f4bf8"/>
  </p:sldIdLst>
  <p:sldSz cx="13373100" cy="562356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2bc9f017364351" /><Relationship Type="http://schemas.openxmlformats.org/officeDocument/2006/relationships/slideMaster" Target="/ppt/slideMasters/slideMaster1.xml" Id="R56b151d37bde4462" /><Relationship Type="http://schemas.openxmlformats.org/officeDocument/2006/relationships/notesMaster" Target="/ppt/notesMasters/notesMaster1.xml" Id="Rf49cbf94bbd54018" /><Relationship Type="http://schemas.openxmlformats.org/officeDocument/2006/relationships/presProps" Target="/ppt/presProps.xml" Id="R051f926231384bd2" /><Relationship Type="http://schemas.openxmlformats.org/officeDocument/2006/relationships/tableStyles" Target="/ppt/tableStyles.xml" Id="Rb04f54f5c64342bd" /><Relationship Type="http://schemas.openxmlformats.org/officeDocument/2006/relationships/slide" Target="/ppt/slides/slide1.xml" Id="R682f0b42008f4b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c0141f458a40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33dd9d53454bb5" /><Relationship Type="http://schemas.openxmlformats.org/officeDocument/2006/relationships/notesMaster" Target="/ppt/notesMasters/notesMaster1.xml" Id="R8bc56d9271e843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3ba244ae4c4b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a52f8517f54470" /><Relationship Type="http://schemas.openxmlformats.org/officeDocument/2006/relationships/slideLayout" Target="/ppt/slideLayouts/slideLayout1.xml" Id="Ra0dc03d9284e48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dc03d9284e48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e1b00475942bd" /><Relationship Type="http://schemas.openxmlformats.org/officeDocument/2006/relationships/image" Target="/ppt/media/image.png" Id="Re877d5e473874ec7" /><Relationship Type="http://schemas.openxmlformats.org/officeDocument/2006/relationships/image" Target="/ppt/media/image.svg" Id="R70f7594c43874c09" /><Relationship Type="http://schemas.openxmlformats.org/officeDocument/2006/relationships/image" Target="/ppt/media/image2.png" Id="R1457815f68864181" /><Relationship Type="http://schemas.openxmlformats.org/officeDocument/2006/relationships/image" Target="/ppt/media/image2.svg" Id="R1a4e6e728c9843fc" /><Relationship Type="http://schemas.openxmlformats.org/officeDocument/2006/relationships/image" Target="/ppt/media/image3.png" Id="R8837e87cd70d4b2d" /><Relationship Type="http://schemas.openxmlformats.org/officeDocument/2006/relationships/image" Target="/ppt/media/image3.svg" Id="R4afd0349d6c64322" /><Relationship Type="http://schemas.openxmlformats.org/officeDocument/2006/relationships/image" Target="/ppt/media/image4.png" Id="Rffb66faabefa4445" /><Relationship Type="http://schemas.openxmlformats.org/officeDocument/2006/relationships/image" Target="/ppt/media/image4.svg" Id="R0da8c89613334f29" /><Relationship Type="http://schemas.openxmlformats.org/officeDocument/2006/relationships/notesSlide" Target="/ppt/notesSlides/notesSlide1.xml" Id="R120a6efb079b4f1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4B5339F4-83A6-4616-8CBE-75451265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3429048" y="480093"/>
            <a:ext cx="6514995" cy="462907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7EAC">
                <a:alpha val="12000"/>
              </a:srgbClr>
            </a:solidFill>
            <a:prstDash val="solid"/>
          </a:ln>
        </p:spPr>
      </p:sp>
      <p:sp>
        <p:nvSpPr>
          <p:cNvPr id="2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0F8AEB16-2D31-4804-8431-CB24114C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38" y="1200174"/>
            <a:ext cx="4218032" cy="805825"/>
          </a:xfrm>
          <a:custGeom xmlns:a="http://schemas.openxmlformats.org/drawingml/2006/main">
            <a:pathLst>
              <a:path w="4218032" h="805825">
                <a:moveTo>
                  <a:pt x="0" y="0"/>
                </a:moveTo>
                <a:lnTo>
                  <a:pt x="22593" y="31099"/>
                </a:lnTo>
                <a:lnTo>
                  <a:pt x="45196" y="62198"/>
                </a:lnTo>
                <a:lnTo>
                  <a:pt x="67789" y="93297"/>
                </a:lnTo>
                <a:lnTo>
                  <a:pt x="90392" y="124397"/>
                </a:lnTo>
                <a:lnTo>
                  <a:pt x="112986" y="155496"/>
                </a:lnTo>
                <a:lnTo>
                  <a:pt x="135579" y="186595"/>
                </a:lnTo>
                <a:lnTo>
                  <a:pt x="158182" y="217694"/>
                </a:lnTo>
                <a:lnTo>
                  <a:pt x="180775" y="248783"/>
                </a:lnTo>
                <a:lnTo>
                  <a:pt x="203378" y="279883"/>
                </a:lnTo>
                <a:lnTo>
                  <a:pt x="225971" y="310982"/>
                </a:lnTo>
                <a:lnTo>
                  <a:pt x="248564" y="342081"/>
                </a:lnTo>
                <a:lnTo>
                  <a:pt x="271167" y="373180"/>
                </a:lnTo>
                <a:lnTo>
                  <a:pt x="293761" y="404279"/>
                </a:lnTo>
                <a:lnTo>
                  <a:pt x="316363" y="435378"/>
                </a:lnTo>
                <a:lnTo>
                  <a:pt x="338957" y="466477"/>
                </a:lnTo>
                <a:lnTo>
                  <a:pt x="361550" y="497576"/>
                </a:lnTo>
                <a:lnTo>
                  <a:pt x="384153" y="528676"/>
                </a:lnTo>
                <a:lnTo>
                  <a:pt x="406746" y="559775"/>
                </a:lnTo>
                <a:lnTo>
                  <a:pt x="429349" y="590874"/>
                </a:lnTo>
                <a:lnTo>
                  <a:pt x="451942" y="621973"/>
                </a:lnTo>
                <a:lnTo>
                  <a:pt x="474536" y="653072"/>
                </a:lnTo>
                <a:lnTo>
                  <a:pt x="497138" y="684171"/>
                </a:lnTo>
                <a:lnTo>
                  <a:pt x="518341" y="715889"/>
                </a:lnTo>
                <a:lnTo>
                  <a:pt x="551850" y="733368"/>
                </a:lnTo>
                <a:lnTo>
                  <a:pt x="589226" y="742321"/>
                </a:lnTo>
                <a:lnTo>
                  <a:pt x="627097" y="748903"/>
                </a:lnTo>
                <a:lnTo>
                  <a:pt x="665159" y="754256"/>
                </a:lnTo>
                <a:lnTo>
                  <a:pt x="703336" y="758809"/>
                </a:lnTo>
                <a:lnTo>
                  <a:pt x="741569" y="762791"/>
                </a:lnTo>
                <a:lnTo>
                  <a:pt x="779840" y="766334"/>
                </a:lnTo>
                <a:lnTo>
                  <a:pt x="818150" y="769525"/>
                </a:lnTo>
                <a:lnTo>
                  <a:pt x="856488" y="772430"/>
                </a:lnTo>
                <a:lnTo>
                  <a:pt x="894836" y="775087"/>
                </a:lnTo>
                <a:lnTo>
                  <a:pt x="933193" y="777554"/>
                </a:lnTo>
                <a:lnTo>
                  <a:pt x="971569" y="779821"/>
                </a:lnTo>
                <a:lnTo>
                  <a:pt x="1009955" y="781936"/>
                </a:lnTo>
                <a:lnTo>
                  <a:pt x="1048341" y="783908"/>
                </a:lnTo>
                <a:lnTo>
                  <a:pt x="1086745" y="785736"/>
                </a:lnTo>
                <a:lnTo>
                  <a:pt x="1125141" y="787451"/>
                </a:lnTo>
                <a:lnTo>
                  <a:pt x="1163555" y="789061"/>
                </a:lnTo>
                <a:lnTo>
                  <a:pt x="1201969" y="790556"/>
                </a:lnTo>
                <a:lnTo>
                  <a:pt x="1240384" y="791956"/>
                </a:lnTo>
                <a:lnTo>
                  <a:pt x="1278798" y="793271"/>
                </a:lnTo>
                <a:lnTo>
                  <a:pt x="1317222" y="794509"/>
                </a:lnTo>
                <a:lnTo>
                  <a:pt x="1355646" y="795661"/>
                </a:lnTo>
                <a:lnTo>
                  <a:pt x="1394069" y="796738"/>
                </a:lnTo>
                <a:lnTo>
                  <a:pt x="1432503" y="797738"/>
                </a:lnTo>
                <a:lnTo>
                  <a:pt x="1470927" y="798671"/>
                </a:lnTo>
                <a:lnTo>
                  <a:pt x="1509360" y="799538"/>
                </a:lnTo>
                <a:lnTo>
                  <a:pt x="1547793" y="800348"/>
                </a:lnTo>
                <a:lnTo>
                  <a:pt x="1586227" y="801091"/>
                </a:lnTo>
                <a:lnTo>
                  <a:pt x="1624670" y="801776"/>
                </a:lnTo>
                <a:lnTo>
                  <a:pt x="1663103" y="802396"/>
                </a:lnTo>
                <a:lnTo>
                  <a:pt x="1701536" y="802967"/>
                </a:lnTo>
                <a:lnTo>
                  <a:pt x="1739979" y="803491"/>
                </a:lnTo>
                <a:lnTo>
                  <a:pt x="1778413" y="803948"/>
                </a:lnTo>
                <a:lnTo>
                  <a:pt x="1816856" y="804358"/>
                </a:lnTo>
                <a:lnTo>
                  <a:pt x="1855299" y="804720"/>
                </a:lnTo>
                <a:lnTo>
                  <a:pt x="1893732" y="805024"/>
                </a:lnTo>
                <a:lnTo>
                  <a:pt x="1932175" y="805282"/>
                </a:lnTo>
                <a:lnTo>
                  <a:pt x="1970618" y="805482"/>
                </a:lnTo>
                <a:lnTo>
                  <a:pt x="2009061" y="805625"/>
                </a:lnTo>
                <a:lnTo>
                  <a:pt x="2047504" y="805758"/>
                </a:lnTo>
                <a:lnTo>
                  <a:pt x="2085937" y="805815"/>
                </a:lnTo>
                <a:lnTo>
                  <a:pt x="2124380" y="805825"/>
                </a:lnTo>
                <a:lnTo>
                  <a:pt x="2162823" y="805786"/>
                </a:lnTo>
                <a:lnTo>
                  <a:pt x="2201266" y="805691"/>
                </a:lnTo>
                <a:lnTo>
                  <a:pt x="2239709" y="805548"/>
                </a:lnTo>
                <a:lnTo>
                  <a:pt x="2278151" y="805386"/>
                </a:lnTo>
                <a:lnTo>
                  <a:pt x="2316585" y="805148"/>
                </a:lnTo>
                <a:lnTo>
                  <a:pt x="2355028" y="804872"/>
                </a:lnTo>
                <a:lnTo>
                  <a:pt x="2393471" y="804539"/>
                </a:lnTo>
                <a:lnTo>
                  <a:pt x="2431904" y="804148"/>
                </a:lnTo>
                <a:lnTo>
                  <a:pt x="2470347" y="803720"/>
                </a:lnTo>
                <a:lnTo>
                  <a:pt x="2508780" y="803224"/>
                </a:lnTo>
                <a:lnTo>
                  <a:pt x="2547223" y="802681"/>
                </a:lnTo>
                <a:lnTo>
                  <a:pt x="2585657" y="802081"/>
                </a:lnTo>
                <a:lnTo>
                  <a:pt x="2624099" y="801434"/>
                </a:lnTo>
                <a:lnTo>
                  <a:pt x="2662533" y="800719"/>
                </a:lnTo>
                <a:lnTo>
                  <a:pt x="2700966" y="799948"/>
                </a:lnTo>
                <a:lnTo>
                  <a:pt x="2739400" y="799109"/>
                </a:lnTo>
                <a:lnTo>
                  <a:pt x="2777823" y="798205"/>
                </a:lnTo>
                <a:lnTo>
                  <a:pt x="2816257" y="797233"/>
                </a:lnTo>
                <a:lnTo>
                  <a:pt x="2854681" y="796185"/>
                </a:lnTo>
                <a:lnTo>
                  <a:pt x="2893104" y="795071"/>
                </a:lnTo>
                <a:lnTo>
                  <a:pt x="2931528" y="793880"/>
                </a:lnTo>
                <a:lnTo>
                  <a:pt x="2969952" y="792613"/>
                </a:lnTo>
                <a:lnTo>
                  <a:pt x="3008366" y="791251"/>
                </a:lnTo>
                <a:lnTo>
                  <a:pt x="3046781" y="789794"/>
                </a:lnTo>
                <a:lnTo>
                  <a:pt x="3085195" y="788241"/>
                </a:lnTo>
                <a:lnTo>
                  <a:pt x="3123600" y="786594"/>
                </a:lnTo>
                <a:lnTo>
                  <a:pt x="3161995" y="784812"/>
                </a:lnTo>
                <a:lnTo>
                  <a:pt x="3200390" y="782907"/>
                </a:lnTo>
                <a:lnTo>
                  <a:pt x="3238786" y="780879"/>
                </a:lnTo>
                <a:lnTo>
                  <a:pt x="3277162" y="778678"/>
                </a:lnTo>
                <a:lnTo>
                  <a:pt x="3315529" y="776316"/>
                </a:lnTo>
                <a:lnTo>
                  <a:pt x="3353886" y="773754"/>
                </a:lnTo>
                <a:lnTo>
                  <a:pt x="3392224" y="770973"/>
                </a:lnTo>
                <a:lnTo>
                  <a:pt x="3430543" y="767925"/>
                </a:lnTo>
                <a:lnTo>
                  <a:pt x="3468843" y="764562"/>
                </a:lnTo>
                <a:lnTo>
                  <a:pt x="3507095" y="760809"/>
                </a:lnTo>
                <a:lnTo>
                  <a:pt x="3545300" y="756552"/>
                </a:lnTo>
                <a:lnTo>
                  <a:pt x="3583429" y="751627"/>
                </a:lnTo>
                <a:lnTo>
                  <a:pt x="3621405" y="745722"/>
                </a:lnTo>
                <a:lnTo>
                  <a:pt x="3659095" y="738159"/>
                </a:lnTo>
                <a:lnTo>
                  <a:pt x="3695729" y="726691"/>
                </a:lnTo>
                <a:lnTo>
                  <a:pt x="3720894" y="699306"/>
                </a:lnTo>
                <a:lnTo>
                  <a:pt x="3743496" y="668207"/>
                </a:lnTo>
                <a:lnTo>
                  <a:pt x="3766090" y="637108"/>
                </a:lnTo>
                <a:lnTo>
                  <a:pt x="3788693" y="606009"/>
                </a:lnTo>
                <a:lnTo>
                  <a:pt x="3811286" y="574910"/>
                </a:lnTo>
                <a:lnTo>
                  <a:pt x="3833879" y="543811"/>
                </a:lnTo>
                <a:lnTo>
                  <a:pt x="3856482" y="512712"/>
                </a:lnTo>
                <a:lnTo>
                  <a:pt x="3879075" y="481613"/>
                </a:lnTo>
                <a:lnTo>
                  <a:pt x="3901678" y="450513"/>
                </a:lnTo>
                <a:lnTo>
                  <a:pt x="3924271" y="419414"/>
                </a:lnTo>
                <a:lnTo>
                  <a:pt x="3946865" y="388315"/>
                </a:lnTo>
                <a:lnTo>
                  <a:pt x="3969468" y="357226"/>
                </a:lnTo>
                <a:lnTo>
                  <a:pt x="3992061" y="326126"/>
                </a:lnTo>
                <a:lnTo>
                  <a:pt x="4014664" y="295027"/>
                </a:lnTo>
                <a:lnTo>
                  <a:pt x="4037257" y="263928"/>
                </a:lnTo>
                <a:lnTo>
                  <a:pt x="4059850" y="232829"/>
                </a:lnTo>
                <a:lnTo>
                  <a:pt x="4082453" y="201730"/>
                </a:lnTo>
                <a:lnTo>
                  <a:pt x="4105046" y="170631"/>
                </a:lnTo>
                <a:lnTo>
                  <a:pt x="4127649" y="139532"/>
                </a:lnTo>
                <a:lnTo>
                  <a:pt x="4150243" y="108433"/>
                </a:lnTo>
                <a:lnTo>
                  <a:pt x="4172836" y="77333"/>
                </a:lnTo>
                <a:lnTo>
                  <a:pt x="4195439" y="46234"/>
                </a:lnTo>
                <a:lnTo>
                  <a:pt x="4218032" y="15135"/>
                </a:lnTo>
                <a:lnTo>
                  <a:pt x="4214822" y="12325"/>
                </a:lnTo>
                <a:lnTo>
                  <a:pt x="4177903" y="22870"/>
                </a:lnTo>
                <a:lnTo>
                  <a:pt x="4140079" y="29699"/>
                </a:lnTo>
                <a:lnTo>
                  <a:pt x="4102008" y="35023"/>
                </a:lnTo>
                <a:lnTo>
                  <a:pt x="4063832" y="39481"/>
                </a:lnTo>
                <a:lnTo>
                  <a:pt x="4025579" y="43348"/>
                </a:lnTo>
                <a:lnTo>
                  <a:pt x="3987298" y="46787"/>
                </a:lnTo>
                <a:lnTo>
                  <a:pt x="3948979" y="49873"/>
                </a:lnTo>
                <a:lnTo>
                  <a:pt x="3910641" y="52702"/>
                </a:lnTo>
                <a:lnTo>
                  <a:pt x="3872284" y="55293"/>
                </a:lnTo>
                <a:lnTo>
                  <a:pt x="3833917" y="57693"/>
                </a:lnTo>
                <a:lnTo>
                  <a:pt x="3795541" y="59931"/>
                </a:lnTo>
                <a:lnTo>
                  <a:pt x="3757155" y="62017"/>
                </a:lnTo>
                <a:lnTo>
                  <a:pt x="3718770" y="63989"/>
                </a:lnTo>
                <a:lnTo>
                  <a:pt x="3680374" y="65837"/>
                </a:lnTo>
                <a:lnTo>
                  <a:pt x="3641969" y="67580"/>
                </a:lnTo>
                <a:lnTo>
                  <a:pt x="3603565" y="69218"/>
                </a:lnTo>
                <a:lnTo>
                  <a:pt x="3565150" y="70780"/>
                </a:lnTo>
                <a:lnTo>
                  <a:pt x="3526736" y="72247"/>
                </a:lnTo>
                <a:lnTo>
                  <a:pt x="3488322" y="73647"/>
                </a:lnTo>
                <a:lnTo>
                  <a:pt x="3449907" y="74981"/>
                </a:lnTo>
                <a:lnTo>
                  <a:pt x="3411484" y="76248"/>
                </a:lnTo>
                <a:lnTo>
                  <a:pt x="3373060" y="77448"/>
                </a:lnTo>
                <a:lnTo>
                  <a:pt x="3334636" y="78591"/>
                </a:lnTo>
                <a:lnTo>
                  <a:pt x="3296212" y="79677"/>
                </a:lnTo>
                <a:lnTo>
                  <a:pt x="3257788" y="80705"/>
                </a:lnTo>
                <a:lnTo>
                  <a:pt x="3219355" y="81686"/>
                </a:lnTo>
                <a:lnTo>
                  <a:pt x="3180921" y="82620"/>
                </a:lnTo>
                <a:lnTo>
                  <a:pt x="3142498" y="83515"/>
                </a:lnTo>
                <a:lnTo>
                  <a:pt x="3104064" y="84363"/>
                </a:lnTo>
                <a:lnTo>
                  <a:pt x="3065631" y="85163"/>
                </a:lnTo>
                <a:lnTo>
                  <a:pt x="3027197" y="85935"/>
                </a:lnTo>
                <a:lnTo>
                  <a:pt x="2988764" y="86649"/>
                </a:lnTo>
                <a:lnTo>
                  <a:pt x="2950321" y="87335"/>
                </a:lnTo>
                <a:lnTo>
                  <a:pt x="2911888" y="87982"/>
                </a:lnTo>
                <a:lnTo>
                  <a:pt x="2873454" y="88583"/>
                </a:lnTo>
                <a:lnTo>
                  <a:pt x="2835011" y="89144"/>
                </a:lnTo>
                <a:lnTo>
                  <a:pt x="2796578" y="89706"/>
                </a:lnTo>
                <a:lnTo>
                  <a:pt x="2758135" y="90192"/>
                </a:lnTo>
                <a:lnTo>
                  <a:pt x="2719702" y="90678"/>
                </a:lnTo>
                <a:lnTo>
                  <a:pt x="2681259" y="91116"/>
                </a:lnTo>
                <a:lnTo>
                  <a:pt x="2642826" y="91526"/>
                </a:lnTo>
                <a:lnTo>
                  <a:pt x="2604383" y="91926"/>
                </a:lnTo>
                <a:lnTo>
                  <a:pt x="2565940" y="92250"/>
                </a:lnTo>
                <a:lnTo>
                  <a:pt x="2527506" y="92583"/>
                </a:lnTo>
                <a:lnTo>
                  <a:pt x="2489063" y="92869"/>
                </a:lnTo>
                <a:lnTo>
                  <a:pt x="2450621" y="93126"/>
                </a:lnTo>
                <a:lnTo>
                  <a:pt x="2412178" y="93374"/>
                </a:lnTo>
                <a:lnTo>
                  <a:pt x="2373744" y="93555"/>
                </a:lnTo>
                <a:lnTo>
                  <a:pt x="2335301" y="93736"/>
                </a:lnTo>
                <a:lnTo>
                  <a:pt x="2296859" y="93888"/>
                </a:lnTo>
                <a:lnTo>
                  <a:pt x="2258416" y="93993"/>
                </a:lnTo>
                <a:lnTo>
                  <a:pt x="2219973" y="94097"/>
                </a:lnTo>
                <a:lnTo>
                  <a:pt x="2181530" y="94145"/>
                </a:lnTo>
                <a:lnTo>
                  <a:pt x="2143096" y="94183"/>
                </a:lnTo>
                <a:lnTo>
                  <a:pt x="2104654" y="94202"/>
                </a:lnTo>
                <a:lnTo>
                  <a:pt x="2066211" y="94164"/>
                </a:lnTo>
                <a:lnTo>
                  <a:pt x="2027768" y="94126"/>
                </a:lnTo>
                <a:lnTo>
                  <a:pt x="1989325" y="94050"/>
                </a:lnTo>
                <a:lnTo>
                  <a:pt x="1950882" y="93936"/>
                </a:lnTo>
                <a:lnTo>
                  <a:pt x="1912449" y="93821"/>
                </a:lnTo>
                <a:lnTo>
                  <a:pt x="1874006" y="93640"/>
                </a:lnTo>
                <a:lnTo>
                  <a:pt x="1835563" y="93459"/>
                </a:lnTo>
                <a:lnTo>
                  <a:pt x="1797120" y="93240"/>
                </a:lnTo>
                <a:lnTo>
                  <a:pt x="1758677" y="92993"/>
                </a:lnTo>
                <a:lnTo>
                  <a:pt x="1720244" y="92735"/>
                </a:lnTo>
                <a:lnTo>
                  <a:pt x="1681801" y="92412"/>
                </a:lnTo>
                <a:lnTo>
                  <a:pt x="1643358" y="92088"/>
                </a:lnTo>
                <a:lnTo>
                  <a:pt x="1604924" y="91716"/>
                </a:lnTo>
                <a:lnTo>
                  <a:pt x="1566482" y="91316"/>
                </a:lnTo>
                <a:lnTo>
                  <a:pt x="1528039" y="90907"/>
                </a:lnTo>
                <a:lnTo>
                  <a:pt x="1489605" y="90430"/>
                </a:lnTo>
                <a:lnTo>
                  <a:pt x="1451162" y="89945"/>
                </a:lnTo>
                <a:lnTo>
                  <a:pt x="1412729" y="89421"/>
                </a:lnTo>
                <a:lnTo>
                  <a:pt x="1374286" y="88859"/>
                </a:lnTo>
                <a:lnTo>
                  <a:pt x="1335853" y="88287"/>
                </a:lnTo>
                <a:lnTo>
                  <a:pt x="1297419" y="87630"/>
                </a:lnTo>
                <a:lnTo>
                  <a:pt x="1258976" y="86982"/>
                </a:lnTo>
                <a:lnTo>
                  <a:pt x="1220543" y="86277"/>
                </a:lnTo>
                <a:lnTo>
                  <a:pt x="1182110" y="85535"/>
                </a:lnTo>
                <a:lnTo>
                  <a:pt x="1143676" y="84753"/>
                </a:lnTo>
                <a:lnTo>
                  <a:pt x="1105243" y="83934"/>
                </a:lnTo>
                <a:lnTo>
                  <a:pt x="1066810" y="83068"/>
                </a:lnTo>
                <a:lnTo>
                  <a:pt x="1028386" y="82153"/>
                </a:lnTo>
                <a:lnTo>
                  <a:pt x="989952" y="81191"/>
                </a:lnTo>
                <a:lnTo>
                  <a:pt x="951528" y="80181"/>
                </a:lnTo>
                <a:lnTo>
                  <a:pt x="913095" y="79115"/>
                </a:lnTo>
                <a:lnTo>
                  <a:pt x="874671" y="78000"/>
                </a:lnTo>
                <a:lnTo>
                  <a:pt x="836247" y="76829"/>
                </a:lnTo>
                <a:lnTo>
                  <a:pt x="797824" y="75600"/>
                </a:lnTo>
                <a:lnTo>
                  <a:pt x="759409" y="74305"/>
                </a:lnTo>
                <a:lnTo>
                  <a:pt x="720995" y="72933"/>
                </a:lnTo>
                <a:lnTo>
                  <a:pt x="682581" y="71495"/>
                </a:lnTo>
                <a:lnTo>
                  <a:pt x="644166" y="69980"/>
                </a:lnTo>
                <a:lnTo>
                  <a:pt x="605761" y="68380"/>
                </a:lnTo>
                <a:lnTo>
                  <a:pt x="567357" y="66685"/>
                </a:lnTo>
                <a:lnTo>
                  <a:pt x="528952" y="64894"/>
                </a:lnTo>
                <a:lnTo>
                  <a:pt x="490557" y="62998"/>
                </a:lnTo>
                <a:lnTo>
                  <a:pt x="452171" y="60979"/>
                </a:lnTo>
                <a:lnTo>
                  <a:pt x="413795" y="58798"/>
                </a:lnTo>
                <a:lnTo>
                  <a:pt x="375418" y="56474"/>
                </a:lnTo>
                <a:lnTo>
                  <a:pt x="337061" y="53988"/>
                </a:lnTo>
                <a:lnTo>
                  <a:pt x="298714" y="51283"/>
                </a:lnTo>
                <a:lnTo>
                  <a:pt x="260385" y="48330"/>
                </a:lnTo>
                <a:lnTo>
                  <a:pt x="222085" y="45063"/>
                </a:lnTo>
                <a:lnTo>
                  <a:pt x="183813" y="41424"/>
                </a:lnTo>
                <a:lnTo>
                  <a:pt x="145599" y="37281"/>
                </a:lnTo>
                <a:lnTo>
                  <a:pt x="107471" y="32423"/>
                </a:lnTo>
                <a:lnTo>
                  <a:pt x="69494" y="26451"/>
                </a:lnTo>
                <a:lnTo>
                  <a:pt x="31947" y="182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E8F9873C-0966-4F2C-83D9-5FBC09D5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38" y="1066214"/>
            <a:ext cx="4229033" cy="2679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4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3032DBA4-C54A-4A14-842C-01D938F0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9122" y="2128842"/>
            <a:ext cx="3194056" cy="805834"/>
          </a:xfrm>
          <a:custGeom xmlns:a="http://schemas.openxmlformats.org/drawingml/2006/main">
            <a:pathLst>
              <a:path w="3194056" h="805834">
                <a:moveTo>
                  <a:pt x="0" y="0"/>
                </a:moveTo>
                <a:lnTo>
                  <a:pt x="14745" y="26508"/>
                </a:lnTo>
                <a:lnTo>
                  <a:pt x="29480" y="53007"/>
                </a:lnTo>
                <a:lnTo>
                  <a:pt x="44225" y="79515"/>
                </a:lnTo>
                <a:lnTo>
                  <a:pt x="58969" y="106013"/>
                </a:lnTo>
                <a:lnTo>
                  <a:pt x="73714" y="132521"/>
                </a:lnTo>
                <a:lnTo>
                  <a:pt x="88449" y="159029"/>
                </a:lnTo>
                <a:lnTo>
                  <a:pt x="103194" y="185528"/>
                </a:lnTo>
                <a:lnTo>
                  <a:pt x="117939" y="212036"/>
                </a:lnTo>
                <a:lnTo>
                  <a:pt x="132683" y="238535"/>
                </a:lnTo>
                <a:lnTo>
                  <a:pt x="147418" y="265043"/>
                </a:lnTo>
                <a:lnTo>
                  <a:pt x="162163" y="291551"/>
                </a:lnTo>
                <a:lnTo>
                  <a:pt x="176908" y="318049"/>
                </a:lnTo>
                <a:lnTo>
                  <a:pt x="191643" y="344557"/>
                </a:lnTo>
                <a:lnTo>
                  <a:pt x="206388" y="371056"/>
                </a:lnTo>
                <a:lnTo>
                  <a:pt x="221132" y="397564"/>
                </a:lnTo>
                <a:lnTo>
                  <a:pt x="235877" y="424072"/>
                </a:lnTo>
                <a:lnTo>
                  <a:pt x="250612" y="450571"/>
                </a:lnTo>
                <a:lnTo>
                  <a:pt x="265357" y="477079"/>
                </a:lnTo>
                <a:lnTo>
                  <a:pt x="280102" y="503577"/>
                </a:lnTo>
                <a:lnTo>
                  <a:pt x="294837" y="530085"/>
                </a:lnTo>
                <a:lnTo>
                  <a:pt x="309582" y="556593"/>
                </a:lnTo>
                <a:lnTo>
                  <a:pt x="324326" y="583092"/>
                </a:lnTo>
                <a:lnTo>
                  <a:pt x="339071" y="609600"/>
                </a:lnTo>
                <a:lnTo>
                  <a:pt x="353806" y="636099"/>
                </a:lnTo>
                <a:lnTo>
                  <a:pt x="368551" y="662607"/>
                </a:lnTo>
                <a:lnTo>
                  <a:pt x="383296" y="689105"/>
                </a:lnTo>
                <a:lnTo>
                  <a:pt x="396821" y="716042"/>
                </a:lnTo>
                <a:lnTo>
                  <a:pt x="421205" y="733063"/>
                </a:lnTo>
                <a:lnTo>
                  <a:pt x="450066" y="742312"/>
                </a:lnTo>
                <a:lnTo>
                  <a:pt x="479612" y="749122"/>
                </a:lnTo>
                <a:lnTo>
                  <a:pt x="509435" y="754637"/>
                </a:lnTo>
                <a:lnTo>
                  <a:pt x="539401" y="759314"/>
                </a:lnTo>
                <a:lnTo>
                  <a:pt x="569452" y="763400"/>
                </a:lnTo>
                <a:lnTo>
                  <a:pt x="599561" y="767039"/>
                </a:lnTo>
                <a:lnTo>
                  <a:pt x="629707" y="770296"/>
                </a:lnTo>
                <a:lnTo>
                  <a:pt x="659892" y="773268"/>
                </a:lnTo>
                <a:lnTo>
                  <a:pt x="690096" y="775983"/>
                </a:lnTo>
                <a:lnTo>
                  <a:pt x="720328" y="778478"/>
                </a:lnTo>
                <a:lnTo>
                  <a:pt x="750570" y="780793"/>
                </a:lnTo>
                <a:lnTo>
                  <a:pt x="780821" y="782926"/>
                </a:lnTo>
                <a:lnTo>
                  <a:pt x="811082" y="784917"/>
                </a:lnTo>
                <a:lnTo>
                  <a:pt x="841353" y="786765"/>
                </a:lnTo>
                <a:lnTo>
                  <a:pt x="871633" y="788480"/>
                </a:lnTo>
                <a:lnTo>
                  <a:pt x="901922" y="790099"/>
                </a:lnTo>
                <a:lnTo>
                  <a:pt x="932212" y="791594"/>
                </a:lnTo>
                <a:lnTo>
                  <a:pt x="962501" y="792994"/>
                </a:lnTo>
                <a:lnTo>
                  <a:pt x="992800" y="794299"/>
                </a:lnTo>
                <a:lnTo>
                  <a:pt x="1023109" y="795528"/>
                </a:lnTo>
                <a:lnTo>
                  <a:pt x="1053417" y="796661"/>
                </a:lnTo>
                <a:lnTo>
                  <a:pt x="1083726" y="797719"/>
                </a:lnTo>
                <a:lnTo>
                  <a:pt x="1114034" y="798690"/>
                </a:lnTo>
                <a:lnTo>
                  <a:pt x="1144353" y="799605"/>
                </a:lnTo>
                <a:lnTo>
                  <a:pt x="1174671" y="800443"/>
                </a:lnTo>
                <a:lnTo>
                  <a:pt x="1204989" y="801214"/>
                </a:lnTo>
                <a:lnTo>
                  <a:pt x="1235307" y="801919"/>
                </a:lnTo>
                <a:lnTo>
                  <a:pt x="1265625" y="802557"/>
                </a:lnTo>
                <a:lnTo>
                  <a:pt x="1295952" y="803138"/>
                </a:lnTo>
                <a:lnTo>
                  <a:pt x="1326280" y="803662"/>
                </a:lnTo>
                <a:lnTo>
                  <a:pt x="1356598" y="804120"/>
                </a:lnTo>
                <a:lnTo>
                  <a:pt x="1386926" y="804529"/>
                </a:lnTo>
                <a:lnTo>
                  <a:pt x="1417253" y="804882"/>
                </a:lnTo>
                <a:lnTo>
                  <a:pt x="1447581" y="805167"/>
                </a:lnTo>
                <a:lnTo>
                  <a:pt x="1477909" y="805415"/>
                </a:lnTo>
                <a:lnTo>
                  <a:pt x="1508236" y="805596"/>
                </a:lnTo>
                <a:lnTo>
                  <a:pt x="1538564" y="805729"/>
                </a:lnTo>
                <a:lnTo>
                  <a:pt x="1568891" y="805805"/>
                </a:lnTo>
                <a:lnTo>
                  <a:pt x="1599219" y="805834"/>
                </a:lnTo>
                <a:lnTo>
                  <a:pt x="1629547" y="805796"/>
                </a:lnTo>
                <a:lnTo>
                  <a:pt x="1659874" y="805710"/>
                </a:lnTo>
                <a:lnTo>
                  <a:pt x="1690202" y="805577"/>
                </a:lnTo>
                <a:lnTo>
                  <a:pt x="1720529" y="805386"/>
                </a:lnTo>
                <a:lnTo>
                  <a:pt x="1750857" y="805139"/>
                </a:lnTo>
                <a:lnTo>
                  <a:pt x="1781185" y="804843"/>
                </a:lnTo>
                <a:lnTo>
                  <a:pt x="1811512" y="804481"/>
                </a:lnTo>
                <a:lnTo>
                  <a:pt x="1841840" y="804072"/>
                </a:lnTo>
                <a:lnTo>
                  <a:pt x="1872158" y="803605"/>
                </a:lnTo>
                <a:lnTo>
                  <a:pt x="1902485" y="803081"/>
                </a:lnTo>
                <a:lnTo>
                  <a:pt x="1932803" y="802491"/>
                </a:lnTo>
                <a:lnTo>
                  <a:pt x="1963131" y="801834"/>
                </a:lnTo>
                <a:lnTo>
                  <a:pt x="1993449" y="801119"/>
                </a:lnTo>
                <a:lnTo>
                  <a:pt x="2023767" y="800348"/>
                </a:lnTo>
                <a:lnTo>
                  <a:pt x="2054085" y="799500"/>
                </a:lnTo>
                <a:lnTo>
                  <a:pt x="2084394" y="798586"/>
                </a:lnTo>
                <a:lnTo>
                  <a:pt x="2114712" y="797595"/>
                </a:lnTo>
                <a:lnTo>
                  <a:pt x="2145020" y="796528"/>
                </a:lnTo>
                <a:lnTo>
                  <a:pt x="2175329" y="795385"/>
                </a:lnTo>
                <a:lnTo>
                  <a:pt x="2205628" y="794156"/>
                </a:lnTo>
                <a:lnTo>
                  <a:pt x="2235927" y="792832"/>
                </a:lnTo>
                <a:lnTo>
                  <a:pt x="2266226" y="791432"/>
                </a:lnTo>
                <a:lnTo>
                  <a:pt x="2296516" y="789908"/>
                </a:lnTo>
                <a:lnTo>
                  <a:pt x="2326796" y="788289"/>
                </a:lnTo>
                <a:lnTo>
                  <a:pt x="2357076" y="786555"/>
                </a:lnTo>
                <a:lnTo>
                  <a:pt x="2387346" y="784689"/>
                </a:lnTo>
                <a:lnTo>
                  <a:pt x="2417607" y="782679"/>
                </a:lnTo>
                <a:lnTo>
                  <a:pt x="2447858" y="780526"/>
                </a:lnTo>
                <a:lnTo>
                  <a:pt x="2478100" y="778193"/>
                </a:lnTo>
                <a:lnTo>
                  <a:pt x="2508323" y="775668"/>
                </a:lnTo>
                <a:lnTo>
                  <a:pt x="2538527" y="772935"/>
                </a:lnTo>
                <a:lnTo>
                  <a:pt x="2568702" y="769934"/>
                </a:lnTo>
                <a:lnTo>
                  <a:pt x="2598849" y="766629"/>
                </a:lnTo>
                <a:lnTo>
                  <a:pt x="2628957" y="762943"/>
                </a:lnTo>
                <a:lnTo>
                  <a:pt x="2658999" y="758800"/>
                </a:lnTo>
                <a:lnTo>
                  <a:pt x="2688955" y="754037"/>
                </a:lnTo>
                <a:lnTo>
                  <a:pt x="2718749" y="748398"/>
                </a:lnTo>
                <a:lnTo>
                  <a:pt x="2748248" y="741388"/>
                </a:lnTo>
                <a:lnTo>
                  <a:pt x="2776957" y="731682"/>
                </a:lnTo>
                <a:lnTo>
                  <a:pt x="2798997" y="712613"/>
                </a:lnTo>
                <a:lnTo>
                  <a:pt x="2813304" y="685991"/>
                </a:lnTo>
                <a:lnTo>
                  <a:pt x="2828049" y="659482"/>
                </a:lnTo>
                <a:lnTo>
                  <a:pt x="2842793" y="632984"/>
                </a:lnTo>
                <a:lnTo>
                  <a:pt x="2857529" y="606476"/>
                </a:lnTo>
                <a:lnTo>
                  <a:pt x="2872273" y="579968"/>
                </a:lnTo>
                <a:lnTo>
                  <a:pt x="2887018" y="553469"/>
                </a:lnTo>
                <a:lnTo>
                  <a:pt x="2901753" y="526961"/>
                </a:lnTo>
                <a:lnTo>
                  <a:pt x="2916498" y="500463"/>
                </a:lnTo>
                <a:lnTo>
                  <a:pt x="2931243" y="473954"/>
                </a:lnTo>
                <a:lnTo>
                  <a:pt x="2945987" y="447446"/>
                </a:lnTo>
                <a:lnTo>
                  <a:pt x="2960722" y="420948"/>
                </a:lnTo>
                <a:lnTo>
                  <a:pt x="2975467" y="394440"/>
                </a:lnTo>
                <a:lnTo>
                  <a:pt x="2990212" y="367941"/>
                </a:lnTo>
                <a:lnTo>
                  <a:pt x="3004957" y="341433"/>
                </a:lnTo>
                <a:lnTo>
                  <a:pt x="3019692" y="314925"/>
                </a:lnTo>
                <a:lnTo>
                  <a:pt x="3034436" y="288427"/>
                </a:lnTo>
                <a:lnTo>
                  <a:pt x="3049181" y="261918"/>
                </a:lnTo>
                <a:lnTo>
                  <a:pt x="3063916" y="235420"/>
                </a:lnTo>
                <a:lnTo>
                  <a:pt x="3078661" y="208912"/>
                </a:lnTo>
                <a:lnTo>
                  <a:pt x="3093406" y="182404"/>
                </a:lnTo>
                <a:lnTo>
                  <a:pt x="3108150" y="155905"/>
                </a:lnTo>
                <a:lnTo>
                  <a:pt x="3122886" y="129397"/>
                </a:lnTo>
                <a:lnTo>
                  <a:pt x="3137630" y="102899"/>
                </a:lnTo>
                <a:lnTo>
                  <a:pt x="3152375" y="76391"/>
                </a:lnTo>
                <a:lnTo>
                  <a:pt x="3167120" y="49882"/>
                </a:lnTo>
                <a:lnTo>
                  <a:pt x="3181855" y="23384"/>
                </a:lnTo>
                <a:lnTo>
                  <a:pt x="3194056" y="3448"/>
                </a:lnTo>
                <a:lnTo>
                  <a:pt x="3168701" y="18974"/>
                </a:lnTo>
                <a:lnTo>
                  <a:pt x="3139507" y="27118"/>
                </a:lnTo>
                <a:lnTo>
                  <a:pt x="3109779" y="33137"/>
                </a:lnTo>
                <a:lnTo>
                  <a:pt x="3079852" y="38043"/>
                </a:lnTo>
                <a:lnTo>
                  <a:pt x="3049819" y="42243"/>
                </a:lnTo>
                <a:lnTo>
                  <a:pt x="3019720" y="45930"/>
                </a:lnTo>
                <a:lnTo>
                  <a:pt x="2989564" y="49235"/>
                </a:lnTo>
                <a:lnTo>
                  <a:pt x="2959389" y="52226"/>
                </a:lnTo>
                <a:lnTo>
                  <a:pt x="2929185" y="54969"/>
                </a:lnTo>
                <a:lnTo>
                  <a:pt x="2898962" y="57493"/>
                </a:lnTo>
                <a:lnTo>
                  <a:pt x="2868720" y="59827"/>
                </a:lnTo>
                <a:lnTo>
                  <a:pt x="2838479" y="62017"/>
                </a:lnTo>
                <a:lnTo>
                  <a:pt x="2808218" y="64065"/>
                </a:lnTo>
                <a:lnTo>
                  <a:pt x="2777947" y="65989"/>
                </a:lnTo>
                <a:lnTo>
                  <a:pt x="2747677" y="67789"/>
                </a:lnTo>
                <a:lnTo>
                  <a:pt x="2717397" y="69485"/>
                </a:lnTo>
                <a:lnTo>
                  <a:pt x="2687107" y="71095"/>
                </a:lnTo>
                <a:lnTo>
                  <a:pt x="2656818" y="72619"/>
                </a:lnTo>
                <a:lnTo>
                  <a:pt x="2626528" y="74057"/>
                </a:lnTo>
                <a:lnTo>
                  <a:pt x="2596229" y="75419"/>
                </a:lnTo>
                <a:lnTo>
                  <a:pt x="2565930" y="76714"/>
                </a:lnTo>
                <a:lnTo>
                  <a:pt x="2535622" y="77943"/>
                </a:lnTo>
                <a:lnTo>
                  <a:pt x="2505313" y="79105"/>
                </a:lnTo>
                <a:lnTo>
                  <a:pt x="2475005" y="80220"/>
                </a:lnTo>
                <a:lnTo>
                  <a:pt x="2444696" y="81267"/>
                </a:lnTo>
                <a:lnTo>
                  <a:pt x="2414387" y="82267"/>
                </a:lnTo>
                <a:lnTo>
                  <a:pt x="2384069" y="83210"/>
                </a:lnTo>
                <a:lnTo>
                  <a:pt x="2353761" y="84115"/>
                </a:lnTo>
                <a:lnTo>
                  <a:pt x="2323443" y="84963"/>
                </a:lnTo>
                <a:lnTo>
                  <a:pt x="2293125" y="85773"/>
                </a:lnTo>
                <a:lnTo>
                  <a:pt x="2262807" y="86525"/>
                </a:lnTo>
                <a:lnTo>
                  <a:pt x="2232489" y="87249"/>
                </a:lnTo>
                <a:lnTo>
                  <a:pt x="2202161" y="87925"/>
                </a:lnTo>
                <a:lnTo>
                  <a:pt x="2171843" y="88563"/>
                </a:lnTo>
                <a:lnTo>
                  <a:pt x="2141525" y="89173"/>
                </a:lnTo>
                <a:lnTo>
                  <a:pt x="2111197" y="89735"/>
                </a:lnTo>
                <a:lnTo>
                  <a:pt x="2080879" y="90259"/>
                </a:lnTo>
                <a:lnTo>
                  <a:pt x="2050552" y="90754"/>
                </a:lnTo>
                <a:lnTo>
                  <a:pt x="2020224" y="91211"/>
                </a:lnTo>
                <a:lnTo>
                  <a:pt x="1989906" y="91630"/>
                </a:lnTo>
                <a:lnTo>
                  <a:pt x="1959578" y="92021"/>
                </a:lnTo>
                <a:lnTo>
                  <a:pt x="1929251" y="92373"/>
                </a:lnTo>
                <a:lnTo>
                  <a:pt x="1898923" y="92697"/>
                </a:lnTo>
                <a:lnTo>
                  <a:pt x="1868595" y="92993"/>
                </a:lnTo>
                <a:lnTo>
                  <a:pt x="1838268" y="93250"/>
                </a:lnTo>
                <a:lnTo>
                  <a:pt x="1807940" y="93478"/>
                </a:lnTo>
                <a:lnTo>
                  <a:pt x="1777613" y="93669"/>
                </a:lnTo>
                <a:lnTo>
                  <a:pt x="1747285" y="93840"/>
                </a:lnTo>
                <a:lnTo>
                  <a:pt x="1716957" y="93955"/>
                </a:lnTo>
                <a:lnTo>
                  <a:pt x="1686630" y="94069"/>
                </a:lnTo>
                <a:lnTo>
                  <a:pt x="1656302" y="94145"/>
                </a:lnTo>
                <a:lnTo>
                  <a:pt x="1625975" y="94193"/>
                </a:lnTo>
                <a:lnTo>
                  <a:pt x="1595647" y="94212"/>
                </a:lnTo>
                <a:lnTo>
                  <a:pt x="1565319" y="94193"/>
                </a:lnTo>
                <a:lnTo>
                  <a:pt x="1534992" y="94145"/>
                </a:lnTo>
                <a:lnTo>
                  <a:pt x="1504664" y="94050"/>
                </a:lnTo>
                <a:lnTo>
                  <a:pt x="1474337" y="93936"/>
                </a:lnTo>
                <a:lnTo>
                  <a:pt x="1444009" y="93821"/>
                </a:lnTo>
                <a:lnTo>
                  <a:pt x="1413681" y="93650"/>
                </a:lnTo>
                <a:lnTo>
                  <a:pt x="1383354" y="93450"/>
                </a:lnTo>
                <a:lnTo>
                  <a:pt x="1353026" y="93221"/>
                </a:lnTo>
                <a:lnTo>
                  <a:pt x="1322699" y="92954"/>
                </a:lnTo>
                <a:lnTo>
                  <a:pt x="1292371" y="92659"/>
                </a:lnTo>
                <a:lnTo>
                  <a:pt x="1262043" y="92335"/>
                </a:lnTo>
                <a:lnTo>
                  <a:pt x="1231716" y="91973"/>
                </a:lnTo>
                <a:lnTo>
                  <a:pt x="1201388" y="91583"/>
                </a:lnTo>
                <a:lnTo>
                  <a:pt x="1171061" y="91154"/>
                </a:lnTo>
                <a:lnTo>
                  <a:pt x="1140743" y="90697"/>
                </a:lnTo>
                <a:lnTo>
                  <a:pt x="1110415" y="90202"/>
                </a:lnTo>
                <a:lnTo>
                  <a:pt x="1080087" y="89668"/>
                </a:lnTo>
                <a:lnTo>
                  <a:pt x="1049769" y="89106"/>
                </a:lnTo>
                <a:lnTo>
                  <a:pt x="1019451" y="88497"/>
                </a:lnTo>
                <a:lnTo>
                  <a:pt x="989124" y="87849"/>
                </a:lnTo>
                <a:lnTo>
                  <a:pt x="958806" y="87163"/>
                </a:lnTo>
                <a:lnTo>
                  <a:pt x="928487" y="86439"/>
                </a:lnTo>
                <a:lnTo>
                  <a:pt x="898169" y="85677"/>
                </a:lnTo>
                <a:lnTo>
                  <a:pt x="867851" y="84868"/>
                </a:lnTo>
                <a:lnTo>
                  <a:pt x="837533" y="84011"/>
                </a:lnTo>
                <a:lnTo>
                  <a:pt x="807215" y="83106"/>
                </a:lnTo>
                <a:lnTo>
                  <a:pt x="776907" y="82153"/>
                </a:lnTo>
                <a:lnTo>
                  <a:pt x="746598" y="81153"/>
                </a:lnTo>
                <a:lnTo>
                  <a:pt x="716280" y="80086"/>
                </a:lnTo>
                <a:lnTo>
                  <a:pt x="685971" y="78972"/>
                </a:lnTo>
                <a:lnTo>
                  <a:pt x="655672" y="77800"/>
                </a:lnTo>
                <a:lnTo>
                  <a:pt x="625364" y="76562"/>
                </a:lnTo>
                <a:lnTo>
                  <a:pt x="595065" y="75267"/>
                </a:lnTo>
                <a:lnTo>
                  <a:pt x="564766" y="73885"/>
                </a:lnTo>
                <a:lnTo>
                  <a:pt x="534476" y="72438"/>
                </a:lnTo>
                <a:lnTo>
                  <a:pt x="504187" y="70914"/>
                </a:lnTo>
                <a:lnTo>
                  <a:pt x="473907" y="69294"/>
                </a:lnTo>
                <a:lnTo>
                  <a:pt x="443617" y="67589"/>
                </a:lnTo>
                <a:lnTo>
                  <a:pt x="413347" y="65761"/>
                </a:lnTo>
                <a:lnTo>
                  <a:pt x="383086" y="63827"/>
                </a:lnTo>
                <a:lnTo>
                  <a:pt x="352825" y="61760"/>
                </a:lnTo>
                <a:lnTo>
                  <a:pt x="322574" y="59560"/>
                </a:lnTo>
                <a:lnTo>
                  <a:pt x="292341" y="57207"/>
                </a:lnTo>
                <a:lnTo>
                  <a:pt x="262118" y="54654"/>
                </a:lnTo>
                <a:lnTo>
                  <a:pt x="231915" y="51883"/>
                </a:lnTo>
                <a:lnTo>
                  <a:pt x="201740" y="48863"/>
                </a:lnTo>
                <a:lnTo>
                  <a:pt x="171593" y="45520"/>
                </a:lnTo>
                <a:lnTo>
                  <a:pt x="141503" y="41777"/>
                </a:lnTo>
                <a:lnTo>
                  <a:pt x="111481" y="37509"/>
                </a:lnTo>
                <a:lnTo>
                  <a:pt x="81563" y="32499"/>
                </a:lnTo>
                <a:lnTo>
                  <a:pt x="51883" y="26299"/>
                </a:lnTo>
                <a:lnTo>
                  <a:pt x="22803" y="177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F70A9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5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37A03FC0-49D4-44F3-90C1-F84E1DED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9131" y="1994892"/>
            <a:ext cx="3194847" cy="2679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70A9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6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47E084F5-2E36-43EC-BA05-E93B339C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4933" y="3057520"/>
            <a:ext cx="2398576" cy="805825"/>
          </a:xfrm>
          <a:custGeom xmlns:a="http://schemas.openxmlformats.org/drawingml/2006/main">
            <a:pathLst>
              <a:path w="2398576" h="805825">
                <a:moveTo>
                  <a:pt x="0" y="0"/>
                </a:moveTo>
                <a:lnTo>
                  <a:pt x="10811" y="21365"/>
                </a:lnTo>
                <a:lnTo>
                  <a:pt x="21622" y="42729"/>
                </a:lnTo>
                <a:lnTo>
                  <a:pt x="32423" y="64094"/>
                </a:lnTo>
                <a:lnTo>
                  <a:pt x="43234" y="85458"/>
                </a:lnTo>
                <a:lnTo>
                  <a:pt x="54045" y="106823"/>
                </a:lnTo>
                <a:lnTo>
                  <a:pt x="64856" y="128178"/>
                </a:lnTo>
                <a:lnTo>
                  <a:pt x="75667" y="149543"/>
                </a:lnTo>
                <a:lnTo>
                  <a:pt x="86468" y="170907"/>
                </a:lnTo>
                <a:lnTo>
                  <a:pt x="97279" y="192272"/>
                </a:lnTo>
                <a:lnTo>
                  <a:pt x="108090" y="213636"/>
                </a:lnTo>
                <a:lnTo>
                  <a:pt x="118901" y="235001"/>
                </a:lnTo>
                <a:lnTo>
                  <a:pt x="129702" y="256365"/>
                </a:lnTo>
                <a:lnTo>
                  <a:pt x="140513" y="277730"/>
                </a:lnTo>
                <a:lnTo>
                  <a:pt x="151324" y="299095"/>
                </a:lnTo>
                <a:lnTo>
                  <a:pt x="162135" y="320459"/>
                </a:lnTo>
                <a:lnTo>
                  <a:pt x="172945" y="341824"/>
                </a:lnTo>
                <a:lnTo>
                  <a:pt x="183747" y="363188"/>
                </a:lnTo>
                <a:lnTo>
                  <a:pt x="194558" y="384553"/>
                </a:lnTo>
                <a:lnTo>
                  <a:pt x="205369" y="405908"/>
                </a:lnTo>
                <a:lnTo>
                  <a:pt x="216179" y="427272"/>
                </a:lnTo>
                <a:lnTo>
                  <a:pt x="226990" y="448637"/>
                </a:lnTo>
                <a:lnTo>
                  <a:pt x="237792" y="470002"/>
                </a:lnTo>
                <a:lnTo>
                  <a:pt x="248603" y="491366"/>
                </a:lnTo>
                <a:lnTo>
                  <a:pt x="259413" y="512731"/>
                </a:lnTo>
                <a:lnTo>
                  <a:pt x="270224" y="534095"/>
                </a:lnTo>
                <a:lnTo>
                  <a:pt x="281026" y="555460"/>
                </a:lnTo>
                <a:lnTo>
                  <a:pt x="291836" y="576824"/>
                </a:lnTo>
                <a:lnTo>
                  <a:pt x="302647" y="598189"/>
                </a:lnTo>
                <a:lnTo>
                  <a:pt x="313458" y="619554"/>
                </a:lnTo>
                <a:lnTo>
                  <a:pt x="324269" y="640909"/>
                </a:lnTo>
                <a:lnTo>
                  <a:pt x="335070" y="662273"/>
                </a:lnTo>
                <a:lnTo>
                  <a:pt x="345881" y="683638"/>
                </a:lnTo>
                <a:lnTo>
                  <a:pt x="356692" y="705002"/>
                </a:lnTo>
                <a:lnTo>
                  <a:pt x="367570" y="725786"/>
                </a:lnTo>
                <a:lnTo>
                  <a:pt x="387944" y="738178"/>
                </a:lnTo>
                <a:lnTo>
                  <a:pt x="410356" y="746570"/>
                </a:lnTo>
                <a:lnTo>
                  <a:pt x="433388" y="753094"/>
                </a:lnTo>
                <a:lnTo>
                  <a:pt x="456705" y="758495"/>
                </a:lnTo>
                <a:lnTo>
                  <a:pt x="480193" y="763133"/>
                </a:lnTo>
                <a:lnTo>
                  <a:pt x="503787" y="767210"/>
                </a:lnTo>
                <a:lnTo>
                  <a:pt x="527456" y="770830"/>
                </a:lnTo>
                <a:lnTo>
                  <a:pt x="551174" y="774087"/>
                </a:lnTo>
                <a:lnTo>
                  <a:pt x="574939" y="777050"/>
                </a:lnTo>
                <a:lnTo>
                  <a:pt x="598722" y="779745"/>
                </a:lnTo>
                <a:lnTo>
                  <a:pt x="622535" y="782231"/>
                </a:lnTo>
                <a:lnTo>
                  <a:pt x="646376" y="784498"/>
                </a:lnTo>
                <a:lnTo>
                  <a:pt x="670227" y="786613"/>
                </a:lnTo>
                <a:lnTo>
                  <a:pt x="694087" y="788546"/>
                </a:lnTo>
                <a:lnTo>
                  <a:pt x="717956" y="790346"/>
                </a:lnTo>
                <a:lnTo>
                  <a:pt x="741845" y="792004"/>
                </a:lnTo>
                <a:lnTo>
                  <a:pt x="765734" y="793556"/>
                </a:lnTo>
                <a:lnTo>
                  <a:pt x="789642" y="794976"/>
                </a:lnTo>
                <a:lnTo>
                  <a:pt x="813549" y="796290"/>
                </a:lnTo>
                <a:lnTo>
                  <a:pt x="837457" y="797509"/>
                </a:lnTo>
                <a:lnTo>
                  <a:pt x="861374" y="798614"/>
                </a:lnTo>
                <a:lnTo>
                  <a:pt x="885292" y="799643"/>
                </a:lnTo>
                <a:lnTo>
                  <a:pt x="909218" y="800576"/>
                </a:lnTo>
                <a:lnTo>
                  <a:pt x="933145" y="801434"/>
                </a:lnTo>
                <a:lnTo>
                  <a:pt x="957072" y="802196"/>
                </a:lnTo>
                <a:lnTo>
                  <a:pt x="981008" y="802891"/>
                </a:lnTo>
                <a:lnTo>
                  <a:pt x="1004945" y="803500"/>
                </a:lnTo>
                <a:lnTo>
                  <a:pt x="1028881" y="804043"/>
                </a:lnTo>
                <a:lnTo>
                  <a:pt x="1052817" y="804501"/>
                </a:lnTo>
                <a:lnTo>
                  <a:pt x="1076754" y="804901"/>
                </a:lnTo>
                <a:lnTo>
                  <a:pt x="1100699" y="805224"/>
                </a:lnTo>
                <a:lnTo>
                  <a:pt x="1124636" y="805482"/>
                </a:lnTo>
                <a:lnTo>
                  <a:pt x="1148582" y="805663"/>
                </a:lnTo>
                <a:lnTo>
                  <a:pt x="1172518" y="805777"/>
                </a:lnTo>
                <a:lnTo>
                  <a:pt x="1196464" y="805825"/>
                </a:lnTo>
                <a:lnTo>
                  <a:pt x="1220410" y="805805"/>
                </a:lnTo>
                <a:lnTo>
                  <a:pt x="1244346" y="805720"/>
                </a:lnTo>
                <a:lnTo>
                  <a:pt x="1268292" y="805558"/>
                </a:lnTo>
                <a:lnTo>
                  <a:pt x="1292228" y="805339"/>
                </a:lnTo>
                <a:lnTo>
                  <a:pt x="1316174" y="805043"/>
                </a:lnTo>
                <a:lnTo>
                  <a:pt x="1340110" y="804691"/>
                </a:lnTo>
                <a:lnTo>
                  <a:pt x="1364047" y="804253"/>
                </a:lnTo>
                <a:lnTo>
                  <a:pt x="1387983" y="803739"/>
                </a:lnTo>
                <a:lnTo>
                  <a:pt x="1411919" y="803158"/>
                </a:lnTo>
                <a:lnTo>
                  <a:pt x="1435856" y="802510"/>
                </a:lnTo>
                <a:lnTo>
                  <a:pt x="1459782" y="801767"/>
                </a:lnTo>
                <a:lnTo>
                  <a:pt x="1483719" y="800957"/>
                </a:lnTo>
                <a:lnTo>
                  <a:pt x="1507646" y="800062"/>
                </a:lnTo>
                <a:lnTo>
                  <a:pt x="1531563" y="799071"/>
                </a:lnTo>
                <a:lnTo>
                  <a:pt x="1555480" y="797995"/>
                </a:lnTo>
                <a:lnTo>
                  <a:pt x="1579397" y="796823"/>
                </a:lnTo>
                <a:lnTo>
                  <a:pt x="1603305" y="795557"/>
                </a:lnTo>
                <a:lnTo>
                  <a:pt x="1627203" y="794175"/>
                </a:lnTo>
                <a:lnTo>
                  <a:pt x="1651102" y="792690"/>
                </a:lnTo>
                <a:lnTo>
                  <a:pt x="1674990" y="791080"/>
                </a:lnTo>
                <a:lnTo>
                  <a:pt x="1698869" y="789337"/>
                </a:lnTo>
                <a:lnTo>
                  <a:pt x="1722739" y="787460"/>
                </a:lnTo>
                <a:lnTo>
                  <a:pt x="1746599" y="785431"/>
                </a:lnTo>
                <a:lnTo>
                  <a:pt x="1770440" y="783222"/>
                </a:lnTo>
                <a:lnTo>
                  <a:pt x="1794262" y="780840"/>
                </a:lnTo>
                <a:lnTo>
                  <a:pt x="1818056" y="778240"/>
                </a:lnTo>
                <a:lnTo>
                  <a:pt x="1841830" y="775392"/>
                </a:lnTo>
                <a:lnTo>
                  <a:pt x="1865567" y="772268"/>
                </a:lnTo>
                <a:lnTo>
                  <a:pt x="1889265" y="768810"/>
                </a:lnTo>
                <a:lnTo>
                  <a:pt x="1912887" y="764953"/>
                </a:lnTo>
                <a:lnTo>
                  <a:pt x="1936433" y="760571"/>
                </a:lnTo>
                <a:lnTo>
                  <a:pt x="1959835" y="755533"/>
                </a:lnTo>
                <a:lnTo>
                  <a:pt x="1983010" y="749551"/>
                </a:lnTo>
                <a:lnTo>
                  <a:pt x="2005755" y="742102"/>
                </a:lnTo>
                <a:lnTo>
                  <a:pt x="2027377" y="731891"/>
                </a:lnTo>
                <a:lnTo>
                  <a:pt x="2042893" y="714489"/>
                </a:lnTo>
                <a:lnTo>
                  <a:pt x="2052695" y="692839"/>
                </a:lnTo>
                <a:lnTo>
                  <a:pt x="2063506" y="671474"/>
                </a:lnTo>
                <a:lnTo>
                  <a:pt x="2074316" y="650110"/>
                </a:lnTo>
                <a:lnTo>
                  <a:pt x="2085127" y="628745"/>
                </a:lnTo>
                <a:lnTo>
                  <a:pt x="2095929" y="607381"/>
                </a:lnTo>
                <a:lnTo>
                  <a:pt x="2106740" y="586016"/>
                </a:lnTo>
                <a:lnTo>
                  <a:pt x="2117550" y="564652"/>
                </a:lnTo>
                <a:lnTo>
                  <a:pt x="2128361" y="543287"/>
                </a:lnTo>
                <a:lnTo>
                  <a:pt x="2139172" y="521932"/>
                </a:lnTo>
                <a:lnTo>
                  <a:pt x="2149973" y="500567"/>
                </a:lnTo>
                <a:lnTo>
                  <a:pt x="2160784" y="479203"/>
                </a:lnTo>
                <a:lnTo>
                  <a:pt x="2171595" y="457838"/>
                </a:lnTo>
                <a:lnTo>
                  <a:pt x="2182406" y="436474"/>
                </a:lnTo>
                <a:lnTo>
                  <a:pt x="2193217" y="415109"/>
                </a:lnTo>
                <a:lnTo>
                  <a:pt x="2204018" y="393744"/>
                </a:lnTo>
                <a:lnTo>
                  <a:pt x="2214829" y="372380"/>
                </a:lnTo>
                <a:lnTo>
                  <a:pt x="2225640" y="351015"/>
                </a:lnTo>
                <a:lnTo>
                  <a:pt x="2236451" y="329651"/>
                </a:lnTo>
                <a:lnTo>
                  <a:pt x="2247252" y="308286"/>
                </a:lnTo>
                <a:lnTo>
                  <a:pt x="2258063" y="286922"/>
                </a:lnTo>
                <a:lnTo>
                  <a:pt x="2268874" y="265567"/>
                </a:lnTo>
                <a:lnTo>
                  <a:pt x="2279685" y="244202"/>
                </a:lnTo>
                <a:lnTo>
                  <a:pt x="2290496" y="222837"/>
                </a:lnTo>
                <a:lnTo>
                  <a:pt x="2301297" y="201473"/>
                </a:lnTo>
                <a:lnTo>
                  <a:pt x="2312108" y="180108"/>
                </a:lnTo>
                <a:lnTo>
                  <a:pt x="2322919" y="158744"/>
                </a:lnTo>
                <a:lnTo>
                  <a:pt x="2333730" y="137379"/>
                </a:lnTo>
                <a:lnTo>
                  <a:pt x="2344541" y="116015"/>
                </a:lnTo>
                <a:lnTo>
                  <a:pt x="2355342" y="94650"/>
                </a:lnTo>
                <a:lnTo>
                  <a:pt x="2366153" y="73285"/>
                </a:lnTo>
                <a:lnTo>
                  <a:pt x="2376964" y="51921"/>
                </a:lnTo>
                <a:lnTo>
                  <a:pt x="2387775" y="30566"/>
                </a:lnTo>
                <a:lnTo>
                  <a:pt x="2398576" y="9201"/>
                </a:lnTo>
                <a:lnTo>
                  <a:pt x="2396452" y="11316"/>
                </a:lnTo>
                <a:lnTo>
                  <a:pt x="2375354" y="22422"/>
                </a:lnTo>
                <a:lnTo>
                  <a:pt x="2352561" y="29728"/>
                </a:lnTo>
                <a:lnTo>
                  <a:pt x="2329310" y="35414"/>
                </a:lnTo>
                <a:lnTo>
                  <a:pt x="2305841" y="40148"/>
                </a:lnTo>
                <a:lnTo>
                  <a:pt x="2282247" y="44234"/>
                </a:lnTo>
                <a:lnTo>
                  <a:pt x="2258578" y="47854"/>
                </a:lnTo>
                <a:lnTo>
                  <a:pt x="2234860" y="51102"/>
                </a:lnTo>
                <a:lnTo>
                  <a:pt x="2211105" y="54054"/>
                </a:lnTo>
                <a:lnTo>
                  <a:pt x="2187311" y="56769"/>
                </a:lnTo>
                <a:lnTo>
                  <a:pt x="2163499" y="59274"/>
                </a:lnTo>
                <a:lnTo>
                  <a:pt x="2139677" y="61598"/>
                </a:lnTo>
                <a:lnTo>
                  <a:pt x="2115826" y="63760"/>
                </a:lnTo>
                <a:lnTo>
                  <a:pt x="2091976" y="65789"/>
                </a:lnTo>
                <a:lnTo>
                  <a:pt x="2068106" y="67694"/>
                </a:lnTo>
                <a:lnTo>
                  <a:pt x="2044227" y="69475"/>
                </a:lnTo>
                <a:lnTo>
                  <a:pt x="2020348" y="71161"/>
                </a:lnTo>
                <a:lnTo>
                  <a:pt x="1996459" y="72742"/>
                </a:lnTo>
                <a:lnTo>
                  <a:pt x="1972561" y="74247"/>
                </a:lnTo>
                <a:lnTo>
                  <a:pt x="1948663" y="75667"/>
                </a:lnTo>
                <a:lnTo>
                  <a:pt x="1924755" y="77010"/>
                </a:lnTo>
                <a:lnTo>
                  <a:pt x="1900847" y="78286"/>
                </a:lnTo>
                <a:lnTo>
                  <a:pt x="1876939" y="79486"/>
                </a:lnTo>
                <a:lnTo>
                  <a:pt x="1853022" y="80629"/>
                </a:lnTo>
                <a:lnTo>
                  <a:pt x="1829105" y="81705"/>
                </a:lnTo>
                <a:lnTo>
                  <a:pt x="1805178" y="82725"/>
                </a:lnTo>
                <a:lnTo>
                  <a:pt x="1781261" y="83696"/>
                </a:lnTo>
                <a:lnTo>
                  <a:pt x="1757334" y="84611"/>
                </a:lnTo>
                <a:lnTo>
                  <a:pt x="1733407" y="85468"/>
                </a:lnTo>
                <a:lnTo>
                  <a:pt x="1709480" y="86287"/>
                </a:lnTo>
                <a:lnTo>
                  <a:pt x="1685544" y="87059"/>
                </a:lnTo>
                <a:lnTo>
                  <a:pt x="1661617" y="87782"/>
                </a:lnTo>
                <a:lnTo>
                  <a:pt x="1637681" y="88459"/>
                </a:lnTo>
                <a:lnTo>
                  <a:pt x="1613754" y="89097"/>
                </a:lnTo>
                <a:lnTo>
                  <a:pt x="1589818" y="89697"/>
                </a:lnTo>
                <a:lnTo>
                  <a:pt x="1565881" y="90249"/>
                </a:lnTo>
                <a:lnTo>
                  <a:pt x="1541945" y="90764"/>
                </a:lnTo>
                <a:lnTo>
                  <a:pt x="1517999" y="91240"/>
                </a:lnTo>
                <a:lnTo>
                  <a:pt x="1494063" y="91678"/>
                </a:lnTo>
                <a:lnTo>
                  <a:pt x="1470127" y="92078"/>
                </a:lnTo>
                <a:lnTo>
                  <a:pt x="1446190" y="92450"/>
                </a:lnTo>
                <a:lnTo>
                  <a:pt x="1422244" y="92783"/>
                </a:lnTo>
                <a:lnTo>
                  <a:pt x="1398308" y="93078"/>
                </a:lnTo>
                <a:lnTo>
                  <a:pt x="1374362" y="93335"/>
                </a:lnTo>
                <a:lnTo>
                  <a:pt x="1350426" y="93564"/>
                </a:lnTo>
                <a:lnTo>
                  <a:pt x="1326480" y="93755"/>
                </a:lnTo>
                <a:lnTo>
                  <a:pt x="1302544" y="93907"/>
                </a:lnTo>
                <a:lnTo>
                  <a:pt x="1278598" y="94031"/>
                </a:lnTo>
                <a:lnTo>
                  <a:pt x="1254652" y="94126"/>
                </a:lnTo>
                <a:lnTo>
                  <a:pt x="1230716" y="94183"/>
                </a:lnTo>
                <a:lnTo>
                  <a:pt x="1206770" y="94202"/>
                </a:lnTo>
                <a:lnTo>
                  <a:pt x="1182824" y="94193"/>
                </a:lnTo>
                <a:lnTo>
                  <a:pt x="1158888" y="94155"/>
                </a:lnTo>
                <a:lnTo>
                  <a:pt x="1134942" y="94078"/>
                </a:lnTo>
                <a:lnTo>
                  <a:pt x="1111006" y="93964"/>
                </a:lnTo>
                <a:lnTo>
                  <a:pt x="1087060" y="93831"/>
                </a:lnTo>
                <a:lnTo>
                  <a:pt x="1063114" y="93650"/>
                </a:lnTo>
                <a:lnTo>
                  <a:pt x="1039178" y="93440"/>
                </a:lnTo>
                <a:lnTo>
                  <a:pt x="1015232" y="93193"/>
                </a:lnTo>
                <a:lnTo>
                  <a:pt x="991295" y="92907"/>
                </a:lnTo>
                <a:lnTo>
                  <a:pt x="967349" y="92593"/>
                </a:lnTo>
                <a:lnTo>
                  <a:pt x="943413" y="92250"/>
                </a:lnTo>
                <a:lnTo>
                  <a:pt x="919477" y="91859"/>
                </a:lnTo>
                <a:lnTo>
                  <a:pt x="895541" y="91440"/>
                </a:lnTo>
                <a:lnTo>
                  <a:pt x="871595" y="90973"/>
                </a:lnTo>
                <a:lnTo>
                  <a:pt x="847658" y="90478"/>
                </a:lnTo>
                <a:lnTo>
                  <a:pt x="823722" y="89935"/>
                </a:lnTo>
                <a:lnTo>
                  <a:pt x="799786" y="89354"/>
                </a:lnTo>
                <a:lnTo>
                  <a:pt x="775849" y="88735"/>
                </a:lnTo>
                <a:lnTo>
                  <a:pt x="751923" y="88078"/>
                </a:lnTo>
                <a:lnTo>
                  <a:pt x="727986" y="87373"/>
                </a:lnTo>
                <a:lnTo>
                  <a:pt x="704059" y="86630"/>
                </a:lnTo>
                <a:lnTo>
                  <a:pt x="680133" y="85830"/>
                </a:lnTo>
                <a:lnTo>
                  <a:pt x="656196" y="84992"/>
                </a:lnTo>
                <a:lnTo>
                  <a:pt x="632279" y="84096"/>
                </a:lnTo>
                <a:lnTo>
                  <a:pt x="608352" y="83153"/>
                </a:lnTo>
                <a:lnTo>
                  <a:pt x="584425" y="82153"/>
                </a:lnTo>
                <a:lnTo>
                  <a:pt x="560508" y="81096"/>
                </a:lnTo>
                <a:lnTo>
                  <a:pt x="536591" y="79991"/>
                </a:lnTo>
                <a:lnTo>
                  <a:pt x="512683" y="78810"/>
                </a:lnTo>
                <a:lnTo>
                  <a:pt x="488766" y="77572"/>
                </a:lnTo>
                <a:lnTo>
                  <a:pt x="464868" y="76257"/>
                </a:lnTo>
                <a:lnTo>
                  <a:pt x="440960" y="74876"/>
                </a:lnTo>
                <a:lnTo>
                  <a:pt x="417062" y="73409"/>
                </a:lnTo>
                <a:lnTo>
                  <a:pt x="393173" y="71857"/>
                </a:lnTo>
                <a:lnTo>
                  <a:pt x="369284" y="70209"/>
                </a:lnTo>
                <a:lnTo>
                  <a:pt x="345405" y="68466"/>
                </a:lnTo>
                <a:lnTo>
                  <a:pt x="321535" y="66618"/>
                </a:lnTo>
                <a:lnTo>
                  <a:pt x="297675" y="64656"/>
                </a:lnTo>
                <a:lnTo>
                  <a:pt x="273825" y="62551"/>
                </a:lnTo>
                <a:lnTo>
                  <a:pt x="249984" y="60293"/>
                </a:lnTo>
                <a:lnTo>
                  <a:pt x="226171" y="57874"/>
                </a:lnTo>
                <a:lnTo>
                  <a:pt x="202368" y="55255"/>
                </a:lnTo>
                <a:lnTo>
                  <a:pt x="178594" y="52407"/>
                </a:lnTo>
                <a:lnTo>
                  <a:pt x="154857" y="49292"/>
                </a:lnTo>
                <a:lnTo>
                  <a:pt x="131169" y="45844"/>
                </a:lnTo>
                <a:lnTo>
                  <a:pt x="107537" y="41967"/>
                </a:lnTo>
                <a:lnTo>
                  <a:pt x="84011" y="37538"/>
                </a:lnTo>
                <a:lnTo>
                  <a:pt x="60646" y="32318"/>
                </a:lnTo>
                <a:lnTo>
                  <a:pt x="37605" y="25841"/>
                </a:lnTo>
                <a:lnTo>
                  <a:pt x="15431" y="168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F82B5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7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BBF49804-2E01-49DD-A19F-CBECF280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4914" y="2923561"/>
            <a:ext cx="2403272" cy="2679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2B5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8" name="simple-step-body-3">
            <a:extLst xmlns:a="http://schemas.openxmlformats.org/drawingml/2006/main">
              <a:ext uri="{FF2B5EF4-FFF2-40B4-BE49-F238E27FC236}">
                <a16:creationId xmlns:a16="http://schemas.microsoft.com/office/drawing/2014/main" id="{0C2633AF-8973-4C30-BFB8-1B07CA96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4969" y="3986189"/>
            <a:ext cx="1679496" cy="805825"/>
          </a:xfrm>
          <a:custGeom xmlns:a="http://schemas.openxmlformats.org/drawingml/2006/main">
            <a:pathLst>
              <a:path w="1679496" h="805825">
                <a:moveTo>
                  <a:pt x="0" y="0"/>
                </a:moveTo>
                <a:lnTo>
                  <a:pt x="9792" y="20574"/>
                </a:lnTo>
                <a:lnTo>
                  <a:pt x="19583" y="41138"/>
                </a:lnTo>
                <a:lnTo>
                  <a:pt x="29366" y="61712"/>
                </a:lnTo>
                <a:lnTo>
                  <a:pt x="39157" y="82277"/>
                </a:lnTo>
                <a:lnTo>
                  <a:pt x="48949" y="102851"/>
                </a:lnTo>
                <a:lnTo>
                  <a:pt x="58741" y="123415"/>
                </a:lnTo>
                <a:lnTo>
                  <a:pt x="68523" y="143989"/>
                </a:lnTo>
                <a:lnTo>
                  <a:pt x="78315" y="164563"/>
                </a:lnTo>
                <a:lnTo>
                  <a:pt x="88106" y="185128"/>
                </a:lnTo>
                <a:lnTo>
                  <a:pt x="97898" y="205702"/>
                </a:lnTo>
                <a:lnTo>
                  <a:pt x="107680" y="226266"/>
                </a:lnTo>
                <a:lnTo>
                  <a:pt x="117472" y="246840"/>
                </a:lnTo>
                <a:lnTo>
                  <a:pt x="127264" y="267405"/>
                </a:lnTo>
                <a:lnTo>
                  <a:pt x="137055" y="287979"/>
                </a:lnTo>
                <a:lnTo>
                  <a:pt x="146837" y="308553"/>
                </a:lnTo>
                <a:lnTo>
                  <a:pt x="156629" y="329117"/>
                </a:lnTo>
                <a:lnTo>
                  <a:pt x="166421" y="349691"/>
                </a:lnTo>
                <a:lnTo>
                  <a:pt x="176213" y="370256"/>
                </a:lnTo>
                <a:lnTo>
                  <a:pt x="185995" y="390830"/>
                </a:lnTo>
                <a:lnTo>
                  <a:pt x="195786" y="411394"/>
                </a:lnTo>
                <a:lnTo>
                  <a:pt x="205578" y="431968"/>
                </a:lnTo>
                <a:lnTo>
                  <a:pt x="215370" y="452542"/>
                </a:lnTo>
                <a:lnTo>
                  <a:pt x="225152" y="473107"/>
                </a:lnTo>
                <a:lnTo>
                  <a:pt x="234944" y="493681"/>
                </a:lnTo>
                <a:lnTo>
                  <a:pt x="244735" y="514245"/>
                </a:lnTo>
                <a:lnTo>
                  <a:pt x="254527" y="534819"/>
                </a:lnTo>
                <a:lnTo>
                  <a:pt x="264309" y="555384"/>
                </a:lnTo>
                <a:lnTo>
                  <a:pt x="274101" y="575958"/>
                </a:lnTo>
                <a:lnTo>
                  <a:pt x="283893" y="596532"/>
                </a:lnTo>
                <a:lnTo>
                  <a:pt x="293684" y="617096"/>
                </a:lnTo>
                <a:lnTo>
                  <a:pt x="303467" y="637670"/>
                </a:lnTo>
                <a:lnTo>
                  <a:pt x="313258" y="658235"/>
                </a:lnTo>
                <a:lnTo>
                  <a:pt x="323050" y="678809"/>
                </a:lnTo>
                <a:lnTo>
                  <a:pt x="332842" y="699373"/>
                </a:lnTo>
                <a:lnTo>
                  <a:pt x="340443" y="720614"/>
                </a:lnTo>
                <a:lnTo>
                  <a:pt x="354911" y="737854"/>
                </a:lnTo>
                <a:lnTo>
                  <a:pt x="374466" y="749475"/>
                </a:lnTo>
                <a:lnTo>
                  <a:pt x="395507" y="758171"/>
                </a:lnTo>
                <a:lnTo>
                  <a:pt x="417195" y="765143"/>
                </a:lnTo>
                <a:lnTo>
                  <a:pt x="439217" y="770954"/>
                </a:lnTo>
                <a:lnTo>
                  <a:pt x="461448" y="775906"/>
                </a:lnTo>
                <a:lnTo>
                  <a:pt x="483822" y="780202"/>
                </a:lnTo>
                <a:lnTo>
                  <a:pt x="506292" y="783965"/>
                </a:lnTo>
                <a:lnTo>
                  <a:pt x="528828" y="787279"/>
                </a:lnTo>
                <a:lnTo>
                  <a:pt x="551412" y="790213"/>
                </a:lnTo>
                <a:lnTo>
                  <a:pt x="574053" y="792804"/>
                </a:lnTo>
                <a:lnTo>
                  <a:pt x="596713" y="795099"/>
                </a:lnTo>
                <a:lnTo>
                  <a:pt x="619401" y="797128"/>
                </a:lnTo>
                <a:lnTo>
                  <a:pt x="642118" y="798900"/>
                </a:lnTo>
                <a:lnTo>
                  <a:pt x="664845" y="800452"/>
                </a:lnTo>
                <a:lnTo>
                  <a:pt x="687581" y="801786"/>
                </a:lnTo>
                <a:lnTo>
                  <a:pt x="710336" y="802919"/>
                </a:lnTo>
                <a:lnTo>
                  <a:pt x="733092" y="803853"/>
                </a:lnTo>
                <a:lnTo>
                  <a:pt x="755866" y="804596"/>
                </a:lnTo>
                <a:lnTo>
                  <a:pt x="778640" y="805167"/>
                </a:lnTo>
                <a:lnTo>
                  <a:pt x="801414" y="805558"/>
                </a:lnTo>
                <a:lnTo>
                  <a:pt x="824198" y="805777"/>
                </a:lnTo>
                <a:lnTo>
                  <a:pt x="846973" y="805825"/>
                </a:lnTo>
                <a:lnTo>
                  <a:pt x="869756" y="805691"/>
                </a:lnTo>
                <a:lnTo>
                  <a:pt x="892531" y="805396"/>
                </a:lnTo>
                <a:lnTo>
                  <a:pt x="915305" y="804920"/>
                </a:lnTo>
                <a:lnTo>
                  <a:pt x="938079" y="804272"/>
                </a:lnTo>
                <a:lnTo>
                  <a:pt x="960844" y="803434"/>
                </a:lnTo>
                <a:lnTo>
                  <a:pt x="983599" y="802405"/>
                </a:lnTo>
                <a:lnTo>
                  <a:pt x="1006354" y="801176"/>
                </a:lnTo>
                <a:lnTo>
                  <a:pt x="1029081" y="799748"/>
                </a:lnTo>
                <a:lnTo>
                  <a:pt x="1051808" y="798090"/>
                </a:lnTo>
                <a:lnTo>
                  <a:pt x="1074506" y="796195"/>
                </a:lnTo>
                <a:lnTo>
                  <a:pt x="1097185" y="794042"/>
                </a:lnTo>
                <a:lnTo>
                  <a:pt x="1119835" y="791613"/>
                </a:lnTo>
                <a:lnTo>
                  <a:pt x="1142448" y="788870"/>
                </a:lnTo>
                <a:lnTo>
                  <a:pt x="1165012" y="785765"/>
                </a:lnTo>
                <a:lnTo>
                  <a:pt x="1187520" y="782241"/>
                </a:lnTo>
                <a:lnTo>
                  <a:pt x="1209951" y="778240"/>
                </a:lnTo>
                <a:lnTo>
                  <a:pt x="1232259" y="773649"/>
                </a:lnTo>
                <a:lnTo>
                  <a:pt x="1254404" y="768315"/>
                </a:lnTo>
                <a:lnTo>
                  <a:pt x="1276293" y="762010"/>
                </a:lnTo>
                <a:lnTo>
                  <a:pt x="1297734" y="754313"/>
                </a:lnTo>
                <a:lnTo>
                  <a:pt x="1318241" y="744445"/>
                </a:lnTo>
                <a:lnTo>
                  <a:pt x="1336234" y="730625"/>
                </a:lnTo>
                <a:lnTo>
                  <a:pt x="1345168" y="710203"/>
                </a:lnTo>
                <a:lnTo>
                  <a:pt x="1354950" y="689629"/>
                </a:lnTo>
                <a:lnTo>
                  <a:pt x="1364742" y="669065"/>
                </a:lnTo>
                <a:lnTo>
                  <a:pt x="1374534" y="648491"/>
                </a:lnTo>
                <a:lnTo>
                  <a:pt x="1384325" y="627917"/>
                </a:lnTo>
                <a:lnTo>
                  <a:pt x="1394108" y="607352"/>
                </a:lnTo>
                <a:lnTo>
                  <a:pt x="1403899" y="586778"/>
                </a:lnTo>
                <a:lnTo>
                  <a:pt x="1413691" y="566214"/>
                </a:lnTo>
                <a:lnTo>
                  <a:pt x="1423483" y="545640"/>
                </a:lnTo>
                <a:lnTo>
                  <a:pt x="1433265" y="525075"/>
                </a:lnTo>
                <a:lnTo>
                  <a:pt x="1443057" y="504501"/>
                </a:lnTo>
                <a:lnTo>
                  <a:pt x="1452848" y="483927"/>
                </a:lnTo>
                <a:lnTo>
                  <a:pt x="1462640" y="463363"/>
                </a:lnTo>
                <a:lnTo>
                  <a:pt x="1472432" y="442789"/>
                </a:lnTo>
                <a:lnTo>
                  <a:pt x="1482214" y="422224"/>
                </a:lnTo>
                <a:lnTo>
                  <a:pt x="1492006" y="401650"/>
                </a:lnTo>
                <a:lnTo>
                  <a:pt x="1501797" y="381086"/>
                </a:lnTo>
                <a:lnTo>
                  <a:pt x="1511589" y="360512"/>
                </a:lnTo>
                <a:lnTo>
                  <a:pt x="1521371" y="339938"/>
                </a:lnTo>
                <a:lnTo>
                  <a:pt x="1531163" y="319373"/>
                </a:lnTo>
                <a:lnTo>
                  <a:pt x="1540955" y="298799"/>
                </a:lnTo>
                <a:lnTo>
                  <a:pt x="1550746" y="278235"/>
                </a:lnTo>
                <a:lnTo>
                  <a:pt x="1560528" y="257661"/>
                </a:lnTo>
                <a:lnTo>
                  <a:pt x="1570320" y="237096"/>
                </a:lnTo>
                <a:lnTo>
                  <a:pt x="1580112" y="216522"/>
                </a:lnTo>
                <a:lnTo>
                  <a:pt x="1589903" y="195948"/>
                </a:lnTo>
                <a:lnTo>
                  <a:pt x="1599686" y="175384"/>
                </a:lnTo>
                <a:lnTo>
                  <a:pt x="1609477" y="154810"/>
                </a:lnTo>
                <a:lnTo>
                  <a:pt x="1619269" y="134245"/>
                </a:lnTo>
                <a:lnTo>
                  <a:pt x="1629061" y="113671"/>
                </a:lnTo>
                <a:lnTo>
                  <a:pt x="1638843" y="93107"/>
                </a:lnTo>
                <a:lnTo>
                  <a:pt x="1648635" y="72533"/>
                </a:lnTo>
                <a:lnTo>
                  <a:pt x="1658426" y="51959"/>
                </a:lnTo>
                <a:lnTo>
                  <a:pt x="1668218" y="31394"/>
                </a:lnTo>
                <a:lnTo>
                  <a:pt x="1678000" y="10820"/>
                </a:lnTo>
                <a:lnTo>
                  <a:pt x="1679496" y="9954"/>
                </a:lnTo>
                <a:lnTo>
                  <a:pt x="1661465" y="23574"/>
                </a:lnTo>
                <a:lnTo>
                  <a:pt x="1640481" y="32395"/>
                </a:lnTo>
                <a:lnTo>
                  <a:pt x="1618726" y="39119"/>
                </a:lnTo>
                <a:lnTo>
                  <a:pt x="1596628" y="44644"/>
                </a:lnTo>
                <a:lnTo>
                  <a:pt x="1574340" y="49359"/>
                </a:lnTo>
                <a:lnTo>
                  <a:pt x="1551937" y="53492"/>
                </a:lnTo>
                <a:lnTo>
                  <a:pt x="1529448" y="57160"/>
                </a:lnTo>
                <a:lnTo>
                  <a:pt x="1506912" y="60455"/>
                </a:lnTo>
                <a:lnTo>
                  <a:pt x="1484328" y="63456"/>
                </a:lnTo>
                <a:lnTo>
                  <a:pt x="1461716" y="66199"/>
                </a:lnTo>
                <a:lnTo>
                  <a:pt x="1439075" y="68704"/>
                </a:lnTo>
                <a:lnTo>
                  <a:pt x="1416406" y="71018"/>
                </a:lnTo>
                <a:lnTo>
                  <a:pt x="1393727" y="73162"/>
                </a:lnTo>
                <a:lnTo>
                  <a:pt x="1371038" y="75152"/>
                </a:lnTo>
                <a:lnTo>
                  <a:pt x="1348330" y="76991"/>
                </a:lnTo>
                <a:lnTo>
                  <a:pt x="1325613" y="78705"/>
                </a:lnTo>
                <a:lnTo>
                  <a:pt x="1302887" y="80286"/>
                </a:lnTo>
                <a:lnTo>
                  <a:pt x="1280160" y="81763"/>
                </a:lnTo>
                <a:lnTo>
                  <a:pt x="1257414" y="83134"/>
                </a:lnTo>
                <a:lnTo>
                  <a:pt x="1234669" y="84401"/>
                </a:lnTo>
                <a:lnTo>
                  <a:pt x="1211923" y="85573"/>
                </a:lnTo>
                <a:lnTo>
                  <a:pt x="1189168" y="86668"/>
                </a:lnTo>
                <a:lnTo>
                  <a:pt x="1166412" y="87668"/>
                </a:lnTo>
                <a:lnTo>
                  <a:pt x="1143648" y="88592"/>
                </a:lnTo>
                <a:lnTo>
                  <a:pt x="1120883" y="89430"/>
                </a:lnTo>
                <a:lnTo>
                  <a:pt x="1098118" y="90202"/>
                </a:lnTo>
                <a:lnTo>
                  <a:pt x="1075344" y="90907"/>
                </a:lnTo>
                <a:lnTo>
                  <a:pt x="1052570" y="91526"/>
                </a:lnTo>
                <a:lnTo>
                  <a:pt x="1029795" y="92078"/>
                </a:lnTo>
                <a:lnTo>
                  <a:pt x="1007021" y="92564"/>
                </a:lnTo>
                <a:lnTo>
                  <a:pt x="984247" y="92993"/>
                </a:lnTo>
                <a:lnTo>
                  <a:pt x="961473" y="93355"/>
                </a:lnTo>
                <a:lnTo>
                  <a:pt x="938689" y="93650"/>
                </a:lnTo>
                <a:lnTo>
                  <a:pt x="915914" y="93878"/>
                </a:lnTo>
                <a:lnTo>
                  <a:pt x="893131" y="94050"/>
                </a:lnTo>
                <a:lnTo>
                  <a:pt x="870356" y="94155"/>
                </a:lnTo>
                <a:lnTo>
                  <a:pt x="847573" y="94202"/>
                </a:lnTo>
                <a:lnTo>
                  <a:pt x="824789" y="94193"/>
                </a:lnTo>
                <a:lnTo>
                  <a:pt x="802015" y="94117"/>
                </a:lnTo>
                <a:lnTo>
                  <a:pt x="779231" y="93974"/>
                </a:lnTo>
                <a:lnTo>
                  <a:pt x="756447" y="93774"/>
                </a:lnTo>
                <a:lnTo>
                  <a:pt x="733673" y="93516"/>
                </a:lnTo>
                <a:lnTo>
                  <a:pt x="710889" y="93183"/>
                </a:lnTo>
                <a:lnTo>
                  <a:pt x="688115" y="92802"/>
                </a:lnTo>
                <a:lnTo>
                  <a:pt x="665340" y="92345"/>
                </a:lnTo>
                <a:lnTo>
                  <a:pt x="642566" y="91821"/>
                </a:lnTo>
                <a:lnTo>
                  <a:pt x="619792" y="91230"/>
                </a:lnTo>
                <a:lnTo>
                  <a:pt x="597017" y="90573"/>
                </a:lnTo>
                <a:lnTo>
                  <a:pt x="574253" y="89849"/>
                </a:lnTo>
                <a:lnTo>
                  <a:pt x="551488" y="89049"/>
                </a:lnTo>
                <a:lnTo>
                  <a:pt x="528723" y="88163"/>
                </a:lnTo>
                <a:lnTo>
                  <a:pt x="505958" y="87201"/>
                </a:lnTo>
                <a:lnTo>
                  <a:pt x="483203" y="86163"/>
                </a:lnTo>
                <a:lnTo>
                  <a:pt x="460458" y="85039"/>
                </a:lnTo>
                <a:lnTo>
                  <a:pt x="437702" y="83810"/>
                </a:lnTo>
                <a:lnTo>
                  <a:pt x="414966" y="82496"/>
                </a:lnTo>
                <a:lnTo>
                  <a:pt x="392230" y="81077"/>
                </a:lnTo>
                <a:lnTo>
                  <a:pt x="369494" y="79553"/>
                </a:lnTo>
                <a:lnTo>
                  <a:pt x="346777" y="77905"/>
                </a:lnTo>
                <a:lnTo>
                  <a:pt x="324069" y="76143"/>
                </a:lnTo>
                <a:lnTo>
                  <a:pt x="301361" y="74228"/>
                </a:lnTo>
                <a:lnTo>
                  <a:pt x="278673" y="72171"/>
                </a:lnTo>
                <a:lnTo>
                  <a:pt x="256003" y="69942"/>
                </a:lnTo>
                <a:lnTo>
                  <a:pt x="233353" y="67542"/>
                </a:lnTo>
                <a:lnTo>
                  <a:pt x="210722" y="64922"/>
                </a:lnTo>
                <a:lnTo>
                  <a:pt x="188119" y="62074"/>
                </a:lnTo>
                <a:lnTo>
                  <a:pt x="165554" y="58931"/>
                </a:lnTo>
                <a:lnTo>
                  <a:pt x="143046" y="55474"/>
                </a:lnTo>
                <a:lnTo>
                  <a:pt x="120596" y="51597"/>
                </a:lnTo>
                <a:lnTo>
                  <a:pt x="98241" y="47206"/>
                </a:lnTo>
                <a:lnTo>
                  <a:pt x="76029" y="42148"/>
                </a:lnTo>
                <a:lnTo>
                  <a:pt x="54064" y="36119"/>
                </a:lnTo>
                <a:lnTo>
                  <a:pt x="32585" y="28565"/>
                </a:lnTo>
                <a:lnTo>
                  <a:pt x="12421" y="180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697C5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9" name="simple-step-cap-3">
            <a:extLst xmlns:a="http://schemas.openxmlformats.org/drawingml/2006/main">
              <a:ext uri="{FF2B5EF4-FFF2-40B4-BE49-F238E27FC236}">
                <a16:creationId xmlns:a16="http://schemas.microsoft.com/office/drawing/2014/main" id="{94D33D02-3DB6-4E86-9111-E8F68368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4978" y="3852239"/>
            <a:ext cx="1683144" cy="2679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97C5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10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B815162F-509D-4D16-809C-B78D0B54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7003" y="1154454"/>
            <a:ext cx="2199094" cy="3704920"/>
          </a:xfrm>
          <a:custGeom xmlns:a="http://schemas.openxmlformats.org/drawingml/2006/main">
            <a:pathLst>
              <a:path w="2199094" h="3704920">
                <a:moveTo>
                  <a:pt x="0" y="0"/>
                </a:moveTo>
                <a:lnTo>
                  <a:pt x="191" y="46368"/>
                </a:lnTo>
                <a:lnTo>
                  <a:pt x="13564" y="90792"/>
                </a:lnTo>
                <a:lnTo>
                  <a:pt x="26937" y="135217"/>
                </a:lnTo>
                <a:lnTo>
                  <a:pt x="40310" y="179642"/>
                </a:lnTo>
                <a:lnTo>
                  <a:pt x="53683" y="224057"/>
                </a:lnTo>
                <a:lnTo>
                  <a:pt x="67056" y="268481"/>
                </a:lnTo>
                <a:lnTo>
                  <a:pt x="80429" y="312906"/>
                </a:lnTo>
                <a:lnTo>
                  <a:pt x="93802" y="357330"/>
                </a:lnTo>
                <a:lnTo>
                  <a:pt x="107175" y="401755"/>
                </a:lnTo>
                <a:lnTo>
                  <a:pt x="120548" y="446180"/>
                </a:lnTo>
                <a:lnTo>
                  <a:pt x="133922" y="490604"/>
                </a:lnTo>
                <a:lnTo>
                  <a:pt x="147295" y="535029"/>
                </a:lnTo>
                <a:lnTo>
                  <a:pt x="160668" y="579453"/>
                </a:lnTo>
                <a:lnTo>
                  <a:pt x="174041" y="623878"/>
                </a:lnTo>
                <a:lnTo>
                  <a:pt x="187414" y="668303"/>
                </a:lnTo>
                <a:lnTo>
                  <a:pt x="200787" y="712727"/>
                </a:lnTo>
                <a:lnTo>
                  <a:pt x="214160" y="757152"/>
                </a:lnTo>
                <a:lnTo>
                  <a:pt x="227533" y="801576"/>
                </a:lnTo>
                <a:lnTo>
                  <a:pt x="240906" y="846001"/>
                </a:lnTo>
                <a:lnTo>
                  <a:pt x="253879" y="890530"/>
                </a:lnTo>
                <a:lnTo>
                  <a:pt x="264919" y="935593"/>
                </a:lnTo>
                <a:lnTo>
                  <a:pt x="275863" y="980675"/>
                </a:lnTo>
                <a:lnTo>
                  <a:pt x="286150" y="1025909"/>
                </a:lnTo>
                <a:lnTo>
                  <a:pt x="296437" y="1071153"/>
                </a:lnTo>
                <a:lnTo>
                  <a:pt x="306724" y="1116387"/>
                </a:lnTo>
                <a:lnTo>
                  <a:pt x="317011" y="1161621"/>
                </a:lnTo>
                <a:lnTo>
                  <a:pt x="327308" y="1206865"/>
                </a:lnTo>
                <a:lnTo>
                  <a:pt x="337595" y="1252099"/>
                </a:lnTo>
                <a:lnTo>
                  <a:pt x="347882" y="1297343"/>
                </a:lnTo>
                <a:lnTo>
                  <a:pt x="358169" y="1342577"/>
                </a:lnTo>
                <a:lnTo>
                  <a:pt x="368456" y="1387812"/>
                </a:lnTo>
                <a:lnTo>
                  <a:pt x="378752" y="1433055"/>
                </a:lnTo>
                <a:lnTo>
                  <a:pt x="389039" y="1478290"/>
                </a:lnTo>
                <a:lnTo>
                  <a:pt x="399326" y="1523533"/>
                </a:lnTo>
                <a:lnTo>
                  <a:pt x="409613" y="1568768"/>
                </a:lnTo>
                <a:lnTo>
                  <a:pt x="419900" y="1614002"/>
                </a:lnTo>
                <a:lnTo>
                  <a:pt x="430197" y="1659245"/>
                </a:lnTo>
                <a:lnTo>
                  <a:pt x="440484" y="1704480"/>
                </a:lnTo>
                <a:lnTo>
                  <a:pt x="450771" y="1749714"/>
                </a:lnTo>
                <a:lnTo>
                  <a:pt x="461058" y="1794958"/>
                </a:lnTo>
                <a:lnTo>
                  <a:pt x="471011" y="1840268"/>
                </a:lnTo>
                <a:lnTo>
                  <a:pt x="480765" y="1885626"/>
                </a:lnTo>
                <a:lnTo>
                  <a:pt x="490280" y="1931032"/>
                </a:lnTo>
                <a:lnTo>
                  <a:pt x="499662" y="1976466"/>
                </a:lnTo>
                <a:lnTo>
                  <a:pt x="509045" y="2021900"/>
                </a:lnTo>
                <a:lnTo>
                  <a:pt x="518417" y="2067335"/>
                </a:lnTo>
                <a:lnTo>
                  <a:pt x="527799" y="2112769"/>
                </a:lnTo>
                <a:lnTo>
                  <a:pt x="537172" y="2158203"/>
                </a:lnTo>
                <a:lnTo>
                  <a:pt x="546554" y="2203647"/>
                </a:lnTo>
                <a:lnTo>
                  <a:pt x="555936" y="2249081"/>
                </a:lnTo>
                <a:lnTo>
                  <a:pt x="565309" y="2294515"/>
                </a:lnTo>
                <a:lnTo>
                  <a:pt x="574691" y="2339950"/>
                </a:lnTo>
                <a:lnTo>
                  <a:pt x="584073" y="2385384"/>
                </a:lnTo>
                <a:lnTo>
                  <a:pt x="593446" y="2430818"/>
                </a:lnTo>
                <a:lnTo>
                  <a:pt x="602828" y="2476252"/>
                </a:lnTo>
                <a:lnTo>
                  <a:pt x="612200" y="2521687"/>
                </a:lnTo>
                <a:lnTo>
                  <a:pt x="621582" y="2567130"/>
                </a:lnTo>
                <a:lnTo>
                  <a:pt x="630965" y="2612565"/>
                </a:lnTo>
                <a:lnTo>
                  <a:pt x="640337" y="2657999"/>
                </a:lnTo>
                <a:lnTo>
                  <a:pt x="649719" y="2703433"/>
                </a:lnTo>
                <a:lnTo>
                  <a:pt x="659044" y="2748877"/>
                </a:lnTo>
                <a:lnTo>
                  <a:pt x="668141" y="2794368"/>
                </a:lnTo>
                <a:lnTo>
                  <a:pt x="677218" y="2839869"/>
                </a:lnTo>
                <a:lnTo>
                  <a:pt x="686210" y="2885380"/>
                </a:lnTo>
                <a:lnTo>
                  <a:pt x="695201" y="2930890"/>
                </a:lnTo>
                <a:lnTo>
                  <a:pt x="698535" y="2971752"/>
                </a:lnTo>
                <a:lnTo>
                  <a:pt x="652139" y="2971752"/>
                </a:lnTo>
                <a:lnTo>
                  <a:pt x="605742" y="2971752"/>
                </a:lnTo>
                <a:lnTo>
                  <a:pt x="559356" y="2971752"/>
                </a:lnTo>
                <a:lnTo>
                  <a:pt x="512959" y="2971752"/>
                </a:lnTo>
                <a:lnTo>
                  <a:pt x="466563" y="2971752"/>
                </a:lnTo>
                <a:lnTo>
                  <a:pt x="420176" y="2971752"/>
                </a:lnTo>
                <a:lnTo>
                  <a:pt x="373780" y="2971752"/>
                </a:lnTo>
                <a:lnTo>
                  <a:pt x="364284" y="2986926"/>
                </a:lnTo>
                <a:lnTo>
                  <a:pt x="397250" y="3019558"/>
                </a:lnTo>
                <a:lnTo>
                  <a:pt x="430225" y="3052201"/>
                </a:lnTo>
                <a:lnTo>
                  <a:pt x="463201" y="3084833"/>
                </a:lnTo>
                <a:lnTo>
                  <a:pt x="496167" y="3117466"/>
                </a:lnTo>
                <a:lnTo>
                  <a:pt x="529142" y="3150108"/>
                </a:lnTo>
                <a:lnTo>
                  <a:pt x="562118" y="3182741"/>
                </a:lnTo>
                <a:lnTo>
                  <a:pt x="595084" y="3215373"/>
                </a:lnTo>
                <a:lnTo>
                  <a:pt x="628059" y="3248015"/>
                </a:lnTo>
                <a:lnTo>
                  <a:pt x="661035" y="3280648"/>
                </a:lnTo>
                <a:lnTo>
                  <a:pt x="694011" y="3313290"/>
                </a:lnTo>
                <a:lnTo>
                  <a:pt x="726977" y="3345923"/>
                </a:lnTo>
                <a:lnTo>
                  <a:pt x="759952" y="3378556"/>
                </a:lnTo>
                <a:lnTo>
                  <a:pt x="792928" y="3411198"/>
                </a:lnTo>
                <a:lnTo>
                  <a:pt x="825894" y="3443830"/>
                </a:lnTo>
                <a:lnTo>
                  <a:pt x="858869" y="3476463"/>
                </a:lnTo>
                <a:lnTo>
                  <a:pt x="891845" y="3509105"/>
                </a:lnTo>
                <a:lnTo>
                  <a:pt x="924820" y="3541738"/>
                </a:lnTo>
                <a:lnTo>
                  <a:pt x="957786" y="3574380"/>
                </a:lnTo>
                <a:lnTo>
                  <a:pt x="990762" y="3607013"/>
                </a:lnTo>
                <a:lnTo>
                  <a:pt x="1023737" y="3639645"/>
                </a:lnTo>
                <a:lnTo>
                  <a:pt x="1056704" y="3672288"/>
                </a:lnTo>
                <a:lnTo>
                  <a:pt x="1089679" y="3704920"/>
                </a:lnTo>
                <a:lnTo>
                  <a:pt x="1122655" y="3691823"/>
                </a:lnTo>
                <a:lnTo>
                  <a:pt x="1155621" y="3659191"/>
                </a:lnTo>
                <a:lnTo>
                  <a:pt x="1188596" y="3626549"/>
                </a:lnTo>
                <a:lnTo>
                  <a:pt x="1221572" y="3593916"/>
                </a:lnTo>
                <a:lnTo>
                  <a:pt x="1254547" y="3561283"/>
                </a:lnTo>
                <a:lnTo>
                  <a:pt x="1287513" y="3528641"/>
                </a:lnTo>
                <a:lnTo>
                  <a:pt x="1320489" y="3496008"/>
                </a:lnTo>
                <a:lnTo>
                  <a:pt x="1353464" y="3463366"/>
                </a:lnTo>
                <a:lnTo>
                  <a:pt x="1386430" y="3430734"/>
                </a:lnTo>
                <a:lnTo>
                  <a:pt x="1419406" y="3398101"/>
                </a:lnTo>
                <a:lnTo>
                  <a:pt x="1452382" y="3365459"/>
                </a:lnTo>
                <a:lnTo>
                  <a:pt x="1485348" y="3332826"/>
                </a:lnTo>
                <a:lnTo>
                  <a:pt x="1518323" y="3300184"/>
                </a:lnTo>
                <a:lnTo>
                  <a:pt x="1551299" y="3267551"/>
                </a:lnTo>
                <a:lnTo>
                  <a:pt x="1584274" y="3234919"/>
                </a:lnTo>
                <a:lnTo>
                  <a:pt x="1617240" y="3202276"/>
                </a:lnTo>
                <a:lnTo>
                  <a:pt x="1650216" y="3169644"/>
                </a:lnTo>
                <a:lnTo>
                  <a:pt x="1683191" y="3137011"/>
                </a:lnTo>
                <a:lnTo>
                  <a:pt x="1716157" y="3104369"/>
                </a:lnTo>
                <a:lnTo>
                  <a:pt x="1749133" y="3071736"/>
                </a:lnTo>
                <a:lnTo>
                  <a:pt x="1782108" y="3039094"/>
                </a:lnTo>
                <a:lnTo>
                  <a:pt x="1815074" y="3006461"/>
                </a:lnTo>
                <a:lnTo>
                  <a:pt x="1848050" y="2973829"/>
                </a:lnTo>
                <a:lnTo>
                  <a:pt x="1806702" y="2971752"/>
                </a:lnTo>
                <a:lnTo>
                  <a:pt x="1760306" y="2971752"/>
                </a:lnTo>
                <a:lnTo>
                  <a:pt x="1713909" y="2971752"/>
                </a:lnTo>
                <a:lnTo>
                  <a:pt x="1667523" y="2971752"/>
                </a:lnTo>
                <a:lnTo>
                  <a:pt x="1621126" y="2971752"/>
                </a:lnTo>
                <a:lnTo>
                  <a:pt x="1574730" y="2971752"/>
                </a:lnTo>
                <a:lnTo>
                  <a:pt x="1528334" y="2971752"/>
                </a:lnTo>
                <a:lnTo>
                  <a:pt x="1498511" y="2958141"/>
                </a:lnTo>
                <a:lnTo>
                  <a:pt x="1507503" y="2912631"/>
                </a:lnTo>
                <a:lnTo>
                  <a:pt x="1516494" y="2867111"/>
                </a:lnTo>
                <a:lnTo>
                  <a:pt x="1525505" y="2821610"/>
                </a:lnTo>
                <a:lnTo>
                  <a:pt x="1534601" y="2776109"/>
                </a:lnTo>
                <a:lnTo>
                  <a:pt x="1543764" y="2730637"/>
                </a:lnTo>
                <a:lnTo>
                  <a:pt x="1553147" y="2685202"/>
                </a:lnTo>
                <a:lnTo>
                  <a:pt x="1562519" y="2639759"/>
                </a:lnTo>
                <a:lnTo>
                  <a:pt x="1571901" y="2594324"/>
                </a:lnTo>
                <a:lnTo>
                  <a:pt x="1581274" y="2548890"/>
                </a:lnTo>
                <a:lnTo>
                  <a:pt x="1590656" y="2503456"/>
                </a:lnTo>
                <a:lnTo>
                  <a:pt x="1600038" y="2458022"/>
                </a:lnTo>
                <a:lnTo>
                  <a:pt x="1609411" y="2412587"/>
                </a:lnTo>
                <a:lnTo>
                  <a:pt x="1618793" y="2367153"/>
                </a:lnTo>
                <a:lnTo>
                  <a:pt x="1628175" y="2321719"/>
                </a:lnTo>
                <a:lnTo>
                  <a:pt x="1637548" y="2276275"/>
                </a:lnTo>
                <a:lnTo>
                  <a:pt x="1646930" y="2230841"/>
                </a:lnTo>
                <a:lnTo>
                  <a:pt x="1656302" y="2185406"/>
                </a:lnTo>
                <a:lnTo>
                  <a:pt x="1665684" y="2139972"/>
                </a:lnTo>
                <a:lnTo>
                  <a:pt x="1675067" y="2094538"/>
                </a:lnTo>
                <a:lnTo>
                  <a:pt x="1684439" y="2049104"/>
                </a:lnTo>
                <a:lnTo>
                  <a:pt x="1693821" y="2003669"/>
                </a:lnTo>
                <a:lnTo>
                  <a:pt x="1703203" y="1958235"/>
                </a:lnTo>
                <a:lnTo>
                  <a:pt x="1712576" y="1912801"/>
                </a:lnTo>
                <a:lnTo>
                  <a:pt x="1722253" y="1867424"/>
                </a:lnTo>
                <a:lnTo>
                  <a:pt x="1731997" y="1822066"/>
                </a:lnTo>
                <a:lnTo>
                  <a:pt x="1742170" y="1776803"/>
                </a:lnTo>
                <a:lnTo>
                  <a:pt x="1752457" y="1731559"/>
                </a:lnTo>
                <a:lnTo>
                  <a:pt x="1762744" y="1686325"/>
                </a:lnTo>
                <a:lnTo>
                  <a:pt x="1773031" y="1641091"/>
                </a:lnTo>
                <a:lnTo>
                  <a:pt x="1783328" y="1595847"/>
                </a:lnTo>
                <a:lnTo>
                  <a:pt x="1793615" y="1550613"/>
                </a:lnTo>
                <a:lnTo>
                  <a:pt x="1803902" y="1505379"/>
                </a:lnTo>
                <a:lnTo>
                  <a:pt x="1814189" y="1460135"/>
                </a:lnTo>
                <a:lnTo>
                  <a:pt x="1824476" y="1414901"/>
                </a:lnTo>
                <a:lnTo>
                  <a:pt x="1834772" y="1369657"/>
                </a:lnTo>
                <a:lnTo>
                  <a:pt x="1845059" y="1324423"/>
                </a:lnTo>
                <a:lnTo>
                  <a:pt x="1855346" y="1279188"/>
                </a:lnTo>
                <a:lnTo>
                  <a:pt x="1865633" y="1233945"/>
                </a:lnTo>
                <a:lnTo>
                  <a:pt x="1875920" y="1188710"/>
                </a:lnTo>
                <a:lnTo>
                  <a:pt x="1886207" y="1143467"/>
                </a:lnTo>
                <a:lnTo>
                  <a:pt x="1896504" y="1098233"/>
                </a:lnTo>
                <a:lnTo>
                  <a:pt x="1906791" y="1052998"/>
                </a:lnTo>
                <a:lnTo>
                  <a:pt x="1917078" y="1007755"/>
                </a:lnTo>
                <a:lnTo>
                  <a:pt x="1927565" y="962568"/>
                </a:lnTo>
                <a:lnTo>
                  <a:pt x="1938604" y="917505"/>
                </a:lnTo>
                <a:lnTo>
                  <a:pt x="1950187" y="872595"/>
                </a:lnTo>
                <a:lnTo>
                  <a:pt x="1963560" y="828170"/>
                </a:lnTo>
                <a:lnTo>
                  <a:pt x="1976933" y="783746"/>
                </a:lnTo>
                <a:lnTo>
                  <a:pt x="1990306" y="739321"/>
                </a:lnTo>
                <a:lnTo>
                  <a:pt x="2003679" y="694896"/>
                </a:lnTo>
                <a:lnTo>
                  <a:pt x="2017052" y="650472"/>
                </a:lnTo>
                <a:lnTo>
                  <a:pt x="2030425" y="606047"/>
                </a:lnTo>
                <a:lnTo>
                  <a:pt x="2043798" y="561623"/>
                </a:lnTo>
                <a:lnTo>
                  <a:pt x="2057171" y="517198"/>
                </a:lnTo>
                <a:lnTo>
                  <a:pt x="2070545" y="472773"/>
                </a:lnTo>
                <a:lnTo>
                  <a:pt x="2083918" y="428349"/>
                </a:lnTo>
                <a:lnTo>
                  <a:pt x="2097291" y="383934"/>
                </a:lnTo>
                <a:lnTo>
                  <a:pt x="2110664" y="339509"/>
                </a:lnTo>
                <a:lnTo>
                  <a:pt x="2124037" y="295085"/>
                </a:lnTo>
                <a:lnTo>
                  <a:pt x="2137410" y="250660"/>
                </a:lnTo>
                <a:lnTo>
                  <a:pt x="2150783" y="206235"/>
                </a:lnTo>
                <a:lnTo>
                  <a:pt x="2164156" y="161811"/>
                </a:lnTo>
                <a:lnTo>
                  <a:pt x="2177520" y="117386"/>
                </a:lnTo>
                <a:lnTo>
                  <a:pt x="2190893" y="72962"/>
                </a:lnTo>
                <a:lnTo>
                  <a:pt x="2199094" y="27775"/>
                </a:lnTo>
                <a:lnTo>
                  <a:pt x="2180482" y="0"/>
                </a:lnTo>
                <a:lnTo>
                  <a:pt x="2134086" y="0"/>
                </a:lnTo>
                <a:lnTo>
                  <a:pt x="2087690" y="0"/>
                </a:lnTo>
                <a:lnTo>
                  <a:pt x="2041303" y="0"/>
                </a:lnTo>
                <a:lnTo>
                  <a:pt x="1994906" y="0"/>
                </a:lnTo>
                <a:lnTo>
                  <a:pt x="1948510" y="0"/>
                </a:lnTo>
                <a:lnTo>
                  <a:pt x="1902123" y="0"/>
                </a:lnTo>
                <a:lnTo>
                  <a:pt x="1855727" y="0"/>
                </a:lnTo>
                <a:lnTo>
                  <a:pt x="1809331" y="0"/>
                </a:lnTo>
                <a:lnTo>
                  <a:pt x="1762944" y="0"/>
                </a:lnTo>
                <a:lnTo>
                  <a:pt x="1716548" y="0"/>
                </a:lnTo>
                <a:lnTo>
                  <a:pt x="1670152" y="0"/>
                </a:lnTo>
                <a:lnTo>
                  <a:pt x="1623765" y="0"/>
                </a:lnTo>
                <a:lnTo>
                  <a:pt x="1577369" y="0"/>
                </a:lnTo>
                <a:lnTo>
                  <a:pt x="1530972" y="0"/>
                </a:lnTo>
                <a:lnTo>
                  <a:pt x="1484586" y="0"/>
                </a:lnTo>
                <a:lnTo>
                  <a:pt x="1438189" y="0"/>
                </a:lnTo>
                <a:lnTo>
                  <a:pt x="1391793" y="0"/>
                </a:lnTo>
                <a:lnTo>
                  <a:pt x="1345406" y="0"/>
                </a:lnTo>
                <a:lnTo>
                  <a:pt x="1299010" y="0"/>
                </a:lnTo>
                <a:lnTo>
                  <a:pt x="1252614" y="0"/>
                </a:lnTo>
                <a:lnTo>
                  <a:pt x="1206227" y="0"/>
                </a:lnTo>
                <a:lnTo>
                  <a:pt x="1159831" y="0"/>
                </a:lnTo>
                <a:lnTo>
                  <a:pt x="1113434" y="0"/>
                </a:lnTo>
                <a:lnTo>
                  <a:pt x="1067048" y="0"/>
                </a:lnTo>
                <a:lnTo>
                  <a:pt x="1020651" y="0"/>
                </a:lnTo>
                <a:lnTo>
                  <a:pt x="974255" y="0"/>
                </a:lnTo>
                <a:lnTo>
                  <a:pt x="927859" y="0"/>
                </a:lnTo>
                <a:lnTo>
                  <a:pt x="881472" y="0"/>
                </a:lnTo>
                <a:lnTo>
                  <a:pt x="835076" y="0"/>
                </a:lnTo>
                <a:lnTo>
                  <a:pt x="788680" y="0"/>
                </a:lnTo>
                <a:lnTo>
                  <a:pt x="742293" y="0"/>
                </a:lnTo>
                <a:lnTo>
                  <a:pt x="695897" y="0"/>
                </a:lnTo>
                <a:lnTo>
                  <a:pt x="649500" y="0"/>
                </a:lnTo>
                <a:lnTo>
                  <a:pt x="603113" y="0"/>
                </a:lnTo>
                <a:lnTo>
                  <a:pt x="556717" y="0"/>
                </a:lnTo>
                <a:lnTo>
                  <a:pt x="510321" y="0"/>
                </a:lnTo>
                <a:lnTo>
                  <a:pt x="463934" y="0"/>
                </a:lnTo>
                <a:lnTo>
                  <a:pt x="417538" y="0"/>
                </a:lnTo>
                <a:lnTo>
                  <a:pt x="371142" y="0"/>
                </a:lnTo>
                <a:lnTo>
                  <a:pt x="324755" y="0"/>
                </a:lnTo>
                <a:lnTo>
                  <a:pt x="278359" y="0"/>
                </a:lnTo>
                <a:lnTo>
                  <a:pt x="231962" y="0"/>
                </a:lnTo>
                <a:lnTo>
                  <a:pt x="185576" y="0"/>
                </a:lnTo>
                <a:lnTo>
                  <a:pt x="139179" y="0"/>
                </a:lnTo>
                <a:lnTo>
                  <a:pt x="92783" y="0"/>
                </a:lnTo>
                <a:lnTo>
                  <a:pt x="46396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D9EBFA">
                  <a:alpha val="0"/>
                </a:srgbClr>
              </a:gs>
              <a:gs pos="42000">
                <a:srgbClr val="B8D8F2">
                  <a:alpha val="16000"/>
                </a:srgbClr>
              </a:gs>
              <a:gs pos="76000">
                <a:srgbClr val="8FC4EE">
                  <a:alpha val="32000"/>
                </a:srgbClr>
              </a:gs>
              <a:gs pos="100000">
                <a:srgbClr val="72B3E8">
                  <a:alpha val="520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11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5CCB0BA0-40BF-4ED8-AEE7-66825260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0562" y="1458711"/>
            <a:ext cx="3011986" cy="319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广泛触达</a:t>
            </a:r>
          </a:p>
        </p:txBody>
      </p:sp>
      <p:sp>
        <p:nvSpPr>
          <p:cNvPr id="12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3AE0A5C9-1A99-406A-9387-041C34B1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6364" y="2387398"/>
            <a:ext cx="2220363" cy="319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兴趣识别</a:t>
            </a:r>
          </a:p>
        </p:txBody>
      </p:sp>
      <p:sp>
        <p:nvSpPr>
          <p:cNvPr id="13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EC0B3113-4E4D-4D67-95A4-52905A08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6456" y="3316086"/>
            <a:ext cx="1500188" cy="319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意向培育</a:t>
            </a:r>
          </a:p>
        </p:txBody>
      </p:sp>
      <p:sp>
        <p:nvSpPr>
          <p:cNvPr id="14" name="simple-step-title-3">
            <a:extLst xmlns:a="http://schemas.openxmlformats.org/drawingml/2006/main">
              <a:ext uri="{FF2B5EF4-FFF2-40B4-BE49-F238E27FC236}">
                <a16:creationId xmlns:a16="http://schemas.microsoft.com/office/drawing/2014/main" id="{08D8338E-EB53-4ABD-9A53-CA080FD9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3659" y="4244773"/>
            <a:ext cx="1005783" cy="319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行动转化</a:t>
            </a:r>
          </a:p>
        </p:txBody>
      </p:sp>
      <p:sp>
        <p:nvSpPr>
          <p:cNvPr id="15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640ACD61-58F4-4F84-B948-6ACF6F25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4967" y="354259"/>
            <a:ext cx="525666" cy="5256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77d5e473874ec7">
            <a:extLst>
              <a:ext uri="{96DAC541-7B7A-43D3-8B79-37D633B846F1}">
                <asvg:svgBlip xmlns:asvg="http://schemas.microsoft.com/office/drawing/2016/SVG/main" r:embed="R70f7594c43874c0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18792" y="478084"/>
            <a:ext cx="278016" cy="278016"/>
          </a:xfrm>
          <a:prstGeom xmlns:a="http://schemas.openxmlformats.org/drawingml/2006/main" prst="rect">
            <a:avLst/>
          </a:prstGeom>
        </p:spPr>
      </p:pic>
      <p:sp>
        <p:nvSpPr>
          <p:cNvPr id="17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F358A0CB-48E9-472E-8458-1830020A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1700" y="114343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7815f68864181">
            <a:extLst>
              <a:ext uri="{96DAC541-7B7A-43D3-8B79-37D633B846F1}">
                <asvg:svgBlip xmlns:asvg="http://schemas.microsoft.com/office/drawing/2016/SVG/main" r:embed="R1a4e6e728c9843f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105525" y="238168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9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D33FE073-9FCC-40A9-8342-3A6F356F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9967" y="57193"/>
            <a:ext cx="525666" cy="5256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7e87cd70d4b2d">
            <a:extLst>
              <a:ext uri="{96DAC541-7B7A-43D3-8B79-37D633B846F1}">
                <asvg:svgBlip xmlns:asvg="http://schemas.microsoft.com/office/drawing/2016/SVG/main" r:embed="R4afd0349d6c6432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23792" y="181018"/>
            <a:ext cx="278016" cy="278016"/>
          </a:xfrm>
          <a:prstGeom xmlns:a="http://schemas.openxmlformats.org/drawingml/2006/main" prst="rect">
            <a:avLst/>
          </a:prstGeom>
        </p:spPr>
      </p:pic>
      <p:sp>
        <p:nvSpPr>
          <p:cNvPr id="21" name="simple-input-core-3">
            <a:extLst xmlns:a="http://schemas.openxmlformats.org/drawingml/2006/main">
              <a:ext uri="{FF2B5EF4-FFF2-40B4-BE49-F238E27FC236}">
                <a16:creationId xmlns:a16="http://schemas.microsoft.com/office/drawing/2014/main" id="{BC786B77-58B6-47C3-8ABB-7199537A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297109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b66faabefa4445">
            <a:extLst>
              <a:ext uri="{96DAC541-7B7A-43D3-8B79-37D633B846F1}">
                <asvg:svgBlip xmlns:asvg="http://schemas.microsoft.com/office/drawing/2016/SVG/main" r:embed="R0da8c89613334f2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10525" y="420934"/>
            <a:ext cx="209550" cy="209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2791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2026-09-07T13:58:38.4790000Z</dcterms:created>
  <dcterms:modified xsi:type="dcterms:W3CDTF">2026-09-07T13:58:38.4790000Z</dcterms:modified>
</coreProperties>
</file>