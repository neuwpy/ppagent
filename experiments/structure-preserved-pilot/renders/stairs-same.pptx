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355b0867ea4c6a" /><Relationship Type="http://schemas.openxmlformats.org/officeDocument/2006/relationships/extended-properties" Target="/docProps/app.xml" Id="R94ab171936684a7d" /><Relationship Type="http://schemas.openxmlformats.org/officeDocument/2006/relationships/officeDocument" Target="/ppt/presentation.xml" Id="R0bba63607ec947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e09117102341d3"/>
  </p:sldMasterIdLst>
  <p:notesMasterIdLst>
    <p:notesMasterId xmlns:r="http://schemas.openxmlformats.org/officeDocument/2006/relationships" r:id="R6b174111fb8c4bd0"/>
  </p:notesMasterIdLst>
  <p:sldIdLst>
    <p:sldId xmlns:r="http://schemas.openxmlformats.org/officeDocument/2006/relationships" id="256" r:id="R0532e51177f24bc1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0e33f500b2405f" /><Relationship Type="http://schemas.openxmlformats.org/officeDocument/2006/relationships/slideMaster" Target="/ppt/slideMasters/slideMaster1.xml" Id="R95e09117102341d3" /><Relationship Type="http://schemas.openxmlformats.org/officeDocument/2006/relationships/notesMaster" Target="/ppt/notesMasters/notesMaster1.xml" Id="R6b174111fb8c4bd0" /><Relationship Type="http://schemas.openxmlformats.org/officeDocument/2006/relationships/presProps" Target="/ppt/presProps.xml" Id="R101925eaaebb4738" /><Relationship Type="http://schemas.openxmlformats.org/officeDocument/2006/relationships/tableStyles" Target="/ppt/tableStyles.xml" Id="R0f80b5f71a8e460a" /><Relationship Type="http://schemas.openxmlformats.org/officeDocument/2006/relationships/slide" Target="/ppt/slides/slide1.xml" Id="R0532e51177f24b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058ec185a042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574a7dcafd4f04" /><Relationship Type="http://schemas.openxmlformats.org/officeDocument/2006/relationships/notesMaster" Target="/ppt/notesMasters/notesMaster1.xml" Id="Rb832518f4b5745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00ebf0f9140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d6f2a2e0e04b0c" /><Relationship Type="http://schemas.openxmlformats.org/officeDocument/2006/relationships/slideLayout" Target="/ppt/slideLayouts/slideLayout1.xml" Id="R0d851391a8a443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851391a8a443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173d09e8a45d3" /><Relationship Type="http://schemas.openxmlformats.org/officeDocument/2006/relationships/notesSlide" Target="/ppt/notesSlides/notesSlide1.xml" Id="Ra984b502f1e149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AD6CEF22-3DC7-4113-AE74-4B9EA5B7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218" y="2643816"/>
            <a:ext cx="1502378" cy="1084507"/>
          </a:xfrm>
          <a:custGeom xmlns:a="http://schemas.openxmlformats.org/drawingml/2006/main">
            <a:pathLst>
              <a:path w="1502378" h="1084507">
                <a:moveTo>
                  <a:pt x="89240" y="151771"/>
                </a:moveTo>
                <a:lnTo>
                  <a:pt x="108804" y="149666"/>
                </a:lnTo>
                <a:lnTo>
                  <a:pt x="128368" y="147561"/>
                </a:lnTo>
                <a:lnTo>
                  <a:pt x="147933" y="145447"/>
                </a:lnTo>
                <a:lnTo>
                  <a:pt x="167497" y="143342"/>
                </a:lnTo>
                <a:lnTo>
                  <a:pt x="187061" y="141237"/>
                </a:lnTo>
                <a:lnTo>
                  <a:pt x="206626" y="139122"/>
                </a:lnTo>
                <a:lnTo>
                  <a:pt x="226190" y="137017"/>
                </a:lnTo>
                <a:lnTo>
                  <a:pt x="245755" y="134912"/>
                </a:lnTo>
                <a:lnTo>
                  <a:pt x="265319" y="132798"/>
                </a:lnTo>
                <a:lnTo>
                  <a:pt x="284883" y="130693"/>
                </a:lnTo>
                <a:lnTo>
                  <a:pt x="304448" y="128588"/>
                </a:lnTo>
                <a:lnTo>
                  <a:pt x="324012" y="126473"/>
                </a:lnTo>
                <a:lnTo>
                  <a:pt x="343576" y="124368"/>
                </a:lnTo>
                <a:lnTo>
                  <a:pt x="363141" y="122263"/>
                </a:lnTo>
                <a:lnTo>
                  <a:pt x="382705" y="120158"/>
                </a:lnTo>
                <a:lnTo>
                  <a:pt x="402269" y="118043"/>
                </a:lnTo>
                <a:lnTo>
                  <a:pt x="421834" y="115938"/>
                </a:lnTo>
                <a:lnTo>
                  <a:pt x="441398" y="113833"/>
                </a:lnTo>
                <a:lnTo>
                  <a:pt x="460962" y="111719"/>
                </a:lnTo>
                <a:lnTo>
                  <a:pt x="480527" y="109614"/>
                </a:lnTo>
                <a:lnTo>
                  <a:pt x="500091" y="107509"/>
                </a:lnTo>
                <a:lnTo>
                  <a:pt x="519655" y="105394"/>
                </a:lnTo>
                <a:lnTo>
                  <a:pt x="539220" y="103289"/>
                </a:lnTo>
                <a:lnTo>
                  <a:pt x="558784" y="101184"/>
                </a:lnTo>
                <a:lnTo>
                  <a:pt x="578348" y="99070"/>
                </a:lnTo>
                <a:lnTo>
                  <a:pt x="597913" y="96965"/>
                </a:lnTo>
                <a:lnTo>
                  <a:pt x="617477" y="94859"/>
                </a:lnTo>
                <a:lnTo>
                  <a:pt x="637042" y="92754"/>
                </a:lnTo>
                <a:lnTo>
                  <a:pt x="656606" y="90640"/>
                </a:lnTo>
                <a:lnTo>
                  <a:pt x="676170" y="88535"/>
                </a:lnTo>
                <a:lnTo>
                  <a:pt x="695735" y="86430"/>
                </a:lnTo>
                <a:lnTo>
                  <a:pt x="715299" y="84315"/>
                </a:lnTo>
                <a:lnTo>
                  <a:pt x="734863" y="82210"/>
                </a:lnTo>
                <a:lnTo>
                  <a:pt x="754428" y="80105"/>
                </a:lnTo>
                <a:lnTo>
                  <a:pt x="773992" y="77991"/>
                </a:lnTo>
                <a:lnTo>
                  <a:pt x="793556" y="75886"/>
                </a:lnTo>
                <a:lnTo>
                  <a:pt x="813121" y="73781"/>
                </a:lnTo>
                <a:lnTo>
                  <a:pt x="832685" y="71666"/>
                </a:lnTo>
                <a:lnTo>
                  <a:pt x="852249" y="69561"/>
                </a:lnTo>
                <a:lnTo>
                  <a:pt x="871814" y="67456"/>
                </a:lnTo>
                <a:lnTo>
                  <a:pt x="891378" y="65351"/>
                </a:lnTo>
                <a:lnTo>
                  <a:pt x="910942" y="63236"/>
                </a:lnTo>
                <a:lnTo>
                  <a:pt x="930507" y="61131"/>
                </a:lnTo>
                <a:lnTo>
                  <a:pt x="950071" y="59026"/>
                </a:lnTo>
                <a:lnTo>
                  <a:pt x="969635" y="56912"/>
                </a:lnTo>
                <a:lnTo>
                  <a:pt x="989200" y="54807"/>
                </a:lnTo>
                <a:lnTo>
                  <a:pt x="1008764" y="52702"/>
                </a:lnTo>
                <a:lnTo>
                  <a:pt x="1028329" y="50587"/>
                </a:lnTo>
                <a:lnTo>
                  <a:pt x="1047893" y="48482"/>
                </a:lnTo>
                <a:lnTo>
                  <a:pt x="1067457" y="46377"/>
                </a:lnTo>
                <a:lnTo>
                  <a:pt x="1087022" y="44263"/>
                </a:lnTo>
                <a:lnTo>
                  <a:pt x="1106586" y="42158"/>
                </a:lnTo>
                <a:lnTo>
                  <a:pt x="1126150" y="40053"/>
                </a:lnTo>
                <a:lnTo>
                  <a:pt x="1145715" y="37948"/>
                </a:lnTo>
                <a:lnTo>
                  <a:pt x="1165279" y="35833"/>
                </a:lnTo>
                <a:lnTo>
                  <a:pt x="1184843" y="33728"/>
                </a:lnTo>
                <a:lnTo>
                  <a:pt x="1204408" y="31623"/>
                </a:lnTo>
                <a:lnTo>
                  <a:pt x="1223972" y="29508"/>
                </a:lnTo>
                <a:lnTo>
                  <a:pt x="1243536" y="27403"/>
                </a:lnTo>
                <a:lnTo>
                  <a:pt x="1263101" y="25298"/>
                </a:lnTo>
                <a:lnTo>
                  <a:pt x="1282665" y="23184"/>
                </a:lnTo>
                <a:lnTo>
                  <a:pt x="1302229" y="21079"/>
                </a:lnTo>
                <a:lnTo>
                  <a:pt x="1321794" y="18974"/>
                </a:lnTo>
                <a:lnTo>
                  <a:pt x="1341358" y="16859"/>
                </a:lnTo>
                <a:lnTo>
                  <a:pt x="1360922" y="14754"/>
                </a:lnTo>
                <a:lnTo>
                  <a:pt x="1380487" y="12649"/>
                </a:lnTo>
                <a:lnTo>
                  <a:pt x="1400061" y="10544"/>
                </a:lnTo>
                <a:lnTo>
                  <a:pt x="1419625" y="8430"/>
                </a:lnTo>
                <a:lnTo>
                  <a:pt x="1439189" y="6325"/>
                </a:lnTo>
                <a:lnTo>
                  <a:pt x="1458754" y="4220"/>
                </a:lnTo>
                <a:lnTo>
                  <a:pt x="1478318" y="2105"/>
                </a:lnTo>
                <a:lnTo>
                  <a:pt x="1497882" y="0"/>
                </a:lnTo>
                <a:lnTo>
                  <a:pt x="1502378" y="13135"/>
                </a:lnTo>
                <a:lnTo>
                  <a:pt x="1500502" y="32718"/>
                </a:lnTo>
                <a:lnTo>
                  <a:pt x="1498625" y="52311"/>
                </a:lnTo>
                <a:lnTo>
                  <a:pt x="1496749" y="71895"/>
                </a:lnTo>
                <a:lnTo>
                  <a:pt x="1494873" y="91488"/>
                </a:lnTo>
                <a:lnTo>
                  <a:pt x="1492996" y="111071"/>
                </a:lnTo>
                <a:lnTo>
                  <a:pt x="1491120" y="130664"/>
                </a:lnTo>
                <a:lnTo>
                  <a:pt x="1489243" y="150247"/>
                </a:lnTo>
                <a:lnTo>
                  <a:pt x="1487367" y="169840"/>
                </a:lnTo>
                <a:lnTo>
                  <a:pt x="1485490" y="189424"/>
                </a:lnTo>
                <a:lnTo>
                  <a:pt x="1483614" y="209017"/>
                </a:lnTo>
                <a:lnTo>
                  <a:pt x="1481738" y="228600"/>
                </a:lnTo>
                <a:lnTo>
                  <a:pt x="1479852" y="248193"/>
                </a:lnTo>
                <a:lnTo>
                  <a:pt x="1477975" y="267776"/>
                </a:lnTo>
                <a:lnTo>
                  <a:pt x="1476099" y="287369"/>
                </a:lnTo>
                <a:lnTo>
                  <a:pt x="1474222" y="306953"/>
                </a:lnTo>
                <a:lnTo>
                  <a:pt x="1472346" y="326546"/>
                </a:lnTo>
                <a:lnTo>
                  <a:pt x="1470470" y="346129"/>
                </a:lnTo>
                <a:lnTo>
                  <a:pt x="1468593" y="365722"/>
                </a:lnTo>
                <a:lnTo>
                  <a:pt x="1466717" y="385305"/>
                </a:lnTo>
                <a:lnTo>
                  <a:pt x="1464840" y="404898"/>
                </a:lnTo>
                <a:lnTo>
                  <a:pt x="1462964" y="424482"/>
                </a:lnTo>
                <a:lnTo>
                  <a:pt x="1461087" y="444075"/>
                </a:lnTo>
                <a:lnTo>
                  <a:pt x="1459211" y="463658"/>
                </a:lnTo>
                <a:lnTo>
                  <a:pt x="1457335" y="483241"/>
                </a:lnTo>
                <a:lnTo>
                  <a:pt x="1455458" y="502834"/>
                </a:lnTo>
                <a:lnTo>
                  <a:pt x="1453582" y="522418"/>
                </a:lnTo>
                <a:lnTo>
                  <a:pt x="1451705" y="542011"/>
                </a:lnTo>
                <a:lnTo>
                  <a:pt x="1449829" y="561594"/>
                </a:lnTo>
                <a:lnTo>
                  <a:pt x="1447952" y="581187"/>
                </a:lnTo>
                <a:lnTo>
                  <a:pt x="1446076" y="600770"/>
                </a:lnTo>
                <a:lnTo>
                  <a:pt x="1444200" y="620363"/>
                </a:lnTo>
                <a:lnTo>
                  <a:pt x="1442314" y="639947"/>
                </a:lnTo>
                <a:lnTo>
                  <a:pt x="1440437" y="659540"/>
                </a:lnTo>
                <a:lnTo>
                  <a:pt x="1438561" y="679123"/>
                </a:lnTo>
                <a:lnTo>
                  <a:pt x="1436684" y="698716"/>
                </a:lnTo>
                <a:lnTo>
                  <a:pt x="1434808" y="718299"/>
                </a:lnTo>
                <a:lnTo>
                  <a:pt x="1432931" y="737892"/>
                </a:lnTo>
                <a:lnTo>
                  <a:pt x="1431055" y="757476"/>
                </a:lnTo>
                <a:lnTo>
                  <a:pt x="1429179" y="777069"/>
                </a:lnTo>
                <a:lnTo>
                  <a:pt x="1427302" y="796652"/>
                </a:lnTo>
                <a:lnTo>
                  <a:pt x="1425426" y="816245"/>
                </a:lnTo>
                <a:lnTo>
                  <a:pt x="1423549" y="835828"/>
                </a:lnTo>
                <a:lnTo>
                  <a:pt x="1421673" y="855421"/>
                </a:lnTo>
                <a:lnTo>
                  <a:pt x="1419797" y="875005"/>
                </a:lnTo>
                <a:lnTo>
                  <a:pt x="1417920" y="894598"/>
                </a:lnTo>
                <a:lnTo>
                  <a:pt x="1416044" y="914181"/>
                </a:lnTo>
                <a:lnTo>
                  <a:pt x="1414167" y="933774"/>
                </a:lnTo>
                <a:lnTo>
                  <a:pt x="1394603" y="935869"/>
                </a:lnTo>
                <a:lnTo>
                  <a:pt x="1375039" y="937965"/>
                </a:lnTo>
                <a:lnTo>
                  <a:pt x="1355474" y="940060"/>
                </a:lnTo>
                <a:lnTo>
                  <a:pt x="1335900" y="942146"/>
                </a:lnTo>
                <a:lnTo>
                  <a:pt x="1316336" y="944242"/>
                </a:lnTo>
                <a:lnTo>
                  <a:pt x="1296772" y="946337"/>
                </a:lnTo>
                <a:lnTo>
                  <a:pt x="1277207" y="948433"/>
                </a:lnTo>
                <a:lnTo>
                  <a:pt x="1257643" y="950519"/>
                </a:lnTo>
                <a:lnTo>
                  <a:pt x="1238079" y="952614"/>
                </a:lnTo>
                <a:lnTo>
                  <a:pt x="1218505" y="954710"/>
                </a:lnTo>
                <a:lnTo>
                  <a:pt x="1198940" y="956805"/>
                </a:lnTo>
                <a:lnTo>
                  <a:pt x="1179376" y="958901"/>
                </a:lnTo>
                <a:lnTo>
                  <a:pt x="1159812" y="960987"/>
                </a:lnTo>
                <a:lnTo>
                  <a:pt x="1140247" y="963082"/>
                </a:lnTo>
                <a:lnTo>
                  <a:pt x="1120683" y="965178"/>
                </a:lnTo>
                <a:lnTo>
                  <a:pt x="1101109" y="967273"/>
                </a:lnTo>
                <a:lnTo>
                  <a:pt x="1081545" y="969369"/>
                </a:lnTo>
                <a:lnTo>
                  <a:pt x="1061980" y="971455"/>
                </a:lnTo>
                <a:lnTo>
                  <a:pt x="1042416" y="973550"/>
                </a:lnTo>
                <a:lnTo>
                  <a:pt x="1022852" y="975646"/>
                </a:lnTo>
                <a:lnTo>
                  <a:pt x="1003278" y="977741"/>
                </a:lnTo>
                <a:lnTo>
                  <a:pt x="983713" y="979837"/>
                </a:lnTo>
                <a:lnTo>
                  <a:pt x="964149" y="981923"/>
                </a:lnTo>
                <a:lnTo>
                  <a:pt x="944585" y="984018"/>
                </a:lnTo>
                <a:lnTo>
                  <a:pt x="925020" y="986114"/>
                </a:lnTo>
                <a:lnTo>
                  <a:pt x="905456" y="988209"/>
                </a:lnTo>
                <a:lnTo>
                  <a:pt x="885882" y="990305"/>
                </a:lnTo>
                <a:lnTo>
                  <a:pt x="866318" y="992391"/>
                </a:lnTo>
                <a:lnTo>
                  <a:pt x="846753" y="994486"/>
                </a:lnTo>
                <a:lnTo>
                  <a:pt x="827189" y="996582"/>
                </a:lnTo>
                <a:lnTo>
                  <a:pt x="807625" y="998677"/>
                </a:lnTo>
                <a:lnTo>
                  <a:pt x="788060" y="1000773"/>
                </a:lnTo>
                <a:lnTo>
                  <a:pt x="768487" y="1002859"/>
                </a:lnTo>
                <a:lnTo>
                  <a:pt x="748922" y="1004954"/>
                </a:lnTo>
                <a:lnTo>
                  <a:pt x="729358" y="1007050"/>
                </a:lnTo>
                <a:lnTo>
                  <a:pt x="709793" y="1009145"/>
                </a:lnTo>
                <a:lnTo>
                  <a:pt x="690229" y="1011241"/>
                </a:lnTo>
                <a:lnTo>
                  <a:pt x="670655" y="1013327"/>
                </a:lnTo>
                <a:lnTo>
                  <a:pt x="651091" y="1015422"/>
                </a:lnTo>
                <a:lnTo>
                  <a:pt x="631527" y="1017518"/>
                </a:lnTo>
                <a:lnTo>
                  <a:pt x="611962" y="1019613"/>
                </a:lnTo>
                <a:lnTo>
                  <a:pt x="592398" y="1021699"/>
                </a:lnTo>
                <a:lnTo>
                  <a:pt x="572834" y="1023795"/>
                </a:lnTo>
                <a:lnTo>
                  <a:pt x="553260" y="1025890"/>
                </a:lnTo>
                <a:lnTo>
                  <a:pt x="533695" y="1027986"/>
                </a:lnTo>
                <a:lnTo>
                  <a:pt x="514131" y="1030081"/>
                </a:lnTo>
                <a:lnTo>
                  <a:pt x="494567" y="1032167"/>
                </a:lnTo>
                <a:lnTo>
                  <a:pt x="475002" y="1034263"/>
                </a:lnTo>
                <a:lnTo>
                  <a:pt x="455438" y="1036358"/>
                </a:lnTo>
                <a:lnTo>
                  <a:pt x="435864" y="1038454"/>
                </a:lnTo>
                <a:lnTo>
                  <a:pt x="416300" y="1040549"/>
                </a:lnTo>
                <a:lnTo>
                  <a:pt x="396735" y="1042635"/>
                </a:lnTo>
                <a:lnTo>
                  <a:pt x="377171" y="1044731"/>
                </a:lnTo>
                <a:lnTo>
                  <a:pt x="357607" y="1046826"/>
                </a:lnTo>
                <a:lnTo>
                  <a:pt x="338033" y="1048922"/>
                </a:lnTo>
                <a:lnTo>
                  <a:pt x="318468" y="1051017"/>
                </a:lnTo>
                <a:lnTo>
                  <a:pt x="298904" y="1053103"/>
                </a:lnTo>
                <a:lnTo>
                  <a:pt x="279340" y="1055199"/>
                </a:lnTo>
                <a:lnTo>
                  <a:pt x="259775" y="1057294"/>
                </a:lnTo>
                <a:lnTo>
                  <a:pt x="240211" y="1059390"/>
                </a:lnTo>
                <a:lnTo>
                  <a:pt x="220637" y="1061485"/>
                </a:lnTo>
                <a:lnTo>
                  <a:pt x="201073" y="1063571"/>
                </a:lnTo>
                <a:lnTo>
                  <a:pt x="181508" y="1065667"/>
                </a:lnTo>
                <a:lnTo>
                  <a:pt x="161944" y="1067762"/>
                </a:lnTo>
                <a:lnTo>
                  <a:pt x="142380" y="1069858"/>
                </a:lnTo>
                <a:lnTo>
                  <a:pt x="122815" y="1071953"/>
                </a:lnTo>
                <a:lnTo>
                  <a:pt x="103241" y="1074039"/>
                </a:lnTo>
                <a:lnTo>
                  <a:pt x="83677" y="1076135"/>
                </a:lnTo>
                <a:lnTo>
                  <a:pt x="64113" y="1078230"/>
                </a:lnTo>
                <a:lnTo>
                  <a:pt x="44548" y="1080326"/>
                </a:lnTo>
                <a:lnTo>
                  <a:pt x="24984" y="1082411"/>
                </a:lnTo>
                <a:lnTo>
                  <a:pt x="5410" y="1084507"/>
                </a:lnTo>
                <a:lnTo>
                  <a:pt x="0" y="1072315"/>
                </a:lnTo>
                <a:lnTo>
                  <a:pt x="1895" y="1052722"/>
                </a:lnTo>
                <a:lnTo>
                  <a:pt x="3800" y="1033139"/>
                </a:lnTo>
                <a:lnTo>
                  <a:pt x="5696" y="1013555"/>
                </a:lnTo>
                <a:lnTo>
                  <a:pt x="7591" y="993962"/>
                </a:lnTo>
                <a:lnTo>
                  <a:pt x="9496" y="974379"/>
                </a:lnTo>
                <a:lnTo>
                  <a:pt x="11392" y="954796"/>
                </a:lnTo>
                <a:lnTo>
                  <a:pt x="13287" y="935212"/>
                </a:lnTo>
                <a:lnTo>
                  <a:pt x="15192" y="915619"/>
                </a:lnTo>
                <a:lnTo>
                  <a:pt x="17088" y="896036"/>
                </a:lnTo>
                <a:lnTo>
                  <a:pt x="18983" y="876452"/>
                </a:lnTo>
                <a:lnTo>
                  <a:pt x="20888" y="856869"/>
                </a:lnTo>
                <a:lnTo>
                  <a:pt x="22784" y="837276"/>
                </a:lnTo>
                <a:lnTo>
                  <a:pt x="24679" y="817693"/>
                </a:lnTo>
                <a:lnTo>
                  <a:pt x="26584" y="798109"/>
                </a:lnTo>
                <a:lnTo>
                  <a:pt x="28480" y="778526"/>
                </a:lnTo>
                <a:lnTo>
                  <a:pt x="30375" y="758933"/>
                </a:lnTo>
                <a:lnTo>
                  <a:pt x="32280" y="739350"/>
                </a:lnTo>
                <a:lnTo>
                  <a:pt x="34176" y="719766"/>
                </a:lnTo>
                <a:lnTo>
                  <a:pt x="36071" y="700183"/>
                </a:lnTo>
                <a:lnTo>
                  <a:pt x="37976" y="680590"/>
                </a:lnTo>
                <a:lnTo>
                  <a:pt x="39872" y="661006"/>
                </a:lnTo>
                <a:lnTo>
                  <a:pt x="41767" y="641423"/>
                </a:lnTo>
                <a:lnTo>
                  <a:pt x="43672" y="621830"/>
                </a:lnTo>
                <a:lnTo>
                  <a:pt x="45568" y="602247"/>
                </a:lnTo>
                <a:lnTo>
                  <a:pt x="47463" y="582663"/>
                </a:lnTo>
                <a:lnTo>
                  <a:pt x="49368" y="563080"/>
                </a:lnTo>
                <a:lnTo>
                  <a:pt x="51264" y="543487"/>
                </a:lnTo>
                <a:lnTo>
                  <a:pt x="53159" y="523904"/>
                </a:lnTo>
                <a:lnTo>
                  <a:pt x="55064" y="504320"/>
                </a:lnTo>
                <a:lnTo>
                  <a:pt x="56960" y="484737"/>
                </a:lnTo>
                <a:lnTo>
                  <a:pt x="58855" y="465144"/>
                </a:lnTo>
                <a:lnTo>
                  <a:pt x="60760" y="445560"/>
                </a:lnTo>
                <a:lnTo>
                  <a:pt x="62655" y="425977"/>
                </a:lnTo>
                <a:lnTo>
                  <a:pt x="64551" y="406394"/>
                </a:lnTo>
                <a:lnTo>
                  <a:pt x="66456" y="386801"/>
                </a:lnTo>
                <a:lnTo>
                  <a:pt x="68351" y="367217"/>
                </a:lnTo>
                <a:lnTo>
                  <a:pt x="70247" y="347634"/>
                </a:lnTo>
                <a:lnTo>
                  <a:pt x="72152" y="328051"/>
                </a:lnTo>
                <a:lnTo>
                  <a:pt x="74047" y="308458"/>
                </a:lnTo>
                <a:lnTo>
                  <a:pt x="75943" y="288874"/>
                </a:lnTo>
                <a:lnTo>
                  <a:pt x="77848" y="269291"/>
                </a:lnTo>
                <a:lnTo>
                  <a:pt x="79743" y="249698"/>
                </a:lnTo>
                <a:lnTo>
                  <a:pt x="81639" y="230114"/>
                </a:lnTo>
                <a:lnTo>
                  <a:pt x="83544" y="210531"/>
                </a:lnTo>
                <a:lnTo>
                  <a:pt x="85439" y="190948"/>
                </a:lnTo>
                <a:lnTo>
                  <a:pt x="87335" y="171355"/>
                </a:lnTo>
                <a:lnTo>
                  <a:pt x="89240" y="151771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F9956DF5-1364-4B5E-9B99-942734BA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5617" y="2072326"/>
            <a:ext cx="1502273" cy="1084612"/>
          </a:xfrm>
          <a:custGeom xmlns:a="http://schemas.openxmlformats.org/drawingml/2006/main">
            <a:pathLst>
              <a:path w="1502273" h="1084612">
                <a:moveTo>
                  <a:pt x="89125" y="150809"/>
                </a:moveTo>
                <a:lnTo>
                  <a:pt x="108690" y="148714"/>
                </a:lnTo>
                <a:lnTo>
                  <a:pt x="128254" y="146618"/>
                </a:lnTo>
                <a:lnTo>
                  <a:pt x="147818" y="144523"/>
                </a:lnTo>
                <a:lnTo>
                  <a:pt x="167383" y="142427"/>
                </a:lnTo>
                <a:lnTo>
                  <a:pt x="186938" y="140332"/>
                </a:lnTo>
                <a:lnTo>
                  <a:pt x="206502" y="138236"/>
                </a:lnTo>
                <a:lnTo>
                  <a:pt x="226066" y="136150"/>
                </a:lnTo>
                <a:lnTo>
                  <a:pt x="245631" y="134055"/>
                </a:lnTo>
                <a:lnTo>
                  <a:pt x="265195" y="131959"/>
                </a:lnTo>
                <a:lnTo>
                  <a:pt x="284750" y="129864"/>
                </a:lnTo>
                <a:lnTo>
                  <a:pt x="304314" y="127768"/>
                </a:lnTo>
                <a:lnTo>
                  <a:pt x="323879" y="125673"/>
                </a:lnTo>
                <a:lnTo>
                  <a:pt x="343443" y="123577"/>
                </a:lnTo>
                <a:lnTo>
                  <a:pt x="362998" y="121482"/>
                </a:lnTo>
                <a:lnTo>
                  <a:pt x="382562" y="119386"/>
                </a:lnTo>
                <a:lnTo>
                  <a:pt x="402126" y="117291"/>
                </a:lnTo>
                <a:lnTo>
                  <a:pt x="421691" y="115205"/>
                </a:lnTo>
                <a:lnTo>
                  <a:pt x="441255" y="113109"/>
                </a:lnTo>
                <a:lnTo>
                  <a:pt x="460810" y="111014"/>
                </a:lnTo>
                <a:lnTo>
                  <a:pt x="480374" y="108918"/>
                </a:lnTo>
                <a:lnTo>
                  <a:pt x="499939" y="106823"/>
                </a:lnTo>
                <a:lnTo>
                  <a:pt x="519503" y="104727"/>
                </a:lnTo>
                <a:lnTo>
                  <a:pt x="539067" y="102632"/>
                </a:lnTo>
                <a:lnTo>
                  <a:pt x="558622" y="100536"/>
                </a:lnTo>
                <a:lnTo>
                  <a:pt x="578187" y="98441"/>
                </a:lnTo>
                <a:lnTo>
                  <a:pt x="597751" y="96345"/>
                </a:lnTo>
                <a:lnTo>
                  <a:pt x="617315" y="94259"/>
                </a:lnTo>
                <a:lnTo>
                  <a:pt x="636870" y="92164"/>
                </a:lnTo>
                <a:lnTo>
                  <a:pt x="656434" y="90068"/>
                </a:lnTo>
                <a:lnTo>
                  <a:pt x="675999" y="87973"/>
                </a:lnTo>
                <a:lnTo>
                  <a:pt x="695563" y="85877"/>
                </a:lnTo>
                <a:lnTo>
                  <a:pt x="715127" y="83782"/>
                </a:lnTo>
                <a:lnTo>
                  <a:pt x="734682" y="81686"/>
                </a:lnTo>
                <a:lnTo>
                  <a:pt x="754247" y="79591"/>
                </a:lnTo>
                <a:lnTo>
                  <a:pt x="773811" y="77495"/>
                </a:lnTo>
                <a:lnTo>
                  <a:pt x="793375" y="75400"/>
                </a:lnTo>
                <a:lnTo>
                  <a:pt x="812940" y="73314"/>
                </a:lnTo>
                <a:lnTo>
                  <a:pt x="832495" y="71218"/>
                </a:lnTo>
                <a:lnTo>
                  <a:pt x="852059" y="69123"/>
                </a:lnTo>
                <a:lnTo>
                  <a:pt x="871623" y="67027"/>
                </a:lnTo>
                <a:lnTo>
                  <a:pt x="891188" y="64932"/>
                </a:lnTo>
                <a:lnTo>
                  <a:pt x="910752" y="62836"/>
                </a:lnTo>
                <a:lnTo>
                  <a:pt x="930307" y="60741"/>
                </a:lnTo>
                <a:lnTo>
                  <a:pt x="949871" y="58645"/>
                </a:lnTo>
                <a:lnTo>
                  <a:pt x="969435" y="56550"/>
                </a:lnTo>
                <a:lnTo>
                  <a:pt x="989000" y="54454"/>
                </a:lnTo>
                <a:lnTo>
                  <a:pt x="1008555" y="52368"/>
                </a:lnTo>
                <a:lnTo>
                  <a:pt x="1028119" y="50273"/>
                </a:lnTo>
                <a:lnTo>
                  <a:pt x="1047683" y="48177"/>
                </a:lnTo>
                <a:lnTo>
                  <a:pt x="1067248" y="46082"/>
                </a:lnTo>
                <a:lnTo>
                  <a:pt x="1086812" y="43986"/>
                </a:lnTo>
                <a:lnTo>
                  <a:pt x="1106367" y="41891"/>
                </a:lnTo>
                <a:lnTo>
                  <a:pt x="1125931" y="39795"/>
                </a:lnTo>
                <a:lnTo>
                  <a:pt x="1145496" y="37700"/>
                </a:lnTo>
                <a:lnTo>
                  <a:pt x="1165060" y="35604"/>
                </a:lnTo>
                <a:lnTo>
                  <a:pt x="1184624" y="33509"/>
                </a:lnTo>
                <a:lnTo>
                  <a:pt x="1204179" y="31423"/>
                </a:lnTo>
                <a:lnTo>
                  <a:pt x="1223743" y="29327"/>
                </a:lnTo>
                <a:lnTo>
                  <a:pt x="1243308" y="27232"/>
                </a:lnTo>
                <a:lnTo>
                  <a:pt x="1262872" y="25136"/>
                </a:lnTo>
                <a:lnTo>
                  <a:pt x="1282436" y="23041"/>
                </a:lnTo>
                <a:lnTo>
                  <a:pt x="1301991" y="20945"/>
                </a:lnTo>
                <a:lnTo>
                  <a:pt x="1321556" y="18850"/>
                </a:lnTo>
                <a:lnTo>
                  <a:pt x="1341120" y="16754"/>
                </a:lnTo>
                <a:lnTo>
                  <a:pt x="1360684" y="14659"/>
                </a:lnTo>
                <a:lnTo>
                  <a:pt x="1380239" y="12563"/>
                </a:lnTo>
                <a:lnTo>
                  <a:pt x="1399804" y="10478"/>
                </a:lnTo>
                <a:lnTo>
                  <a:pt x="1419368" y="8382"/>
                </a:lnTo>
                <a:lnTo>
                  <a:pt x="1438932" y="6287"/>
                </a:lnTo>
                <a:lnTo>
                  <a:pt x="1458497" y="4191"/>
                </a:lnTo>
                <a:lnTo>
                  <a:pt x="1478051" y="2096"/>
                </a:lnTo>
                <a:lnTo>
                  <a:pt x="1497616" y="0"/>
                </a:lnTo>
                <a:lnTo>
                  <a:pt x="1502273" y="12964"/>
                </a:lnTo>
                <a:lnTo>
                  <a:pt x="1500378" y="32547"/>
                </a:lnTo>
                <a:lnTo>
                  <a:pt x="1498473" y="52130"/>
                </a:lnTo>
                <a:lnTo>
                  <a:pt x="1496578" y="71714"/>
                </a:lnTo>
                <a:lnTo>
                  <a:pt x="1494682" y="91288"/>
                </a:lnTo>
                <a:lnTo>
                  <a:pt x="1492787" y="110871"/>
                </a:lnTo>
                <a:lnTo>
                  <a:pt x="1490882" y="130454"/>
                </a:lnTo>
                <a:lnTo>
                  <a:pt x="1488986" y="150038"/>
                </a:lnTo>
                <a:lnTo>
                  <a:pt x="1487091" y="169621"/>
                </a:lnTo>
                <a:lnTo>
                  <a:pt x="1485186" y="189205"/>
                </a:lnTo>
                <a:lnTo>
                  <a:pt x="1483290" y="208788"/>
                </a:lnTo>
                <a:lnTo>
                  <a:pt x="1481395" y="228371"/>
                </a:lnTo>
                <a:lnTo>
                  <a:pt x="1479490" y="247955"/>
                </a:lnTo>
                <a:lnTo>
                  <a:pt x="1477594" y="267529"/>
                </a:lnTo>
                <a:lnTo>
                  <a:pt x="1475699" y="287112"/>
                </a:lnTo>
                <a:lnTo>
                  <a:pt x="1473803" y="306695"/>
                </a:lnTo>
                <a:lnTo>
                  <a:pt x="1471898" y="326279"/>
                </a:lnTo>
                <a:lnTo>
                  <a:pt x="1470003" y="345862"/>
                </a:lnTo>
                <a:lnTo>
                  <a:pt x="1468107" y="365446"/>
                </a:lnTo>
                <a:lnTo>
                  <a:pt x="1466202" y="385029"/>
                </a:lnTo>
                <a:lnTo>
                  <a:pt x="1464307" y="404612"/>
                </a:lnTo>
                <a:lnTo>
                  <a:pt x="1462411" y="424196"/>
                </a:lnTo>
                <a:lnTo>
                  <a:pt x="1460506" y="443770"/>
                </a:lnTo>
                <a:lnTo>
                  <a:pt x="1458611" y="463353"/>
                </a:lnTo>
                <a:lnTo>
                  <a:pt x="1456715" y="482937"/>
                </a:lnTo>
                <a:lnTo>
                  <a:pt x="1454820" y="502520"/>
                </a:lnTo>
                <a:lnTo>
                  <a:pt x="1452915" y="522103"/>
                </a:lnTo>
                <a:lnTo>
                  <a:pt x="1451019" y="541687"/>
                </a:lnTo>
                <a:lnTo>
                  <a:pt x="1449124" y="561270"/>
                </a:lnTo>
                <a:lnTo>
                  <a:pt x="1447219" y="580854"/>
                </a:lnTo>
                <a:lnTo>
                  <a:pt x="1445324" y="600437"/>
                </a:lnTo>
                <a:lnTo>
                  <a:pt x="1443428" y="620011"/>
                </a:lnTo>
                <a:lnTo>
                  <a:pt x="1441533" y="639594"/>
                </a:lnTo>
                <a:lnTo>
                  <a:pt x="1439628" y="659178"/>
                </a:lnTo>
                <a:lnTo>
                  <a:pt x="1437732" y="678761"/>
                </a:lnTo>
                <a:lnTo>
                  <a:pt x="1435837" y="698344"/>
                </a:lnTo>
                <a:lnTo>
                  <a:pt x="1433932" y="717928"/>
                </a:lnTo>
                <a:lnTo>
                  <a:pt x="1432036" y="737511"/>
                </a:lnTo>
                <a:lnTo>
                  <a:pt x="1430141" y="757095"/>
                </a:lnTo>
                <a:lnTo>
                  <a:pt x="1428236" y="776678"/>
                </a:lnTo>
                <a:lnTo>
                  <a:pt x="1426340" y="796252"/>
                </a:lnTo>
                <a:lnTo>
                  <a:pt x="1424445" y="815835"/>
                </a:lnTo>
                <a:lnTo>
                  <a:pt x="1422549" y="835419"/>
                </a:lnTo>
                <a:lnTo>
                  <a:pt x="1420644" y="855002"/>
                </a:lnTo>
                <a:lnTo>
                  <a:pt x="1418749" y="874585"/>
                </a:lnTo>
                <a:lnTo>
                  <a:pt x="1416853" y="894169"/>
                </a:lnTo>
                <a:lnTo>
                  <a:pt x="1414948" y="913752"/>
                </a:lnTo>
                <a:lnTo>
                  <a:pt x="1412586" y="932869"/>
                </a:lnTo>
                <a:lnTo>
                  <a:pt x="1393022" y="934974"/>
                </a:lnTo>
                <a:lnTo>
                  <a:pt x="1373457" y="937079"/>
                </a:lnTo>
                <a:lnTo>
                  <a:pt x="1353903" y="939194"/>
                </a:lnTo>
                <a:lnTo>
                  <a:pt x="1334338" y="941299"/>
                </a:lnTo>
                <a:lnTo>
                  <a:pt x="1314774" y="943404"/>
                </a:lnTo>
                <a:lnTo>
                  <a:pt x="1295219" y="945509"/>
                </a:lnTo>
                <a:lnTo>
                  <a:pt x="1275655" y="947623"/>
                </a:lnTo>
                <a:lnTo>
                  <a:pt x="1256090" y="949728"/>
                </a:lnTo>
                <a:lnTo>
                  <a:pt x="1236536" y="951833"/>
                </a:lnTo>
                <a:lnTo>
                  <a:pt x="1216971" y="953938"/>
                </a:lnTo>
                <a:lnTo>
                  <a:pt x="1197416" y="956053"/>
                </a:lnTo>
                <a:lnTo>
                  <a:pt x="1177852" y="958158"/>
                </a:lnTo>
                <a:lnTo>
                  <a:pt x="1158288" y="960263"/>
                </a:lnTo>
                <a:lnTo>
                  <a:pt x="1138733" y="962377"/>
                </a:lnTo>
                <a:lnTo>
                  <a:pt x="1119168" y="964482"/>
                </a:lnTo>
                <a:lnTo>
                  <a:pt x="1099604" y="966587"/>
                </a:lnTo>
                <a:lnTo>
                  <a:pt x="1080049" y="968693"/>
                </a:lnTo>
                <a:lnTo>
                  <a:pt x="1060485" y="970807"/>
                </a:lnTo>
                <a:lnTo>
                  <a:pt x="1040921" y="972912"/>
                </a:lnTo>
                <a:lnTo>
                  <a:pt x="1021366" y="975017"/>
                </a:lnTo>
                <a:lnTo>
                  <a:pt x="1001801" y="977122"/>
                </a:lnTo>
                <a:lnTo>
                  <a:pt x="982247" y="979237"/>
                </a:lnTo>
                <a:lnTo>
                  <a:pt x="962682" y="981342"/>
                </a:lnTo>
                <a:lnTo>
                  <a:pt x="943118" y="983447"/>
                </a:lnTo>
                <a:lnTo>
                  <a:pt x="923563" y="985552"/>
                </a:lnTo>
                <a:lnTo>
                  <a:pt x="903999" y="987666"/>
                </a:lnTo>
                <a:lnTo>
                  <a:pt x="884434" y="989771"/>
                </a:lnTo>
                <a:lnTo>
                  <a:pt x="864880" y="991876"/>
                </a:lnTo>
                <a:lnTo>
                  <a:pt x="845315" y="993991"/>
                </a:lnTo>
                <a:lnTo>
                  <a:pt x="825751" y="996096"/>
                </a:lnTo>
                <a:lnTo>
                  <a:pt x="806196" y="998201"/>
                </a:lnTo>
                <a:lnTo>
                  <a:pt x="786632" y="1000306"/>
                </a:lnTo>
                <a:lnTo>
                  <a:pt x="767067" y="1002421"/>
                </a:lnTo>
                <a:lnTo>
                  <a:pt x="747512" y="1004526"/>
                </a:lnTo>
                <a:lnTo>
                  <a:pt x="727948" y="1006631"/>
                </a:lnTo>
                <a:lnTo>
                  <a:pt x="708393" y="1008736"/>
                </a:lnTo>
                <a:lnTo>
                  <a:pt x="688829" y="1010850"/>
                </a:lnTo>
                <a:lnTo>
                  <a:pt x="669265" y="1012955"/>
                </a:lnTo>
                <a:lnTo>
                  <a:pt x="649710" y="1015060"/>
                </a:lnTo>
                <a:lnTo>
                  <a:pt x="630145" y="1017165"/>
                </a:lnTo>
                <a:lnTo>
                  <a:pt x="610581" y="1019280"/>
                </a:lnTo>
                <a:lnTo>
                  <a:pt x="591026" y="1021385"/>
                </a:lnTo>
                <a:lnTo>
                  <a:pt x="571462" y="1023490"/>
                </a:lnTo>
                <a:lnTo>
                  <a:pt x="551898" y="1025604"/>
                </a:lnTo>
                <a:lnTo>
                  <a:pt x="532343" y="1027709"/>
                </a:lnTo>
                <a:lnTo>
                  <a:pt x="512778" y="1029814"/>
                </a:lnTo>
                <a:lnTo>
                  <a:pt x="493214" y="1031919"/>
                </a:lnTo>
                <a:lnTo>
                  <a:pt x="473659" y="1034034"/>
                </a:lnTo>
                <a:lnTo>
                  <a:pt x="454095" y="1036139"/>
                </a:lnTo>
                <a:lnTo>
                  <a:pt x="434540" y="1038244"/>
                </a:lnTo>
                <a:lnTo>
                  <a:pt x="414976" y="1040349"/>
                </a:lnTo>
                <a:lnTo>
                  <a:pt x="395411" y="1042464"/>
                </a:lnTo>
                <a:lnTo>
                  <a:pt x="375857" y="1044569"/>
                </a:lnTo>
                <a:lnTo>
                  <a:pt x="356292" y="1046674"/>
                </a:lnTo>
                <a:lnTo>
                  <a:pt x="336728" y="1048779"/>
                </a:lnTo>
                <a:lnTo>
                  <a:pt x="317173" y="1050893"/>
                </a:lnTo>
                <a:lnTo>
                  <a:pt x="297609" y="1052998"/>
                </a:lnTo>
                <a:lnTo>
                  <a:pt x="278044" y="1055103"/>
                </a:lnTo>
                <a:lnTo>
                  <a:pt x="258489" y="1057218"/>
                </a:lnTo>
                <a:lnTo>
                  <a:pt x="238925" y="1059323"/>
                </a:lnTo>
                <a:lnTo>
                  <a:pt x="219361" y="1061428"/>
                </a:lnTo>
                <a:lnTo>
                  <a:pt x="199806" y="1063533"/>
                </a:lnTo>
                <a:lnTo>
                  <a:pt x="180242" y="1065647"/>
                </a:lnTo>
                <a:lnTo>
                  <a:pt x="160687" y="1067753"/>
                </a:lnTo>
                <a:lnTo>
                  <a:pt x="141122" y="1069858"/>
                </a:lnTo>
                <a:lnTo>
                  <a:pt x="121558" y="1071963"/>
                </a:lnTo>
                <a:lnTo>
                  <a:pt x="102003" y="1074077"/>
                </a:lnTo>
                <a:lnTo>
                  <a:pt x="82439" y="1076182"/>
                </a:lnTo>
                <a:lnTo>
                  <a:pt x="62875" y="1078287"/>
                </a:lnTo>
                <a:lnTo>
                  <a:pt x="43320" y="1080402"/>
                </a:lnTo>
                <a:lnTo>
                  <a:pt x="23755" y="1082507"/>
                </a:lnTo>
                <a:lnTo>
                  <a:pt x="4191" y="1084612"/>
                </a:lnTo>
                <a:lnTo>
                  <a:pt x="0" y="1071191"/>
                </a:lnTo>
                <a:lnTo>
                  <a:pt x="1895" y="1051608"/>
                </a:lnTo>
                <a:lnTo>
                  <a:pt x="3791" y="1032024"/>
                </a:lnTo>
                <a:lnTo>
                  <a:pt x="5686" y="1012441"/>
                </a:lnTo>
                <a:lnTo>
                  <a:pt x="7582" y="992857"/>
                </a:lnTo>
                <a:lnTo>
                  <a:pt x="9477" y="973274"/>
                </a:lnTo>
                <a:lnTo>
                  <a:pt x="11382" y="953691"/>
                </a:lnTo>
                <a:lnTo>
                  <a:pt x="13278" y="934107"/>
                </a:lnTo>
                <a:lnTo>
                  <a:pt x="15173" y="914524"/>
                </a:lnTo>
                <a:lnTo>
                  <a:pt x="17069" y="894940"/>
                </a:lnTo>
                <a:lnTo>
                  <a:pt x="18964" y="875357"/>
                </a:lnTo>
                <a:lnTo>
                  <a:pt x="20860" y="855783"/>
                </a:lnTo>
                <a:lnTo>
                  <a:pt x="22755" y="836200"/>
                </a:lnTo>
                <a:lnTo>
                  <a:pt x="24651" y="816616"/>
                </a:lnTo>
                <a:lnTo>
                  <a:pt x="26546" y="797033"/>
                </a:lnTo>
                <a:lnTo>
                  <a:pt x="28442" y="777450"/>
                </a:lnTo>
                <a:lnTo>
                  <a:pt x="30347" y="757866"/>
                </a:lnTo>
                <a:lnTo>
                  <a:pt x="32242" y="738283"/>
                </a:lnTo>
                <a:lnTo>
                  <a:pt x="34138" y="718699"/>
                </a:lnTo>
                <a:lnTo>
                  <a:pt x="36033" y="699116"/>
                </a:lnTo>
                <a:lnTo>
                  <a:pt x="37929" y="679533"/>
                </a:lnTo>
                <a:lnTo>
                  <a:pt x="39824" y="659949"/>
                </a:lnTo>
                <a:lnTo>
                  <a:pt x="41720" y="640375"/>
                </a:lnTo>
                <a:lnTo>
                  <a:pt x="43615" y="620792"/>
                </a:lnTo>
                <a:lnTo>
                  <a:pt x="45510" y="601208"/>
                </a:lnTo>
                <a:lnTo>
                  <a:pt x="47406" y="581625"/>
                </a:lnTo>
                <a:lnTo>
                  <a:pt x="49301" y="562042"/>
                </a:lnTo>
                <a:lnTo>
                  <a:pt x="51206" y="542458"/>
                </a:lnTo>
                <a:lnTo>
                  <a:pt x="53102" y="522875"/>
                </a:lnTo>
                <a:lnTo>
                  <a:pt x="54997" y="503291"/>
                </a:lnTo>
                <a:lnTo>
                  <a:pt x="56893" y="483708"/>
                </a:lnTo>
                <a:lnTo>
                  <a:pt x="58788" y="464125"/>
                </a:lnTo>
                <a:lnTo>
                  <a:pt x="60684" y="444541"/>
                </a:lnTo>
                <a:lnTo>
                  <a:pt x="62579" y="424967"/>
                </a:lnTo>
                <a:lnTo>
                  <a:pt x="64475" y="405384"/>
                </a:lnTo>
                <a:lnTo>
                  <a:pt x="66370" y="385801"/>
                </a:lnTo>
                <a:lnTo>
                  <a:pt x="68266" y="366217"/>
                </a:lnTo>
                <a:lnTo>
                  <a:pt x="70161" y="346634"/>
                </a:lnTo>
                <a:lnTo>
                  <a:pt x="72066" y="327050"/>
                </a:lnTo>
                <a:lnTo>
                  <a:pt x="73962" y="307467"/>
                </a:lnTo>
                <a:lnTo>
                  <a:pt x="75857" y="287884"/>
                </a:lnTo>
                <a:lnTo>
                  <a:pt x="77753" y="268300"/>
                </a:lnTo>
                <a:lnTo>
                  <a:pt x="79648" y="248717"/>
                </a:lnTo>
                <a:lnTo>
                  <a:pt x="81544" y="229133"/>
                </a:lnTo>
                <a:lnTo>
                  <a:pt x="83439" y="209560"/>
                </a:lnTo>
                <a:lnTo>
                  <a:pt x="85334" y="189976"/>
                </a:lnTo>
                <a:lnTo>
                  <a:pt x="87230" y="170393"/>
                </a:lnTo>
                <a:lnTo>
                  <a:pt x="89125" y="150809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98280A61-D7BC-4C71-85FD-3B950F81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931" y="1499845"/>
            <a:ext cx="1502283" cy="1084621"/>
          </a:xfrm>
          <a:custGeom xmlns:a="http://schemas.openxmlformats.org/drawingml/2006/main">
            <a:pathLst>
              <a:path w="1502283" h="1084621">
                <a:moveTo>
                  <a:pt x="89144" y="150838"/>
                </a:moveTo>
                <a:lnTo>
                  <a:pt x="108709" y="148742"/>
                </a:lnTo>
                <a:lnTo>
                  <a:pt x="128273" y="146647"/>
                </a:lnTo>
                <a:lnTo>
                  <a:pt x="147847" y="144551"/>
                </a:lnTo>
                <a:lnTo>
                  <a:pt x="167411" y="142456"/>
                </a:lnTo>
                <a:lnTo>
                  <a:pt x="186976" y="140360"/>
                </a:lnTo>
                <a:lnTo>
                  <a:pt x="206540" y="138265"/>
                </a:lnTo>
                <a:lnTo>
                  <a:pt x="226104" y="136169"/>
                </a:lnTo>
                <a:lnTo>
                  <a:pt x="245669" y="134074"/>
                </a:lnTo>
                <a:lnTo>
                  <a:pt x="265243" y="131978"/>
                </a:lnTo>
                <a:lnTo>
                  <a:pt x="284807" y="129883"/>
                </a:lnTo>
                <a:lnTo>
                  <a:pt x="304371" y="127787"/>
                </a:lnTo>
                <a:lnTo>
                  <a:pt x="323936" y="125692"/>
                </a:lnTo>
                <a:lnTo>
                  <a:pt x="343500" y="123606"/>
                </a:lnTo>
                <a:lnTo>
                  <a:pt x="363064" y="121510"/>
                </a:lnTo>
                <a:lnTo>
                  <a:pt x="382638" y="119415"/>
                </a:lnTo>
                <a:lnTo>
                  <a:pt x="402203" y="117319"/>
                </a:lnTo>
                <a:lnTo>
                  <a:pt x="421767" y="115224"/>
                </a:lnTo>
                <a:lnTo>
                  <a:pt x="441331" y="113128"/>
                </a:lnTo>
                <a:lnTo>
                  <a:pt x="460896" y="111033"/>
                </a:lnTo>
                <a:lnTo>
                  <a:pt x="480460" y="108937"/>
                </a:lnTo>
                <a:lnTo>
                  <a:pt x="500034" y="106842"/>
                </a:lnTo>
                <a:lnTo>
                  <a:pt x="519598" y="104746"/>
                </a:lnTo>
                <a:lnTo>
                  <a:pt x="539163" y="102651"/>
                </a:lnTo>
                <a:lnTo>
                  <a:pt x="558727" y="100555"/>
                </a:lnTo>
                <a:lnTo>
                  <a:pt x="578291" y="98460"/>
                </a:lnTo>
                <a:lnTo>
                  <a:pt x="597856" y="96364"/>
                </a:lnTo>
                <a:lnTo>
                  <a:pt x="617420" y="94269"/>
                </a:lnTo>
                <a:lnTo>
                  <a:pt x="636994" y="92173"/>
                </a:lnTo>
                <a:lnTo>
                  <a:pt x="656558" y="90078"/>
                </a:lnTo>
                <a:lnTo>
                  <a:pt x="676123" y="87992"/>
                </a:lnTo>
                <a:lnTo>
                  <a:pt x="695687" y="85896"/>
                </a:lnTo>
                <a:lnTo>
                  <a:pt x="715251" y="83801"/>
                </a:lnTo>
                <a:lnTo>
                  <a:pt x="734816" y="81705"/>
                </a:lnTo>
                <a:lnTo>
                  <a:pt x="754390" y="79610"/>
                </a:lnTo>
                <a:lnTo>
                  <a:pt x="773954" y="77514"/>
                </a:lnTo>
                <a:lnTo>
                  <a:pt x="793518" y="75419"/>
                </a:lnTo>
                <a:lnTo>
                  <a:pt x="813083" y="73323"/>
                </a:lnTo>
                <a:lnTo>
                  <a:pt x="832647" y="71228"/>
                </a:lnTo>
                <a:lnTo>
                  <a:pt x="852211" y="69132"/>
                </a:lnTo>
                <a:lnTo>
                  <a:pt x="871785" y="67037"/>
                </a:lnTo>
                <a:lnTo>
                  <a:pt x="891350" y="64941"/>
                </a:lnTo>
                <a:lnTo>
                  <a:pt x="910914" y="62846"/>
                </a:lnTo>
                <a:lnTo>
                  <a:pt x="930478" y="60750"/>
                </a:lnTo>
                <a:lnTo>
                  <a:pt x="950043" y="58655"/>
                </a:lnTo>
                <a:lnTo>
                  <a:pt x="969607" y="56559"/>
                </a:lnTo>
                <a:lnTo>
                  <a:pt x="989181" y="54464"/>
                </a:lnTo>
                <a:lnTo>
                  <a:pt x="1008745" y="52378"/>
                </a:lnTo>
                <a:lnTo>
                  <a:pt x="1028309" y="50282"/>
                </a:lnTo>
                <a:lnTo>
                  <a:pt x="1047874" y="48187"/>
                </a:lnTo>
                <a:lnTo>
                  <a:pt x="1067438" y="46091"/>
                </a:lnTo>
                <a:lnTo>
                  <a:pt x="1087003" y="43996"/>
                </a:lnTo>
                <a:lnTo>
                  <a:pt x="1106567" y="41900"/>
                </a:lnTo>
                <a:lnTo>
                  <a:pt x="1126141" y="39805"/>
                </a:lnTo>
                <a:lnTo>
                  <a:pt x="1145705" y="37709"/>
                </a:lnTo>
                <a:lnTo>
                  <a:pt x="1165269" y="35614"/>
                </a:lnTo>
                <a:lnTo>
                  <a:pt x="1184834" y="33518"/>
                </a:lnTo>
                <a:lnTo>
                  <a:pt x="1204398" y="31423"/>
                </a:lnTo>
                <a:lnTo>
                  <a:pt x="1223963" y="29327"/>
                </a:lnTo>
                <a:lnTo>
                  <a:pt x="1243536" y="27232"/>
                </a:lnTo>
                <a:lnTo>
                  <a:pt x="1263101" y="25136"/>
                </a:lnTo>
                <a:lnTo>
                  <a:pt x="1282665" y="23041"/>
                </a:lnTo>
                <a:lnTo>
                  <a:pt x="1302229" y="20945"/>
                </a:lnTo>
                <a:lnTo>
                  <a:pt x="1321794" y="18850"/>
                </a:lnTo>
                <a:lnTo>
                  <a:pt x="1341358" y="16764"/>
                </a:lnTo>
                <a:lnTo>
                  <a:pt x="1360932" y="14669"/>
                </a:lnTo>
                <a:lnTo>
                  <a:pt x="1380496" y="12573"/>
                </a:lnTo>
                <a:lnTo>
                  <a:pt x="1400061" y="10478"/>
                </a:lnTo>
                <a:lnTo>
                  <a:pt x="1419625" y="8382"/>
                </a:lnTo>
                <a:lnTo>
                  <a:pt x="1439189" y="6287"/>
                </a:lnTo>
                <a:lnTo>
                  <a:pt x="1458754" y="4191"/>
                </a:lnTo>
                <a:lnTo>
                  <a:pt x="1478328" y="2096"/>
                </a:lnTo>
                <a:lnTo>
                  <a:pt x="1497892" y="0"/>
                </a:lnTo>
                <a:lnTo>
                  <a:pt x="1502283" y="13249"/>
                </a:lnTo>
                <a:lnTo>
                  <a:pt x="1500397" y="32842"/>
                </a:lnTo>
                <a:lnTo>
                  <a:pt x="1498521" y="52426"/>
                </a:lnTo>
                <a:lnTo>
                  <a:pt x="1496644" y="72009"/>
                </a:lnTo>
                <a:lnTo>
                  <a:pt x="1494768" y="91602"/>
                </a:lnTo>
                <a:lnTo>
                  <a:pt x="1492882" y="111185"/>
                </a:lnTo>
                <a:lnTo>
                  <a:pt x="1491005" y="130778"/>
                </a:lnTo>
                <a:lnTo>
                  <a:pt x="1489129" y="150362"/>
                </a:lnTo>
                <a:lnTo>
                  <a:pt x="1487253" y="169955"/>
                </a:lnTo>
                <a:lnTo>
                  <a:pt x="1485367" y="189538"/>
                </a:lnTo>
                <a:lnTo>
                  <a:pt x="1483490" y="209131"/>
                </a:lnTo>
                <a:lnTo>
                  <a:pt x="1481614" y="228714"/>
                </a:lnTo>
                <a:lnTo>
                  <a:pt x="1479728" y="248307"/>
                </a:lnTo>
                <a:lnTo>
                  <a:pt x="1477851" y="267891"/>
                </a:lnTo>
                <a:lnTo>
                  <a:pt x="1475975" y="287484"/>
                </a:lnTo>
                <a:lnTo>
                  <a:pt x="1474099" y="307067"/>
                </a:lnTo>
                <a:lnTo>
                  <a:pt x="1472213" y="326650"/>
                </a:lnTo>
                <a:lnTo>
                  <a:pt x="1470336" y="346243"/>
                </a:lnTo>
                <a:lnTo>
                  <a:pt x="1468460" y="365827"/>
                </a:lnTo>
                <a:lnTo>
                  <a:pt x="1466583" y="385420"/>
                </a:lnTo>
                <a:lnTo>
                  <a:pt x="1464697" y="405003"/>
                </a:lnTo>
                <a:lnTo>
                  <a:pt x="1462821" y="424596"/>
                </a:lnTo>
                <a:lnTo>
                  <a:pt x="1460945" y="444179"/>
                </a:lnTo>
                <a:lnTo>
                  <a:pt x="1459068" y="463772"/>
                </a:lnTo>
                <a:lnTo>
                  <a:pt x="1457182" y="483356"/>
                </a:lnTo>
                <a:lnTo>
                  <a:pt x="1455306" y="502949"/>
                </a:lnTo>
                <a:lnTo>
                  <a:pt x="1453429" y="522532"/>
                </a:lnTo>
                <a:lnTo>
                  <a:pt x="1451553" y="542125"/>
                </a:lnTo>
                <a:lnTo>
                  <a:pt x="1449667" y="561708"/>
                </a:lnTo>
                <a:lnTo>
                  <a:pt x="1447790" y="581292"/>
                </a:lnTo>
                <a:lnTo>
                  <a:pt x="1445914" y="600885"/>
                </a:lnTo>
                <a:lnTo>
                  <a:pt x="1444038" y="620468"/>
                </a:lnTo>
                <a:lnTo>
                  <a:pt x="1442152" y="640061"/>
                </a:lnTo>
                <a:lnTo>
                  <a:pt x="1440275" y="659644"/>
                </a:lnTo>
                <a:lnTo>
                  <a:pt x="1438399" y="679237"/>
                </a:lnTo>
                <a:lnTo>
                  <a:pt x="1436522" y="698821"/>
                </a:lnTo>
                <a:lnTo>
                  <a:pt x="1434636" y="718414"/>
                </a:lnTo>
                <a:lnTo>
                  <a:pt x="1432760" y="737997"/>
                </a:lnTo>
                <a:lnTo>
                  <a:pt x="1430884" y="757590"/>
                </a:lnTo>
                <a:lnTo>
                  <a:pt x="1429007" y="777173"/>
                </a:lnTo>
                <a:lnTo>
                  <a:pt x="1427121" y="796766"/>
                </a:lnTo>
                <a:lnTo>
                  <a:pt x="1425245" y="816350"/>
                </a:lnTo>
                <a:lnTo>
                  <a:pt x="1423368" y="835933"/>
                </a:lnTo>
                <a:lnTo>
                  <a:pt x="1421492" y="855526"/>
                </a:lnTo>
                <a:lnTo>
                  <a:pt x="1419606" y="875109"/>
                </a:lnTo>
                <a:lnTo>
                  <a:pt x="1417730" y="894702"/>
                </a:lnTo>
                <a:lnTo>
                  <a:pt x="1415853" y="914286"/>
                </a:lnTo>
                <a:lnTo>
                  <a:pt x="1413034" y="932945"/>
                </a:lnTo>
                <a:lnTo>
                  <a:pt x="1393469" y="935060"/>
                </a:lnTo>
                <a:lnTo>
                  <a:pt x="1373905" y="937165"/>
                </a:lnTo>
                <a:lnTo>
                  <a:pt x="1354341" y="939270"/>
                </a:lnTo>
                <a:lnTo>
                  <a:pt x="1334776" y="941375"/>
                </a:lnTo>
                <a:lnTo>
                  <a:pt x="1315212" y="943480"/>
                </a:lnTo>
                <a:lnTo>
                  <a:pt x="1295648" y="945585"/>
                </a:lnTo>
                <a:lnTo>
                  <a:pt x="1276083" y="947699"/>
                </a:lnTo>
                <a:lnTo>
                  <a:pt x="1256519" y="949804"/>
                </a:lnTo>
                <a:lnTo>
                  <a:pt x="1236955" y="951909"/>
                </a:lnTo>
                <a:lnTo>
                  <a:pt x="1217390" y="954014"/>
                </a:lnTo>
                <a:lnTo>
                  <a:pt x="1197826" y="956120"/>
                </a:lnTo>
                <a:lnTo>
                  <a:pt x="1178262" y="958225"/>
                </a:lnTo>
                <a:lnTo>
                  <a:pt x="1158697" y="960339"/>
                </a:lnTo>
                <a:lnTo>
                  <a:pt x="1139133" y="962444"/>
                </a:lnTo>
                <a:lnTo>
                  <a:pt x="1119569" y="964549"/>
                </a:lnTo>
                <a:lnTo>
                  <a:pt x="1100004" y="966654"/>
                </a:lnTo>
                <a:lnTo>
                  <a:pt x="1080440" y="968759"/>
                </a:lnTo>
                <a:lnTo>
                  <a:pt x="1060875" y="970864"/>
                </a:lnTo>
                <a:lnTo>
                  <a:pt x="1041311" y="972969"/>
                </a:lnTo>
                <a:lnTo>
                  <a:pt x="1021747" y="975084"/>
                </a:lnTo>
                <a:lnTo>
                  <a:pt x="1002182" y="977189"/>
                </a:lnTo>
                <a:lnTo>
                  <a:pt x="982609" y="979294"/>
                </a:lnTo>
                <a:lnTo>
                  <a:pt x="963044" y="981399"/>
                </a:lnTo>
                <a:lnTo>
                  <a:pt x="943480" y="983504"/>
                </a:lnTo>
                <a:lnTo>
                  <a:pt x="923915" y="985609"/>
                </a:lnTo>
                <a:lnTo>
                  <a:pt x="904351" y="987723"/>
                </a:lnTo>
                <a:lnTo>
                  <a:pt x="884787" y="989828"/>
                </a:lnTo>
                <a:lnTo>
                  <a:pt x="865222" y="991934"/>
                </a:lnTo>
                <a:lnTo>
                  <a:pt x="845658" y="994039"/>
                </a:lnTo>
                <a:lnTo>
                  <a:pt x="826094" y="996144"/>
                </a:lnTo>
                <a:lnTo>
                  <a:pt x="806529" y="998249"/>
                </a:lnTo>
                <a:lnTo>
                  <a:pt x="786965" y="1000363"/>
                </a:lnTo>
                <a:lnTo>
                  <a:pt x="767401" y="1002468"/>
                </a:lnTo>
                <a:lnTo>
                  <a:pt x="747836" y="1004573"/>
                </a:lnTo>
                <a:lnTo>
                  <a:pt x="728272" y="1006678"/>
                </a:lnTo>
                <a:lnTo>
                  <a:pt x="708708" y="1008783"/>
                </a:lnTo>
                <a:lnTo>
                  <a:pt x="689143" y="1010888"/>
                </a:lnTo>
                <a:lnTo>
                  <a:pt x="669579" y="1013003"/>
                </a:lnTo>
                <a:lnTo>
                  <a:pt x="650015" y="1015108"/>
                </a:lnTo>
                <a:lnTo>
                  <a:pt x="630450" y="1017213"/>
                </a:lnTo>
                <a:lnTo>
                  <a:pt x="610886" y="1019318"/>
                </a:lnTo>
                <a:lnTo>
                  <a:pt x="591322" y="1021423"/>
                </a:lnTo>
                <a:lnTo>
                  <a:pt x="571757" y="1023528"/>
                </a:lnTo>
                <a:lnTo>
                  <a:pt x="552193" y="1025642"/>
                </a:lnTo>
                <a:lnTo>
                  <a:pt x="532628" y="1027748"/>
                </a:lnTo>
                <a:lnTo>
                  <a:pt x="513064" y="1029853"/>
                </a:lnTo>
                <a:lnTo>
                  <a:pt x="493500" y="1031958"/>
                </a:lnTo>
                <a:lnTo>
                  <a:pt x="473935" y="1034063"/>
                </a:lnTo>
                <a:lnTo>
                  <a:pt x="454371" y="1036168"/>
                </a:lnTo>
                <a:lnTo>
                  <a:pt x="434807" y="1038273"/>
                </a:lnTo>
                <a:lnTo>
                  <a:pt x="415242" y="1040387"/>
                </a:lnTo>
                <a:lnTo>
                  <a:pt x="395678" y="1042492"/>
                </a:lnTo>
                <a:lnTo>
                  <a:pt x="376114" y="1044597"/>
                </a:lnTo>
                <a:lnTo>
                  <a:pt x="356549" y="1046702"/>
                </a:lnTo>
                <a:lnTo>
                  <a:pt x="336985" y="1048807"/>
                </a:lnTo>
                <a:lnTo>
                  <a:pt x="317411" y="1050912"/>
                </a:lnTo>
                <a:lnTo>
                  <a:pt x="297847" y="1053027"/>
                </a:lnTo>
                <a:lnTo>
                  <a:pt x="278282" y="1055132"/>
                </a:lnTo>
                <a:lnTo>
                  <a:pt x="258718" y="1057237"/>
                </a:lnTo>
                <a:lnTo>
                  <a:pt x="239154" y="1059342"/>
                </a:lnTo>
                <a:lnTo>
                  <a:pt x="219589" y="1061447"/>
                </a:lnTo>
                <a:lnTo>
                  <a:pt x="200025" y="1063552"/>
                </a:lnTo>
                <a:lnTo>
                  <a:pt x="180461" y="1065667"/>
                </a:lnTo>
                <a:lnTo>
                  <a:pt x="160896" y="1067772"/>
                </a:lnTo>
                <a:lnTo>
                  <a:pt x="141332" y="1069877"/>
                </a:lnTo>
                <a:lnTo>
                  <a:pt x="121768" y="1071982"/>
                </a:lnTo>
                <a:lnTo>
                  <a:pt x="102203" y="1074087"/>
                </a:lnTo>
                <a:lnTo>
                  <a:pt x="82639" y="1076192"/>
                </a:lnTo>
                <a:lnTo>
                  <a:pt x="63075" y="1078306"/>
                </a:lnTo>
                <a:lnTo>
                  <a:pt x="43510" y="1080411"/>
                </a:lnTo>
                <a:lnTo>
                  <a:pt x="23946" y="1082516"/>
                </a:lnTo>
                <a:lnTo>
                  <a:pt x="4382" y="1084621"/>
                </a:lnTo>
                <a:lnTo>
                  <a:pt x="0" y="1071382"/>
                </a:lnTo>
                <a:lnTo>
                  <a:pt x="1895" y="1051798"/>
                </a:lnTo>
                <a:lnTo>
                  <a:pt x="3791" y="1032205"/>
                </a:lnTo>
                <a:lnTo>
                  <a:pt x="5686" y="1012622"/>
                </a:lnTo>
                <a:lnTo>
                  <a:pt x="7591" y="993038"/>
                </a:lnTo>
                <a:lnTo>
                  <a:pt x="9487" y="973455"/>
                </a:lnTo>
                <a:lnTo>
                  <a:pt x="11382" y="953862"/>
                </a:lnTo>
                <a:lnTo>
                  <a:pt x="13278" y="934279"/>
                </a:lnTo>
                <a:lnTo>
                  <a:pt x="15173" y="914695"/>
                </a:lnTo>
                <a:lnTo>
                  <a:pt x="17069" y="895102"/>
                </a:lnTo>
                <a:lnTo>
                  <a:pt x="18964" y="875519"/>
                </a:lnTo>
                <a:lnTo>
                  <a:pt x="20860" y="855936"/>
                </a:lnTo>
                <a:lnTo>
                  <a:pt x="22765" y="836352"/>
                </a:lnTo>
                <a:lnTo>
                  <a:pt x="24660" y="816759"/>
                </a:lnTo>
                <a:lnTo>
                  <a:pt x="26556" y="797176"/>
                </a:lnTo>
                <a:lnTo>
                  <a:pt x="28451" y="777592"/>
                </a:lnTo>
                <a:lnTo>
                  <a:pt x="30347" y="758000"/>
                </a:lnTo>
                <a:lnTo>
                  <a:pt x="32242" y="738416"/>
                </a:lnTo>
                <a:lnTo>
                  <a:pt x="34138" y="718833"/>
                </a:lnTo>
                <a:lnTo>
                  <a:pt x="36043" y="699249"/>
                </a:lnTo>
                <a:lnTo>
                  <a:pt x="37938" y="679656"/>
                </a:lnTo>
                <a:lnTo>
                  <a:pt x="39834" y="660073"/>
                </a:lnTo>
                <a:lnTo>
                  <a:pt x="41729" y="640490"/>
                </a:lnTo>
                <a:lnTo>
                  <a:pt x="43625" y="620897"/>
                </a:lnTo>
                <a:lnTo>
                  <a:pt x="45520" y="601313"/>
                </a:lnTo>
                <a:lnTo>
                  <a:pt x="47415" y="581730"/>
                </a:lnTo>
                <a:lnTo>
                  <a:pt x="49311" y="562146"/>
                </a:lnTo>
                <a:lnTo>
                  <a:pt x="51216" y="542554"/>
                </a:lnTo>
                <a:lnTo>
                  <a:pt x="53111" y="522970"/>
                </a:lnTo>
                <a:lnTo>
                  <a:pt x="55007" y="503387"/>
                </a:lnTo>
                <a:lnTo>
                  <a:pt x="56902" y="483803"/>
                </a:lnTo>
                <a:lnTo>
                  <a:pt x="58798" y="464210"/>
                </a:lnTo>
                <a:lnTo>
                  <a:pt x="60693" y="444627"/>
                </a:lnTo>
                <a:lnTo>
                  <a:pt x="62589" y="425044"/>
                </a:lnTo>
                <a:lnTo>
                  <a:pt x="64484" y="405451"/>
                </a:lnTo>
                <a:lnTo>
                  <a:pt x="66389" y="385867"/>
                </a:lnTo>
                <a:lnTo>
                  <a:pt x="68285" y="366284"/>
                </a:lnTo>
                <a:lnTo>
                  <a:pt x="70180" y="346700"/>
                </a:lnTo>
                <a:lnTo>
                  <a:pt x="72076" y="327108"/>
                </a:lnTo>
                <a:lnTo>
                  <a:pt x="73971" y="307524"/>
                </a:lnTo>
                <a:lnTo>
                  <a:pt x="75867" y="287941"/>
                </a:lnTo>
                <a:lnTo>
                  <a:pt x="77762" y="268348"/>
                </a:lnTo>
                <a:lnTo>
                  <a:pt x="79658" y="248764"/>
                </a:lnTo>
                <a:lnTo>
                  <a:pt x="81563" y="229181"/>
                </a:lnTo>
                <a:lnTo>
                  <a:pt x="83458" y="209598"/>
                </a:lnTo>
                <a:lnTo>
                  <a:pt x="85354" y="190005"/>
                </a:lnTo>
                <a:lnTo>
                  <a:pt x="87249" y="170421"/>
                </a:lnTo>
                <a:lnTo>
                  <a:pt x="89144" y="150838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ABA0A4BF-4EE8-47DD-86F3-25F00D83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5158" y="927468"/>
            <a:ext cx="1502378" cy="1084488"/>
          </a:xfrm>
          <a:custGeom xmlns:a="http://schemas.openxmlformats.org/drawingml/2006/main">
            <a:pathLst>
              <a:path w="1502378" h="1084488">
                <a:moveTo>
                  <a:pt x="89202" y="151714"/>
                </a:moveTo>
                <a:lnTo>
                  <a:pt x="108766" y="149609"/>
                </a:lnTo>
                <a:lnTo>
                  <a:pt x="128321" y="147504"/>
                </a:lnTo>
                <a:lnTo>
                  <a:pt x="147876" y="145399"/>
                </a:lnTo>
                <a:lnTo>
                  <a:pt x="167430" y="143294"/>
                </a:lnTo>
                <a:lnTo>
                  <a:pt x="186995" y="141180"/>
                </a:lnTo>
                <a:lnTo>
                  <a:pt x="206550" y="139075"/>
                </a:lnTo>
                <a:lnTo>
                  <a:pt x="226104" y="136970"/>
                </a:lnTo>
                <a:lnTo>
                  <a:pt x="245659" y="134864"/>
                </a:lnTo>
                <a:lnTo>
                  <a:pt x="265224" y="132750"/>
                </a:lnTo>
                <a:lnTo>
                  <a:pt x="284778" y="130645"/>
                </a:lnTo>
                <a:lnTo>
                  <a:pt x="304333" y="128540"/>
                </a:lnTo>
                <a:lnTo>
                  <a:pt x="323898" y="126435"/>
                </a:lnTo>
                <a:lnTo>
                  <a:pt x="343452" y="124320"/>
                </a:lnTo>
                <a:lnTo>
                  <a:pt x="363007" y="122215"/>
                </a:lnTo>
                <a:lnTo>
                  <a:pt x="382562" y="120110"/>
                </a:lnTo>
                <a:lnTo>
                  <a:pt x="402126" y="118005"/>
                </a:lnTo>
                <a:lnTo>
                  <a:pt x="421681" y="115900"/>
                </a:lnTo>
                <a:lnTo>
                  <a:pt x="441236" y="113786"/>
                </a:lnTo>
                <a:lnTo>
                  <a:pt x="460791" y="111681"/>
                </a:lnTo>
                <a:lnTo>
                  <a:pt x="480355" y="109576"/>
                </a:lnTo>
                <a:lnTo>
                  <a:pt x="499910" y="107471"/>
                </a:lnTo>
                <a:lnTo>
                  <a:pt x="519465" y="105356"/>
                </a:lnTo>
                <a:lnTo>
                  <a:pt x="539029" y="103251"/>
                </a:lnTo>
                <a:lnTo>
                  <a:pt x="558584" y="101146"/>
                </a:lnTo>
                <a:lnTo>
                  <a:pt x="578139" y="99041"/>
                </a:lnTo>
                <a:lnTo>
                  <a:pt x="597694" y="96926"/>
                </a:lnTo>
                <a:lnTo>
                  <a:pt x="617258" y="94821"/>
                </a:lnTo>
                <a:lnTo>
                  <a:pt x="636813" y="92716"/>
                </a:lnTo>
                <a:lnTo>
                  <a:pt x="656368" y="90611"/>
                </a:lnTo>
                <a:lnTo>
                  <a:pt x="675923" y="88506"/>
                </a:lnTo>
                <a:lnTo>
                  <a:pt x="695487" y="86392"/>
                </a:lnTo>
                <a:lnTo>
                  <a:pt x="715042" y="84287"/>
                </a:lnTo>
                <a:lnTo>
                  <a:pt x="734597" y="82182"/>
                </a:lnTo>
                <a:lnTo>
                  <a:pt x="754161" y="80077"/>
                </a:lnTo>
                <a:lnTo>
                  <a:pt x="773716" y="77962"/>
                </a:lnTo>
                <a:lnTo>
                  <a:pt x="793271" y="75857"/>
                </a:lnTo>
                <a:lnTo>
                  <a:pt x="812825" y="73752"/>
                </a:lnTo>
                <a:lnTo>
                  <a:pt x="832390" y="71647"/>
                </a:lnTo>
                <a:lnTo>
                  <a:pt x="851945" y="69542"/>
                </a:lnTo>
                <a:lnTo>
                  <a:pt x="871499" y="67427"/>
                </a:lnTo>
                <a:lnTo>
                  <a:pt x="891054" y="65322"/>
                </a:lnTo>
                <a:lnTo>
                  <a:pt x="910619" y="63217"/>
                </a:lnTo>
                <a:lnTo>
                  <a:pt x="930173" y="61112"/>
                </a:lnTo>
                <a:lnTo>
                  <a:pt x="949728" y="58998"/>
                </a:lnTo>
                <a:lnTo>
                  <a:pt x="969293" y="56893"/>
                </a:lnTo>
                <a:lnTo>
                  <a:pt x="988847" y="54788"/>
                </a:lnTo>
                <a:lnTo>
                  <a:pt x="1008402" y="52683"/>
                </a:lnTo>
                <a:lnTo>
                  <a:pt x="1027957" y="50568"/>
                </a:lnTo>
                <a:lnTo>
                  <a:pt x="1047521" y="48463"/>
                </a:lnTo>
                <a:lnTo>
                  <a:pt x="1067076" y="46358"/>
                </a:lnTo>
                <a:lnTo>
                  <a:pt x="1086631" y="44253"/>
                </a:lnTo>
                <a:lnTo>
                  <a:pt x="1106186" y="42148"/>
                </a:lnTo>
                <a:lnTo>
                  <a:pt x="1125750" y="40034"/>
                </a:lnTo>
                <a:lnTo>
                  <a:pt x="1145305" y="37929"/>
                </a:lnTo>
                <a:lnTo>
                  <a:pt x="1164860" y="35824"/>
                </a:lnTo>
                <a:lnTo>
                  <a:pt x="1184424" y="33719"/>
                </a:lnTo>
                <a:lnTo>
                  <a:pt x="1203979" y="31604"/>
                </a:lnTo>
                <a:lnTo>
                  <a:pt x="1223534" y="29499"/>
                </a:lnTo>
                <a:lnTo>
                  <a:pt x="1243089" y="27394"/>
                </a:lnTo>
                <a:lnTo>
                  <a:pt x="1262653" y="25289"/>
                </a:lnTo>
                <a:lnTo>
                  <a:pt x="1282208" y="23184"/>
                </a:lnTo>
                <a:lnTo>
                  <a:pt x="1301763" y="21069"/>
                </a:lnTo>
                <a:lnTo>
                  <a:pt x="1321318" y="18964"/>
                </a:lnTo>
                <a:lnTo>
                  <a:pt x="1340882" y="16859"/>
                </a:lnTo>
                <a:lnTo>
                  <a:pt x="1360437" y="14754"/>
                </a:lnTo>
                <a:lnTo>
                  <a:pt x="1379992" y="12640"/>
                </a:lnTo>
                <a:lnTo>
                  <a:pt x="1399556" y="10535"/>
                </a:lnTo>
                <a:lnTo>
                  <a:pt x="1419111" y="8430"/>
                </a:lnTo>
                <a:lnTo>
                  <a:pt x="1438666" y="6325"/>
                </a:lnTo>
                <a:lnTo>
                  <a:pt x="1458220" y="4210"/>
                </a:lnTo>
                <a:lnTo>
                  <a:pt x="1477785" y="2105"/>
                </a:lnTo>
                <a:lnTo>
                  <a:pt x="1497340" y="0"/>
                </a:lnTo>
                <a:lnTo>
                  <a:pt x="1502378" y="12563"/>
                </a:lnTo>
                <a:lnTo>
                  <a:pt x="1500483" y="32137"/>
                </a:lnTo>
                <a:lnTo>
                  <a:pt x="1498587" y="51721"/>
                </a:lnTo>
                <a:lnTo>
                  <a:pt x="1496692" y="71295"/>
                </a:lnTo>
                <a:lnTo>
                  <a:pt x="1494787" y="90878"/>
                </a:lnTo>
                <a:lnTo>
                  <a:pt x="1492891" y="110461"/>
                </a:lnTo>
                <a:lnTo>
                  <a:pt x="1490996" y="130035"/>
                </a:lnTo>
                <a:lnTo>
                  <a:pt x="1489100" y="149619"/>
                </a:lnTo>
                <a:lnTo>
                  <a:pt x="1487195" y="169193"/>
                </a:lnTo>
                <a:lnTo>
                  <a:pt x="1485300" y="188776"/>
                </a:lnTo>
                <a:lnTo>
                  <a:pt x="1483404" y="208350"/>
                </a:lnTo>
                <a:lnTo>
                  <a:pt x="1481509" y="227933"/>
                </a:lnTo>
                <a:lnTo>
                  <a:pt x="1479604" y="247507"/>
                </a:lnTo>
                <a:lnTo>
                  <a:pt x="1477708" y="267091"/>
                </a:lnTo>
                <a:lnTo>
                  <a:pt x="1475813" y="286664"/>
                </a:lnTo>
                <a:lnTo>
                  <a:pt x="1473918" y="306248"/>
                </a:lnTo>
                <a:lnTo>
                  <a:pt x="1472013" y="325822"/>
                </a:lnTo>
                <a:lnTo>
                  <a:pt x="1470117" y="345405"/>
                </a:lnTo>
                <a:lnTo>
                  <a:pt x="1468222" y="364979"/>
                </a:lnTo>
                <a:lnTo>
                  <a:pt x="1466326" y="384562"/>
                </a:lnTo>
                <a:lnTo>
                  <a:pt x="1464421" y="404136"/>
                </a:lnTo>
                <a:lnTo>
                  <a:pt x="1462526" y="423720"/>
                </a:lnTo>
                <a:lnTo>
                  <a:pt x="1460630" y="443294"/>
                </a:lnTo>
                <a:lnTo>
                  <a:pt x="1458725" y="462877"/>
                </a:lnTo>
                <a:lnTo>
                  <a:pt x="1456830" y="482451"/>
                </a:lnTo>
                <a:lnTo>
                  <a:pt x="1454934" y="502034"/>
                </a:lnTo>
                <a:lnTo>
                  <a:pt x="1453039" y="521608"/>
                </a:lnTo>
                <a:lnTo>
                  <a:pt x="1451134" y="541191"/>
                </a:lnTo>
                <a:lnTo>
                  <a:pt x="1449238" y="560775"/>
                </a:lnTo>
                <a:lnTo>
                  <a:pt x="1447343" y="580349"/>
                </a:lnTo>
                <a:lnTo>
                  <a:pt x="1445447" y="599932"/>
                </a:lnTo>
                <a:lnTo>
                  <a:pt x="1443542" y="619506"/>
                </a:lnTo>
                <a:lnTo>
                  <a:pt x="1441647" y="639089"/>
                </a:lnTo>
                <a:lnTo>
                  <a:pt x="1439751" y="658663"/>
                </a:lnTo>
                <a:lnTo>
                  <a:pt x="1437856" y="678247"/>
                </a:lnTo>
                <a:lnTo>
                  <a:pt x="1435951" y="697821"/>
                </a:lnTo>
                <a:lnTo>
                  <a:pt x="1434055" y="717404"/>
                </a:lnTo>
                <a:lnTo>
                  <a:pt x="1432160" y="736978"/>
                </a:lnTo>
                <a:lnTo>
                  <a:pt x="1430264" y="756561"/>
                </a:lnTo>
                <a:lnTo>
                  <a:pt x="1428359" y="776135"/>
                </a:lnTo>
                <a:lnTo>
                  <a:pt x="1426464" y="795719"/>
                </a:lnTo>
                <a:lnTo>
                  <a:pt x="1424569" y="815292"/>
                </a:lnTo>
                <a:lnTo>
                  <a:pt x="1422673" y="834876"/>
                </a:lnTo>
                <a:lnTo>
                  <a:pt x="1420768" y="854450"/>
                </a:lnTo>
                <a:lnTo>
                  <a:pt x="1418873" y="874033"/>
                </a:lnTo>
                <a:lnTo>
                  <a:pt x="1416977" y="893607"/>
                </a:lnTo>
                <a:lnTo>
                  <a:pt x="1415082" y="913190"/>
                </a:lnTo>
                <a:lnTo>
                  <a:pt x="1413177" y="932764"/>
                </a:lnTo>
                <a:lnTo>
                  <a:pt x="1393622" y="934879"/>
                </a:lnTo>
                <a:lnTo>
                  <a:pt x="1374067" y="936984"/>
                </a:lnTo>
                <a:lnTo>
                  <a:pt x="1354503" y="939089"/>
                </a:lnTo>
                <a:lnTo>
                  <a:pt x="1334948" y="941194"/>
                </a:lnTo>
                <a:lnTo>
                  <a:pt x="1315393" y="943308"/>
                </a:lnTo>
                <a:lnTo>
                  <a:pt x="1295838" y="945413"/>
                </a:lnTo>
                <a:lnTo>
                  <a:pt x="1276274" y="947518"/>
                </a:lnTo>
                <a:lnTo>
                  <a:pt x="1256719" y="949623"/>
                </a:lnTo>
                <a:lnTo>
                  <a:pt x="1237164" y="951728"/>
                </a:lnTo>
                <a:lnTo>
                  <a:pt x="1217609" y="953843"/>
                </a:lnTo>
                <a:lnTo>
                  <a:pt x="1198045" y="955948"/>
                </a:lnTo>
                <a:lnTo>
                  <a:pt x="1178490" y="958053"/>
                </a:lnTo>
                <a:lnTo>
                  <a:pt x="1158935" y="960158"/>
                </a:lnTo>
                <a:lnTo>
                  <a:pt x="1139371" y="962273"/>
                </a:lnTo>
                <a:lnTo>
                  <a:pt x="1119816" y="964378"/>
                </a:lnTo>
                <a:lnTo>
                  <a:pt x="1100261" y="966483"/>
                </a:lnTo>
                <a:lnTo>
                  <a:pt x="1080707" y="968588"/>
                </a:lnTo>
                <a:lnTo>
                  <a:pt x="1061142" y="970702"/>
                </a:lnTo>
                <a:lnTo>
                  <a:pt x="1041587" y="972807"/>
                </a:lnTo>
                <a:lnTo>
                  <a:pt x="1022033" y="974912"/>
                </a:lnTo>
                <a:lnTo>
                  <a:pt x="1002478" y="977017"/>
                </a:lnTo>
                <a:lnTo>
                  <a:pt x="982913" y="979122"/>
                </a:lnTo>
                <a:lnTo>
                  <a:pt x="963359" y="981237"/>
                </a:lnTo>
                <a:lnTo>
                  <a:pt x="943804" y="983342"/>
                </a:lnTo>
                <a:lnTo>
                  <a:pt x="924239" y="985447"/>
                </a:lnTo>
                <a:lnTo>
                  <a:pt x="904685" y="987552"/>
                </a:lnTo>
                <a:lnTo>
                  <a:pt x="885130" y="989667"/>
                </a:lnTo>
                <a:lnTo>
                  <a:pt x="865575" y="991772"/>
                </a:lnTo>
                <a:lnTo>
                  <a:pt x="846010" y="993877"/>
                </a:lnTo>
                <a:lnTo>
                  <a:pt x="826456" y="995982"/>
                </a:lnTo>
                <a:lnTo>
                  <a:pt x="806901" y="998087"/>
                </a:lnTo>
                <a:lnTo>
                  <a:pt x="787346" y="1000201"/>
                </a:lnTo>
                <a:lnTo>
                  <a:pt x="767782" y="1002306"/>
                </a:lnTo>
                <a:lnTo>
                  <a:pt x="748227" y="1004411"/>
                </a:lnTo>
                <a:lnTo>
                  <a:pt x="728672" y="1006516"/>
                </a:lnTo>
                <a:lnTo>
                  <a:pt x="709108" y="1008631"/>
                </a:lnTo>
                <a:lnTo>
                  <a:pt x="689553" y="1010736"/>
                </a:lnTo>
                <a:lnTo>
                  <a:pt x="669998" y="1012841"/>
                </a:lnTo>
                <a:lnTo>
                  <a:pt x="650443" y="1014946"/>
                </a:lnTo>
                <a:lnTo>
                  <a:pt x="630879" y="1017060"/>
                </a:lnTo>
                <a:lnTo>
                  <a:pt x="611324" y="1019165"/>
                </a:lnTo>
                <a:lnTo>
                  <a:pt x="591769" y="1021271"/>
                </a:lnTo>
                <a:lnTo>
                  <a:pt x="572205" y="1023376"/>
                </a:lnTo>
                <a:lnTo>
                  <a:pt x="552650" y="1025481"/>
                </a:lnTo>
                <a:lnTo>
                  <a:pt x="533095" y="1027595"/>
                </a:lnTo>
                <a:lnTo>
                  <a:pt x="513540" y="1029700"/>
                </a:lnTo>
                <a:lnTo>
                  <a:pt x="493976" y="1031805"/>
                </a:lnTo>
                <a:lnTo>
                  <a:pt x="474421" y="1033910"/>
                </a:lnTo>
                <a:lnTo>
                  <a:pt x="454866" y="1036025"/>
                </a:lnTo>
                <a:lnTo>
                  <a:pt x="435312" y="1038130"/>
                </a:lnTo>
                <a:lnTo>
                  <a:pt x="415747" y="1040235"/>
                </a:lnTo>
                <a:lnTo>
                  <a:pt x="396192" y="1042340"/>
                </a:lnTo>
                <a:lnTo>
                  <a:pt x="376638" y="1044454"/>
                </a:lnTo>
                <a:lnTo>
                  <a:pt x="357073" y="1046559"/>
                </a:lnTo>
                <a:lnTo>
                  <a:pt x="337518" y="1048664"/>
                </a:lnTo>
                <a:lnTo>
                  <a:pt x="317964" y="1050769"/>
                </a:lnTo>
                <a:lnTo>
                  <a:pt x="298409" y="1052874"/>
                </a:lnTo>
                <a:lnTo>
                  <a:pt x="278844" y="1054989"/>
                </a:lnTo>
                <a:lnTo>
                  <a:pt x="259290" y="1057094"/>
                </a:lnTo>
                <a:lnTo>
                  <a:pt x="239735" y="1059199"/>
                </a:lnTo>
                <a:lnTo>
                  <a:pt x="220180" y="1061304"/>
                </a:lnTo>
                <a:lnTo>
                  <a:pt x="200616" y="1063419"/>
                </a:lnTo>
                <a:lnTo>
                  <a:pt x="181061" y="1065524"/>
                </a:lnTo>
                <a:lnTo>
                  <a:pt x="161506" y="1067629"/>
                </a:lnTo>
                <a:lnTo>
                  <a:pt x="141942" y="1069734"/>
                </a:lnTo>
                <a:lnTo>
                  <a:pt x="122387" y="1071839"/>
                </a:lnTo>
                <a:lnTo>
                  <a:pt x="102832" y="1073953"/>
                </a:lnTo>
                <a:lnTo>
                  <a:pt x="83277" y="1076058"/>
                </a:lnTo>
                <a:lnTo>
                  <a:pt x="63713" y="1078163"/>
                </a:lnTo>
                <a:lnTo>
                  <a:pt x="44158" y="1080268"/>
                </a:lnTo>
                <a:lnTo>
                  <a:pt x="24603" y="1082383"/>
                </a:lnTo>
                <a:lnTo>
                  <a:pt x="5048" y="1084488"/>
                </a:lnTo>
                <a:lnTo>
                  <a:pt x="0" y="1071924"/>
                </a:lnTo>
                <a:lnTo>
                  <a:pt x="1895" y="1052341"/>
                </a:lnTo>
                <a:lnTo>
                  <a:pt x="3800" y="1032767"/>
                </a:lnTo>
                <a:lnTo>
                  <a:pt x="5696" y="1013184"/>
                </a:lnTo>
                <a:lnTo>
                  <a:pt x="7591" y="993610"/>
                </a:lnTo>
                <a:lnTo>
                  <a:pt x="9487" y="974027"/>
                </a:lnTo>
                <a:lnTo>
                  <a:pt x="11392" y="954453"/>
                </a:lnTo>
                <a:lnTo>
                  <a:pt x="13287" y="934869"/>
                </a:lnTo>
                <a:lnTo>
                  <a:pt x="15183" y="915295"/>
                </a:lnTo>
                <a:lnTo>
                  <a:pt x="17078" y="895712"/>
                </a:lnTo>
                <a:lnTo>
                  <a:pt x="18983" y="876138"/>
                </a:lnTo>
                <a:lnTo>
                  <a:pt x="20879" y="856555"/>
                </a:lnTo>
                <a:lnTo>
                  <a:pt x="22774" y="836981"/>
                </a:lnTo>
                <a:lnTo>
                  <a:pt x="24670" y="817397"/>
                </a:lnTo>
                <a:lnTo>
                  <a:pt x="26575" y="797824"/>
                </a:lnTo>
                <a:lnTo>
                  <a:pt x="28470" y="778240"/>
                </a:lnTo>
                <a:lnTo>
                  <a:pt x="30366" y="758666"/>
                </a:lnTo>
                <a:lnTo>
                  <a:pt x="32261" y="739083"/>
                </a:lnTo>
                <a:lnTo>
                  <a:pt x="34166" y="719509"/>
                </a:lnTo>
                <a:lnTo>
                  <a:pt x="36062" y="699926"/>
                </a:lnTo>
                <a:lnTo>
                  <a:pt x="37957" y="680352"/>
                </a:lnTo>
                <a:lnTo>
                  <a:pt x="39862" y="660768"/>
                </a:lnTo>
                <a:lnTo>
                  <a:pt x="41758" y="641185"/>
                </a:lnTo>
                <a:lnTo>
                  <a:pt x="43653" y="621611"/>
                </a:lnTo>
                <a:lnTo>
                  <a:pt x="45549" y="602028"/>
                </a:lnTo>
                <a:lnTo>
                  <a:pt x="47454" y="582454"/>
                </a:lnTo>
                <a:lnTo>
                  <a:pt x="49349" y="562870"/>
                </a:lnTo>
                <a:lnTo>
                  <a:pt x="51245" y="543296"/>
                </a:lnTo>
                <a:lnTo>
                  <a:pt x="53140" y="523713"/>
                </a:lnTo>
                <a:lnTo>
                  <a:pt x="55045" y="504139"/>
                </a:lnTo>
                <a:lnTo>
                  <a:pt x="56940" y="484556"/>
                </a:lnTo>
                <a:lnTo>
                  <a:pt x="58836" y="464982"/>
                </a:lnTo>
                <a:lnTo>
                  <a:pt x="60731" y="445399"/>
                </a:lnTo>
                <a:lnTo>
                  <a:pt x="62636" y="425825"/>
                </a:lnTo>
                <a:lnTo>
                  <a:pt x="64532" y="406241"/>
                </a:lnTo>
                <a:lnTo>
                  <a:pt x="66427" y="386667"/>
                </a:lnTo>
                <a:lnTo>
                  <a:pt x="68323" y="367084"/>
                </a:lnTo>
                <a:lnTo>
                  <a:pt x="70228" y="347510"/>
                </a:lnTo>
                <a:lnTo>
                  <a:pt x="72123" y="327927"/>
                </a:lnTo>
                <a:lnTo>
                  <a:pt x="74019" y="308353"/>
                </a:lnTo>
                <a:lnTo>
                  <a:pt x="75914" y="288769"/>
                </a:lnTo>
                <a:lnTo>
                  <a:pt x="77819" y="269196"/>
                </a:lnTo>
                <a:lnTo>
                  <a:pt x="79715" y="249612"/>
                </a:lnTo>
                <a:lnTo>
                  <a:pt x="81610" y="230038"/>
                </a:lnTo>
                <a:lnTo>
                  <a:pt x="83506" y="210455"/>
                </a:lnTo>
                <a:lnTo>
                  <a:pt x="85411" y="190871"/>
                </a:lnTo>
                <a:lnTo>
                  <a:pt x="87306" y="171298"/>
                </a:lnTo>
                <a:lnTo>
                  <a:pt x="89202" y="151714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52ADC572-C087-4B9C-919F-C70BAA2D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307947"/>
            <a:ext cx="619125" cy="787803"/>
          </a:xfrm>
          <a:custGeom xmlns:a="http://schemas.openxmlformats.org/drawingml/2006/main">
            <a:pathLst>
              <a:path w="619125" h="787803">
                <a:moveTo>
                  <a:pt x="0" y="787803"/>
                </a:moveTo>
                <a:lnTo>
                  <a:pt x="0" y="768887"/>
                </a:lnTo>
                <a:lnTo>
                  <a:pt x="0" y="749979"/>
                </a:lnTo>
                <a:lnTo>
                  <a:pt x="0" y="731063"/>
                </a:lnTo>
                <a:lnTo>
                  <a:pt x="0" y="712146"/>
                </a:lnTo>
                <a:lnTo>
                  <a:pt x="0" y="693230"/>
                </a:lnTo>
                <a:lnTo>
                  <a:pt x="0" y="674322"/>
                </a:lnTo>
                <a:lnTo>
                  <a:pt x="0" y="655406"/>
                </a:lnTo>
                <a:lnTo>
                  <a:pt x="0" y="636489"/>
                </a:lnTo>
                <a:lnTo>
                  <a:pt x="0" y="617572"/>
                </a:lnTo>
                <a:lnTo>
                  <a:pt x="0" y="598665"/>
                </a:lnTo>
                <a:lnTo>
                  <a:pt x="0" y="579749"/>
                </a:lnTo>
                <a:lnTo>
                  <a:pt x="0" y="560832"/>
                </a:lnTo>
                <a:lnTo>
                  <a:pt x="0" y="541915"/>
                </a:lnTo>
                <a:lnTo>
                  <a:pt x="0" y="523008"/>
                </a:lnTo>
                <a:lnTo>
                  <a:pt x="0" y="504092"/>
                </a:lnTo>
                <a:lnTo>
                  <a:pt x="0" y="485175"/>
                </a:lnTo>
                <a:lnTo>
                  <a:pt x="0" y="466268"/>
                </a:lnTo>
                <a:lnTo>
                  <a:pt x="0" y="447351"/>
                </a:lnTo>
                <a:lnTo>
                  <a:pt x="0" y="428434"/>
                </a:lnTo>
                <a:lnTo>
                  <a:pt x="0" y="409518"/>
                </a:lnTo>
                <a:lnTo>
                  <a:pt x="0" y="390611"/>
                </a:lnTo>
                <a:lnTo>
                  <a:pt x="0" y="371694"/>
                </a:lnTo>
                <a:lnTo>
                  <a:pt x="0" y="352777"/>
                </a:lnTo>
                <a:lnTo>
                  <a:pt x="0" y="333861"/>
                </a:lnTo>
                <a:lnTo>
                  <a:pt x="0" y="314954"/>
                </a:lnTo>
                <a:lnTo>
                  <a:pt x="0" y="296037"/>
                </a:lnTo>
                <a:lnTo>
                  <a:pt x="0" y="277120"/>
                </a:lnTo>
                <a:lnTo>
                  <a:pt x="0" y="258213"/>
                </a:lnTo>
                <a:lnTo>
                  <a:pt x="0" y="239297"/>
                </a:lnTo>
                <a:lnTo>
                  <a:pt x="0" y="220380"/>
                </a:lnTo>
                <a:lnTo>
                  <a:pt x="0" y="201463"/>
                </a:lnTo>
                <a:lnTo>
                  <a:pt x="13983" y="192710"/>
                </a:lnTo>
                <a:lnTo>
                  <a:pt x="31975" y="186871"/>
                </a:lnTo>
                <a:lnTo>
                  <a:pt x="49959" y="181032"/>
                </a:lnTo>
                <a:lnTo>
                  <a:pt x="67951" y="175193"/>
                </a:lnTo>
                <a:lnTo>
                  <a:pt x="85944" y="169355"/>
                </a:lnTo>
                <a:lnTo>
                  <a:pt x="103937" y="163516"/>
                </a:lnTo>
                <a:lnTo>
                  <a:pt x="121920" y="157677"/>
                </a:lnTo>
                <a:lnTo>
                  <a:pt x="139913" y="151838"/>
                </a:lnTo>
                <a:lnTo>
                  <a:pt x="157905" y="145999"/>
                </a:lnTo>
                <a:lnTo>
                  <a:pt x="175889" y="140160"/>
                </a:lnTo>
                <a:lnTo>
                  <a:pt x="193881" y="134312"/>
                </a:lnTo>
                <a:lnTo>
                  <a:pt x="211874" y="128473"/>
                </a:lnTo>
                <a:lnTo>
                  <a:pt x="229867" y="122634"/>
                </a:lnTo>
                <a:lnTo>
                  <a:pt x="247850" y="116796"/>
                </a:lnTo>
                <a:lnTo>
                  <a:pt x="265843" y="110957"/>
                </a:lnTo>
                <a:lnTo>
                  <a:pt x="283835" y="105118"/>
                </a:lnTo>
                <a:lnTo>
                  <a:pt x="301819" y="99279"/>
                </a:lnTo>
                <a:lnTo>
                  <a:pt x="319811" y="93440"/>
                </a:lnTo>
                <a:lnTo>
                  <a:pt x="337804" y="87601"/>
                </a:lnTo>
                <a:lnTo>
                  <a:pt x="355797" y="81753"/>
                </a:lnTo>
                <a:lnTo>
                  <a:pt x="373780" y="75914"/>
                </a:lnTo>
                <a:lnTo>
                  <a:pt x="391773" y="70075"/>
                </a:lnTo>
                <a:lnTo>
                  <a:pt x="409766" y="64237"/>
                </a:lnTo>
                <a:lnTo>
                  <a:pt x="427749" y="58398"/>
                </a:lnTo>
                <a:lnTo>
                  <a:pt x="445741" y="52559"/>
                </a:lnTo>
                <a:lnTo>
                  <a:pt x="463734" y="46720"/>
                </a:lnTo>
                <a:lnTo>
                  <a:pt x="481717" y="40881"/>
                </a:lnTo>
                <a:lnTo>
                  <a:pt x="499710" y="35042"/>
                </a:lnTo>
                <a:lnTo>
                  <a:pt x="517703" y="29204"/>
                </a:lnTo>
                <a:lnTo>
                  <a:pt x="535696" y="23355"/>
                </a:lnTo>
                <a:lnTo>
                  <a:pt x="553679" y="17516"/>
                </a:lnTo>
                <a:lnTo>
                  <a:pt x="571671" y="11678"/>
                </a:lnTo>
                <a:lnTo>
                  <a:pt x="589664" y="5839"/>
                </a:lnTo>
                <a:lnTo>
                  <a:pt x="607647" y="0"/>
                </a:lnTo>
                <a:lnTo>
                  <a:pt x="619125" y="3124"/>
                </a:lnTo>
                <a:lnTo>
                  <a:pt x="619125" y="22041"/>
                </a:lnTo>
                <a:lnTo>
                  <a:pt x="619125" y="40958"/>
                </a:lnTo>
                <a:lnTo>
                  <a:pt x="619125" y="59874"/>
                </a:lnTo>
                <a:lnTo>
                  <a:pt x="619125" y="78781"/>
                </a:lnTo>
                <a:lnTo>
                  <a:pt x="619125" y="97698"/>
                </a:lnTo>
                <a:lnTo>
                  <a:pt x="619125" y="116615"/>
                </a:lnTo>
                <a:lnTo>
                  <a:pt x="619125" y="135522"/>
                </a:lnTo>
                <a:lnTo>
                  <a:pt x="619125" y="154438"/>
                </a:lnTo>
                <a:lnTo>
                  <a:pt x="619125" y="173355"/>
                </a:lnTo>
                <a:lnTo>
                  <a:pt x="619125" y="192272"/>
                </a:lnTo>
                <a:lnTo>
                  <a:pt x="619125" y="211179"/>
                </a:lnTo>
                <a:lnTo>
                  <a:pt x="619125" y="230095"/>
                </a:lnTo>
                <a:lnTo>
                  <a:pt x="619125" y="249012"/>
                </a:lnTo>
                <a:lnTo>
                  <a:pt x="619125" y="267929"/>
                </a:lnTo>
                <a:lnTo>
                  <a:pt x="619125" y="286836"/>
                </a:lnTo>
                <a:lnTo>
                  <a:pt x="619125" y="305753"/>
                </a:lnTo>
                <a:lnTo>
                  <a:pt x="619125" y="324669"/>
                </a:lnTo>
                <a:lnTo>
                  <a:pt x="619125" y="343576"/>
                </a:lnTo>
                <a:lnTo>
                  <a:pt x="619125" y="362493"/>
                </a:lnTo>
                <a:lnTo>
                  <a:pt x="619125" y="381410"/>
                </a:lnTo>
                <a:lnTo>
                  <a:pt x="619125" y="400326"/>
                </a:lnTo>
                <a:lnTo>
                  <a:pt x="619125" y="419233"/>
                </a:lnTo>
                <a:lnTo>
                  <a:pt x="619125" y="438150"/>
                </a:lnTo>
                <a:lnTo>
                  <a:pt x="619125" y="457067"/>
                </a:lnTo>
                <a:lnTo>
                  <a:pt x="619125" y="475983"/>
                </a:lnTo>
                <a:lnTo>
                  <a:pt x="619125" y="494890"/>
                </a:lnTo>
                <a:lnTo>
                  <a:pt x="619125" y="513807"/>
                </a:lnTo>
                <a:lnTo>
                  <a:pt x="619125" y="532724"/>
                </a:lnTo>
                <a:lnTo>
                  <a:pt x="618182" y="550993"/>
                </a:lnTo>
                <a:lnTo>
                  <a:pt x="600523" y="557755"/>
                </a:lnTo>
                <a:lnTo>
                  <a:pt x="582863" y="564518"/>
                </a:lnTo>
                <a:lnTo>
                  <a:pt x="565194" y="571290"/>
                </a:lnTo>
                <a:lnTo>
                  <a:pt x="547535" y="578053"/>
                </a:lnTo>
                <a:lnTo>
                  <a:pt x="529876" y="584816"/>
                </a:lnTo>
                <a:lnTo>
                  <a:pt x="512207" y="591588"/>
                </a:lnTo>
                <a:lnTo>
                  <a:pt x="494548" y="598351"/>
                </a:lnTo>
                <a:lnTo>
                  <a:pt x="476888" y="605123"/>
                </a:lnTo>
                <a:lnTo>
                  <a:pt x="459229" y="611886"/>
                </a:lnTo>
                <a:lnTo>
                  <a:pt x="441560" y="618649"/>
                </a:lnTo>
                <a:lnTo>
                  <a:pt x="423901" y="625421"/>
                </a:lnTo>
                <a:lnTo>
                  <a:pt x="406241" y="632184"/>
                </a:lnTo>
                <a:lnTo>
                  <a:pt x="388572" y="638947"/>
                </a:lnTo>
                <a:lnTo>
                  <a:pt x="370913" y="645719"/>
                </a:lnTo>
                <a:lnTo>
                  <a:pt x="353254" y="652482"/>
                </a:lnTo>
                <a:lnTo>
                  <a:pt x="335585" y="659244"/>
                </a:lnTo>
                <a:lnTo>
                  <a:pt x="317925" y="666017"/>
                </a:lnTo>
                <a:lnTo>
                  <a:pt x="300266" y="672779"/>
                </a:lnTo>
                <a:lnTo>
                  <a:pt x="282597" y="679542"/>
                </a:lnTo>
                <a:lnTo>
                  <a:pt x="264938" y="686314"/>
                </a:lnTo>
                <a:lnTo>
                  <a:pt x="247279" y="693077"/>
                </a:lnTo>
                <a:lnTo>
                  <a:pt x="229610" y="699840"/>
                </a:lnTo>
                <a:lnTo>
                  <a:pt x="211950" y="706612"/>
                </a:lnTo>
                <a:lnTo>
                  <a:pt x="194291" y="713375"/>
                </a:lnTo>
                <a:lnTo>
                  <a:pt x="176622" y="720138"/>
                </a:lnTo>
                <a:lnTo>
                  <a:pt x="158963" y="726910"/>
                </a:lnTo>
                <a:lnTo>
                  <a:pt x="141303" y="733673"/>
                </a:lnTo>
                <a:lnTo>
                  <a:pt x="123635" y="740445"/>
                </a:lnTo>
                <a:lnTo>
                  <a:pt x="105975" y="747208"/>
                </a:lnTo>
                <a:lnTo>
                  <a:pt x="88316" y="753970"/>
                </a:lnTo>
                <a:lnTo>
                  <a:pt x="70647" y="760743"/>
                </a:lnTo>
                <a:lnTo>
                  <a:pt x="52988" y="767505"/>
                </a:lnTo>
                <a:lnTo>
                  <a:pt x="35328" y="774268"/>
                </a:lnTo>
                <a:lnTo>
                  <a:pt x="17659" y="781040"/>
                </a:lnTo>
                <a:lnTo>
                  <a:pt x="0" y="787803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0469E145-D60E-4D68-9BCE-D97F28D2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3858578"/>
            <a:ext cx="2968066" cy="237173"/>
          </a:xfrm>
          <a:custGeom xmlns:a="http://schemas.openxmlformats.org/drawingml/2006/main">
            <a:pathLst>
              <a:path w="2968066" h="237173">
                <a:moveTo>
                  <a:pt x="0" y="237173"/>
                </a:moveTo>
                <a:lnTo>
                  <a:pt x="25098" y="237173"/>
                </a:lnTo>
                <a:lnTo>
                  <a:pt x="50197" y="237173"/>
                </a:lnTo>
                <a:lnTo>
                  <a:pt x="75295" y="237173"/>
                </a:lnTo>
                <a:lnTo>
                  <a:pt x="100393" y="237173"/>
                </a:lnTo>
                <a:lnTo>
                  <a:pt x="125482" y="237173"/>
                </a:lnTo>
                <a:lnTo>
                  <a:pt x="150581" y="237173"/>
                </a:lnTo>
                <a:lnTo>
                  <a:pt x="175679" y="237173"/>
                </a:lnTo>
                <a:lnTo>
                  <a:pt x="200777" y="237173"/>
                </a:lnTo>
                <a:lnTo>
                  <a:pt x="225876" y="237173"/>
                </a:lnTo>
                <a:lnTo>
                  <a:pt x="250974" y="237173"/>
                </a:lnTo>
                <a:lnTo>
                  <a:pt x="276073" y="237173"/>
                </a:lnTo>
                <a:lnTo>
                  <a:pt x="301171" y="237173"/>
                </a:lnTo>
                <a:lnTo>
                  <a:pt x="326269" y="237173"/>
                </a:lnTo>
                <a:lnTo>
                  <a:pt x="351358" y="237173"/>
                </a:lnTo>
                <a:lnTo>
                  <a:pt x="376457" y="237173"/>
                </a:lnTo>
                <a:lnTo>
                  <a:pt x="401555" y="237173"/>
                </a:lnTo>
                <a:lnTo>
                  <a:pt x="426653" y="237173"/>
                </a:lnTo>
                <a:lnTo>
                  <a:pt x="451752" y="237173"/>
                </a:lnTo>
                <a:lnTo>
                  <a:pt x="476850" y="237173"/>
                </a:lnTo>
                <a:lnTo>
                  <a:pt x="501948" y="237173"/>
                </a:lnTo>
                <a:lnTo>
                  <a:pt x="527047" y="237173"/>
                </a:lnTo>
                <a:lnTo>
                  <a:pt x="552145" y="237173"/>
                </a:lnTo>
                <a:lnTo>
                  <a:pt x="577234" y="237173"/>
                </a:lnTo>
                <a:lnTo>
                  <a:pt x="602332" y="237173"/>
                </a:lnTo>
                <a:lnTo>
                  <a:pt x="627431" y="237173"/>
                </a:lnTo>
                <a:lnTo>
                  <a:pt x="652529" y="237173"/>
                </a:lnTo>
                <a:lnTo>
                  <a:pt x="677628" y="237173"/>
                </a:lnTo>
                <a:lnTo>
                  <a:pt x="702726" y="237173"/>
                </a:lnTo>
                <a:lnTo>
                  <a:pt x="727824" y="237173"/>
                </a:lnTo>
                <a:lnTo>
                  <a:pt x="752923" y="237173"/>
                </a:lnTo>
                <a:lnTo>
                  <a:pt x="778021" y="237173"/>
                </a:lnTo>
                <a:lnTo>
                  <a:pt x="803110" y="237173"/>
                </a:lnTo>
                <a:lnTo>
                  <a:pt x="828208" y="237173"/>
                </a:lnTo>
                <a:lnTo>
                  <a:pt x="853307" y="237173"/>
                </a:lnTo>
                <a:lnTo>
                  <a:pt x="878405" y="237173"/>
                </a:lnTo>
                <a:lnTo>
                  <a:pt x="903503" y="237173"/>
                </a:lnTo>
                <a:lnTo>
                  <a:pt x="928602" y="237173"/>
                </a:lnTo>
                <a:lnTo>
                  <a:pt x="953700" y="237173"/>
                </a:lnTo>
                <a:lnTo>
                  <a:pt x="978799" y="237173"/>
                </a:lnTo>
                <a:lnTo>
                  <a:pt x="1003897" y="237173"/>
                </a:lnTo>
                <a:lnTo>
                  <a:pt x="1028986" y="237173"/>
                </a:lnTo>
                <a:lnTo>
                  <a:pt x="1054084" y="237173"/>
                </a:lnTo>
                <a:lnTo>
                  <a:pt x="1079183" y="237173"/>
                </a:lnTo>
                <a:lnTo>
                  <a:pt x="1104281" y="237173"/>
                </a:lnTo>
                <a:lnTo>
                  <a:pt x="1129379" y="237173"/>
                </a:lnTo>
                <a:lnTo>
                  <a:pt x="1154478" y="237173"/>
                </a:lnTo>
                <a:lnTo>
                  <a:pt x="1179576" y="237173"/>
                </a:lnTo>
                <a:lnTo>
                  <a:pt x="1204674" y="237173"/>
                </a:lnTo>
                <a:lnTo>
                  <a:pt x="1229773" y="237173"/>
                </a:lnTo>
                <a:lnTo>
                  <a:pt x="1254871" y="237173"/>
                </a:lnTo>
                <a:lnTo>
                  <a:pt x="1279960" y="237173"/>
                </a:lnTo>
                <a:lnTo>
                  <a:pt x="1305058" y="237173"/>
                </a:lnTo>
                <a:lnTo>
                  <a:pt x="1330157" y="237173"/>
                </a:lnTo>
                <a:lnTo>
                  <a:pt x="1355255" y="237173"/>
                </a:lnTo>
                <a:lnTo>
                  <a:pt x="1380353" y="237173"/>
                </a:lnTo>
                <a:lnTo>
                  <a:pt x="1405452" y="237173"/>
                </a:lnTo>
                <a:lnTo>
                  <a:pt x="1430550" y="237173"/>
                </a:lnTo>
                <a:lnTo>
                  <a:pt x="1455649" y="237173"/>
                </a:lnTo>
                <a:lnTo>
                  <a:pt x="1480747" y="237173"/>
                </a:lnTo>
                <a:lnTo>
                  <a:pt x="1505836" y="237173"/>
                </a:lnTo>
                <a:lnTo>
                  <a:pt x="1530934" y="237173"/>
                </a:lnTo>
                <a:lnTo>
                  <a:pt x="1556033" y="237173"/>
                </a:lnTo>
                <a:lnTo>
                  <a:pt x="1581131" y="237173"/>
                </a:lnTo>
                <a:lnTo>
                  <a:pt x="1606229" y="237173"/>
                </a:lnTo>
                <a:lnTo>
                  <a:pt x="1631328" y="237173"/>
                </a:lnTo>
                <a:lnTo>
                  <a:pt x="1656426" y="237173"/>
                </a:lnTo>
                <a:lnTo>
                  <a:pt x="1681524" y="237173"/>
                </a:lnTo>
                <a:lnTo>
                  <a:pt x="1706623" y="237173"/>
                </a:lnTo>
                <a:lnTo>
                  <a:pt x="1731712" y="237173"/>
                </a:lnTo>
                <a:lnTo>
                  <a:pt x="1756810" y="237173"/>
                </a:lnTo>
                <a:lnTo>
                  <a:pt x="1781908" y="237173"/>
                </a:lnTo>
                <a:lnTo>
                  <a:pt x="1807007" y="237173"/>
                </a:lnTo>
                <a:lnTo>
                  <a:pt x="1832105" y="237173"/>
                </a:lnTo>
                <a:lnTo>
                  <a:pt x="1857204" y="237173"/>
                </a:lnTo>
                <a:lnTo>
                  <a:pt x="1882302" y="237173"/>
                </a:lnTo>
                <a:lnTo>
                  <a:pt x="1907400" y="237173"/>
                </a:lnTo>
                <a:lnTo>
                  <a:pt x="1932499" y="237173"/>
                </a:lnTo>
                <a:lnTo>
                  <a:pt x="1957588" y="237173"/>
                </a:lnTo>
                <a:lnTo>
                  <a:pt x="1982686" y="237173"/>
                </a:lnTo>
                <a:lnTo>
                  <a:pt x="2007784" y="237173"/>
                </a:lnTo>
                <a:lnTo>
                  <a:pt x="2032883" y="237173"/>
                </a:lnTo>
                <a:lnTo>
                  <a:pt x="2057981" y="237173"/>
                </a:lnTo>
                <a:lnTo>
                  <a:pt x="2083079" y="237173"/>
                </a:lnTo>
                <a:lnTo>
                  <a:pt x="2108178" y="237173"/>
                </a:lnTo>
                <a:lnTo>
                  <a:pt x="2133276" y="237173"/>
                </a:lnTo>
                <a:lnTo>
                  <a:pt x="2158375" y="237173"/>
                </a:lnTo>
                <a:lnTo>
                  <a:pt x="2183463" y="237173"/>
                </a:lnTo>
                <a:lnTo>
                  <a:pt x="2208562" y="237173"/>
                </a:lnTo>
                <a:lnTo>
                  <a:pt x="2233660" y="237173"/>
                </a:lnTo>
                <a:lnTo>
                  <a:pt x="2258759" y="237173"/>
                </a:lnTo>
                <a:lnTo>
                  <a:pt x="2283857" y="237173"/>
                </a:lnTo>
                <a:lnTo>
                  <a:pt x="2308955" y="237173"/>
                </a:lnTo>
                <a:lnTo>
                  <a:pt x="2334054" y="237173"/>
                </a:lnTo>
                <a:lnTo>
                  <a:pt x="2358723" y="234858"/>
                </a:lnTo>
                <a:lnTo>
                  <a:pt x="2382155" y="225876"/>
                </a:lnTo>
                <a:lnTo>
                  <a:pt x="2405596" y="216903"/>
                </a:lnTo>
                <a:lnTo>
                  <a:pt x="2429027" y="207921"/>
                </a:lnTo>
                <a:lnTo>
                  <a:pt x="2452468" y="198949"/>
                </a:lnTo>
                <a:lnTo>
                  <a:pt x="2475900" y="189967"/>
                </a:lnTo>
                <a:lnTo>
                  <a:pt x="2499341" y="180985"/>
                </a:lnTo>
                <a:lnTo>
                  <a:pt x="2522772" y="172012"/>
                </a:lnTo>
                <a:lnTo>
                  <a:pt x="2546213" y="163030"/>
                </a:lnTo>
                <a:lnTo>
                  <a:pt x="2569645" y="154057"/>
                </a:lnTo>
                <a:lnTo>
                  <a:pt x="2593086" y="145075"/>
                </a:lnTo>
                <a:lnTo>
                  <a:pt x="2616527" y="136103"/>
                </a:lnTo>
                <a:lnTo>
                  <a:pt x="2639959" y="127121"/>
                </a:lnTo>
                <a:lnTo>
                  <a:pt x="2663400" y="118139"/>
                </a:lnTo>
                <a:lnTo>
                  <a:pt x="2686831" y="109166"/>
                </a:lnTo>
                <a:lnTo>
                  <a:pt x="2710272" y="100184"/>
                </a:lnTo>
                <a:lnTo>
                  <a:pt x="2733704" y="91211"/>
                </a:lnTo>
                <a:lnTo>
                  <a:pt x="2757145" y="82229"/>
                </a:lnTo>
                <a:lnTo>
                  <a:pt x="2780576" y="73257"/>
                </a:lnTo>
                <a:lnTo>
                  <a:pt x="2804017" y="64275"/>
                </a:lnTo>
                <a:lnTo>
                  <a:pt x="2827449" y="55293"/>
                </a:lnTo>
                <a:lnTo>
                  <a:pt x="2850890" y="46320"/>
                </a:lnTo>
                <a:lnTo>
                  <a:pt x="2874321" y="37338"/>
                </a:lnTo>
                <a:lnTo>
                  <a:pt x="2897762" y="28365"/>
                </a:lnTo>
                <a:lnTo>
                  <a:pt x="2921194" y="19383"/>
                </a:lnTo>
                <a:lnTo>
                  <a:pt x="2944635" y="10411"/>
                </a:lnTo>
                <a:lnTo>
                  <a:pt x="2968066" y="1429"/>
                </a:lnTo>
                <a:lnTo>
                  <a:pt x="2950693" y="0"/>
                </a:lnTo>
                <a:lnTo>
                  <a:pt x="2925604" y="0"/>
                </a:lnTo>
                <a:lnTo>
                  <a:pt x="2900505" y="0"/>
                </a:lnTo>
                <a:lnTo>
                  <a:pt x="2875407" y="0"/>
                </a:lnTo>
                <a:lnTo>
                  <a:pt x="2850309" y="0"/>
                </a:lnTo>
                <a:lnTo>
                  <a:pt x="2825210" y="0"/>
                </a:lnTo>
                <a:lnTo>
                  <a:pt x="2800112" y="0"/>
                </a:lnTo>
                <a:lnTo>
                  <a:pt x="2775013" y="0"/>
                </a:lnTo>
                <a:lnTo>
                  <a:pt x="2749915" y="0"/>
                </a:lnTo>
                <a:lnTo>
                  <a:pt x="2724817" y="0"/>
                </a:lnTo>
                <a:lnTo>
                  <a:pt x="2699728" y="0"/>
                </a:lnTo>
                <a:lnTo>
                  <a:pt x="2674630" y="0"/>
                </a:lnTo>
                <a:lnTo>
                  <a:pt x="2649531" y="0"/>
                </a:lnTo>
                <a:lnTo>
                  <a:pt x="2624433" y="0"/>
                </a:lnTo>
                <a:lnTo>
                  <a:pt x="2599334" y="0"/>
                </a:lnTo>
                <a:lnTo>
                  <a:pt x="2574236" y="0"/>
                </a:lnTo>
                <a:lnTo>
                  <a:pt x="2549138" y="0"/>
                </a:lnTo>
                <a:lnTo>
                  <a:pt x="2524039" y="0"/>
                </a:lnTo>
                <a:lnTo>
                  <a:pt x="2498941" y="0"/>
                </a:lnTo>
                <a:lnTo>
                  <a:pt x="2473852" y="0"/>
                </a:lnTo>
                <a:lnTo>
                  <a:pt x="2448754" y="0"/>
                </a:lnTo>
                <a:lnTo>
                  <a:pt x="2423655" y="0"/>
                </a:lnTo>
                <a:lnTo>
                  <a:pt x="2398557" y="0"/>
                </a:lnTo>
                <a:lnTo>
                  <a:pt x="2373459" y="0"/>
                </a:lnTo>
                <a:lnTo>
                  <a:pt x="2348360" y="0"/>
                </a:lnTo>
                <a:lnTo>
                  <a:pt x="2323262" y="0"/>
                </a:lnTo>
                <a:lnTo>
                  <a:pt x="2298163" y="0"/>
                </a:lnTo>
                <a:lnTo>
                  <a:pt x="2273065" y="0"/>
                </a:lnTo>
                <a:lnTo>
                  <a:pt x="2247976" y="0"/>
                </a:lnTo>
                <a:lnTo>
                  <a:pt x="2222878" y="0"/>
                </a:lnTo>
                <a:lnTo>
                  <a:pt x="2197779" y="0"/>
                </a:lnTo>
                <a:lnTo>
                  <a:pt x="2172681" y="0"/>
                </a:lnTo>
                <a:lnTo>
                  <a:pt x="2147583" y="0"/>
                </a:lnTo>
                <a:lnTo>
                  <a:pt x="2122484" y="0"/>
                </a:lnTo>
                <a:lnTo>
                  <a:pt x="2097386" y="0"/>
                </a:lnTo>
                <a:lnTo>
                  <a:pt x="2072288" y="0"/>
                </a:lnTo>
                <a:lnTo>
                  <a:pt x="2047189" y="0"/>
                </a:lnTo>
                <a:lnTo>
                  <a:pt x="2022091" y="0"/>
                </a:lnTo>
                <a:lnTo>
                  <a:pt x="1997002" y="0"/>
                </a:lnTo>
                <a:lnTo>
                  <a:pt x="1971904" y="0"/>
                </a:lnTo>
                <a:lnTo>
                  <a:pt x="1946805" y="0"/>
                </a:lnTo>
                <a:lnTo>
                  <a:pt x="1921707" y="0"/>
                </a:lnTo>
                <a:lnTo>
                  <a:pt x="1896608" y="0"/>
                </a:lnTo>
                <a:lnTo>
                  <a:pt x="1871510" y="0"/>
                </a:lnTo>
                <a:lnTo>
                  <a:pt x="1846412" y="0"/>
                </a:lnTo>
                <a:lnTo>
                  <a:pt x="1821313" y="0"/>
                </a:lnTo>
                <a:lnTo>
                  <a:pt x="1796215" y="0"/>
                </a:lnTo>
                <a:lnTo>
                  <a:pt x="1771126" y="0"/>
                </a:lnTo>
                <a:lnTo>
                  <a:pt x="1746028" y="0"/>
                </a:lnTo>
                <a:lnTo>
                  <a:pt x="1720929" y="0"/>
                </a:lnTo>
                <a:lnTo>
                  <a:pt x="1695831" y="0"/>
                </a:lnTo>
                <a:lnTo>
                  <a:pt x="1670733" y="0"/>
                </a:lnTo>
                <a:lnTo>
                  <a:pt x="1645634" y="0"/>
                </a:lnTo>
                <a:lnTo>
                  <a:pt x="1620536" y="0"/>
                </a:lnTo>
                <a:lnTo>
                  <a:pt x="1595438" y="0"/>
                </a:lnTo>
                <a:lnTo>
                  <a:pt x="1570339" y="0"/>
                </a:lnTo>
                <a:lnTo>
                  <a:pt x="1545250" y="0"/>
                </a:lnTo>
                <a:lnTo>
                  <a:pt x="1520152" y="0"/>
                </a:lnTo>
                <a:lnTo>
                  <a:pt x="1495054" y="0"/>
                </a:lnTo>
                <a:lnTo>
                  <a:pt x="1469955" y="0"/>
                </a:lnTo>
                <a:lnTo>
                  <a:pt x="1444857" y="0"/>
                </a:lnTo>
                <a:lnTo>
                  <a:pt x="1419758" y="0"/>
                </a:lnTo>
                <a:lnTo>
                  <a:pt x="1394660" y="0"/>
                </a:lnTo>
                <a:lnTo>
                  <a:pt x="1369562" y="0"/>
                </a:lnTo>
                <a:lnTo>
                  <a:pt x="1344463" y="0"/>
                </a:lnTo>
                <a:lnTo>
                  <a:pt x="1319374" y="0"/>
                </a:lnTo>
                <a:lnTo>
                  <a:pt x="1294276" y="0"/>
                </a:lnTo>
                <a:lnTo>
                  <a:pt x="1269178" y="0"/>
                </a:lnTo>
                <a:lnTo>
                  <a:pt x="1244079" y="0"/>
                </a:lnTo>
                <a:lnTo>
                  <a:pt x="1218981" y="0"/>
                </a:lnTo>
                <a:lnTo>
                  <a:pt x="1193883" y="0"/>
                </a:lnTo>
                <a:lnTo>
                  <a:pt x="1168784" y="0"/>
                </a:lnTo>
                <a:lnTo>
                  <a:pt x="1143686" y="0"/>
                </a:lnTo>
                <a:lnTo>
                  <a:pt x="1118587" y="0"/>
                </a:lnTo>
                <a:lnTo>
                  <a:pt x="1093499" y="0"/>
                </a:lnTo>
                <a:lnTo>
                  <a:pt x="1068400" y="0"/>
                </a:lnTo>
                <a:lnTo>
                  <a:pt x="1043302" y="0"/>
                </a:lnTo>
                <a:lnTo>
                  <a:pt x="1018203" y="0"/>
                </a:lnTo>
                <a:lnTo>
                  <a:pt x="993105" y="0"/>
                </a:lnTo>
                <a:lnTo>
                  <a:pt x="968007" y="0"/>
                </a:lnTo>
                <a:lnTo>
                  <a:pt x="942908" y="0"/>
                </a:lnTo>
                <a:lnTo>
                  <a:pt x="917810" y="0"/>
                </a:lnTo>
                <a:lnTo>
                  <a:pt x="892712" y="0"/>
                </a:lnTo>
                <a:lnTo>
                  <a:pt x="867623" y="0"/>
                </a:lnTo>
                <a:lnTo>
                  <a:pt x="842524" y="0"/>
                </a:lnTo>
                <a:lnTo>
                  <a:pt x="817426" y="0"/>
                </a:lnTo>
                <a:lnTo>
                  <a:pt x="792328" y="0"/>
                </a:lnTo>
                <a:lnTo>
                  <a:pt x="767229" y="0"/>
                </a:lnTo>
                <a:lnTo>
                  <a:pt x="743188" y="7001"/>
                </a:lnTo>
                <a:lnTo>
                  <a:pt x="719214" y="14430"/>
                </a:lnTo>
                <a:lnTo>
                  <a:pt x="695239" y="21850"/>
                </a:lnTo>
                <a:lnTo>
                  <a:pt x="671274" y="29280"/>
                </a:lnTo>
                <a:lnTo>
                  <a:pt x="647300" y="36700"/>
                </a:lnTo>
                <a:lnTo>
                  <a:pt x="623326" y="44129"/>
                </a:lnTo>
                <a:lnTo>
                  <a:pt x="599351" y="51549"/>
                </a:lnTo>
                <a:lnTo>
                  <a:pt x="575377" y="58979"/>
                </a:lnTo>
                <a:lnTo>
                  <a:pt x="551402" y="66399"/>
                </a:lnTo>
                <a:lnTo>
                  <a:pt x="527428" y="73828"/>
                </a:lnTo>
                <a:lnTo>
                  <a:pt x="503453" y="81248"/>
                </a:lnTo>
                <a:lnTo>
                  <a:pt x="479479" y="88678"/>
                </a:lnTo>
                <a:lnTo>
                  <a:pt x="455505" y="96098"/>
                </a:lnTo>
                <a:lnTo>
                  <a:pt x="431530" y="103527"/>
                </a:lnTo>
                <a:lnTo>
                  <a:pt x="407556" y="110947"/>
                </a:lnTo>
                <a:lnTo>
                  <a:pt x="383581" y="118377"/>
                </a:lnTo>
                <a:lnTo>
                  <a:pt x="359607" y="125797"/>
                </a:lnTo>
                <a:lnTo>
                  <a:pt x="335632" y="133226"/>
                </a:lnTo>
                <a:lnTo>
                  <a:pt x="311658" y="140646"/>
                </a:lnTo>
                <a:lnTo>
                  <a:pt x="287684" y="148076"/>
                </a:lnTo>
                <a:lnTo>
                  <a:pt x="263709" y="155496"/>
                </a:lnTo>
                <a:lnTo>
                  <a:pt x="239735" y="162925"/>
                </a:lnTo>
                <a:lnTo>
                  <a:pt x="215770" y="170345"/>
                </a:lnTo>
                <a:lnTo>
                  <a:pt x="191795" y="177775"/>
                </a:lnTo>
                <a:lnTo>
                  <a:pt x="167821" y="185195"/>
                </a:lnTo>
                <a:lnTo>
                  <a:pt x="143847" y="192624"/>
                </a:lnTo>
                <a:lnTo>
                  <a:pt x="119872" y="200044"/>
                </a:lnTo>
                <a:lnTo>
                  <a:pt x="95898" y="207474"/>
                </a:lnTo>
                <a:lnTo>
                  <a:pt x="71923" y="214894"/>
                </a:lnTo>
                <a:lnTo>
                  <a:pt x="47949" y="222323"/>
                </a:lnTo>
                <a:lnTo>
                  <a:pt x="23974" y="229743"/>
                </a:lnTo>
                <a:lnTo>
                  <a:pt x="0" y="237173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BF32C95F-9B77-4517-808C-51138B6A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858578"/>
            <a:ext cx="2731770" cy="237173"/>
          </a:xfrm>
          <a:custGeom xmlns:a="http://schemas.openxmlformats.org/drawingml/2006/main">
            <a:pathLst>
              <a:path w="2731770" h="237173">
                <a:moveTo>
                  <a:pt x="0" y="237173"/>
                </a:moveTo>
                <a:lnTo>
                  <a:pt x="19012" y="237173"/>
                </a:lnTo>
                <a:lnTo>
                  <a:pt x="38014" y="237173"/>
                </a:lnTo>
                <a:lnTo>
                  <a:pt x="57026" y="237173"/>
                </a:lnTo>
                <a:lnTo>
                  <a:pt x="76029" y="237173"/>
                </a:lnTo>
                <a:lnTo>
                  <a:pt x="95040" y="237173"/>
                </a:lnTo>
                <a:lnTo>
                  <a:pt x="114043" y="237173"/>
                </a:lnTo>
                <a:lnTo>
                  <a:pt x="133055" y="237173"/>
                </a:lnTo>
                <a:lnTo>
                  <a:pt x="152067" y="237173"/>
                </a:lnTo>
                <a:lnTo>
                  <a:pt x="171069" y="237173"/>
                </a:lnTo>
                <a:lnTo>
                  <a:pt x="190081" y="237173"/>
                </a:lnTo>
                <a:lnTo>
                  <a:pt x="209083" y="237173"/>
                </a:lnTo>
                <a:lnTo>
                  <a:pt x="228095" y="237173"/>
                </a:lnTo>
                <a:lnTo>
                  <a:pt x="247098" y="237173"/>
                </a:lnTo>
                <a:lnTo>
                  <a:pt x="266109" y="237173"/>
                </a:lnTo>
                <a:lnTo>
                  <a:pt x="285121" y="237173"/>
                </a:lnTo>
                <a:lnTo>
                  <a:pt x="304124" y="237173"/>
                </a:lnTo>
                <a:lnTo>
                  <a:pt x="323136" y="237173"/>
                </a:lnTo>
                <a:lnTo>
                  <a:pt x="342138" y="237173"/>
                </a:lnTo>
                <a:lnTo>
                  <a:pt x="361150" y="237173"/>
                </a:lnTo>
                <a:lnTo>
                  <a:pt x="380152" y="237173"/>
                </a:lnTo>
                <a:lnTo>
                  <a:pt x="399164" y="237173"/>
                </a:lnTo>
                <a:lnTo>
                  <a:pt x="418176" y="237173"/>
                </a:lnTo>
                <a:lnTo>
                  <a:pt x="437178" y="237173"/>
                </a:lnTo>
                <a:lnTo>
                  <a:pt x="456190" y="237173"/>
                </a:lnTo>
                <a:lnTo>
                  <a:pt x="475193" y="237173"/>
                </a:lnTo>
                <a:lnTo>
                  <a:pt x="494205" y="237173"/>
                </a:lnTo>
                <a:lnTo>
                  <a:pt x="513207" y="237173"/>
                </a:lnTo>
                <a:lnTo>
                  <a:pt x="532219" y="237173"/>
                </a:lnTo>
                <a:lnTo>
                  <a:pt x="551231" y="237173"/>
                </a:lnTo>
                <a:lnTo>
                  <a:pt x="570233" y="237173"/>
                </a:lnTo>
                <a:lnTo>
                  <a:pt x="589245" y="237173"/>
                </a:lnTo>
                <a:lnTo>
                  <a:pt x="608247" y="237173"/>
                </a:lnTo>
                <a:lnTo>
                  <a:pt x="627259" y="237173"/>
                </a:lnTo>
                <a:lnTo>
                  <a:pt x="646262" y="237173"/>
                </a:lnTo>
                <a:lnTo>
                  <a:pt x="665274" y="237173"/>
                </a:lnTo>
                <a:lnTo>
                  <a:pt x="684286" y="237173"/>
                </a:lnTo>
                <a:lnTo>
                  <a:pt x="703288" y="237173"/>
                </a:lnTo>
                <a:lnTo>
                  <a:pt x="722300" y="237173"/>
                </a:lnTo>
                <a:lnTo>
                  <a:pt x="741302" y="237173"/>
                </a:lnTo>
                <a:lnTo>
                  <a:pt x="760314" y="237173"/>
                </a:lnTo>
                <a:lnTo>
                  <a:pt x="779326" y="237173"/>
                </a:lnTo>
                <a:lnTo>
                  <a:pt x="798328" y="237173"/>
                </a:lnTo>
                <a:lnTo>
                  <a:pt x="817340" y="237173"/>
                </a:lnTo>
                <a:lnTo>
                  <a:pt x="836343" y="237173"/>
                </a:lnTo>
                <a:lnTo>
                  <a:pt x="855355" y="237173"/>
                </a:lnTo>
                <a:lnTo>
                  <a:pt x="874357" y="237173"/>
                </a:lnTo>
                <a:lnTo>
                  <a:pt x="893369" y="237173"/>
                </a:lnTo>
                <a:lnTo>
                  <a:pt x="912381" y="237173"/>
                </a:lnTo>
                <a:lnTo>
                  <a:pt x="931383" y="237173"/>
                </a:lnTo>
                <a:lnTo>
                  <a:pt x="950395" y="237173"/>
                </a:lnTo>
                <a:lnTo>
                  <a:pt x="969397" y="237173"/>
                </a:lnTo>
                <a:lnTo>
                  <a:pt x="988409" y="237173"/>
                </a:lnTo>
                <a:lnTo>
                  <a:pt x="1007412" y="237173"/>
                </a:lnTo>
                <a:lnTo>
                  <a:pt x="1026424" y="237173"/>
                </a:lnTo>
                <a:lnTo>
                  <a:pt x="1045435" y="237173"/>
                </a:lnTo>
                <a:lnTo>
                  <a:pt x="1064438" y="237173"/>
                </a:lnTo>
                <a:lnTo>
                  <a:pt x="1083450" y="237173"/>
                </a:lnTo>
                <a:lnTo>
                  <a:pt x="1102452" y="237173"/>
                </a:lnTo>
                <a:lnTo>
                  <a:pt x="1121464" y="237173"/>
                </a:lnTo>
                <a:lnTo>
                  <a:pt x="1140466" y="237173"/>
                </a:lnTo>
                <a:lnTo>
                  <a:pt x="1159478" y="237173"/>
                </a:lnTo>
                <a:lnTo>
                  <a:pt x="1178490" y="237173"/>
                </a:lnTo>
                <a:lnTo>
                  <a:pt x="1197493" y="237173"/>
                </a:lnTo>
                <a:lnTo>
                  <a:pt x="1216504" y="237173"/>
                </a:lnTo>
                <a:lnTo>
                  <a:pt x="1235507" y="237173"/>
                </a:lnTo>
                <a:lnTo>
                  <a:pt x="1254519" y="237173"/>
                </a:lnTo>
                <a:lnTo>
                  <a:pt x="1273521" y="237173"/>
                </a:lnTo>
                <a:lnTo>
                  <a:pt x="1292533" y="237173"/>
                </a:lnTo>
                <a:lnTo>
                  <a:pt x="1311545" y="237173"/>
                </a:lnTo>
                <a:lnTo>
                  <a:pt x="1330547" y="237173"/>
                </a:lnTo>
                <a:lnTo>
                  <a:pt x="1349559" y="237173"/>
                </a:lnTo>
                <a:lnTo>
                  <a:pt x="1368562" y="237173"/>
                </a:lnTo>
                <a:lnTo>
                  <a:pt x="1387573" y="237173"/>
                </a:lnTo>
                <a:lnTo>
                  <a:pt x="1406576" y="237173"/>
                </a:lnTo>
                <a:lnTo>
                  <a:pt x="1425588" y="237173"/>
                </a:lnTo>
                <a:lnTo>
                  <a:pt x="1444600" y="237173"/>
                </a:lnTo>
                <a:lnTo>
                  <a:pt x="1463602" y="237173"/>
                </a:lnTo>
                <a:lnTo>
                  <a:pt x="1482614" y="237173"/>
                </a:lnTo>
                <a:lnTo>
                  <a:pt x="1501616" y="237173"/>
                </a:lnTo>
                <a:lnTo>
                  <a:pt x="1520628" y="237173"/>
                </a:lnTo>
                <a:lnTo>
                  <a:pt x="1539631" y="237173"/>
                </a:lnTo>
                <a:lnTo>
                  <a:pt x="1558642" y="237173"/>
                </a:lnTo>
                <a:lnTo>
                  <a:pt x="1577654" y="237173"/>
                </a:lnTo>
                <a:lnTo>
                  <a:pt x="1596657" y="237173"/>
                </a:lnTo>
                <a:lnTo>
                  <a:pt x="1615669" y="237173"/>
                </a:lnTo>
                <a:lnTo>
                  <a:pt x="1634671" y="237173"/>
                </a:lnTo>
                <a:lnTo>
                  <a:pt x="1653683" y="237173"/>
                </a:lnTo>
                <a:lnTo>
                  <a:pt x="1672685" y="237173"/>
                </a:lnTo>
                <a:lnTo>
                  <a:pt x="1691697" y="237173"/>
                </a:lnTo>
                <a:lnTo>
                  <a:pt x="1710709" y="237173"/>
                </a:lnTo>
                <a:lnTo>
                  <a:pt x="1729711" y="237173"/>
                </a:lnTo>
                <a:lnTo>
                  <a:pt x="1748723" y="237173"/>
                </a:lnTo>
                <a:lnTo>
                  <a:pt x="1767726" y="237173"/>
                </a:lnTo>
                <a:lnTo>
                  <a:pt x="1786738" y="237173"/>
                </a:lnTo>
                <a:lnTo>
                  <a:pt x="1805740" y="237173"/>
                </a:lnTo>
                <a:lnTo>
                  <a:pt x="1824752" y="237173"/>
                </a:lnTo>
                <a:lnTo>
                  <a:pt x="1843764" y="237173"/>
                </a:lnTo>
                <a:lnTo>
                  <a:pt x="1862766" y="237173"/>
                </a:lnTo>
                <a:lnTo>
                  <a:pt x="1881778" y="237173"/>
                </a:lnTo>
                <a:lnTo>
                  <a:pt x="1900780" y="237173"/>
                </a:lnTo>
                <a:lnTo>
                  <a:pt x="1919792" y="237173"/>
                </a:lnTo>
                <a:lnTo>
                  <a:pt x="1938795" y="237173"/>
                </a:lnTo>
                <a:lnTo>
                  <a:pt x="1957807" y="237173"/>
                </a:lnTo>
                <a:lnTo>
                  <a:pt x="1976819" y="237173"/>
                </a:lnTo>
                <a:lnTo>
                  <a:pt x="1995821" y="237173"/>
                </a:lnTo>
                <a:lnTo>
                  <a:pt x="2014833" y="237173"/>
                </a:lnTo>
                <a:lnTo>
                  <a:pt x="2033835" y="237173"/>
                </a:lnTo>
                <a:lnTo>
                  <a:pt x="2052847" y="237173"/>
                </a:lnTo>
                <a:lnTo>
                  <a:pt x="2071859" y="237173"/>
                </a:lnTo>
                <a:lnTo>
                  <a:pt x="2090861" y="237173"/>
                </a:lnTo>
                <a:lnTo>
                  <a:pt x="2109559" y="235458"/>
                </a:lnTo>
                <a:lnTo>
                  <a:pt x="2127333" y="228733"/>
                </a:lnTo>
                <a:lnTo>
                  <a:pt x="2145116" y="221999"/>
                </a:lnTo>
                <a:lnTo>
                  <a:pt x="2162889" y="215275"/>
                </a:lnTo>
                <a:lnTo>
                  <a:pt x="2180663" y="208550"/>
                </a:lnTo>
                <a:lnTo>
                  <a:pt x="2198446" y="201825"/>
                </a:lnTo>
                <a:lnTo>
                  <a:pt x="2216220" y="195091"/>
                </a:lnTo>
                <a:lnTo>
                  <a:pt x="2234003" y="188366"/>
                </a:lnTo>
                <a:lnTo>
                  <a:pt x="2251777" y="181642"/>
                </a:lnTo>
                <a:lnTo>
                  <a:pt x="2269550" y="174908"/>
                </a:lnTo>
                <a:lnTo>
                  <a:pt x="2287334" y="168183"/>
                </a:lnTo>
                <a:lnTo>
                  <a:pt x="2305107" y="161458"/>
                </a:lnTo>
                <a:lnTo>
                  <a:pt x="2322890" y="154734"/>
                </a:lnTo>
                <a:lnTo>
                  <a:pt x="2340664" y="147999"/>
                </a:lnTo>
                <a:lnTo>
                  <a:pt x="2358438" y="141275"/>
                </a:lnTo>
                <a:lnTo>
                  <a:pt x="2376221" y="134550"/>
                </a:lnTo>
                <a:lnTo>
                  <a:pt x="2393994" y="127816"/>
                </a:lnTo>
                <a:lnTo>
                  <a:pt x="2411778" y="121091"/>
                </a:lnTo>
                <a:lnTo>
                  <a:pt x="2429551" y="114367"/>
                </a:lnTo>
                <a:lnTo>
                  <a:pt x="2447325" y="107642"/>
                </a:lnTo>
                <a:lnTo>
                  <a:pt x="2465108" y="100908"/>
                </a:lnTo>
                <a:lnTo>
                  <a:pt x="2482882" y="94183"/>
                </a:lnTo>
                <a:lnTo>
                  <a:pt x="2500665" y="87459"/>
                </a:lnTo>
                <a:lnTo>
                  <a:pt x="2518439" y="80724"/>
                </a:lnTo>
                <a:lnTo>
                  <a:pt x="2536222" y="74000"/>
                </a:lnTo>
                <a:lnTo>
                  <a:pt x="2553995" y="67275"/>
                </a:lnTo>
                <a:lnTo>
                  <a:pt x="2571769" y="60550"/>
                </a:lnTo>
                <a:lnTo>
                  <a:pt x="2589552" y="53816"/>
                </a:lnTo>
                <a:lnTo>
                  <a:pt x="2607326" y="47092"/>
                </a:lnTo>
                <a:lnTo>
                  <a:pt x="2625109" y="40367"/>
                </a:lnTo>
                <a:lnTo>
                  <a:pt x="2642883" y="33633"/>
                </a:lnTo>
                <a:lnTo>
                  <a:pt x="2660656" y="26908"/>
                </a:lnTo>
                <a:lnTo>
                  <a:pt x="2678440" y="20183"/>
                </a:lnTo>
                <a:lnTo>
                  <a:pt x="2696213" y="13459"/>
                </a:lnTo>
                <a:lnTo>
                  <a:pt x="2713996" y="6725"/>
                </a:lnTo>
                <a:lnTo>
                  <a:pt x="2731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8FA9883F-442D-4A54-BA89-8AE1F241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413" y="3858578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670AF5D7-48AB-4B32-B910-ADBA3797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754716"/>
            <a:ext cx="473393" cy="750484"/>
          </a:xfrm>
          <a:custGeom xmlns:a="http://schemas.openxmlformats.org/drawingml/2006/main">
            <a:pathLst>
              <a:path w="473393" h="750484">
                <a:moveTo>
                  <a:pt x="0" y="750484"/>
                </a:moveTo>
                <a:lnTo>
                  <a:pt x="0" y="731549"/>
                </a:lnTo>
                <a:lnTo>
                  <a:pt x="0" y="712613"/>
                </a:lnTo>
                <a:lnTo>
                  <a:pt x="0" y="693668"/>
                </a:lnTo>
                <a:lnTo>
                  <a:pt x="0" y="674732"/>
                </a:lnTo>
                <a:lnTo>
                  <a:pt x="0" y="655787"/>
                </a:lnTo>
                <a:lnTo>
                  <a:pt x="0" y="636851"/>
                </a:lnTo>
                <a:lnTo>
                  <a:pt x="0" y="617906"/>
                </a:lnTo>
                <a:lnTo>
                  <a:pt x="0" y="598970"/>
                </a:lnTo>
                <a:lnTo>
                  <a:pt x="0" y="580025"/>
                </a:lnTo>
                <a:lnTo>
                  <a:pt x="0" y="561089"/>
                </a:lnTo>
                <a:lnTo>
                  <a:pt x="0" y="542144"/>
                </a:lnTo>
                <a:lnTo>
                  <a:pt x="0" y="523208"/>
                </a:lnTo>
                <a:lnTo>
                  <a:pt x="0" y="504263"/>
                </a:lnTo>
                <a:lnTo>
                  <a:pt x="0" y="485327"/>
                </a:lnTo>
                <a:lnTo>
                  <a:pt x="0" y="466382"/>
                </a:lnTo>
                <a:lnTo>
                  <a:pt x="0" y="447446"/>
                </a:lnTo>
                <a:lnTo>
                  <a:pt x="0" y="428501"/>
                </a:lnTo>
                <a:lnTo>
                  <a:pt x="0" y="409565"/>
                </a:lnTo>
                <a:lnTo>
                  <a:pt x="0" y="390620"/>
                </a:lnTo>
                <a:lnTo>
                  <a:pt x="0" y="371685"/>
                </a:lnTo>
                <a:lnTo>
                  <a:pt x="0" y="352749"/>
                </a:lnTo>
                <a:lnTo>
                  <a:pt x="0" y="333804"/>
                </a:lnTo>
                <a:lnTo>
                  <a:pt x="0" y="314868"/>
                </a:lnTo>
                <a:lnTo>
                  <a:pt x="0" y="295923"/>
                </a:lnTo>
                <a:lnTo>
                  <a:pt x="0" y="276987"/>
                </a:lnTo>
                <a:lnTo>
                  <a:pt x="0" y="258042"/>
                </a:lnTo>
                <a:lnTo>
                  <a:pt x="0" y="239106"/>
                </a:lnTo>
                <a:lnTo>
                  <a:pt x="0" y="220161"/>
                </a:lnTo>
                <a:lnTo>
                  <a:pt x="0" y="201225"/>
                </a:lnTo>
                <a:lnTo>
                  <a:pt x="0" y="182280"/>
                </a:lnTo>
                <a:lnTo>
                  <a:pt x="0" y="163344"/>
                </a:lnTo>
                <a:lnTo>
                  <a:pt x="14678" y="154857"/>
                </a:lnTo>
                <a:lnTo>
                  <a:pt x="32576" y="148666"/>
                </a:lnTo>
                <a:lnTo>
                  <a:pt x="50483" y="142465"/>
                </a:lnTo>
                <a:lnTo>
                  <a:pt x="68380" y="136274"/>
                </a:lnTo>
                <a:lnTo>
                  <a:pt x="86277" y="130083"/>
                </a:lnTo>
                <a:lnTo>
                  <a:pt x="104175" y="123882"/>
                </a:lnTo>
                <a:lnTo>
                  <a:pt x="122072" y="117691"/>
                </a:lnTo>
                <a:lnTo>
                  <a:pt x="139970" y="111500"/>
                </a:lnTo>
                <a:lnTo>
                  <a:pt x="157867" y="105299"/>
                </a:lnTo>
                <a:lnTo>
                  <a:pt x="175765" y="99108"/>
                </a:lnTo>
                <a:lnTo>
                  <a:pt x="193672" y="92916"/>
                </a:lnTo>
                <a:lnTo>
                  <a:pt x="211569" y="86716"/>
                </a:lnTo>
                <a:lnTo>
                  <a:pt x="229467" y="80524"/>
                </a:lnTo>
                <a:lnTo>
                  <a:pt x="247364" y="74333"/>
                </a:lnTo>
                <a:lnTo>
                  <a:pt x="265262" y="68142"/>
                </a:lnTo>
                <a:lnTo>
                  <a:pt x="283159" y="61941"/>
                </a:lnTo>
                <a:lnTo>
                  <a:pt x="301057" y="55750"/>
                </a:lnTo>
                <a:lnTo>
                  <a:pt x="318954" y="49559"/>
                </a:lnTo>
                <a:lnTo>
                  <a:pt x="336861" y="43358"/>
                </a:lnTo>
                <a:lnTo>
                  <a:pt x="354759" y="37167"/>
                </a:lnTo>
                <a:lnTo>
                  <a:pt x="372656" y="30975"/>
                </a:lnTo>
                <a:lnTo>
                  <a:pt x="390554" y="24775"/>
                </a:lnTo>
                <a:lnTo>
                  <a:pt x="408451" y="18583"/>
                </a:lnTo>
                <a:lnTo>
                  <a:pt x="426349" y="12392"/>
                </a:lnTo>
                <a:lnTo>
                  <a:pt x="444246" y="6191"/>
                </a:lnTo>
                <a:lnTo>
                  <a:pt x="462143" y="0"/>
                </a:lnTo>
                <a:lnTo>
                  <a:pt x="473393" y="3153"/>
                </a:lnTo>
                <a:lnTo>
                  <a:pt x="473393" y="22088"/>
                </a:lnTo>
                <a:lnTo>
                  <a:pt x="473393" y="41034"/>
                </a:lnTo>
                <a:lnTo>
                  <a:pt x="473393" y="59969"/>
                </a:lnTo>
                <a:lnTo>
                  <a:pt x="473393" y="78905"/>
                </a:lnTo>
                <a:lnTo>
                  <a:pt x="473393" y="97850"/>
                </a:lnTo>
                <a:lnTo>
                  <a:pt x="473393" y="116786"/>
                </a:lnTo>
                <a:lnTo>
                  <a:pt x="473393" y="135731"/>
                </a:lnTo>
                <a:lnTo>
                  <a:pt x="473393" y="154667"/>
                </a:lnTo>
                <a:lnTo>
                  <a:pt x="473393" y="173612"/>
                </a:lnTo>
                <a:lnTo>
                  <a:pt x="473393" y="192548"/>
                </a:lnTo>
                <a:lnTo>
                  <a:pt x="473393" y="211493"/>
                </a:lnTo>
                <a:lnTo>
                  <a:pt x="473393" y="230429"/>
                </a:lnTo>
                <a:lnTo>
                  <a:pt x="473393" y="249374"/>
                </a:lnTo>
                <a:lnTo>
                  <a:pt x="473393" y="268310"/>
                </a:lnTo>
                <a:lnTo>
                  <a:pt x="473393" y="287255"/>
                </a:lnTo>
                <a:lnTo>
                  <a:pt x="473393" y="306191"/>
                </a:lnTo>
                <a:lnTo>
                  <a:pt x="473393" y="325136"/>
                </a:lnTo>
                <a:lnTo>
                  <a:pt x="473393" y="344072"/>
                </a:lnTo>
                <a:lnTo>
                  <a:pt x="473393" y="363017"/>
                </a:lnTo>
                <a:lnTo>
                  <a:pt x="473393" y="381953"/>
                </a:lnTo>
                <a:lnTo>
                  <a:pt x="473393" y="400898"/>
                </a:lnTo>
                <a:lnTo>
                  <a:pt x="473393" y="419833"/>
                </a:lnTo>
                <a:lnTo>
                  <a:pt x="473393" y="438769"/>
                </a:lnTo>
                <a:lnTo>
                  <a:pt x="473393" y="457714"/>
                </a:lnTo>
                <a:lnTo>
                  <a:pt x="473393" y="476650"/>
                </a:lnTo>
                <a:lnTo>
                  <a:pt x="473393" y="495595"/>
                </a:lnTo>
                <a:lnTo>
                  <a:pt x="473393" y="514531"/>
                </a:lnTo>
                <a:lnTo>
                  <a:pt x="473393" y="533476"/>
                </a:lnTo>
                <a:lnTo>
                  <a:pt x="470716" y="550650"/>
                </a:lnTo>
                <a:lnTo>
                  <a:pt x="453285" y="558051"/>
                </a:lnTo>
                <a:lnTo>
                  <a:pt x="435854" y="565452"/>
                </a:lnTo>
                <a:lnTo>
                  <a:pt x="418414" y="572853"/>
                </a:lnTo>
                <a:lnTo>
                  <a:pt x="400983" y="580253"/>
                </a:lnTo>
                <a:lnTo>
                  <a:pt x="383553" y="587654"/>
                </a:lnTo>
                <a:lnTo>
                  <a:pt x="366112" y="595055"/>
                </a:lnTo>
                <a:lnTo>
                  <a:pt x="348682" y="602456"/>
                </a:lnTo>
                <a:lnTo>
                  <a:pt x="331251" y="609857"/>
                </a:lnTo>
                <a:lnTo>
                  <a:pt x="313811" y="617258"/>
                </a:lnTo>
                <a:lnTo>
                  <a:pt x="296380" y="624659"/>
                </a:lnTo>
                <a:lnTo>
                  <a:pt x="278949" y="632060"/>
                </a:lnTo>
                <a:lnTo>
                  <a:pt x="261509" y="639461"/>
                </a:lnTo>
                <a:lnTo>
                  <a:pt x="244078" y="646862"/>
                </a:lnTo>
                <a:lnTo>
                  <a:pt x="226647" y="654272"/>
                </a:lnTo>
                <a:lnTo>
                  <a:pt x="209207" y="661673"/>
                </a:lnTo>
                <a:lnTo>
                  <a:pt x="191776" y="669074"/>
                </a:lnTo>
                <a:lnTo>
                  <a:pt x="174336" y="676475"/>
                </a:lnTo>
                <a:lnTo>
                  <a:pt x="156905" y="683876"/>
                </a:lnTo>
                <a:lnTo>
                  <a:pt x="139475" y="691277"/>
                </a:lnTo>
                <a:lnTo>
                  <a:pt x="122034" y="698678"/>
                </a:lnTo>
                <a:lnTo>
                  <a:pt x="104604" y="706079"/>
                </a:lnTo>
                <a:lnTo>
                  <a:pt x="87173" y="713480"/>
                </a:lnTo>
                <a:lnTo>
                  <a:pt x="69733" y="720881"/>
                </a:lnTo>
                <a:lnTo>
                  <a:pt x="52302" y="728281"/>
                </a:lnTo>
                <a:lnTo>
                  <a:pt x="34871" y="735682"/>
                </a:lnTo>
                <a:lnTo>
                  <a:pt x="17431" y="743083"/>
                </a:lnTo>
                <a:lnTo>
                  <a:pt x="0" y="750484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01244199-64CC-4D76-A9CC-791D7CDD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304223"/>
            <a:ext cx="2821886" cy="200978"/>
          </a:xfrm>
          <a:custGeom xmlns:a="http://schemas.openxmlformats.org/drawingml/2006/main">
            <a:pathLst>
              <a:path w="2821886" h="200978">
                <a:moveTo>
                  <a:pt x="0" y="200978"/>
                </a:moveTo>
                <a:lnTo>
                  <a:pt x="23851" y="200978"/>
                </a:lnTo>
                <a:lnTo>
                  <a:pt x="47711" y="200978"/>
                </a:lnTo>
                <a:lnTo>
                  <a:pt x="71561" y="200978"/>
                </a:lnTo>
                <a:lnTo>
                  <a:pt x="95412" y="200978"/>
                </a:lnTo>
                <a:lnTo>
                  <a:pt x="119272" y="200978"/>
                </a:lnTo>
                <a:lnTo>
                  <a:pt x="143123" y="200978"/>
                </a:lnTo>
                <a:lnTo>
                  <a:pt x="166973" y="200978"/>
                </a:lnTo>
                <a:lnTo>
                  <a:pt x="190824" y="200978"/>
                </a:lnTo>
                <a:lnTo>
                  <a:pt x="214684" y="200978"/>
                </a:lnTo>
                <a:lnTo>
                  <a:pt x="238535" y="200978"/>
                </a:lnTo>
                <a:lnTo>
                  <a:pt x="262385" y="200978"/>
                </a:lnTo>
                <a:lnTo>
                  <a:pt x="286245" y="200978"/>
                </a:lnTo>
                <a:lnTo>
                  <a:pt x="310096" y="200978"/>
                </a:lnTo>
                <a:lnTo>
                  <a:pt x="333947" y="200978"/>
                </a:lnTo>
                <a:lnTo>
                  <a:pt x="357807" y="200978"/>
                </a:lnTo>
                <a:lnTo>
                  <a:pt x="381657" y="200978"/>
                </a:lnTo>
                <a:lnTo>
                  <a:pt x="405508" y="200978"/>
                </a:lnTo>
                <a:lnTo>
                  <a:pt x="429358" y="200978"/>
                </a:lnTo>
                <a:lnTo>
                  <a:pt x="453219" y="200978"/>
                </a:lnTo>
                <a:lnTo>
                  <a:pt x="477069" y="200978"/>
                </a:lnTo>
                <a:lnTo>
                  <a:pt x="500920" y="200978"/>
                </a:lnTo>
                <a:lnTo>
                  <a:pt x="524780" y="200978"/>
                </a:lnTo>
                <a:lnTo>
                  <a:pt x="548630" y="200978"/>
                </a:lnTo>
                <a:lnTo>
                  <a:pt x="572481" y="200978"/>
                </a:lnTo>
                <a:lnTo>
                  <a:pt x="596341" y="200978"/>
                </a:lnTo>
                <a:lnTo>
                  <a:pt x="620192" y="200978"/>
                </a:lnTo>
                <a:lnTo>
                  <a:pt x="644042" y="200978"/>
                </a:lnTo>
                <a:lnTo>
                  <a:pt x="667893" y="200978"/>
                </a:lnTo>
                <a:lnTo>
                  <a:pt x="691753" y="200978"/>
                </a:lnTo>
                <a:lnTo>
                  <a:pt x="715604" y="200978"/>
                </a:lnTo>
                <a:lnTo>
                  <a:pt x="739454" y="200978"/>
                </a:lnTo>
                <a:lnTo>
                  <a:pt x="763314" y="200978"/>
                </a:lnTo>
                <a:lnTo>
                  <a:pt x="787165" y="200978"/>
                </a:lnTo>
                <a:lnTo>
                  <a:pt x="811016" y="200978"/>
                </a:lnTo>
                <a:lnTo>
                  <a:pt x="834876" y="200978"/>
                </a:lnTo>
                <a:lnTo>
                  <a:pt x="858726" y="200978"/>
                </a:lnTo>
                <a:lnTo>
                  <a:pt x="882577" y="200978"/>
                </a:lnTo>
                <a:lnTo>
                  <a:pt x="906428" y="200978"/>
                </a:lnTo>
                <a:lnTo>
                  <a:pt x="930288" y="200978"/>
                </a:lnTo>
                <a:lnTo>
                  <a:pt x="954138" y="200978"/>
                </a:lnTo>
                <a:lnTo>
                  <a:pt x="977989" y="200978"/>
                </a:lnTo>
                <a:lnTo>
                  <a:pt x="1001849" y="200978"/>
                </a:lnTo>
                <a:lnTo>
                  <a:pt x="1025700" y="200978"/>
                </a:lnTo>
                <a:lnTo>
                  <a:pt x="1049550" y="200978"/>
                </a:lnTo>
                <a:lnTo>
                  <a:pt x="1073410" y="200978"/>
                </a:lnTo>
                <a:lnTo>
                  <a:pt x="1097261" y="200978"/>
                </a:lnTo>
                <a:lnTo>
                  <a:pt x="1121112" y="200978"/>
                </a:lnTo>
                <a:lnTo>
                  <a:pt x="1144962" y="200978"/>
                </a:lnTo>
                <a:lnTo>
                  <a:pt x="1168822" y="200978"/>
                </a:lnTo>
                <a:lnTo>
                  <a:pt x="1192673" y="200978"/>
                </a:lnTo>
                <a:lnTo>
                  <a:pt x="1216523" y="200978"/>
                </a:lnTo>
                <a:lnTo>
                  <a:pt x="1240384" y="200978"/>
                </a:lnTo>
                <a:lnTo>
                  <a:pt x="1264234" y="200978"/>
                </a:lnTo>
                <a:lnTo>
                  <a:pt x="1288085" y="200978"/>
                </a:lnTo>
                <a:lnTo>
                  <a:pt x="1311945" y="200978"/>
                </a:lnTo>
                <a:lnTo>
                  <a:pt x="1335796" y="200978"/>
                </a:lnTo>
                <a:lnTo>
                  <a:pt x="1359646" y="200978"/>
                </a:lnTo>
                <a:lnTo>
                  <a:pt x="1383506" y="200978"/>
                </a:lnTo>
                <a:lnTo>
                  <a:pt x="1407357" y="200978"/>
                </a:lnTo>
                <a:lnTo>
                  <a:pt x="1431207" y="200978"/>
                </a:lnTo>
                <a:lnTo>
                  <a:pt x="1455058" y="200978"/>
                </a:lnTo>
                <a:lnTo>
                  <a:pt x="1478918" y="200978"/>
                </a:lnTo>
                <a:lnTo>
                  <a:pt x="1502769" y="200978"/>
                </a:lnTo>
                <a:lnTo>
                  <a:pt x="1526619" y="200978"/>
                </a:lnTo>
                <a:lnTo>
                  <a:pt x="1550480" y="200978"/>
                </a:lnTo>
                <a:lnTo>
                  <a:pt x="1574330" y="200978"/>
                </a:lnTo>
                <a:lnTo>
                  <a:pt x="1598181" y="200978"/>
                </a:lnTo>
                <a:lnTo>
                  <a:pt x="1622041" y="200978"/>
                </a:lnTo>
                <a:lnTo>
                  <a:pt x="1645891" y="200978"/>
                </a:lnTo>
                <a:lnTo>
                  <a:pt x="1669742" y="200978"/>
                </a:lnTo>
                <a:lnTo>
                  <a:pt x="1693593" y="200978"/>
                </a:lnTo>
                <a:lnTo>
                  <a:pt x="1717453" y="200978"/>
                </a:lnTo>
                <a:lnTo>
                  <a:pt x="1741303" y="200978"/>
                </a:lnTo>
                <a:lnTo>
                  <a:pt x="1765154" y="200978"/>
                </a:lnTo>
                <a:lnTo>
                  <a:pt x="1789014" y="200978"/>
                </a:lnTo>
                <a:lnTo>
                  <a:pt x="1812865" y="200978"/>
                </a:lnTo>
                <a:lnTo>
                  <a:pt x="1836715" y="200978"/>
                </a:lnTo>
                <a:lnTo>
                  <a:pt x="1860575" y="200978"/>
                </a:lnTo>
                <a:lnTo>
                  <a:pt x="1884426" y="200978"/>
                </a:lnTo>
                <a:lnTo>
                  <a:pt x="1908277" y="200978"/>
                </a:lnTo>
                <a:lnTo>
                  <a:pt x="1932127" y="200978"/>
                </a:lnTo>
                <a:lnTo>
                  <a:pt x="1955987" y="200978"/>
                </a:lnTo>
                <a:lnTo>
                  <a:pt x="1979838" y="200978"/>
                </a:lnTo>
                <a:lnTo>
                  <a:pt x="2003689" y="200978"/>
                </a:lnTo>
                <a:lnTo>
                  <a:pt x="2027549" y="200978"/>
                </a:lnTo>
                <a:lnTo>
                  <a:pt x="2051399" y="200978"/>
                </a:lnTo>
                <a:lnTo>
                  <a:pt x="2075250" y="200978"/>
                </a:lnTo>
                <a:lnTo>
                  <a:pt x="2099110" y="200978"/>
                </a:lnTo>
                <a:lnTo>
                  <a:pt x="2122961" y="200978"/>
                </a:lnTo>
                <a:lnTo>
                  <a:pt x="2146811" y="200978"/>
                </a:lnTo>
                <a:lnTo>
                  <a:pt x="2170662" y="200978"/>
                </a:lnTo>
                <a:lnTo>
                  <a:pt x="2194522" y="200978"/>
                </a:lnTo>
                <a:lnTo>
                  <a:pt x="2218373" y="200978"/>
                </a:lnTo>
                <a:lnTo>
                  <a:pt x="2242223" y="200978"/>
                </a:lnTo>
                <a:lnTo>
                  <a:pt x="2266083" y="200978"/>
                </a:lnTo>
                <a:lnTo>
                  <a:pt x="2289934" y="200978"/>
                </a:lnTo>
                <a:lnTo>
                  <a:pt x="2313784" y="200978"/>
                </a:lnTo>
                <a:lnTo>
                  <a:pt x="2337645" y="200978"/>
                </a:lnTo>
                <a:lnTo>
                  <a:pt x="2360790" y="197529"/>
                </a:lnTo>
                <a:lnTo>
                  <a:pt x="2382745" y="188214"/>
                </a:lnTo>
                <a:lnTo>
                  <a:pt x="2404710" y="178889"/>
                </a:lnTo>
                <a:lnTo>
                  <a:pt x="2426665" y="169564"/>
                </a:lnTo>
                <a:lnTo>
                  <a:pt x="2448620" y="160249"/>
                </a:lnTo>
                <a:lnTo>
                  <a:pt x="2470575" y="150924"/>
                </a:lnTo>
                <a:lnTo>
                  <a:pt x="2492531" y="141599"/>
                </a:lnTo>
                <a:lnTo>
                  <a:pt x="2514486" y="132283"/>
                </a:lnTo>
                <a:lnTo>
                  <a:pt x="2536450" y="122958"/>
                </a:lnTo>
                <a:lnTo>
                  <a:pt x="2558405" y="113633"/>
                </a:lnTo>
                <a:lnTo>
                  <a:pt x="2580361" y="104318"/>
                </a:lnTo>
                <a:lnTo>
                  <a:pt x="2602316" y="94993"/>
                </a:lnTo>
                <a:lnTo>
                  <a:pt x="2624271" y="85668"/>
                </a:lnTo>
                <a:lnTo>
                  <a:pt x="2646226" y="76352"/>
                </a:lnTo>
                <a:lnTo>
                  <a:pt x="2668191" y="67027"/>
                </a:lnTo>
                <a:lnTo>
                  <a:pt x="2690146" y="57702"/>
                </a:lnTo>
                <a:lnTo>
                  <a:pt x="2712101" y="48387"/>
                </a:lnTo>
                <a:lnTo>
                  <a:pt x="2734056" y="39062"/>
                </a:lnTo>
                <a:lnTo>
                  <a:pt x="2756011" y="29737"/>
                </a:lnTo>
                <a:lnTo>
                  <a:pt x="2777966" y="20422"/>
                </a:lnTo>
                <a:lnTo>
                  <a:pt x="2799931" y="11097"/>
                </a:lnTo>
                <a:lnTo>
                  <a:pt x="2821886" y="1781"/>
                </a:lnTo>
                <a:lnTo>
                  <a:pt x="2806760" y="0"/>
                </a:lnTo>
                <a:lnTo>
                  <a:pt x="2782910" y="0"/>
                </a:lnTo>
                <a:lnTo>
                  <a:pt x="2759050" y="0"/>
                </a:lnTo>
                <a:lnTo>
                  <a:pt x="2735199" y="0"/>
                </a:lnTo>
                <a:lnTo>
                  <a:pt x="2711348" y="0"/>
                </a:lnTo>
                <a:lnTo>
                  <a:pt x="2687488" y="0"/>
                </a:lnTo>
                <a:lnTo>
                  <a:pt x="2663638" y="0"/>
                </a:lnTo>
                <a:lnTo>
                  <a:pt x="2639787" y="0"/>
                </a:lnTo>
                <a:lnTo>
                  <a:pt x="2615936" y="0"/>
                </a:lnTo>
                <a:lnTo>
                  <a:pt x="2592076" y="0"/>
                </a:lnTo>
                <a:lnTo>
                  <a:pt x="2568226" y="0"/>
                </a:lnTo>
                <a:lnTo>
                  <a:pt x="2544375" y="0"/>
                </a:lnTo>
                <a:lnTo>
                  <a:pt x="2520515" y="0"/>
                </a:lnTo>
                <a:lnTo>
                  <a:pt x="2496664" y="0"/>
                </a:lnTo>
                <a:lnTo>
                  <a:pt x="2472814" y="0"/>
                </a:lnTo>
                <a:lnTo>
                  <a:pt x="2448963" y="0"/>
                </a:lnTo>
                <a:lnTo>
                  <a:pt x="2425103" y="0"/>
                </a:lnTo>
                <a:lnTo>
                  <a:pt x="2401253" y="0"/>
                </a:lnTo>
                <a:lnTo>
                  <a:pt x="2377402" y="0"/>
                </a:lnTo>
                <a:lnTo>
                  <a:pt x="2353542" y="0"/>
                </a:lnTo>
                <a:lnTo>
                  <a:pt x="2329691" y="0"/>
                </a:lnTo>
                <a:lnTo>
                  <a:pt x="2305841" y="0"/>
                </a:lnTo>
                <a:lnTo>
                  <a:pt x="2281980" y="0"/>
                </a:lnTo>
                <a:lnTo>
                  <a:pt x="2258130" y="0"/>
                </a:lnTo>
                <a:lnTo>
                  <a:pt x="2234279" y="0"/>
                </a:lnTo>
                <a:lnTo>
                  <a:pt x="2210419" y="0"/>
                </a:lnTo>
                <a:lnTo>
                  <a:pt x="2186569" y="0"/>
                </a:lnTo>
                <a:lnTo>
                  <a:pt x="2162718" y="0"/>
                </a:lnTo>
                <a:lnTo>
                  <a:pt x="2138867" y="0"/>
                </a:lnTo>
                <a:lnTo>
                  <a:pt x="2115007" y="0"/>
                </a:lnTo>
                <a:lnTo>
                  <a:pt x="2091157" y="0"/>
                </a:lnTo>
                <a:lnTo>
                  <a:pt x="2067306" y="0"/>
                </a:lnTo>
                <a:lnTo>
                  <a:pt x="2043446" y="0"/>
                </a:lnTo>
                <a:lnTo>
                  <a:pt x="2019595" y="0"/>
                </a:lnTo>
                <a:lnTo>
                  <a:pt x="1995745" y="0"/>
                </a:lnTo>
                <a:lnTo>
                  <a:pt x="1971885" y="0"/>
                </a:lnTo>
                <a:lnTo>
                  <a:pt x="1948034" y="0"/>
                </a:lnTo>
                <a:lnTo>
                  <a:pt x="1924183" y="0"/>
                </a:lnTo>
                <a:lnTo>
                  <a:pt x="1900333" y="0"/>
                </a:lnTo>
                <a:lnTo>
                  <a:pt x="1876473" y="0"/>
                </a:lnTo>
                <a:lnTo>
                  <a:pt x="1852622" y="0"/>
                </a:lnTo>
                <a:lnTo>
                  <a:pt x="1828771" y="0"/>
                </a:lnTo>
                <a:lnTo>
                  <a:pt x="1804911" y="0"/>
                </a:lnTo>
                <a:lnTo>
                  <a:pt x="1781061" y="0"/>
                </a:lnTo>
                <a:lnTo>
                  <a:pt x="1757210" y="0"/>
                </a:lnTo>
                <a:lnTo>
                  <a:pt x="1733350" y="0"/>
                </a:lnTo>
                <a:lnTo>
                  <a:pt x="1709499" y="0"/>
                </a:lnTo>
                <a:lnTo>
                  <a:pt x="1685649" y="0"/>
                </a:lnTo>
                <a:lnTo>
                  <a:pt x="1661798" y="0"/>
                </a:lnTo>
                <a:lnTo>
                  <a:pt x="1637938" y="0"/>
                </a:lnTo>
                <a:lnTo>
                  <a:pt x="1614087" y="0"/>
                </a:lnTo>
                <a:lnTo>
                  <a:pt x="1590237" y="0"/>
                </a:lnTo>
                <a:lnTo>
                  <a:pt x="1566377" y="0"/>
                </a:lnTo>
                <a:lnTo>
                  <a:pt x="1542526" y="0"/>
                </a:lnTo>
                <a:lnTo>
                  <a:pt x="1518676" y="0"/>
                </a:lnTo>
                <a:lnTo>
                  <a:pt x="1494815" y="0"/>
                </a:lnTo>
                <a:lnTo>
                  <a:pt x="1470965" y="0"/>
                </a:lnTo>
                <a:lnTo>
                  <a:pt x="1447114" y="0"/>
                </a:lnTo>
                <a:lnTo>
                  <a:pt x="1423254" y="0"/>
                </a:lnTo>
                <a:lnTo>
                  <a:pt x="1399403" y="0"/>
                </a:lnTo>
                <a:lnTo>
                  <a:pt x="1375553" y="0"/>
                </a:lnTo>
                <a:lnTo>
                  <a:pt x="1351702" y="0"/>
                </a:lnTo>
                <a:lnTo>
                  <a:pt x="1327842" y="0"/>
                </a:lnTo>
                <a:lnTo>
                  <a:pt x="1303992" y="0"/>
                </a:lnTo>
                <a:lnTo>
                  <a:pt x="1280141" y="0"/>
                </a:lnTo>
                <a:lnTo>
                  <a:pt x="1256281" y="0"/>
                </a:lnTo>
                <a:lnTo>
                  <a:pt x="1232430" y="0"/>
                </a:lnTo>
                <a:lnTo>
                  <a:pt x="1208580" y="0"/>
                </a:lnTo>
                <a:lnTo>
                  <a:pt x="1184720" y="0"/>
                </a:lnTo>
                <a:lnTo>
                  <a:pt x="1160869" y="0"/>
                </a:lnTo>
                <a:lnTo>
                  <a:pt x="1137018" y="0"/>
                </a:lnTo>
                <a:lnTo>
                  <a:pt x="1113168" y="0"/>
                </a:lnTo>
                <a:lnTo>
                  <a:pt x="1089308" y="0"/>
                </a:lnTo>
                <a:lnTo>
                  <a:pt x="1065457" y="0"/>
                </a:lnTo>
                <a:lnTo>
                  <a:pt x="1041606" y="0"/>
                </a:lnTo>
                <a:lnTo>
                  <a:pt x="1017746" y="0"/>
                </a:lnTo>
                <a:lnTo>
                  <a:pt x="993896" y="0"/>
                </a:lnTo>
                <a:lnTo>
                  <a:pt x="970045" y="0"/>
                </a:lnTo>
                <a:lnTo>
                  <a:pt x="946185" y="0"/>
                </a:lnTo>
                <a:lnTo>
                  <a:pt x="922334" y="0"/>
                </a:lnTo>
                <a:lnTo>
                  <a:pt x="898484" y="0"/>
                </a:lnTo>
                <a:lnTo>
                  <a:pt x="874633" y="0"/>
                </a:lnTo>
                <a:lnTo>
                  <a:pt x="850773" y="0"/>
                </a:lnTo>
                <a:lnTo>
                  <a:pt x="826922" y="0"/>
                </a:lnTo>
                <a:lnTo>
                  <a:pt x="803072" y="0"/>
                </a:lnTo>
                <a:lnTo>
                  <a:pt x="779212" y="0"/>
                </a:lnTo>
                <a:lnTo>
                  <a:pt x="755361" y="0"/>
                </a:lnTo>
                <a:lnTo>
                  <a:pt x="731510" y="0"/>
                </a:lnTo>
                <a:lnTo>
                  <a:pt x="707650" y="0"/>
                </a:lnTo>
                <a:lnTo>
                  <a:pt x="683800" y="0"/>
                </a:lnTo>
                <a:lnTo>
                  <a:pt x="659949" y="0"/>
                </a:lnTo>
                <a:lnTo>
                  <a:pt x="636099" y="0"/>
                </a:lnTo>
                <a:lnTo>
                  <a:pt x="612581" y="2124"/>
                </a:lnTo>
                <a:lnTo>
                  <a:pt x="589893" y="9487"/>
                </a:lnTo>
                <a:lnTo>
                  <a:pt x="567204" y="16859"/>
                </a:lnTo>
                <a:lnTo>
                  <a:pt x="544516" y="24222"/>
                </a:lnTo>
                <a:lnTo>
                  <a:pt x="521827" y="31585"/>
                </a:lnTo>
                <a:lnTo>
                  <a:pt x="499139" y="38948"/>
                </a:lnTo>
                <a:lnTo>
                  <a:pt x="476450" y="46311"/>
                </a:lnTo>
                <a:lnTo>
                  <a:pt x="453761" y="53683"/>
                </a:lnTo>
                <a:lnTo>
                  <a:pt x="431073" y="61046"/>
                </a:lnTo>
                <a:lnTo>
                  <a:pt x="408384" y="68409"/>
                </a:lnTo>
                <a:lnTo>
                  <a:pt x="385696" y="75771"/>
                </a:lnTo>
                <a:lnTo>
                  <a:pt x="363007" y="83144"/>
                </a:lnTo>
                <a:lnTo>
                  <a:pt x="340319" y="90507"/>
                </a:lnTo>
                <a:lnTo>
                  <a:pt x="317630" y="97869"/>
                </a:lnTo>
                <a:lnTo>
                  <a:pt x="294942" y="105232"/>
                </a:lnTo>
                <a:lnTo>
                  <a:pt x="272253" y="112595"/>
                </a:lnTo>
                <a:lnTo>
                  <a:pt x="249565" y="119967"/>
                </a:lnTo>
                <a:lnTo>
                  <a:pt x="226876" y="127330"/>
                </a:lnTo>
                <a:lnTo>
                  <a:pt x="204197" y="134693"/>
                </a:lnTo>
                <a:lnTo>
                  <a:pt x="181508" y="142056"/>
                </a:lnTo>
                <a:lnTo>
                  <a:pt x="158820" y="149428"/>
                </a:lnTo>
                <a:lnTo>
                  <a:pt x="136131" y="156791"/>
                </a:lnTo>
                <a:lnTo>
                  <a:pt x="113443" y="164154"/>
                </a:lnTo>
                <a:lnTo>
                  <a:pt x="90754" y="171517"/>
                </a:lnTo>
                <a:lnTo>
                  <a:pt x="68066" y="178880"/>
                </a:lnTo>
                <a:lnTo>
                  <a:pt x="45377" y="186252"/>
                </a:lnTo>
                <a:lnTo>
                  <a:pt x="22689" y="193615"/>
                </a:lnTo>
                <a:lnTo>
                  <a:pt x="0" y="200978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9AF7D000-52B5-4472-9D85-50825F93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304223"/>
            <a:ext cx="2586038" cy="200978"/>
          </a:xfrm>
          <a:custGeom xmlns:a="http://schemas.openxmlformats.org/drawingml/2006/main">
            <a:pathLst>
              <a:path w="2586038" h="200978">
                <a:moveTo>
                  <a:pt x="0" y="200978"/>
                </a:moveTo>
                <a:lnTo>
                  <a:pt x="19031" y="200978"/>
                </a:lnTo>
                <a:lnTo>
                  <a:pt x="38062" y="200978"/>
                </a:lnTo>
                <a:lnTo>
                  <a:pt x="57093" y="200978"/>
                </a:lnTo>
                <a:lnTo>
                  <a:pt x="76124" y="200978"/>
                </a:lnTo>
                <a:lnTo>
                  <a:pt x="95155" y="200978"/>
                </a:lnTo>
                <a:lnTo>
                  <a:pt x="114186" y="200978"/>
                </a:lnTo>
                <a:lnTo>
                  <a:pt x="133217" y="200978"/>
                </a:lnTo>
                <a:lnTo>
                  <a:pt x="152248" y="200978"/>
                </a:lnTo>
                <a:lnTo>
                  <a:pt x="171279" y="200978"/>
                </a:lnTo>
                <a:lnTo>
                  <a:pt x="190310" y="200978"/>
                </a:lnTo>
                <a:lnTo>
                  <a:pt x="209350" y="200978"/>
                </a:lnTo>
                <a:lnTo>
                  <a:pt x="228381" y="200978"/>
                </a:lnTo>
                <a:lnTo>
                  <a:pt x="247412" y="200978"/>
                </a:lnTo>
                <a:lnTo>
                  <a:pt x="266443" y="200978"/>
                </a:lnTo>
                <a:lnTo>
                  <a:pt x="285474" y="200978"/>
                </a:lnTo>
                <a:lnTo>
                  <a:pt x="304505" y="200978"/>
                </a:lnTo>
                <a:lnTo>
                  <a:pt x="323536" y="200978"/>
                </a:lnTo>
                <a:lnTo>
                  <a:pt x="342567" y="200978"/>
                </a:lnTo>
                <a:lnTo>
                  <a:pt x="361598" y="200978"/>
                </a:lnTo>
                <a:lnTo>
                  <a:pt x="380629" y="200978"/>
                </a:lnTo>
                <a:lnTo>
                  <a:pt x="399659" y="200978"/>
                </a:lnTo>
                <a:lnTo>
                  <a:pt x="418690" y="200978"/>
                </a:lnTo>
                <a:lnTo>
                  <a:pt x="437721" y="200978"/>
                </a:lnTo>
                <a:lnTo>
                  <a:pt x="456752" y="200978"/>
                </a:lnTo>
                <a:lnTo>
                  <a:pt x="475783" y="200978"/>
                </a:lnTo>
                <a:lnTo>
                  <a:pt x="494814" y="200978"/>
                </a:lnTo>
                <a:lnTo>
                  <a:pt x="513845" y="200978"/>
                </a:lnTo>
                <a:lnTo>
                  <a:pt x="532876" y="200978"/>
                </a:lnTo>
                <a:lnTo>
                  <a:pt x="551907" y="200978"/>
                </a:lnTo>
                <a:lnTo>
                  <a:pt x="570938" y="200978"/>
                </a:lnTo>
                <a:lnTo>
                  <a:pt x="589979" y="200978"/>
                </a:lnTo>
                <a:lnTo>
                  <a:pt x="609009" y="200978"/>
                </a:lnTo>
                <a:lnTo>
                  <a:pt x="628040" y="200978"/>
                </a:lnTo>
                <a:lnTo>
                  <a:pt x="647071" y="200978"/>
                </a:lnTo>
                <a:lnTo>
                  <a:pt x="666102" y="200978"/>
                </a:lnTo>
                <a:lnTo>
                  <a:pt x="685133" y="200978"/>
                </a:lnTo>
                <a:lnTo>
                  <a:pt x="704164" y="200978"/>
                </a:lnTo>
                <a:lnTo>
                  <a:pt x="723195" y="200978"/>
                </a:lnTo>
                <a:lnTo>
                  <a:pt x="742226" y="200978"/>
                </a:lnTo>
                <a:lnTo>
                  <a:pt x="761257" y="200978"/>
                </a:lnTo>
                <a:lnTo>
                  <a:pt x="780288" y="200978"/>
                </a:lnTo>
                <a:lnTo>
                  <a:pt x="799319" y="200978"/>
                </a:lnTo>
                <a:lnTo>
                  <a:pt x="818350" y="200978"/>
                </a:lnTo>
                <a:lnTo>
                  <a:pt x="837381" y="200978"/>
                </a:lnTo>
                <a:lnTo>
                  <a:pt x="856412" y="200978"/>
                </a:lnTo>
                <a:lnTo>
                  <a:pt x="875443" y="200978"/>
                </a:lnTo>
                <a:lnTo>
                  <a:pt x="894474" y="200978"/>
                </a:lnTo>
                <a:lnTo>
                  <a:pt x="913505" y="200978"/>
                </a:lnTo>
                <a:lnTo>
                  <a:pt x="932536" y="200978"/>
                </a:lnTo>
                <a:lnTo>
                  <a:pt x="951567" y="200978"/>
                </a:lnTo>
                <a:lnTo>
                  <a:pt x="970607" y="200978"/>
                </a:lnTo>
                <a:lnTo>
                  <a:pt x="989638" y="200978"/>
                </a:lnTo>
                <a:lnTo>
                  <a:pt x="1008669" y="200978"/>
                </a:lnTo>
                <a:lnTo>
                  <a:pt x="1027700" y="200978"/>
                </a:lnTo>
                <a:lnTo>
                  <a:pt x="1046731" y="200978"/>
                </a:lnTo>
                <a:lnTo>
                  <a:pt x="1065762" y="200978"/>
                </a:lnTo>
                <a:lnTo>
                  <a:pt x="1084793" y="200978"/>
                </a:lnTo>
                <a:lnTo>
                  <a:pt x="1103824" y="200978"/>
                </a:lnTo>
                <a:lnTo>
                  <a:pt x="1122855" y="200978"/>
                </a:lnTo>
                <a:lnTo>
                  <a:pt x="1141886" y="200978"/>
                </a:lnTo>
                <a:lnTo>
                  <a:pt x="1160917" y="200978"/>
                </a:lnTo>
                <a:lnTo>
                  <a:pt x="1179947" y="200978"/>
                </a:lnTo>
                <a:lnTo>
                  <a:pt x="1198978" y="200978"/>
                </a:lnTo>
                <a:lnTo>
                  <a:pt x="1218009" y="200978"/>
                </a:lnTo>
                <a:lnTo>
                  <a:pt x="1237040" y="200978"/>
                </a:lnTo>
                <a:lnTo>
                  <a:pt x="1256071" y="200978"/>
                </a:lnTo>
                <a:lnTo>
                  <a:pt x="1275102" y="200978"/>
                </a:lnTo>
                <a:lnTo>
                  <a:pt x="1294133" y="200978"/>
                </a:lnTo>
                <a:lnTo>
                  <a:pt x="1313164" y="200978"/>
                </a:lnTo>
                <a:lnTo>
                  <a:pt x="1332195" y="200978"/>
                </a:lnTo>
                <a:lnTo>
                  <a:pt x="1351236" y="200978"/>
                </a:lnTo>
                <a:lnTo>
                  <a:pt x="1370267" y="200978"/>
                </a:lnTo>
                <a:lnTo>
                  <a:pt x="1389297" y="200978"/>
                </a:lnTo>
                <a:lnTo>
                  <a:pt x="1408328" y="200978"/>
                </a:lnTo>
                <a:lnTo>
                  <a:pt x="1427359" y="200978"/>
                </a:lnTo>
                <a:lnTo>
                  <a:pt x="1446390" y="200978"/>
                </a:lnTo>
                <a:lnTo>
                  <a:pt x="1465421" y="200978"/>
                </a:lnTo>
                <a:lnTo>
                  <a:pt x="1484452" y="200978"/>
                </a:lnTo>
                <a:lnTo>
                  <a:pt x="1503483" y="200978"/>
                </a:lnTo>
                <a:lnTo>
                  <a:pt x="1522514" y="200978"/>
                </a:lnTo>
                <a:lnTo>
                  <a:pt x="1541545" y="200978"/>
                </a:lnTo>
                <a:lnTo>
                  <a:pt x="1560576" y="200978"/>
                </a:lnTo>
                <a:lnTo>
                  <a:pt x="1579607" y="200978"/>
                </a:lnTo>
                <a:lnTo>
                  <a:pt x="1598638" y="200978"/>
                </a:lnTo>
                <a:lnTo>
                  <a:pt x="1617669" y="200978"/>
                </a:lnTo>
                <a:lnTo>
                  <a:pt x="1636700" y="200978"/>
                </a:lnTo>
                <a:lnTo>
                  <a:pt x="1655731" y="200978"/>
                </a:lnTo>
                <a:lnTo>
                  <a:pt x="1674762" y="200978"/>
                </a:lnTo>
                <a:lnTo>
                  <a:pt x="1693793" y="200978"/>
                </a:lnTo>
                <a:lnTo>
                  <a:pt x="1712824" y="200978"/>
                </a:lnTo>
                <a:lnTo>
                  <a:pt x="1731864" y="200978"/>
                </a:lnTo>
                <a:lnTo>
                  <a:pt x="1750895" y="200978"/>
                </a:lnTo>
                <a:lnTo>
                  <a:pt x="1769926" y="200978"/>
                </a:lnTo>
                <a:lnTo>
                  <a:pt x="1788957" y="200978"/>
                </a:lnTo>
                <a:lnTo>
                  <a:pt x="1807988" y="200978"/>
                </a:lnTo>
                <a:lnTo>
                  <a:pt x="1827019" y="200978"/>
                </a:lnTo>
                <a:lnTo>
                  <a:pt x="1846050" y="200978"/>
                </a:lnTo>
                <a:lnTo>
                  <a:pt x="1865081" y="200978"/>
                </a:lnTo>
                <a:lnTo>
                  <a:pt x="1884112" y="200978"/>
                </a:lnTo>
                <a:lnTo>
                  <a:pt x="1903143" y="200978"/>
                </a:lnTo>
                <a:lnTo>
                  <a:pt x="1922174" y="200978"/>
                </a:lnTo>
                <a:lnTo>
                  <a:pt x="1941205" y="200978"/>
                </a:lnTo>
                <a:lnTo>
                  <a:pt x="1960235" y="200978"/>
                </a:lnTo>
                <a:lnTo>
                  <a:pt x="1979266" y="200978"/>
                </a:lnTo>
                <a:lnTo>
                  <a:pt x="1998297" y="200978"/>
                </a:lnTo>
                <a:lnTo>
                  <a:pt x="2017328" y="200978"/>
                </a:lnTo>
                <a:lnTo>
                  <a:pt x="2036359" y="200978"/>
                </a:lnTo>
                <a:lnTo>
                  <a:pt x="2055390" y="200978"/>
                </a:lnTo>
                <a:lnTo>
                  <a:pt x="2074421" y="200978"/>
                </a:lnTo>
                <a:lnTo>
                  <a:pt x="2093452" y="200978"/>
                </a:lnTo>
                <a:lnTo>
                  <a:pt x="2111912" y="198101"/>
                </a:lnTo>
                <a:lnTo>
                  <a:pt x="2129476" y="190767"/>
                </a:lnTo>
                <a:lnTo>
                  <a:pt x="2147030" y="183423"/>
                </a:lnTo>
                <a:lnTo>
                  <a:pt x="2164594" y="176089"/>
                </a:lnTo>
                <a:lnTo>
                  <a:pt x="2182149" y="168754"/>
                </a:lnTo>
                <a:lnTo>
                  <a:pt x="2199713" y="161420"/>
                </a:lnTo>
                <a:lnTo>
                  <a:pt x="2217268" y="154076"/>
                </a:lnTo>
                <a:lnTo>
                  <a:pt x="2234832" y="146742"/>
                </a:lnTo>
                <a:lnTo>
                  <a:pt x="2252396" y="139408"/>
                </a:lnTo>
                <a:lnTo>
                  <a:pt x="2269950" y="132064"/>
                </a:lnTo>
                <a:lnTo>
                  <a:pt x="2287514" y="124730"/>
                </a:lnTo>
                <a:lnTo>
                  <a:pt x="2305069" y="117396"/>
                </a:lnTo>
                <a:lnTo>
                  <a:pt x="2322633" y="110052"/>
                </a:lnTo>
                <a:lnTo>
                  <a:pt x="2340197" y="102718"/>
                </a:lnTo>
                <a:lnTo>
                  <a:pt x="2357752" y="95383"/>
                </a:lnTo>
                <a:lnTo>
                  <a:pt x="2375316" y="88049"/>
                </a:lnTo>
                <a:lnTo>
                  <a:pt x="2392871" y="80705"/>
                </a:lnTo>
                <a:lnTo>
                  <a:pt x="2410435" y="73371"/>
                </a:lnTo>
                <a:lnTo>
                  <a:pt x="2427999" y="66037"/>
                </a:lnTo>
                <a:lnTo>
                  <a:pt x="2445553" y="58693"/>
                </a:lnTo>
                <a:lnTo>
                  <a:pt x="2463117" y="51359"/>
                </a:lnTo>
                <a:lnTo>
                  <a:pt x="2480672" y="44025"/>
                </a:lnTo>
                <a:lnTo>
                  <a:pt x="2498236" y="36681"/>
                </a:lnTo>
                <a:lnTo>
                  <a:pt x="2515800" y="29347"/>
                </a:lnTo>
                <a:lnTo>
                  <a:pt x="2533355" y="22012"/>
                </a:lnTo>
                <a:lnTo>
                  <a:pt x="2550919" y="14678"/>
                </a:lnTo>
                <a:lnTo>
                  <a:pt x="2568473" y="7334"/>
                </a:lnTo>
                <a:lnTo>
                  <a:pt x="2586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9875E2E0-AE0E-414A-B62B-4BABD693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2355" y="3304223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1350461E-8F09-495E-AAE7-8590B15F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200370"/>
            <a:ext cx="327660" cy="714280"/>
          </a:xfrm>
          <a:custGeom xmlns:a="http://schemas.openxmlformats.org/drawingml/2006/main">
            <a:pathLst>
              <a:path w="327660" h="714280">
                <a:moveTo>
                  <a:pt x="0" y="714280"/>
                </a:moveTo>
                <a:lnTo>
                  <a:pt x="0" y="695277"/>
                </a:lnTo>
                <a:lnTo>
                  <a:pt x="0" y="676265"/>
                </a:lnTo>
                <a:lnTo>
                  <a:pt x="0" y="657254"/>
                </a:lnTo>
                <a:lnTo>
                  <a:pt x="0" y="638251"/>
                </a:lnTo>
                <a:lnTo>
                  <a:pt x="0" y="619239"/>
                </a:lnTo>
                <a:lnTo>
                  <a:pt x="0" y="600227"/>
                </a:lnTo>
                <a:lnTo>
                  <a:pt x="0" y="581216"/>
                </a:lnTo>
                <a:lnTo>
                  <a:pt x="0" y="562213"/>
                </a:lnTo>
                <a:lnTo>
                  <a:pt x="0" y="543201"/>
                </a:lnTo>
                <a:lnTo>
                  <a:pt x="0" y="524189"/>
                </a:lnTo>
                <a:lnTo>
                  <a:pt x="0" y="505187"/>
                </a:lnTo>
                <a:lnTo>
                  <a:pt x="0" y="486175"/>
                </a:lnTo>
                <a:lnTo>
                  <a:pt x="0" y="467163"/>
                </a:lnTo>
                <a:lnTo>
                  <a:pt x="0" y="448161"/>
                </a:lnTo>
                <a:lnTo>
                  <a:pt x="0" y="429149"/>
                </a:lnTo>
                <a:lnTo>
                  <a:pt x="0" y="410137"/>
                </a:lnTo>
                <a:lnTo>
                  <a:pt x="0" y="391125"/>
                </a:lnTo>
                <a:lnTo>
                  <a:pt x="0" y="372123"/>
                </a:lnTo>
                <a:lnTo>
                  <a:pt x="0" y="353111"/>
                </a:lnTo>
                <a:lnTo>
                  <a:pt x="0" y="334099"/>
                </a:lnTo>
                <a:lnTo>
                  <a:pt x="0" y="315097"/>
                </a:lnTo>
                <a:lnTo>
                  <a:pt x="0" y="296085"/>
                </a:lnTo>
                <a:lnTo>
                  <a:pt x="0" y="277073"/>
                </a:lnTo>
                <a:lnTo>
                  <a:pt x="0" y="258070"/>
                </a:lnTo>
                <a:lnTo>
                  <a:pt x="0" y="239058"/>
                </a:lnTo>
                <a:lnTo>
                  <a:pt x="0" y="220047"/>
                </a:lnTo>
                <a:lnTo>
                  <a:pt x="0" y="201044"/>
                </a:lnTo>
                <a:lnTo>
                  <a:pt x="0" y="182032"/>
                </a:lnTo>
                <a:lnTo>
                  <a:pt x="0" y="163020"/>
                </a:lnTo>
                <a:lnTo>
                  <a:pt x="0" y="144008"/>
                </a:lnTo>
                <a:lnTo>
                  <a:pt x="0" y="125006"/>
                </a:lnTo>
                <a:lnTo>
                  <a:pt x="16526" y="117291"/>
                </a:lnTo>
                <a:lnTo>
                  <a:pt x="34242" y="110395"/>
                </a:lnTo>
                <a:lnTo>
                  <a:pt x="51949" y="103499"/>
                </a:lnTo>
                <a:lnTo>
                  <a:pt x="69666" y="96593"/>
                </a:lnTo>
                <a:lnTo>
                  <a:pt x="87382" y="89697"/>
                </a:lnTo>
                <a:lnTo>
                  <a:pt x="105089" y="82791"/>
                </a:lnTo>
                <a:lnTo>
                  <a:pt x="122806" y="75895"/>
                </a:lnTo>
                <a:lnTo>
                  <a:pt x="140513" y="68999"/>
                </a:lnTo>
                <a:lnTo>
                  <a:pt x="158229" y="62093"/>
                </a:lnTo>
                <a:lnTo>
                  <a:pt x="175946" y="55197"/>
                </a:lnTo>
                <a:lnTo>
                  <a:pt x="193653" y="48301"/>
                </a:lnTo>
                <a:lnTo>
                  <a:pt x="211369" y="41396"/>
                </a:lnTo>
                <a:lnTo>
                  <a:pt x="229076" y="34500"/>
                </a:lnTo>
                <a:lnTo>
                  <a:pt x="246793" y="27594"/>
                </a:lnTo>
                <a:lnTo>
                  <a:pt x="264509" y="20698"/>
                </a:lnTo>
                <a:lnTo>
                  <a:pt x="282216" y="13802"/>
                </a:lnTo>
                <a:lnTo>
                  <a:pt x="299933" y="6896"/>
                </a:lnTo>
                <a:lnTo>
                  <a:pt x="317640" y="0"/>
                </a:lnTo>
                <a:lnTo>
                  <a:pt x="327660" y="4353"/>
                </a:lnTo>
                <a:lnTo>
                  <a:pt x="327660" y="23365"/>
                </a:lnTo>
                <a:lnTo>
                  <a:pt x="327660" y="42377"/>
                </a:lnTo>
                <a:lnTo>
                  <a:pt x="327660" y="61379"/>
                </a:lnTo>
                <a:lnTo>
                  <a:pt x="327660" y="80391"/>
                </a:lnTo>
                <a:lnTo>
                  <a:pt x="327660" y="99403"/>
                </a:lnTo>
                <a:lnTo>
                  <a:pt x="327660" y="118415"/>
                </a:lnTo>
                <a:lnTo>
                  <a:pt x="327660" y="137417"/>
                </a:lnTo>
                <a:lnTo>
                  <a:pt x="327660" y="156429"/>
                </a:lnTo>
                <a:lnTo>
                  <a:pt x="327660" y="175441"/>
                </a:lnTo>
                <a:lnTo>
                  <a:pt x="327660" y="194443"/>
                </a:lnTo>
                <a:lnTo>
                  <a:pt x="327660" y="213455"/>
                </a:lnTo>
                <a:lnTo>
                  <a:pt x="327660" y="232467"/>
                </a:lnTo>
                <a:lnTo>
                  <a:pt x="327660" y="251470"/>
                </a:lnTo>
                <a:lnTo>
                  <a:pt x="327660" y="270481"/>
                </a:lnTo>
                <a:lnTo>
                  <a:pt x="327660" y="289493"/>
                </a:lnTo>
                <a:lnTo>
                  <a:pt x="327660" y="308496"/>
                </a:lnTo>
                <a:lnTo>
                  <a:pt x="327660" y="327508"/>
                </a:lnTo>
                <a:lnTo>
                  <a:pt x="327660" y="346520"/>
                </a:lnTo>
                <a:lnTo>
                  <a:pt x="327660" y="365531"/>
                </a:lnTo>
                <a:lnTo>
                  <a:pt x="327660" y="384534"/>
                </a:lnTo>
                <a:lnTo>
                  <a:pt x="327660" y="403546"/>
                </a:lnTo>
                <a:lnTo>
                  <a:pt x="327660" y="422558"/>
                </a:lnTo>
                <a:lnTo>
                  <a:pt x="327660" y="441560"/>
                </a:lnTo>
                <a:lnTo>
                  <a:pt x="327660" y="460572"/>
                </a:lnTo>
                <a:lnTo>
                  <a:pt x="327660" y="479584"/>
                </a:lnTo>
                <a:lnTo>
                  <a:pt x="327660" y="498586"/>
                </a:lnTo>
                <a:lnTo>
                  <a:pt x="327660" y="517598"/>
                </a:lnTo>
                <a:lnTo>
                  <a:pt x="327660" y="536610"/>
                </a:lnTo>
                <a:lnTo>
                  <a:pt x="323040" y="552764"/>
                </a:lnTo>
                <a:lnTo>
                  <a:pt x="306038" y="561261"/>
                </a:lnTo>
                <a:lnTo>
                  <a:pt x="289036" y="569766"/>
                </a:lnTo>
                <a:lnTo>
                  <a:pt x="272034" y="578263"/>
                </a:lnTo>
                <a:lnTo>
                  <a:pt x="255032" y="586769"/>
                </a:lnTo>
                <a:lnTo>
                  <a:pt x="238030" y="595265"/>
                </a:lnTo>
                <a:lnTo>
                  <a:pt x="221028" y="603771"/>
                </a:lnTo>
                <a:lnTo>
                  <a:pt x="204026" y="612267"/>
                </a:lnTo>
                <a:lnTo>
                  <a:pt x="187023" y="620773"/>
                </a:lnTo>
                <a:lnTo>
                  <a:pt x="170021" y="629269"/>
                </a:lnTo>
                <a:lnTo>
                  <a:pt x="153019" y="637775"/>
                </a:lnTo>
                <a:lnTo>
                  <a:pt x="136017" y="646271"/>
                </a:lnTo>
                <a:lnTo>
                  <a:pt x="119015" y="654777"/>
                </a:lnTo>
                <a:lnTo>
                  <a:pt x="102013" y="663273"/>
                </a:lnTo>
                <a:lnTo>
                  <a:pt x="85011" y="671779"/>
                </a:lnTo>
                <a:lnTo>
                  <a:pt x="68009" y="680276"/>
                </a:lnTo>
                <a:lnTo>
                  <a:pt x="51006" y="688781"/>
                </a:lnTo>
                <a:lnTo>
                  <a:pt x="34004" y="697278"/>
                </a:lnTo>
                <a:lnTo>
                  <a:pt x="17002" y="705783"/>
                </a:lnTo>
                <a:lnTo>
                  <a:pt x="0" y="714280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E13039F9-D938-486A-941A-31A7CB6C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750820"/>
            <a:ext cx="2675363" cy="163830"/>
          </a:xfrm>
          <a:custGeom xmlns:a="http://schemas.openxmlformats.org/drawingml/2006/main">
            <a:pathLst>
              <a:path w="2675363" h="163830">
                <a:moveTo>
                  <a:pt x="0" y="163830"/>
                </a:moveTo>
                <a:lnTo>
                  <a:pt x="22612" y="163830"/>
                </a:lnTo>
                <a:lnTo>
                  <a:pt x="45225" y="163830"/>
                </a:lnTo>
                <a:lnTo>
                  <a:pt x="67837" y="163830"/>
                </a:lnTo>
                <a:lnTo>
                  <a:pt x="90449" y="163830"/>
                </a:lnTo>
                <a:lnTo>
                  <a:pt x="113062" y="163830"/>
                </a:lnTo>
                <a:lnTo>
                  <a:pt x="135674" y="163830"/>
                </a:lnTo>
                <a:lnTo>
                  <a:pt x="158286" y="163830"/>
                </a:lnTo>
                <a:lnTo>
                  <a:pt x="180899" y="163830"/>
                </a:lnTo>
                <a:lnTo>
                  <a:pt x="203511" y="163830"/>
                </a:lnTo>
                <a:lnTo>
                  <a:pt x="226123" y="163830"/>
                </a:lnTo>
                <a:lnTo>
                  <a:pt x="248736" y="163830"/>
                </a:lnTo>
                <a:lnTo>
                  <a:pt x="271348" y="163830"/>
                </a:lnTo>
                <a:lnTo>
                  <a:pt x="293961" y="163830"/>
                </a:lnTo>
                <a:lnTo>
                  <a:pt x="316573" y="163830"/>
                </a:lnTo>
                <a:lnTo>
                  <a:pt x="339185" y="163830"/>
                </a:lnTo>
                <a:lnTo>
                  <a:pt x="361798" y="163830"/>
                </a:lnTo>
                <a:lnTo>
                  <a:pt x="384400" y="163830"/>
                </a:lnTo>
                <a:lnTo>
                  <a:pt x="407013" y="163830"/>
                </a:lnTo>
                <a:lnTo>
                  <a:pt x="429625" y="163830"/>
                </a:lnTo>
                <a:lnTo>
                  <a:pt x="452237" y="163830"/>
                </a:lnTo>
                <a:lnTo>
                  <a:pt x="474850" y="163830"/>
                </a:lnTo>
                <a:lnTo>
                  <a:pt x="497462" y="163830"/>
                </a:lnTo>
                <a:lnTo>
                  <a:pt x="520075" y="163830"/>
                </a:lnTo>
                <a:lnTo>
                  <a:pt x="542687" y="163830"/>
                </a:lnTo>
                <a:lnTo>
                  <a:pt x="565299" y="163830"/>
                </a:lnTo>
                <a:lnTo>
                  <a:pt x="587912" y="163830"/>
                </a:lnTo>
                <a:lnTo>
                  <a:pt x="610524" y="163830"/>
                </a:lnTo>
                <a:lnTo>
                  <a:pt x="633136" y="163830"/>
                </a:lnTo>
                <a:lnTo>
                  <a:pt x="655749" y="163830"/>
                </a:lnTo>
                <a:lnTo>
                  <a:pt x="678361" y="163830"/>
                </a:lnTo>
                <a:lnTo>
                  <a:pt x="700973" y="163830"/>
                </a:lnTo>
                <a:lnTo>
                  <a:pt x="723586" y="163830"/>
                </a:lnTo>
                <a:lnTo>
                  <a:pt x="746198" y="163830"/>
                </a:lnTo>
                <a:lnTo>
                  <a:pt x="768810" y="163830"/>
                </a:lnTo>
                <a:lnTo>
                  <a:pt x="791423" y="163830"/>
                </a:lnTo>
                <a:lnTo>
                  <a:pt x="814035" y="163830"/>
                </a:lnTo>
                <a:lnTo>
                  <a:pt x="836647" y="163830"/>
                </a:lnTo>
                <a:lnTo>
                  <a:pt x="859260" y="163830"/>
                </a:lnTo>
                <a:lnTo>
                  <a:pt x="881872" y="163830"/>
                </a:lnTo>
                <a:lnTo>
                  <a:pt x="904484" y="163830"/>
                </a:lnTo>
                <a:lnTo>
                  <a:pt x="927097" y="163830"/>
                </a:lnTo>
                <a:lnTo>
                  <a:pt x="949709" y="163830"/>
                </a:lnTo>
                <a:lnTo>
                  <a:pt x="972322" y="163830"/>
                </a:lnTo>
                <a:lnTo>
                  <a:pt x="994934" y="163830"/>
                </a:lnTo>
                <a:lnTo>
                  <a:pt x="1017546" y="163830"/>
                </a:lnTo>
                <a:lnTo>
                  <a:pt x="1040159" y="163830"/>
                </a:lnTo>
                <a:lnTo>
                  <a:pt x="1062771" y="163830"/>
                </a:lnTo>
                <a:lnTo>
                  <a:pt x="1085383" y="163830"/>
                </a:lnTo>
                <a:lnTo>
                  <a:pt x="1107986" y="163830"/>
                </a:lnTo>
                <a:lnTo>
                  <a:pt x="1130598" y="163830"/>
                </a:lnTo>
                <a:lnTo>
                  <a:pt x="1153211" y="163830"/>
                </a:lnTo>
                <a:lnTo>
                  <a:pt x="1175823" y="163830"/>
                </a:lnTo>
                <a:lnTo>
                  <a:pt x="1198436" y="163830"/>
                </a:lnTo>
                <a:lnTo>
                  <a:pt x="1221048" y="163830"/>
                </a:lnTo>
                <a:lnTo>
                  <a:pt x="1243660" y="163830"/>
                </a:lnTo>
                <a:lnTo>
                  <a:pt x="1266273" y="163830"/>
                </a:lnTo>
                <a:lnTo>
                  <a:pt x="1288885" y="163830"/>
                </a:lnTo>
                <a:lnTo>
                  <a:pt x="1311497" y="163830"/>
                </a:lnTo>
                <a:lnTo>
                  <a:pt x="1334110" y="163830"/>
                </a:lnTo>
                <a:lnTo>
                  <a:pt x="1356722" y="163830"/>
                </a:lnTo>
                <a:lnTo>
                  <a:pt x="1379334" y="163830"/>
                </a:lnTo>
                <a:lnTo>
                  <a:pt x="1401947" y="163830"/>
                </a:lnTo>
                <a:lnTo>
                  <a:pt x="1424559" y="163830"/>
                </a:lnTo>
                <a:lnTo>
                  <a:pt x="1447171" y="163830"/>
                </a:lnTo>
                <a:lnTo>
                  <a:pt x="1469784" y="163830"/>
                </a:lnTo>
                <a:lnTo>
                  <a:pt x="1492396" y="163830"/>
                </a:lnTo>
                <a:lnTo>
                  <a:pt x="1515008" y="163830"/>
                </a:lnTo>
                <a:lnTo>
                  <a:pt x="1537621" y="163830"/>
                </a:lnTo>
                <a:lnTo>
                  <a:pt x="1560233" y="163830"/>
                </a:lnTo>
                <a:lnTo>
                  <a:pt x="1582845" y="163830"/>
                </a:lnTo>
                <a:lnTo>
                  <a:pt x="1605458" y="163830"/>
                </a:lnTo>
                <a:lnTo>
                  <a:pt x="1628070" y="163830"/>
                </a:lnTo>
                <a:lnTo>
                  <a:pt x="1650683" y="163830"/>
                </a:lnTo>
                <a:lnTo>
                  <a:pt x="1673295" y="163830"/>
                </a:lnTo>
                <a:lnTo>
                  <a:pt x="1695907" y="163830"/>
                </a:lnTo>
                <a:lnTo>
                  <a:pt x="1718520" y="163830"/>
                </a:lnTo>
                <a:lnTo>
                  <a:pt x="1741132" y="163830"/>
                </a:lnTo>
                <a:lnTo>
                  <a:pt x="1763744" y="163830"/>
                </a:lnTo>
                <a:lnTo>
                  <a:pt x="1786357" y="163830"/>
                </a:lnTo>
                <a:lnTo>
                  <a:pt x="1808959" y="163830"/>
                </a:lnTo>
                <a:lnTo>
                  <a:pt x="1831581" y="163830"/>
                </a:lnTo>
                <a:lnTo>
                  <a:pt x="1854184" y="163830"/>
                </a:lnTo>
                <a:lnTo>
                  <a:pt x="1876796" y="163830"/>
                </a:lnTo>
                <a:lnTo>
                  <a:pt x="1899409" y="163830"/>
                </a:lnTo>
                <a:lnTo>
                  <a:pt x="1922021" y="163830"/>
                </a:lnTo>
                <a:lnTo>
                  <a:pt x="1944634" y="163830"/>
                </a:lnTo>
                <a:lnTo>
                  <a:pt x="1967246" y="163830"/>
                </a:lnTo>
                <a:lnTo>
                  <a:pt x="1989858" y="163830"/>
                </a:lnTo>
                <a:lnTo>
                  <a:pt x="2012471" y="163830"/>
                </a:lnTo>
                <a:lnTo>
                  <a:pt x="2035083" y="163830"/>
                </a:lnTo>
                <a:lnTo>
                  <a:pt x="2057695" y="163830"/>
                </a:lnTo>
                <a:lnTo>
                  <a:pt x="2080308" y="163830"/>
                </a:lnTo>
                <a:lnTo>
                  <a:pt x="2102920" y="163830"/>
                </a:lnTo>
                <a:lnTo>
                  <a:pt x="2125532" y="163830"/>
                </a:lnTo>
                <a:lnTo>
                  <a:pt x="2148145" y="163830"/>
                </a:lnTo>
                <a:lnTo>
                  <a:pt x="2170757" y="163830"/>
                </a:lnTo>
                <a:lnTo>
                  <a:pt x="2193369" y="163830"/>
                </a:lnTo>
                <a:lnTo>
                  <a:pt x="2215982" y="163830"/>
                </a:lnTo>
                <a:lnTo>
                  <a:pt x="2238594" y="163830"/>
                </a:lnTo>
                <a:lnTo>
                  <a:pt x="2261206" y="163830"/>
                </a:lnTo>
                <a:lnTo>
                  <a:pt x="2283819" y="163830"/>
                </a:lnTo>
                <a:lnTo>
                  <a:pt x="2306431" y="163830"/>
                </a:lnTo>
                <a:lnTo>
                  <a:pt x="2329043" y="163830"/>
                </a:lnTo>
                <a:lnTo>
                  <a:pt x="2351656" y="163830"/>
                </a:lnTo>
                <a:lnTo>
                  <a:pt x="2371982" y="154172"/>
                </a:lnTo>
                <a:lnTo>
                  <a:pt x="2392213" y="144066"/>
                </a:lnTo>
                <a:lnTo>
                  <a:pt x="2412435" y="133950"/>
                </a:lnTo>
                <a:lnTo>
                  <a:pt x="2432656" y="123835"/>
                </a:lnTo>
                <a:lnTo>
                  <a:pt x="2452888" y="113729"/>
                </a:lnTo>
                <a:lnTo>
                  <a:pt x="2473109" y="103613"/>
                </a:lnTo>
                <a:lnTo>
                  <a:pt x="2493331" y="93497"/>
                </a:lnTo>
                <a:lnTo>
                  <a:pt x="2513562" y="83391"/>
                </a:lnTo>
                <a:lnTo>
                  <a:pt x="2533783" y="73276"/>
                </a:lnTo>
                <a:lnTo>
                  <a:pt x="2554014" y="63160"/>
                </a:lnTo>
                <a:lnTo>
                  <a:pt x="2574236" y="53054"/>
                </a:lnTo>
                <a:lnTo>
                  <a:pt x="2594458" y="42939"/>
                </a:lnTo>
                <a:lnTo>
                  <a:pt x="2614689" y="32823"/>
                </a:lnTo>
                <a:lnTo>
                  <a:pt x="2634910" y="22717"/>
                </a:lnTo>
                <a:lnTo>
                  <a:pt x="2655132" y="12602"/>
                </a:lnTo>
                <a:lnTo>
                  <a:pt x="2675363" y="2486"/>
                </a:lnTo>
                <a:lnTo>
                  <a:pt x="2663285" y="0"/>
                </a:lnTo>
                <a:lnTo>
                  <a:pt x="2640673" y="0"/>
                </a:lnTo>
                <a:lnTo>
                  <a:pt x="2618061" y="0"/>
                </a:lnTo>
                <a:lnTo>
                  <a:pt x="2595448" y="0"/>
                </a:lnTo>
                <a:lnTo>
                  <a:pt x="2572836" y="0"/>
                </a:lnTo>
                <a:lnTo>
                  <a:pt x="2550224" y="0"/>
                </a:lnTo>
                <a:lnTo>
                  <a:pt x="2527611" y="0"/>
                </a:lnTo>
                <a:lnTo>
                  <a:pt x="2504999" y="0"/>
                </a:lnTo>
                <a:lnTo>
                  <a:pt x="2482386" y="0"/>
                </a:lnTo>
                <a:lnTo>
                  <a:pt x="2459784" y="0"/>
                </a:lnTo>
                <a:lnTo>
                  <a:pt x="2437162" y="0"/>
                </a:lnTo>
                <a:lnTo>
                  <a:pt x="2414559" y="0"/>
                </a:lnTo>
                <a:lnTo>
                  <a:pt x="2391947" y="0"/>
                </a:lnTo>
                <a:lnTo>
                  <a:pt x="2369334" y="0"/>
                </a:lnTo>
                <a:lnTo>
                  <a:pt x="2346722" y="0"/>
                </a:lnTo>
                <a:lnTo>
                  <a:pt x="2324110" y="0"/>
                </a:lnTo>
                <a:lnTo>
                  <a:pt x="2301497" y="0"/>
                </a:lnTo>
                <a:lnTo>
                  <a:pt x="2278885" y="0"/>
                </a:lnTo>
                <a:lnTo>
                  <a:pt x="2256272" y="0"/>
                </a:lnTo>
                <a:lnTo>
                  <a:pt x="2233660" y="0"/>
                </a:lnTo>
                <a:lnTo>
                  <a:pt x="2211048" y="0"/>
                </a:lnTo>
                <a:lnTo>
                  <a:pt x="2188435" y="0"/>
                </a:lnTo>
                <a:lnTo>
                  <a:pt x="2165823" y="0"/>
                </a:lnTo>
                <a:lnTo>
                  <a:pt x="2143211" y="0"/>
                </a:lnTo>
                <a:lnTo>
                  <a:pt x="2120598" y="0"/>
                </a:lnTo>
                <a:lnTo>
                  <a:pt x="2097986" y="0"/>
                </a:lnTo>
                <a:lnTo>
                  <a:pt x="2075374" y="0"/>
                </a:lnTo>
                <a:lnTo>
                  <a:pt x="2052761" y="0"/>
                </a:lnTo>
                <a:lnTo>
                  <a:pt x="2030149" y="0"/>
                </a:lnTo>
                <a:lnTo>
                  <a:pt x="2007537" y="0"/>
                </a:lnTo>
                <a:lnTo>
                  <a:pt x="1984924" y="0"/>
                </a:lnTo>
                <a:lnTo>
                  <a:pt x="1962312" y="0"/>
                </a:lnTo>
                <a:lnTo>
                  <a:pt x="1939700" y="0"/>
                </a:lnTo>
                <a:lnTo>
                  <a:pt x="1917087" y="0"/>
                </a:lnTo>
                <a:lnTo>
                  <a:pt x="1894475" y="0"/>
                </a:lnTo>
                <a:lnTo>
                  <a:pt x="1871863" y="0"/>
                </a:lnTo>
                <a:lnTo>
                  <a:pt x="1849250" y="0"/>
                </a:lnTo>
                <a:lnTo>
                  <a:pt x="1826638" y="0"/>
                </a:lnTo>
                <a:lnTo>
                  <a:pt x="1804025" y="0"/>
                </a:lnTo>
                <a:lnTo>
                  <a:pt x="1781413" y="0"/>
                </a:lnTo>
                <a:lnTo>
                  <a:pt x="1758801" y="0"/>
                </a:lnTo>
                <a:lnTo>
                  <a:pt x="1736188" y="0"/>
                </a:lnTo>
                <a:lnTo>
                  <a:pt x="1713586" y="0"/>
                </a:lnTo>
                <a:lnTo>
                  <a:pt x="1690973" y="0"/>
                </a:lnTo>
                <a:lnTo>
                  <a:pt x="1668361" y="0"/>
                </a:lnTo>
                <a:lnTo>
                  <a:pt x="1645749" y="0"/>
                </a:lnTo>
                <a:lnTo>
                  <a:pt x="1623136" y="0"/>
                </a:lnTo>
                <a:lnTo>
                  <a:pt x="1600524" y="0"/>
                </a:lnTo>
                <a:lnTo>
                  <a:pt x="1577912" y="0"/>
                </a:lnTo>
                <a:lnTo>
                  <a:pt x="1555299" y="0"/>
                </a:lnTo>
                <a:lnTo>
                  <a:pt x="1532687" y="0"/>
                </a:lnTo>
                <a:lnTo>
                  <a:pt x="1510074" y="0"/>
                </a:lnTo>
                <a:lnTo>
                  <a:pt x="1487462" y="0"/>
                </a:lnTo>
                <a:lnTo>
                  <a:pt x="1464850" y="0"/>
                </a:lnTo>
                <a:lnTo>
                  <a:pt x="1442237" y="0"/>
                </a:lnTo>
                <a:lnTo>
                  <a:pt x="1419625" y="0"/>
                </a:lnTo>
                <a:lnTo>
                  <a:pt x="1397013" y="0"/>
                </a:lnTo>
                <a:lnTo>
                  <a:pt x="1374400" y="0"/>
                </a:lnTo>
                <a:lnTo>
                  <a:pt x="1351788" y="0"/>
                </a:lnTo>
                <a:lnTo>
                  <a:pt x="1329176" y="0"/>
                </a:lnTo>
                <a:lnTo>
                  <a:pt x="1306563" y="0"/>
                </a:lnTo>
                <a:lnTo>
                  <a:pt x="1283951" y="0"/>
                </a:lnTo>
                <a:lnTo>
                  <a:pt x="1261339" y="0"/>
                </a:lnTo>
                <a:lnTo>
                  <a:pt x="1238726" y="0"/>
                </a:lnTo>
                <a:lnTo>
                  <a:pt x="1216114" y="0"/>
                </a:lnTo>
                <a:lnTo>
                  <a:pt x="1193502" y="0"/>
                </a:lnTo>
                <a:lnTo>
                  <a:pt x="1170889" y="0"/>
                </a:lnTo>
                <a:lnTo>
                  <a:pt x="1148277" y="0"/>
                </a:lnTo>
                <a:lnTo>
                  <a:pt x="1125665" y="0"/>
                </a:lnTo>
                <a:lnTo>
                  <a:pt x="1103052" y="0"/>
                </a:lnTo>
                <a:lnTo>
                  <a:pt x="1080440" y="0"/>
                </a:lnTo>
                <a:lnTo>
                  <a:pt x="1057827" y="0"/>
                </a:lnTo>
                <a:lnTo>
                  <a:pt x="1035215" y="0"/>
                </a:lnTo>
                <a:lnTo>
                  <a:pt x="1012603" y="0"/>
                </a:lnTo>
                <a:lnTo>
                  <a:pt x="990000" y="0"/>
                </a:lnTo>
                <a:lnTo>
                  <a:pt x="967388" y="0"/>
                </a:lnTo>
                <a:lnTo>
                  <a:pt x="944775" y="0"/>
                </a:lnTo>
                <a:lnTo>
                  <a:pt x="922163" y="0"/>
                </a:lnTo>
                <a:lnTo>
                  <a:pt x="899551" y="0"/>
                </a:lnTo>
                <a:lnTo>
                  <a:pt x="876938" y="0"/>
                </a:lnTo>
                <a:lnTo>
                  <a:pt x="854326" y="0"/>
                </a:lnTo>
                <a:lnTo>
                  <a:pt x="831713" y="0"/>
                </a:lnTo>
                <a:lnTo>
                  <a:pt x="809101" y="0"/>
                </a:lnTo>
                <a:lnTo>
                  <a:pt x="786489" y="0"/>
                </a:lnTo>
                <a:lnTo>
                  <a:pt x="763876" y="0"/>
                </a:lnTo>
                <a:lnTo>
                  <a:pt x="741264" y="0"/>
                </a:lnTo>
                <a:lnTo>
                  <a:pt x="718652" y="0"/>
                </a:lnTo>
                <a:lnTo>
                  <a:pt x="696039" y="0"/>
                </a:lnTo>
                <a:lnTo>
                  <a:pt x="673427" y="0"/>
                </a:lnTo>
                <a:lnTo>
                  <a:pt x="650815" y="0"/>
                </a:lnTo>
                <a:lnTo>
                  <a:pt x="628202" y="0"/>
                </a:lnTo>
                <a:lnTo>
                  <a:pt x="605590" y="0"/>
                </a:lnTo>
                <a:lnTo>
                  <a:pt x="582978" y="0"/>
                </a:lnTo>
                <a:lnTo>
                  <a:pt x="560365" y="0"/>
                </a:lnTo>
                <a:lnTo>
                  <a:pt x="537753" y="0"/>
                </a:lnTo>
                <a:lnTo>
                  <a:pt x="515141" y="0"/>
                </a:lnTo>
                <a:lnTo>
                  <a:pt x="492528" y="0"/>
                </a:lnTo>
                <a:lnTo>
                  <a:pt x="470106" y="1133"/>
                </a:lnTo>
                <a:lnTo>
                  <a:pt x="448742" y="8534"/>
                </a:lnTo>
                <a:lnTo>
                  <a:pt x="427368" y="15926"/>
                </a:lnTo>
                <a:lnTo>
                  <a:pt x="406003" y="23317"/>
                </a:lnTo>
                <a:lnTo>
                  <a:pt x="384639" y="30718"/>
                </a:lnTo>
                <a:lnTo>
                  <a:pt x="363264" y="38110"/>
                </a:lnTo>
                <a:lnTo>
                  <a:pt x="341900" y="45510"/>
                </a:lnTo>
                <a:lnTo>
                  <a:pt x="320526" y="52902"/>
                </a:lnTo>
                <a:lnTo>
                  <a:pt x="299161" y="60293"/>
                </a:lnTo>
                <a:lnTo>
                  <a:pt x="277787" y="67694"/>
                </a:lnTo>
                <a:lnTo>
                  <a:pt x="256423" y="75086"/>
                </a:lnTo>
                <a:lnTo>
                  <a:pt x="235058" y="82487"/>
                </a:lnTo>
                <a:lnTo>
                  <a:pt x="213684" y="89878"/>
                </a:lnTo>
                <a:lnTo>
                  <a:pt x="192319" y="97269"/>
                </a:lnTo>
                <a:lnTo>
                  <a:pt x="170945" y="104670"/>
                </a:lnTo>
                <a:lnTo>
                  <a:pt x="149581" y="112062"/>
                </a:lnTo>
                <a:lnTo>
                  <a:pt x="128216" y="119463"/>
                </a:lnTo>
                <a:lnTo>
                  <a:pt x="106842" y="126854"/>
                </a:lnTo>
                <a:lnTo>
                  <a:pt x="85477" y="134245"/>
                </a:lnTo>
                <a:lnTo>
                  <a:pt x="64103" y="141646"/>
                </a:lnTo>
                <a:lnTo>
                  <a:pt x="42739" y="149038"/>
                </a:lnTo>
                <a:lnTo>
                  <a:pt x="21365" y="156439"/>
                </a:lnTo>
                <a:lnTo>
                  <a:pt x="0" y="163830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1539A4F8-82D8-43F6-8751-5E15B5BE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3525" y="2750820"/>
            <a:ext cx="2440305" cy="163830"/>
          </a:xfrm>
          <a:custGeom xmlns:a="http://schemas.openxmlformats.org/drawingml/2006/main">
            <a:pathLst>
              <a:path w="2440305" h="163830">
                <a:moveTo>
                  <a:pt x="0" y="163830"/>
                </a:moveTo>
                <a:lnTo>
                  <a:pt x="18917" y="163830"/>
                </a:lnTo>
                <a:lnTo>
                  <a:pt x="37833" y="163830"/>
                </a:lnTo>
                <a:lnTo>
                  <a:pt x="56750" y="163830"/>
                </a:lnTo>
                <a:lnTo>
                  <a:pt x="75667" y="163830"/>
                </a:lnTo>
                <a:lnTo>
                  <a:pt x="94583" y="163830"/>
                </a:lnTo>
                <a:lnTo>
                  <a:pt x="113509" y="163830"/>
                </a:lnTo>
                <a:lnTo>
                  <a:pt x="132426" y="163830"/>
                </a:lnTo>
                <a:lnTo>
                  <a:pt x="151343" y="163830"/>
                </a:lnTo>
                <a:lnTo>
                  <a:pt x="170259" y="163830"/>
                </a:lnTo>
                <a:lnTo>
                  <a:pt x="189176" y="163830"/>
                </a:lnTo>
                <a:lnTo>
                  <a:pt x="208093" y="163830"/>
                </a:lnTo>
                <a:lnTo>
                  <a:pt x="227009" y="163830"/>
                </a:lnTo>
                <a:lnTo>
                  <a:pt x="245926" y="163830"/>
                </a:lnTo>
                <a:lnTo>
                  <a:pt x="264843" y="163830"/>
                </a:lnTo>
                <a:lnTo>
                  <a:pt x="283759" y="163830"/>
                </a:lnTo>
                <a:lnTo>
                  <a:pt x="302676" y="163830"/>
                </a:lnTo>
                <a:lnTo>
                  <a:pt x="321593" y="163830"/>
                </a:lnTo>
                <a:lnTo>
                  <a:pt x="340519" y="163830"/>
                </a:lnTo>
                <a:lnTo>
                  <a:pt x="359435" y="163830"/>
                </a:lnTo>
                <a:lnTo>
                  <a:pt x="378352" y="163830"/>
                </a:lnTo>
                <a:lnTo>
                  <a:pt x="397269" y="163830"/>
                </a:lnTo>
                <a:lnTo>
                  <a:pt x="416185" y="163830"/>
                </a:lnTo>
                <a:lnTo>
                  <a:pt x="435102" y="163830"/>
                </a:lnTo>
                <a:lnTo>
                  <a:pt x="454019" y="163830"/>
                </a:lnTo>
                <a:lnTo>
                  <a:pt x="472935" y="163830"/>
                </a:lnTo>
                <a:lnTo>
                  <a:pt x="491852" y="163830"/>
                </a:lnTo>
                <a:lnTo>
                  <a:pt x="510769" y="163830"/>
                </a:lnTo>
                <a:lnTo>
                  <a:pt x="529685" y="163830"/>
                </a:lnTo>
                <a:lnTo>
                  <a:pt x="548611" y="163830"/>
                </a:lnTo>
                <a:lnTo>
                  <a:pt x="567528" y="163830"/>
                </a:lnTo>
                <a:lnTo>
                  <a:pt x="586445" y="163830"/>
                </a:lnTo>
                <a:lnTo>
                  <a:pt x="605361" y="163830"/>
                </a:lnTo>
                <a:lnTo>
                  <a:pt x="624278" y="163830"/>
                </a:lnTo>
                <a:lnTo>
                  <a:pt x="643195" y="163830"/>
                </a:lnTo>
                <a:lnTo>
                  <a:pt x="662111" y="163830"/>
                </a:lnTo>
                <a:lnTo>
                  <a:pt x="681028" y="163830"/>
                </a:lnTo>
                <a:lnTo>
                  <a:pt x="699945" y="163830"/>
                </a:lnTo>
                <a:lnTo>
                  <a:pt x="718861" y="163830"/>
                </a:lnTo>
                <a:lnTo>
                  <a:pt x="737778" y="163830"/>
                </a:lnTo>
                <a:lnTo>
                  <a:pt x="756704" y="163830"/>
                </a:lnTo>
                <a:lnTo>
                  <a:pt x="775621" y="163830"/>
                </a:lnTo>
                <a:lnTo>
                  <a:pt x="794537" y="163830"/>
                </a:lnTo>
                <a:lnTo>
                  <a:pt x="813454" y="163830"/>
                </a:lnTo>
                <a:lnTo>
                  <a:pt x="832371" y="163830"/>
                </a:lnTo>
                <a:lnTo>
                  <a:pt x="851287" y="163830"/>
                </a:lnTo>
                <a:lnTo>
                  <a:pt x="870204" y="163830"/>
                </a:lnTo>
                <a:lnTo>
                  <a:pt x="889121" y="163830"/>
                </a:lnTo>
                <a:lnTo>
                  <a:pt x="908037" y="163830"/>
                </a:lnTo>
                <a:lnTo>
                  <a:pt x="926954" y="163830"/>
                </a:lnTo>
                <a:lnTo>
                  <a:pt x="945871" y="163830"/>
                </a:lnTo>
                <a:lnTo>
                  <a:pt x="964797" y="163830"/>
                </a:lnTo>
                <a:lnTo>
                  <a:pt x="983713" y="163830"/>
                </a:lnTo>
                <a:lnTo>
                  <a:pt x="1002630" y="163830"/>
                </a:lnTo>
                <a:lnTo>
                  <a:pt x="1021547" y="163830"/>
                </a:lnTo>
                <a:lnTo>
                  <a:pt x="1040463" y="163830"/>
                </a:lnTo>
                <a:lnTo>
                  <a:pt x="1059380" y="163830"/>
                </a:lnTo>
                <a:lnTo>
                  <a:pt x="1078297" y="163830"/>
                </a:lnTo>
                <a:lnTo>
                  <a:pt x="1097213" y="163830"/>
                </a:lnTo>
                <a:lnTo>
                  <a:pt x="1116130" y="163830"/>
                </a:lnTo>
                <a:lnTo>
                  <a:pt x="1135047" y="163830"/>
                </a:lnTo>
                <a:lnTo>
                  <a:pt x="1153963" y="163830"/>
                </a:lnTo>
                <a:lnTo>
                  <a:pt x="1172880" y="163830"/>
                </a:lnTo>
                <a:lnTo>
                  <a:pt x="1191806" y="163830"/>
                </a:lnTo>
                <a:lnTo>
                  <a:pt x="1210723" y="163830"/>
                </a:lnTo>
                <a:lnTo>
                  <a:pt x="1229639" y="163830"/>
                </a:lnTo>
                <a:lnTo>
                  <a:pt x="1248556" y="163830"/>
                </a:lnTo>
                <a:lnTo>
                  <a:pt x="1267473" y="163830"/>
                </a:lnTo>
                <a:lnTo>
                  <a:pt x="1286389" y="163830"/>
                </a:lnTo>
                <a:lnTo>
                  <a:pt x="1305306" y="163830"/>
                </a:lnTo>
                <a:lnTo>
                  <a:pt x="1324223" y="163830"/>
                </a:lnTo>
                <a:lnTo>
                  <a:pt x="1343139" y="163830"/>
                </a:lnTo>
                <a:lnTo>
                  <a:pt x="1362056" y="163830"/>
                </a:lnTo>
                <a:lnTo>
                  <a:pt x="1380973" y="163830"/>
                </a:lnTo>
                <a:lnTo>
                  <a:pt x="1399899" y="163830"/>
                </a:lnTo>
                <a:lnTo>
                  <a:pt x="1418815" y="163830"/>
                </a:lnTo>
                <a:lnTo>
                  <a:pt x="1437732" y="163830"/>
                </a:lnTo>
                <a:lnTo>
                  <a:pt x="1456649" y="163830"/>
                </a:lnTo>
                <a:lnTo>
                  <a:pt x="1475565" y="163830"/>
                </a:lnTo>
                <a:lnTo>
                  <a:pt x="1494482" y="163830"/>
                </a:lnTo>
                <a:lnTo>
                  <a:pt x="1513399" y="163830"/>
                </a:lnTo>
                <a:lnTo>
                  <a:pt x="1532315" y="163830"/>
                </a:lnTo>
                <a:lnTo>
                  <a:pt x="1551232" y="163830"/>
                </a:lnTo>
                <a:lnTo>
                  <a:pt x="1570149" y="163830"/>
                </a:lnTo>
                <a:lnTo>
                  <a:pt x="1589065" y="163830"/>
                </a:lnTo>
                <a:lnTo>
                  <a:pt x="1607991" y="163830"/>
                </a:lnTo>
                <a:lnTo>
                  <a:pt x="1626908" y="163830"/>
                </a:lnTo>
                <a:lnTo>
                  <a:pt x="1645825" y="163830"/>
                </a:lnTo>
                <a:lnTo>
                  <a:pt x="1664741" y="163830"/>
                </a:lnTo>
                <a:lnTo>
                  <a:pt x="1683658" y="163830"/>
                </a:lnTo>
                <a:lnTo>
                  <a:pt x="1702575" y="163830"/>
                </a:lnTo>
                <a:lnTo>
                  <a:pt x="1721491" y="163830"/>
                </a:lnTo>
                <a:lnTo>
                  <a:pt x="1740408" y="163830"/>
                </a:lnTo>
                <a:lnTo>
                  <a:pt x="1759325" y="163830"/>
                </a:lnTo>
                <a:lnTo>
                  <a:pt x="1778241" y="163830"/>
                </a:lnTo>
                <a:lnTo>
                  <a:pt x="1797158" y="163830"/>
                </a:lnTo>
                <a:lnTo>
                  <a:pt x="1816075" y="163830"/>
                </a:lnTo>
                <a:lnTo>
                  <a:pt x="1835001" y="163830"/>
                </a:lnTo>
                <a:lnTo>
                  <a:pt x="1853917" y="163830"/>
                </a:lnTo>
                <a:lnTo>
                  <a:pt x="1872834" y="163830"/>
                </a:lnTo>
                <a:lnTo>
                  <a:pt x="1891751" y="163830"/>
                </a:lnTo>
                <a:lnTo>
                  <a:pt x="1910667" y="163830"/>
                </a:lnTo>
                <a:lnTo>
                  <a:pt x="1929584" y="163830"/>
                </a:lnTo>
                <a:lnTo>
                  <a:pt x="1948501" y="163830"/>
                </a:lnTo>
                <a:lnTo>
                  <a:pt x="1967417" y="163830"/>
                </a:lnTo>
                <a:lnTo>
                  <a:pt x="1986334" y="163830"/>
                </a:lnTo>
                <a:lnTo>
                  <a:pt x="2005251" y="163830"/>
                </a:lnTo>
                <a:lnTo>
                  <a:pt x="2024167" y="163830"/>
                </a:lnTo>
                <a:lnTo>
                  <a:pt x="2043093" y="163830"/>
                </a:lnTo>
                <a:lnTo>
                  <a:pt x="2062010" y="163830"/>
                </a:lnTo>
                <a:lnTo>
                  <a:pt x="2080927" y="163830"/>
                </a:lnTo>
                <a:lnTo>
                  <a:pt x="2099843" y="163830"/>
                </a:lnTo>
                <a:lnTo>
                  <a:pt x="2117360" y="157801"/>
                </a:lnTo>
                <a:lnTo>
                  <a:pt x="2134362" y="149495"/>
                </a:lnTo>
                <a:lnTo>
                  <a:pt x="2151355" y="141189"/>
                </a:lnTo>
                <a:lnTo>
                  <a:pt x="2168357" y="132883"/>
                </a:lnTo>
                <a:lnTo>
                  <a:pt x="2185349" y="124577"/>
                </a:lnTo>
                <a:lnTo>
                  <a:pt x="2202351" y="116272"/>
                </a:lnTo>
                <a:lnTo>
                  <a:pt x="2219344" y="107966"/>
                </a:lnTo>
                <a:lnTo>
                  <a:pt x="2236346" y="99660"/>
                </a:lnTo>
                <a:lnTo>
                  <a:pt x="2253339" y="91354"/>
                </a:lnTo>
                <a:lnTo>
                  <a:pt x="2270341" y="83048"/>
                </a:lnTo>
                <a:lnTo>
                  <a:pt x="2287334" y="74752"/>
                </a:lnTo>
                <a:lnTo>
                  <a:pt x="2304326" y="66446"/>
                </a:lnTo>
                <a:lnTo>
                  <a:pt x="2321328" y="58141"/>
                </a:lnTo>
                <a:lnTo>
                  <a:pt x="2338321" y="49835"/>
                </a:lnTo>
                <a:lnTo>
                  <a:pt x="2355323" y="41529"/>
                </a:lnTo>
                <a:lnTo>
                  <a:pt x="2372316" y="33223"/>
                </a:lnTo>
                <a:lnTo>
                  <a:pt x="2389318" y="24917"/>
                </a:lnTo>
                <a:lnTo>
                  <a:pt x="2406310" y="16612"/>
                </a:lnTo>
                <a:lnTo>
                  <a:pt x="2423312" y="8306"/>
                </a:lnTo>
                <a:lnTo>
                  <a:pt x="24403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E246180-7AC2-4F6E-929E-F14AD74B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9298" y="2750820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7103EA84-2822-4B9B-B0E7-53FA7A6A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2199189"/>
            <a:ext cx="181928" cy="293627"/>
          </a:xfrm>
          <a:custGeom xmlns:a="http://schemas.openxmlformats.org/drawingml/2006/main">
            <a:pathLst>
              <a:path w="181928" h="293627">
                <a:moveTo>
                  <a:pt x="0" y="124911"/>
                </a:moveTo>
                <a:lnTo>
                  <a:pt x="0" y="143656"/>
                </a:lnTo>
                <a:lnTo>
                  <a:pt x="0" y="162401"/>
                </a:lnTo>
                <a:lnTo>
                  <a:pt x="0" y="181146"/>
                </a:lnTo>
                <a:lnTo>
                  <a:pt x="0" y="199892"/>
                </a:lnTo>
                <a:lnTo>
                  <a:pt x="0" y="218637"/>
                </a:lnTo>
                <a:lnTo>
                  <a:pt x="0" y="237392"/>
                </a:lnTo>
                <a:lnTo>
                  <a:pt x="0" y="256137"/>
                </a:lnTo>
                <a:lnTo>
                  <a:pt x="0" y="274882"/>
                </a:lnTo>
                <a:lnTo>
                  <a:pt x="0" y="293627"/>
                </a:lnTo>
                <a:lnTo>
                  <a:pt x="13116" y="287160"/>
                </a:lnTo>
                <a:lnTo>
                  <a:pt x="28461" y="276387"/>
                </a:lnTo>
                <a:lnTo>
                  <a:pt x="43805" y="265624"/>
                </a:lnTo>
                <a:lnTo>
                  <a:pt x="59150" y="254860"/>
                </a:lnTo>
                <a:lnTo>
                  <a:pt x="74505" y="244088"/>
                </a:lnTo>
                <a:lnTo>
                  <a:pt x="89849" y="233324"/>
                </a:lnTo>
                <a:lnTo>
                  <a:pt x="105194" y="222552"/>
                </a:lnTo>
                <a:lnTo>
                  <a:pt x="120539" y="211788"/>
                </a:lnTo>
                <a:lnTo>
                  <a:pt x="135884" y="201025"/>
                </a:lnTo>
                <a:lnTo>
                  <a:pt x="151238" y="190252"/>
                </a:lnTo>
                <a:lnTo>
                  <a:pt x="166583" y="179489"/>
                </a:lnTo>
                <a:lnTo>
                  <a:pt x="181928" y="168726"/>
                </a:lnTo>
                <a:lnTo>
                  <a:pt x="181928" y="149971"/>
                </a:lnTo>
                <a:lnTo>
                  <a:pt x="181928" y="131226"/>
                </a:lnTo>
                <a:lnTo>
                  <a:pt x="181928" y="112481"/>
                </a:lnTo>
                <a:lnTo>
                  <a:pt x="181928" y="93736"/>
                </a:lnTo>
                <a:lnTo>
                  <a:pt x="181928" y="74990"/>
                </a:lnTo>
                <a:lnTo>
                  <a:pt x="181928" y="56245"/>
                </a:lnTo>
                <a:lnTo>
                  <a:pt x="181928" y="37490"/>
                </a:lnTo>
                <a:lnTo>
                  <a:pt x="181928" y="18745"/>
                </a:lnTo>
                <a:lnTo>
                  <a:pt x="181928" y="0"/>
                </a:lnTo>
                <a:lnTo>
                  <a:pt x="168812" y="6467"/>
                </a:lnTo>
                <a:lnTo>
                  <a:pt x="153467" y="17240"/>
                </a:lnTo>
                <a:lnTo>
                  <a:pt x="138122" y="28004"/>
                </a:lnTo>
                <a:lnTo>
                  <a:pt x="122777" y="38776"/>
                </a:lnTo>
                <a:lnTo>
                  <a:pt x="107423" y="49540"/>
                </a:lnTo>
                <a:lnTo>
                  <a:pt x="92078" y="60303"/>
                </a:lnTo>
                <a:lnTo>
                  <a:pt x="76733" y="71076"/>
                </a:lnTo>
                <a:lnTo>
                  <a:pt x="61389" y="81839"/>
                </a:lnTo>
                <a:lnTo>
                  <a:pt x="46044" y="92602"/>
                </a:lnTo>
                <a:lnTo>
                  <a:pt x="30690" y="103375"/>
                </a:lnTo>
                <a:lnTo>
                  <a:pt x="15345" y="114138"/>
                </a:lnTo>
                <a:lnTo>
                  <a:pt x="0" y="124911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97876E5B-7D12-40D0-AF4A-4AE0D738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196465"/>
            <a:ext cx="2527916" cy="127635"/>
          </a:xfrm>
          <a:custGeom xmlns:a="http://schemas.openxmlformats.org/drawingml/2006/main">
            <a:pathLst>
              <a:path w="2527916" h="127635">
                <a:moveTo>
                  <a:pt x="0" y="127635"/>
                </a:moveTo>
                <a:lnTo>
                  <a:pt x="21393" y="127635"/>
                </a:lnTo>
                <a:lnTo>
                  <a:pt x="42777" y="127635"/>
                </a:lnTo>
                <a:lnTo>
                  <a:pt x="64170" y="127635"/>
                </a:lnTo>
                <a:lnTo>
                  <a:pt x="85554" y="127635"/>
                </a:lnTo>
                <a:lnTo>
                  <a:pt x="106947" y="127635"/>
                </a:lnTo>
                <a:lnTo>
                  <a:pt x="128340" y="127635"/>
                </a:lnTo>
                <a:lnTo>
                  <a:pt x="149723" y="127635"/>
                </a:lnTo>
                <a:lnTo>
                  <a:pt x="171117" y="127635"/>
                </a:lnTo>
                <a:lnTo>
                  <a:pt x="192510" y="127635"/>
                </a:lnTo>
                <a:lnTo>
                  <a:pt x="213893" y="127635"/>
                </a:lnTo>
                <a:lnTo>
                  <a:pt x="235287" y="127635"/>
                </a:lnTo>
                <a:lnTo>
                  <a:pt x="256670" y="127635"/>
                </a:lnTo>
                <a:lnTo>
                  <a:pt x="278063" y="127635"/>
                </a:lnTo>
                <a:lnTo>
                  <a:pt x="299456" y="127635"/>
                </a:lnTo>
                <a:lnTo>
                  <a:pt x="320840" y="127635"/>
                </a:lnTo>
                <a:lnTo>
                  <a:pt x="342233" y="127635"/>
                </a:lnTo>
                <a:lnTo>
                  <a:pt x="363626" y="127635"/>
                </a:lnTo>
                <a:lnTo>
                  <a:pt x="385010" y="127635"/>
                </a:lnTo>
                <a:lnTo>
                  <a:pt x="406403" y="127635"/>
                </a:lnTo>
                <a:lnTo>
                  <a:pt x="427787" y="127635"/>
                </a:lnTo>
                <a:lnTo>
                  <a:pt x="449180" y="127635"/>
                </a:lnTo>
                <a:lnTo>
                  <a:pt x="470573" y="127635"/>
                </a:lnTo>
                <a:lnTo>
                  <a:pt x="491957" y="127635"/>
                </a:lnTo>
                <a:lnTo>
                  <a:pt x="513350" y="127635"/>
                </a:lnTo>
                <a:lnTo>
                  <a:pt x="534743" y="127635"/>
                </a:lnTo>
                <a:lnTo>
                  <a:pt x="556127" y="127635"/>
                </a:lnTo>
                <a:lnTo>
                  <a:pt x="577520" y="127635"/>
                </a:lnTo>
                <a:lnTo>
                  <a:pt x="598903" y="127635"/>
                </a:lnTo>
                <a:lnTo>
                  <a:pt x="620297" y="127635"/>
                </a:lnTo>
                <a:lnTo>
                  <a:pt x="641690" y="127635"/>
                </a:lnTo>
                <a:lnTo>
                  <a:pt x="663073" y="127635"/>
                </a:lnTo>
                <a:lnTo>
                  <a:pt x="684467" y="127635"/>
                </a:lnTo>
                <a:lnTo>
                  <a:pt x="705860" y="127635"/>
                </a:lnTo>
                <a:lnTo>
                  <a:pt x="727243" y="127635"/>
                </a:lnTo>
                <a:lnTo>
                  <a:pt x="748636" y="127635"/>
                </a:lnTo>
                <a:lnTo>
                  <a:pt x="770020" y="127635"/>
                </a:lnTo>
                <a:lnTo>
                  <a:pt x="791413" y="127635"/>
                </a:lnTo>
                <a:lnTo>
                  <a:pt x="812806" y="127635"/>
                </a:lnTo>
                <a:lnTo>
                  <a:pt x="834190" y="127635"/>
                </a:lnTo>
                <a:lnTo>
                  <a:pt x="855583" y="127635"/>
                </a:lnTo>
                <a:lnTo>
                  <a:pt x="876976" y="127635"/>
                </a:lnTo>
                <a:lnTo>
                  <a:pt x="898360" y="127635"/>
                </a:lnTo>
                <a:lnTo>
                  <a:pt x="919753" y="127635"/>
                </a:lnTo>
                <a:lnTo>
                  <a:pt x="941137" y="127635"/>
                </a:lnTo>
                <a:lnTo>
                  <a:pt x="962530" y="127635"/>
                </a:lnTo>
                <a:lnTo>
                  <a:pt x="983923" y="127635"/>
                </a:lnTo>
                <a:lnTo>
                  <a:pt x="1005307" y="127635"/>
                </a:lnTo>
                <a:lnTo>
                  <a:pt x="1026700" y="127635"/>
                </a:lnTo>
                <a:lnTo>
                  <a:pt x="1048093" y="127635"/>
                </a:lnTo>
                <a:lnTo>
                  <a:pt x="1069477" y="127635"/>
                </a:lnTo>
                <a:lnTo>
                  <a:pt x="1090870" y="127635"/>
                </a:lnTo>
                <a:lnTo>
                  <a:pt x="1112253" y="127635"/>
                </a:lnTo>
                <a:lnTo>
                  <a:pt x="1133646" y="127635"/>
                </a:lnTo>
                <a:lnTo>
                  <a:pt x="1155040" y="127635"/>
                </a:lnTo>
                <a:lnTo>
                  <a:pt x="1176423" y="127635"/>
                </a:lnTo>
                <a:lnTo>
                  <a:pt x="1197816" y="127635"/>
                </a:lnTo>
                <a:lnTo>
                  <a:pt x="1219200" y="127635"/>
                </a:lnTo>
                <a:lnTo>
                  <a:pt x="1240593" y="127635"/>
                </a:lnTo>
                <a:lnTo>
                  <a:pt x="1261986" y="127635"/>
                </a:lnTo>
                <a:lnTo>
                  <a:pt x="1283370" y="127635"/>
                </a:lnTo>
                <a:lnTo>
                  <a:pt x="1304763" y="127635"/>
                </a:lnTo>
                <a:lnTo>
                  <a:pt x="1326156" y="127635"/>
                </a:lnTo>
                <a:lnTo>
                  <a:pt x="1347540" y="127635"/>
                </a:lnTo>
                <a:lnTo>
                  <a:pt x="1368933" y="127635"/>
                </a:lnTo>
                <a:lnTo>
                  <a:pt x="1390317" y="127635"/>
                </a:lnTo>
                <a:lnTo>
                  <a:pt x="1411710" y="127635"/>
                </a:lnTo>
                <a:lnTo>
                  <a:pt x="1433103" y="127635"/>
                </a:lnTo>
                <a:lnTo>
                  <a:pt x="1454487" y="127635"/>
                </a:lnTo>
                <a:lnTo>
                  <a:pt x="1475880" y="127635"/>
                </a:lnTo>
                <a:lnTo>
                  <a:pt x="1497273" y="127635"/>
                </a:lnTo>
                <a:lnTo>
                  <a:pt x="1518656" y="127635"/>
                </a:lnTo>
                <a:lnTo>
                  <a:pt x="1540050" y="127635"/>
                </a:lnTo>
                <a:lnTo>
                  <a:pt x="1561433" y="127635"/>
                </a:lnTo>
                <a:lnTo>
                  <a:pt x="1582826" y="127635"/>
                </a:lnTo>
                <a:lnTo>
                  <a:pt x="1604220" y="127635"/>
                </a:lnTo>
                <a:lnTo>
                  <a:pt x="1625603" y="127635"/>
                </a:lnTo>
                <a:lnTo>
                  <a:pt x="1646996" y="127635"/>
                </a:lnTo>
                <a:lnTo>
                  <a:pt x="1668389" y="127635"/>
                </a:lnTo>
                <a:lnTo>
                  <a:pt x="1689773" y="127635"/>
                </a:lnTo>
                <a:lnTo>
                  <a:pt x="1711166" y="127635"/>
                </a:lnTo>
                <a:lnTo>
                  <a:pt x="1732550" y="127635"/>
                </a:lnTo>
                <a:lnTo>
                  <a:pt x="1753943" y="127635"/>
                </a:lnTo>
                <a:lnTo>
                  <a:pt x="1775336" y="127635"/>
                </a:lnTo>
                <a:lnTo>
                  <a:pt x="1796720" y="127635"/>
                </a:lnTo>
                <a:lnTo>
                  <a:pt x="1818113" y="127635"/>
                </a:lnTo>
                <a:lnTo>
                  <a:pt x="1839506" y="127635"/>
                </a:lnTo>
                <a:lnTo>
                  <a:pt x="1860890" y="127635"/>
                </a:lnTo>
                <a:lnTo>
                  <a:pt x="1882283" y="127635"/>
                </a:lnTo>
                <a:lnTo>
                  <a:pt x="1903667" y="127635"/>
                </a:lnTo>
                <a:lnTo>
                  <a:pt x="1925060" y="127635"/>
                </a:lnTo>
                <a:lnTo>
                  <a:pt x="1946453" y="127635"/>
                </a:lnTo>
                <a:lnTo>
                  <a:pt x="1967836" y="127635"/>
                </a:lnTo>
                <a:lnTo>
                  <a:pt x="1989230" y="127635"/>
                </a:lnTo>
                <a:lnTo>
                  <a:pt x="2010623" y="127635"/>
                </a:lnTo>
                <a:lnTo>
                  <a:pt x="2032006" y="127635"/>
                </a:lnTo>
                <a:lnTo>
                  <a:pt x="2053400" y="127635"/>
                </a:lnTo>
                <a:lnTo>
                  <a:pt x="2074783" y="127635"/>
                </a:lnTo>
                <a:lnTo>
                  <a:pt x="2096176" y="127635"/>
                </a:lnTo>
                <a:lnTo>
                  <a:pt x="2117569" y="127635"/>
                </a:lnTo>
                <a:lnTo>
                  <a:pt x="2138953" y="127635"/>
                </a:lnTo>
                <a:lnTo>
                  <a:pt x="2160346" y="127635"/>
                </a:lnTo>
                <a:lnTo>
                  <a:pt x="2181730" y="127635"/>
                </a:lnTo>
                <a:lnTo>
                  <a:pt x="2203123" y="127635"/>
                </a:lnTo>
                <a:lnTo>
                  <a:pt x="2224516" y="127635"/>
                </a:lnTo>
                <a:lnTo>
                  <a:pt x="2245900" y="127635"/>
                </a:lnTo>
                <a:lnTo>
                  <a:pt x="2267293" y="127635"/>
                </a:lnTo>
                <a:lnTo>
                  <a:pt x="2288686" y="127635"/>
                </a:lnTo>
                <a:lnTo>
                  <a:pt x="2310070" y="127635"/>
                </a:lnTo>
                <a:lnTo>
                  <a:pt x="2331463" y="127635"/>
                </a:lnTo>
                <a:lnTo>
                  <a:pt x="2352818" y="127530"/>
                </a:lnTo>
                <a:lnTo>
                  <a:pt x="2370334" y="115253"/>
                </a:lnTo>
                <a:lnTo>
                  <a:pt x="2387841" y="102965"/>
                </a:lnTo>
                <a:lnTo>
                  <a:pt x="2405348" y="90678"/>
                </a:lnTo>
                <a:lnTo>
                  <a:pt x="2422855" y="78391"/>
                </a:lnTo>
                <a:lnTo>
                  <a:pt x="2440372" y="66113"/>
                </a:lnTo>
                <a:lnTo>
                  <a:pt x="2457879" y="53826"/>
                </a:lnTo>
                <a:lnTo>
                  <a:pt x="2475386" y="41539"/>
                </a:lnTo>
                <a:lnTo>
                  <a:pt x="2492902" y="29261"/>
                </a:lnTo>
                <a:lnTo>
                  <a:pt x="2510409" y="16974"/>
                </a:lnTo>
                <a:lnTo>
                  <a:pt x="2527916" y="4686"/>
                </a:lnTo>
                <a:lnTo>
                  <a:pt x="2521372" y="0"/>
                </a:lnTo>
                <a:lnTo>
                  <a:pt x="2499989" y="0"/>
                </a:lnTo>
                <a:lnTo>
                  <a:pt x="2478596" y="0"/>
                </a:lnTo>
                <a:lnTo>
                  <a:pt x="2457202" y="0"/>
                </a:lnTo>
                <a:lnTo>
                  <a:pt x="2435819" y="0"/>
                </a:lnTo>
                <a:lnTo>
                  <a:pt x="2414426" y="0"/>
                </a:lnTo>
                <a:lnTo>
                  <a:pt x="2393042" y="0"/>
                </a:lnTo>
                <a:lnTo>
                  <a:pt x="2371649" y="0"/>
                </a:lnTo>
                <a:lnTo>
                  <a:pt x="2350256" y="0"/>
                </a:lnTo>
                <a:lnTo>
                  <a:pt x="2328872" y="0"/>
                </a:lnTo>
                <a:lnTo>
                  <a:pt x="2307479" y="0"/>
                </a:lnTo>
                <a:lnTo>
                  <a:pt x="2286095" y="0"/>
                </a:lnTo>
                <a:lnTo>
                  <a:pt x="2264702" y="0"/>
                </a:lnTo>
                <a:lnTo>
                  <a:pt x="2243309" y="0"/>
                </a:lnTo>
                <a:lnTo>
                  <a:pt x="2221925" y="0"/>
                </a:lnTo>
                <a:lnTo>
                  <a:pt x="2200532" y="0"/>
                </a:lnTo>
                <a:lnTo>
                  <a:pt x="2179139" y="0"/>
                </a:lnTo>
                <a:lnTo>
                  <a:pt x="2157755" y="0"/>
                </a:lnTo>
                <a:lnTo>
                  <a:pt x="2136362" y="0"/>
                </a:lnTo>
                <a:lnTo>
                  <a:pt x="2114979" y="0"/>
                </a:lnTo>
                <a:lnTo>
                  <a:pt x="2093585" y="0"/>
                </a:lnTo>
                <a:lnTo>
                  <a:pt x="2072192" y="0"/>
                </a:lnTo>
                <a:lnTo>
                  <a:pt x="2050809" y="0"/>
                </a:lnTo>
                <a:lnTo>
                  <a:pt x="2029416" y="0"/>
                </a:lnTo>
                <a:lnTo>
                  <a:pt x="2008022" y="0"/>
                </a:lnTo>
                <a:lnTo>
                  <a:pt x="1986639" y="0"/>
                </a:lnTo>
                <a:lnTo>
                  <a:pt x="1965246" y="0"/>
                </a:lnTo>
                <a:lnTo>
                  <a:pt x="1943862" y="0"/>
                </a:lnTo>
                <a:lnTo>
                  <a:pt x="1922469" y="0"/>
                </a:lnTo>
                <a:lnTo>
                  <a:pt x="1901076" y="0"/>
                </a:lnTo>
                <a:lnTo>
                  <a:pt x="1879692" y="0"/>
                </a:lnTo>
                <a:lnTo>
                  <a:pt x="1858299" y="0"/>
                </a:lnTo>
                <a:lnTo>
                  <a:pt x="1836906" y="0"/>
                </a:lnTo>
                <a:lnTo>
                  <a:pt x="1815522" y="0"/>
                </a:lnTo>
                <a:lnTo>
                  <a:pt x="1794129" y="0"/>
                </a:lnTo>
                <a:lnTo>
                  <a:pt x="1772745" y="0"/>
                </a:lnTo>
                <a:lnTo>
                  <a:pt x="1751352" y="0"/>
                </a:lnTo>
                <a:lnTo>
                  <a:pt x="1729959" y="0"/>
                </a:lnTo>
                <a:lnTo>
                  <a:pt x="1708575" y="0"/>
                </a:lnTo>
                <a:lnTo>
                  <a:pt x="1687182" y="0"/>
                </a:lnTo>
                <a:lnTo>
                  <a:pt x="1665789" y="0"/>
                </a:lnTo>
                <a:lnTo>
                  <a:pt x="1644406" y="0"/>
                </a:lnTo>
                <a:lnTo>
                  <a:pt x="1623012" y="0"/>
                </a:lnTo>
                <a:lnTo>
                  <a:pt x="1601629" y="0"/>
                </a:lnTo>
                <a:lnTo>
                  <a:pt x="1580236" y="0"/>
                </a:lnTo>
                <a:lnTo>
                  <a:pt x="1558842" y="0"/>
                </a:lnTo>
                <a:lnTo>
                  <a:pt x="1537459" y="0"/>
                </a:lnTo>
                <a:lnTo>
                  <a:pt x="1516066" y="0"/>
                </a:lnTo>
                <a:lnTo>
                  <a:pt x="1494673" y="0"/>
                </a:lnTo>
                <a:lnTo>
                  <a:pt x="1473289" y="0"/>
                </a:lnTo>
                <a:lnTo>
                  <a:pt x="1451896" y="0"/>
                </a:lnTo>
                <a:lnTo>
                  <a:pt x="1430512" y="0"/>
                </a:lnTo>
                <a:lnTo>
                  <a:pt x="1409119" y="0"/>
                </a:lnTo>
                <a:lnTo>
                  <a:pt x="1387726" y="0"/>
                </a:lnTo>
                <a:lnTo>
                  <a:pt x="1366342" y="0"/>
                </a:lnTo>
                <a:lnTo>
                  <a:pt x="1344949" y="0"/>
                </a:lnTo>
                <a:lnTo>
                  <a:pt x="1323556" y="0"/>
                </a:lnTo>
                <a:lnTo>
                  <a:pt x="1302172" y="0"/>
                </a:lnTo>
                <a:lnTo>
                  <a:pt x="1280779" y="0"/>
                </a:lnTo>
                <a:lnTo>
                  <a:pt x="1259396" y="0"/>
                </a:lnTo>
                <a:lnTo>
                  <a:pt x="1238002" y="0"/>
                </a:lnTo>
                <a:lnTo>
                  <a:pt x="1216609" y="0"/>
                </a:lnTo>
                <a:lnTo>
                  <a:pt x="1195226" y="0"/>
                </a:lnTo>
                <a:lnTo>
                  <a:pt x="1173832" y="0"/>
                </a:lnTo>
                <a:lnTo>
                  <a:pt x="1152439" y="0"/>
                </a:lnTo>
                <a:lnTo>
                  <a:pt x="1131056" y="0"/>
                </a:lnTo>
                <a:lnTo>
                  <a:pt x="1109663" y="0"/>
                </a:lnTo>
                <a:lnTo>
                  <a:pt x="1088279" y="0"/>
                </a:lnTo>
                <a:lnTo>
                  <a:pt x="1066886" y="0"/>
                </a:lnTo>
                <a:lnTo>
                  <a:pt x="1045493" y="0"/>
                </a:lnTo>
                <a:lnTo>
                  <a:pt x="1024109" y="0"/>
                </a:lnTo>
                <a:lnTo>
                  <a:pt x="1002716" y="0"/>
                </a:lnTo>
                <a:lnTo>
                  <a:pt x="981323" y="0"/>
                </a:lnTo>
                <a:lnTo>
                  <a:pt x="959939" y="0"/>
                </a:lnTo>
                <a:lnTo>
                  <a:pt x="938546" y="0"/>
                </a:lnTo>
                <a:lnTo>
                  <a:pt x="917162" y="0"/>
                </a:lnTo>
                <a:lnTo>
                  <a:pt x="895769" y="0"/>
                </a:lnTo>
                <a:lnTo>
                  <a:pt x="874376" y="0"/>
                </a:lnTo>
                <a:lnTo>
                  <a:pt x="852992" y="0"/>
                </a:lnTo>
                <a:lnTo>
                  <a:pt x="831599" y="0"/>
                </a:lnTo>
                <a:lnTo>
                  <a:pt x="810216" y="0"/>
                </a:lnTo>
                <a:lnTo>
                  <a:pt x="788822" y="0"/>
                </a:lnTo>
                <a:lnTo>
                  <a:pt x="767429" y="0"/>
                </a:lnTo>
                <a:lnTo>
                  <a:pt x="746046" y="0"/>
                </a:lnTo>
                <a:lnTo>
                  <a:pt x="724652" y="0"/>
                </a:lnTo>
                <a:lnTo>
                  <a:pt x="703259" y="0"/>
                </a:lnTo>
                <a:lnTo>
                  <a:pt x="681876" y="0"/>
                </a:lnTo>
                <a:lnTo>
                  <a:pt x="660483" y="0"/>
                </a:lnTo>
                <a:lnTo>
                  <a:pt x="639099" y="0"/>
                </a:lnTo>
                <a:lnTo>
                  <a:pt x="617706" y="0"/>
                </a:lnTo>
                <a:lnTo>
                  <a:pt x="596313" y="0"/>
                </a:lnTo>
                <a:lnTo>
                  <a:pt x="574929" y="0"/>
                </a:lnTo>
                <a:lnTo>
                  <a:pt x="553536" y="0"/>
                </a:lnTo>
                <a:lnTo>
                  <a:pt x="532143" y="0"/>
                </a:lnTo>
                <a:lnTo>
                  <a:pt x="510759" y="0"/>
                </a:lnTo>
                <a:lnTo>
                  <a:pt x="489366" y="0"/>
                </a:lnTo>
                <a:lnTo>
                  <a:pt x="467982" y="0"/>
                </a:lnTo>
                <a:lnTo>
                  <a:pt x="446589" y="0"/>
                </a:lnTo>
                <a:lnTo>
                  <a:pt x="425196" y="0"/>
                </a:lnTo>
                <a:lnTo>
                  <a:pt x="403812" y="0"/>
                </a:lnTo>
                <a:lnTo>
                  <a:pt x="382419" y="0"/>
                </a:lnTo>
                <a:lnTo>
                  <a:pt x="361026" y="0"/>
                </a:lnTo>
                <a:lnTo>
                  <a:pt x="339642" y="0"/>
                </a:lnTo>
                <a:lnTo>
                  <a:pt x="318897" y="3419"/>
                </a:lnTo>
                <a:lnTo>
                  <a:pt x="298961" y="11182"/>
                </a:lnTo>
                <a:lnTo>
                  <a:pt x="279035" y="18945"/>
                </a:lnTo>
                <a:lnTo>
                  <a:pt x="259099" y="26708"/>
                </a:lnTo>
                <a:lnTo>
                  <a:pt x="239173" y="34471"/>
                </a:lnTo>
                <a:lnTo>
                  <a:pt x="219237" y="42234"/>
                </a:lnTo>
                <a:lnTo>
                  <a:pt x="199311" y="49997"/>
                </a:lnTo>
                <a:lnTo>
                  <a:pt x="179375" y="57760"/>
                </a:lnTo>
                <a:lnTo>
                  <a:pt x="159448" y="65522"/>
                </a:lnTo>
                <a:lnTo>
                  <a:pt x="139513" y="73285"/>
                </a:lnTo>
                <a:lnTo>
                  <a:pt x="119586" y="81048"/>
                </a:lnTo>
                <a:lnTo>
                  <a:pt x="99651" y="88821"/>
                </a:lnTo>
                <a:lnTo>
                  <a:pt x="79724" y="96584"/>
                </a:lnTo>
                <a:lnTo>
                  <a:pt x="59788" y="104346"/>
                </a:lnTo>
                <a:lnTo>
                  <a:pt x="39862" y="112109"/>
                </a:lnTo>
                <a:lnTo>
                  <a:pt x="19926" y="119872"/>
                </a:lnTo>
                <a:lnTo>
                  <a:pt x="0" y="127635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71B0C797-4369-44D6-B51C-F059CAC4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2196465"/>
            <a:ext cx="2294573" cy="127635"/>
          </a:xfrm>
          <a:custGeom xmlns:a="http://schemas.openxmlformats.org/drawingml/2006/main">
            <a:pathLst>
              <a:path w="2294573" h="127635">
                <a:moveTo>
                  <a:pt x="0" y="127635"/>
                </a:moveTo>
                <a:lnTo>
                  <a:pt x="18974" y="127635"/>
                </a:lnTo>
                <a:lnTo>
                  <a:pt x="37948" y="127635"/>
                </a:lnTo>
                <a:lnTo>
                  <a:pt x="56912" y="127635"/>
                </a:lnTo>
                <a:lnTo>
                  <a:pt x="75886" y="127635"/>
                </a:lnTo>
                <a:lnTo>
                  <a:pt x="94859" y="127635"/>
                </a:lnTo>
                <a:lnTo>
                  <a:pt x="113833" y="127635"/>
                </a:lnTo>
                <a:lnTo>
                  <a:pt x="132807" y="127635"/>
                </a:lnTo>
                <a:lnTo>
                  <a:pt x="151771" y="127635"/>
                </a:lnTo>
                <a:lnTo>
                  <a:pt x="170745" y="127635"/>
                </a:lnTo>
                <a:lnTo>
                  <a:pt x="189719" y="127635"/>
                </a:lnTo>
                <a:lnTo>
                  <a:pt x="208693" y="127635"/>
                </a:lnTo>
                <a:lnTo>
                  <a:pt x="227667" y="127635"/>
                </a:lnTo>
                <a:lnTo>
                  <a:pt x="246631" y="127635"/>
                </a:lnTo>
                <a:lnTo>
                  <a:pt x="265605" y="127635"/>
                </a:lnTo>
                <a:lnTo>
                  <a:pt x="284578" y="127635"/>
                </a:lnTo>
                <a:lnTo>
                  <a:pt x="303552" y="127635"/>
                </a:lnTo>
                <a:lnTo>
                  <a:pt x="322526" y="127635"/>
                </a:lnTo>
                <a:lnTo>
                  <a:pt x="341490" y="127635"/>
                </a:lnTo>
                <a:lnTo>
                  <a:pt x="360464" y="127635"/>
                </a:lnTo>
                <a:lnTo>
                  <a:pt x="379438" y="127635"/>
                </a:lnTo>
                <a:lnTo>
                  <a:pt x="398412" y="127635"/>
                </a:lnTo>
                <a:lnTo>
                  <a:pt x="417386" y="127635"/>
                </a:lnTo>
                <a:lnTo>
                  <a:pt x="436350" y="127635"/>
                </a:lnTo>
                <a:lnTo>
                  <a:pt x="455324" y="127635"/>
                </a:lnTo>
                <a:lnTo>
                  <a:pt x="474297" y="127635"/>
                </a:lnTo>
                <a:lnTo>
                  <a:pt x="493271" y="127635"/>
                </a:lnTo>
                <a:lnTo>
                  <a:pt x="512245" y="127635"/>
                </a:lnTo>
                <a:lnTo>
                  <a:pt x="531209" y="127635"/>
                </a:lnTo>
                <a:lnTo>
                  <a:pt x="550183" y="127635"/>
                </a:lnTo>
                <a:lnTo>
                  <a:pt x="569157" y="127635"/>
                </a:lnTo>
                <a:lnTo>
                  <a:pt x="588131" y="127635"/>
                </a:lnTo>
                <a:lnTo>
                  <a:pt x="607095" y="127635"/>
                </a:lnTo>
                <a:lnTo>
                  <a:pt x="626069" y="127635"/>
                </a:lnTo>
                <a:lnTo>
                  <a:pt x="645043" y="127635"/>
                </a:lnTo>
                <a:lnTo>
                  <a:pt x="664016" y="127635"/>
                </a:lnTo>
                <a:lnTo>
                  <a:pt x="682990" y="127635"/>
                </a:lnTo>
                <a:lnTo>
                  <a:pt x="701954" y="127635"/>
                </a:lnTo>
                <a:lnTo>
                  <a:pt x="720928" y="127635"/>
                </a:lnTo>
                <a:lnTo>
                  <a:pt x="739902" y="127635"/>
                </a:lnTo>
                <a:lnTo>
                  <a:pt x="758876" y="127635"/>
                </a:lnTo>
                <a:lnTo>
                  <a:pt x="777850" y="127635"/>
                </a:lnTo>
                <a:lnTo>
                  <a:pt x="796823" y="127635"/>
                </a:lnTo>
                <a:lnTo>
                  <a:pt x="815788" y="127635"/>
                </a:lnTo>
                <a:lnTo>
                  <a:pt x="834761" y="127635"/>
                </a:lnTo>
                <a:lnTo>
                  <a:pt x="853735" y="127635"/>
                </a:lnTo>
                <a:lnTo>
                  <a:pt x="872709" y="127635"/>
                </a:lnTo>
                <a:lnTo>
                  <a:pt x="891683" y="127635"/>
                </a:lnTo>
                <a:lnTo>
                  <a:pt x="910647" y="127635"/>
                </a:lnTo>
                <a:lnTo>
                  <a:pt x="929621" y="127635"/>
                </a:lnTo>
                <a:lnTo>
                  <a:pt x="948595" y="127635"/>
                </a:lnTo>
                <a:lnTo>
                  <a:pt x="967569" y="127635"/>
                </a:lnTo>
                <a:lnTo>
                  <a:pt x="986533" y="127635"/>
                </a:lnTo>
                <a:lnTo>
                  <a:pt x="1005507" y="127635"/>
                </a:lnTo>
                <a:lnTo>
                  <a:pt x="1024480" y="127635"/>
                </a:lnTo>
                <a:lnTo>
                  <a:pt x="1043454" y="127635"/>
                </a:lnTo>
                <a:lnTo>
                  <a:pt x="1062428" y="127635"/>
                </a:lnTo>
                <a:lnTo>
                  <a:pt x="1081392" y="127635"/>
                </a:lnTo>
                <a:lnTo>
                  <a:pt x="1100366" y="127635"/>
                </a:lnTo>
                <a:lnTo>
                  <a:pt x="1119340" y="127635"/>
                </a:lnTo>
                <a:lnTo>
                  <a:pt x="1138314" y="127635"/>
                </a:lnTo>
                <a:lnTo>
                  <a:pt x="1157288" y="127635"/>
                </a:lnTo>
                <a:lnTo>
                  <a:pt x="1176252" y="127635"/>
                </a:lnTo>
                <a:lnTo>
                  <a:pt x="1195226" y="127635"/>
                </a:lnTo>
                <a:lnTo>
                  <a:pt x="1214199" y="127635"/>
                </a:lnTo>
                <a:lnTo>
                  <a:pt x="1233173" y="127635"/>
                </a:lnTo>
                <a:lnTo>
                  <a:pt x="1252147" y="127635"/>
                </a:lnTo>
                <a:lnTo>
                  <a:pt x="1271111" y="127635"/>
                </a:lnTo>
                <a:lnTo>
                  <a:pt x="1290085" y="127635"/>
                </a:lnTo>
                <a:lnTo>
                  <a:pt x="1309059" y="127635"/>
                </a:lnTo>
                <a:lnTo>
                  <a:pt x="1328033" y="127635"/>
                </a:lnTo>
                <a:lnTo>
                  <a:pt x="1347006" y="127635"/>
                </a:lnTo>
                <a:lnTo>
                  <a:pt x="1365971" y="127635"/>
                </a:lnTo>
                <a:lnTo>
                  <a:pt x="1384945" y="127635"/>
                </a:lnTo>
                <a:lnTo>
                  <a:pt x="1403918" y="127635"/>
                </a:lnTo>
                <a:lnTo>
                  <a:pt x="1422892" y="127635"/>
                </a:lnTo>
                <a:lnTo>
                  <a:pt x="1441866" y="127635"/>
                </a:lnTo>
                <a:lnTo>
                  <a:pt x="1460830" y="127635"/>
                </a:lnTo>
                <a:lnTo>
                  <a:pt x="1479804" y="127635"/>
                </a:lnTo>
                <a:lnTo>
                  <a:pt x="1498778" y="127635"/>
                </a:lnTo>
                <a:lnTo>
                  <a:pt x="1517752" y="127635"/>
                </a:lnTo>
                <a:lnTo>
                  <a:pt x="1536725" y="127635"/>
                </a:lnTo>
                <a:lnTo>
                  <a:pt x="1555690" y="127635"/>
                </a:lnTo>
                <a:lnTo>
                  <a:pt x="1574663" y="127635"/>
                </a:lnTo>
                <a:lnTo>
                  <a:pt x="1593637" y="127635"/>
                </a:lnTo>
                <a:lnTo>
                  <a:pt x="1612611" y="127635"/>
                </a:lnTo>
                <a:lnTo>
                  <a:pt x="1631585" y="127635"/>
                </a:lnTo>
                <a:lnTo>
                  <a:pt x="1650549" y="127635"/>
                </a:lnTo>
                <a:lnTo>
                  <a:pt x="1669523" y="127635"/>
                </a:lnTo>
                <a:lnTo>
                  <a:pt x="1688497" y="127635"/>
                </a:lnTo>
                <a:lnTo>
                  <a:pt x="1707471" y="127635"/>
                </a:lnTo>
                <a:lnTo>
                  <a:pt x="1726444" y="127635"/>
                </a:lnTo>
                <a:lnTo>
                  <a:pt x="1745409" y="127635"/>
                </a:lnTo>
                <a:lnTo>
                  <a:pt x="1764382" y="127635"/>
                </a:lnTo>
                <a:lnTo>
                  <a:pt x="1783356" y="127635"/>
                </a:lnTo>
                <a:lnTo>
                  <a:pt x="1802330" y="127635"/>
                </a:lnTo>
                <a:lnTo>
                  <a:pt x="1821304" y="127635"/>
                </a:lnTo>
                <a:lnTo>
                  <a:pt x="1840268" y="127635"/>
                </a:lnTo>
                <a:lnTo>
                  <a:pt x="1859242" y="127635"/>
                </a:lnTo>
                <a:lnTo>
                  <a:pt x="1878216" y="127635"/>
                </a:lnTo>
                <a:lnTo>
                  <a:pt x="1897190" y="127635"/>
                </a:lnTo>
                <a:lnTo>
                  <a:pt x="1916163" y="127635"/>
                </a:lnTo>
                <a:lnTo>
                  <a:pt x="1935128" y="127635"/>
                </a:lnTo>
                <a:lnTo>
                  <a:pt x="1954101" y="127635"/>
                </a:lnTo>
                <a:lnTo>
                  <a:pt x="1973075" y="127635"/>
                </a:lnTo>
                <a:lnTo>
                  <a:pt x="1992049" y="127635"/>
                </a:lnTo>
                <a:lnTo>
                  <a:pt x="2011013" y="127635"/>
                </a:lnTo>
                <a:lnTo>
                  <a:pt x="2029987" y="127635"/>
                </a:lnTo>
                <a:lnTo>
                  <a:pt x="2048961" y="127635"/>
                </a:lnTo>
                <a:lnTo>
                  <a:pt x="2067935" y="127635"/>
                </a:lnTo>
                <a:lnTo>
                  <a:pt x="2086908" y="127635"/>
                </a:lnTo>
                <a:lnTo>
                  <a:pt x="2105730" y="127159"/>
                </a:lnTo>
                <a:lnTo>
                  <a:pt x="2121465" y="116567"/>
                </a:lnTo>
                <a:lnTo>
                  <a:pt x="2137210" y="105966"/>
                </a:lnTo>
                <a:lnTo>
                  <a:pt x="2152945" y="95374"/>
                </a:lnTo>
                <a:lnTo>
                  <a:pt x="2168681" y="84773"/>
                </a:lnTo>
                <a:lnTo>
                  <a:pt x="2184416" y="74181"/>
                </a:lnTo>
                <a:lnTo>
                  <a:pt x="2200151" y="63579"/>
                </a:lnTo>
                <a:lnTo>
                  <a:pt x="2215886" y="52988"/>
                </a:lnTo>
                <a:lnTo>
                  <a:pt x="2231622" y="42386"/>
                </a:lnTo>
                <a:lnTo>
                  <a:pt x="2247367" y="31785"/>
                </a:lnTo>
                <a:lnTo>
                  <a:pt x="2263102" y="21193"/>
                </a:lnTo>
                <a:lnTo>
                  <a:pt x="2278837" y="10601"/>
                </a:lnTo>
                <a:lnTo>
                  <a:pt x="22945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AD806C29-7D8D-4DA3-A49C-D1149398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6240" y="2196465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73541CB0-7A1B-41F1-94A1-BB87C652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214" y="2986688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2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CB284AA0-7A9A-4C62-A499-1BCCE1CF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214" y="3253683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形成可重复的基础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2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F1FF8782-C1B5-4BE4-98CC-B2D3A64B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839" y="37769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CAAA5882-1E7D-4892-97A8-6A754A77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7966" y="2414435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2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E53752D8-1EA2-4E60-8A16-7B903450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7966" y="2681440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建立统一标准与职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责边界</a:t>
            </a:r>
          </a:p>
        </p:txBody>
      </p:sp>
      <p:sp>
        <p:nvSpPr>
          <p:cNvPr id="2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801267DA-2FA3-47EF-91BB-6B9E9B7A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6591" y="320471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3A372E38-3C16-47BB-8AC7-1CDC2165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7708" y="1842192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2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BD32DED9-DBE6-4ED6-997B-C2746A63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7708" y="2109197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把成熟方法沉淀为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共享能力</a:t>
            </a:r>
          </a:p>
        </p:txBody>
      </p:sp>
      <p:sp>
        <p:nvSpPr>
          <p:cNvPr id="2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0D01DC4F-99C8-40BB-8326-313E2D1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6333" y="263247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78E21296-81E6-4548-8DDF-8CCE7D2E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7459" y="1269949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9B5EE09E-D006-4634-BA89-C8703D23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7459" y="1536944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跨角色形成稳定配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合机制</a:t>
            </a:r>
          </a:p>
        </p:txBody>
      </p:sp>
      <p:sp>
        <p:nvSpPr>
          <p:cNvPr id="3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BA3E5EC7-52B9-42D8-B4D4-6BCBF878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6084" y="206022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6BC1AB3D-C497-471E-B8A1-0AEFC12A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0391" y="3661915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34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E13B7212-3CC6-4656-9327-C928755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884" y="2517429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72665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2026-09-07T13:56:28.5860000Z</dcterms:created>
  <dcterms:modified xsi:type="dcterms:W3CDTF">2026-09-07T13:56:28.5860000Z</dcterms:modified>
</coreProperties>
</file>