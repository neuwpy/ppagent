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67a046330d843c4" /><Relationship Type="http://schemas.openxmlformats.org/officeDocument/2006/relationships/extended-properties" Target="/docProps/app.xml" Id="R0aebcaa8d2b7408c" /><Relationship Type="http://schemas.openxmlformats.org/officeDocument/2006/relationships/officeDocument" Target="/ppt/presentation.xml" Id="R58fdc49029a844d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61929831f124cbe"/>
  </p:sldMasterIdLst>
  <p:notesMasterIdLst>
    <p:notesMasterId xmlns:r="http://schemas.openxmlformats.org/officeDocument/2006/relationships" r:id="Rb7ed935cc8344289"/>
  </p:notesMasterIdLst>
  <p:sldIdLst>
    <p:sldId xmlns:r="http://schemas.openxmlformats.org/officeDocument/2006/relationships" id="256" r:id="R8207dfbd229f4598"/>
  </p:sldIdLst>
  <p:sldSz cx="11144250" cy="46863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2f490e574a848dc" /><Relationship Type="http://schemas.openxmlformats.org/officeDocument/2006/relationships/slideMaster" Target="/ppt/slideMasters/slideMaster1.xml" Id="R261929831f124cbe" /><Relationship Type="http://schemas.openxmlformats.org/officeDocument/2006/relationships/notesMaster" Target="/ppt/notesMasters/notesMaster1.xml" Id="Rb7ed935cc8344289" /><Relationship Type="http://schemas.openxmlformats.org/officeDocument/2006/relationships/presProps" Target="/ppt/presProps.xml" Id="R0acf947ce8f94e51" /><Relationship Type="http://schemas.openxmlformats.org/officeDocument/2006/relationships/tableStyles" Target="/ppt/tableStyles.xml" Id="R50f1cf5cf6b94572" /><Relationship Type="http://schemas.openxmlformats.org/officeDocument/2006/relationships/slide" Target="/ppt/slides/slide1.xml" Id="R8207dfbd229f459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7f606b9521c430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d7fcbe8563b489b" /><Relationship Type="http://schemas.openxmlformats.org/officeDocument/2006/relationships/notesMaster" Target="/ppt/notesMasters/notesMaster1.xml" Id="R72948b23260241c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96aa4887257490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25375a963cc4941" /><Relationship Type="http://schemas.openxmlformats.org/officeDocument/2006/relationships/slideLayout" Target="/ppt/slideLayouts/slideLayout1.xml" Id="R854e8d8d199f429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54e8d8d199f429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ff47b67fe04e90" /><Relationship Type="http://schemas.openxmlformats.org/officeDocument/2006/relationships/image" Target="/ppt/media/image.png" Id="R12aebe2b94d84ae7" /><Relationship Type="http://schemas.openxmlformats.org/officeDocument/2006/relationships/image" Target="/ppt/media/image.svg" Id="R930b925e9bcb4b00" /><Relationship Type="http://schemas.openxmlformats.org/officeDocument/2006/relationships/image" Target="/ppt/media/image2.png" Id="R8a9573761cfa4c57" /><Relationship Type="http://schemas.openxmlformats.org/officeDocument/2006/relationships/image" Target="/ppt/media/image2.svg" Id="R8bf66bab0ef74414" /><Relationship Type="http://schemas.openxmlformats.org/officeDocument/2006/relationships/image" Target="/ppt/media/image3.png" Id="Raa83d41ef2764cf5" /><Relationship Type="http://schemas.openxmlformats.org/officeDocument/2006/relationships/image" Target="/ppt/media/image3.svg" Id="R39680c90f654454a" /><Relationship Type="http://schemas.openxmlformats.org/officeDocument/2006/relationships/image" Target="/ppt/media/image4.png" Id="Ree217af560364dc3" /><Relationship Type="http://schemas.openxmlformats.org/officeDocument/2006/relationships/image" Target="/ppt/media/image4.svg" Id="Rf7dfb8fbfe5a43b9" /><Relationship Type="http://schemas.openxmlformats.org/officeDocument/2006/relationships/notesSlide" Target="/ppt/notesSlides/notesSlide1.xml" Id="R02d50c3d624f4a76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note-sheet-shadow-0">
            <a:extLst xmlns:a="http://schemas.openxmlformats.org/drawingml/2006/main">
              <a:ext uri="{FF2B5EF4-FFF2-40B4-BE49-F238E27FC236}">
                <a16:creationId xmlns:a16="http://schemas.microsoft.com/office/drawing/2014/main" id="{34EC2BC9-92B4-49EB-AE36-0BB6FBA03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00532" y="1722882"/>
            <a:ext cx="3143964" cy="526771"/>
          </a:xfrm>
          <a:custGeom xmlns:a="http://schemas.openxmlformats.org/drawingml/2006/main">
            <a:pathLst>
              <a:path w="3143964" h="526771">
                <a:moveTo>
                  <a:pt x="3142993" y="0"/>
                </a:moveTo>
                <a:lnTo>
                  <a:pt x="3143964" y="19402"/>
                </a:lnTo>
                <a:lnTo>
                  <a:pt x="3143536" y="38805"/>
                </a:lnTo>
                <a:lnTo>
                  <a:pt x="3142012" y="58188"/>
                </a:lnTo>
                <a:lnTo>
                  <a:pt x="3139478" y="77534"/>
                </a:lnTo>
                <a:lnTo>
                  <a:pt x="3135973" y="96822"/>
                </a:lnTo>
                <a:lnTo>
                  <a:pt x="3131496" y="116024"/>
                </a:lnTo>
                <a:lnTo>
                  <a:pt x="3126048" y="135131"/>
                </a:lnTo>
                <a:lnTo>
                  <a:pt x="3119618" y="154115"/>
                </a:lnTo>
                <a:lnTo>
                  <a:pt x="3112199" y="172945"/>
                </a:lnTo>
                <a:lnTo>
                  <a:pt x="3103750" y="191614"/>
                </a:lnTo>
                <a:lnTo>
                  <a:pt x="3094263" y="210083"/>
                </a:lnTo>
                <a:lnTo>
                  <a:pt x="3083709" y="228314"/>
                </a:lnTo>
                <a:lnTo>
                  <a:pt x="3072079" y="246288"/>
                </a:lnTo>
                <a:lnTo>
                  <a:pt x="3059344" y="263957"/>
                </a:lnTo>
                <a:lnTo>
                  <a:pt x="3045476" y="281292"/>
                </a:lnTo>
                <a:lnTo>
                  <a:pt x="3030484" y="298247"/>
                </a:lnTo>
                <a:lnTo>
                  <a:pt x="3014348" y="314773"/>
                </a:lnTo>
                <a:lnTo>
                  <a:pt x="2997070" y="330841"/>
                </a:lnTo>
                <a:lnTo>
                  <a:pt x="2978668" y="346405"/>
                </a:lnTo>
                <a:lnTo>
                  <a:pt x="2959151" y="361417"/>
                </a:lnTo>
                <a:lnTo>
                  <a:pt x="2938539" y="375837"/>
                </a:lnTo>
                <a:lnTo>
                  <a:pt x="2916888" y="389639"/>
                </a:lnTo>
                <a:lnTo>
                  <a:pt x="2894228" y="402774"/>
                </a:lnTo>
                <a:lnTo>
                  <a:pt x="2870606" y="415233"/>
                </a:lnTo>
                <a:lnTo>
                  <a:pt x="2846099" y="426977"/>
                </a:lnTo>
                <a:lnTo>
                  <a:pt x="2820753" y="437998"/>
                </a:lnTo>
                <a:lnTo>
                  <a:pt x="2794645" y="448294"/>
                </a:lnTo>
                <a:lnTo>
                  <a:pt x="2767832" y="457848"/>
                </a:lnTo>
                <a:lnTo>
                  <a:pt x="2740409" y="466668"/>
                </a:lnTo>
                <a:lnTo>
                  <a:pt x="2712415" y="474764"/>
                </a:lnTo>
                <a:lnTo>
                  <a:pt x="2683935" y="482146"/>
                </a:lnTo>
                <a:lnTo>
                  <a:pt x="2655027" y="488833"/>
                </a:lnTo>
                <a:lnTo>
                  <a:pt x="2625747" y="494843"/>
                </a:lnTo>
                <a:lnTo>
                  <a:pt x="2596144" y="500196"/>
                </a:lnTo>
                <a:lnTo>
                  <a:pt x="2566273" y="504920"/>
                </a:lnTo>
                <a:lnTo>
                  <a:pt x="2536184" y="509035"/>
                </a:lnTo>
                <a:lnTo>
                  <a:pt x="2505904" y="512569"/>
                </a:lnTo>
                <a:lnTo>
                  <a:pt x="2475471" y="515541"/>
                </a:lnTo>
                <a:lnTo>
                  <a:pt x="2444925" y="517998"/>
                </a:lnTo>
                <a:lnTo>
                  <a:pt x="2414283" y="519941"/>
                </a:lnTo>
                <a:lnTo>
                  <a:pt x="2383574" y="521389"/>
                </a:lnTo>
                <a:lnTo>
                  <a:pt x="2352799" y="522075"/>
                </a:lnTo>
                <a:lnTo>
                  <a:pt x="2322005" y="522532"/>
                </a:lnTo>
                <a:lnTo>
                  <a:pt x="2291220" y="522894"/>
                </a:lnTo>
                <a:lnTo>
                  <a:pt x="2260425" y="523199"/>
                </a:lnTo>
                <a:lnTo>
                  <a:pt x="2229631" y="523465"/>
                </a:lnTo>
                <a:lnTo>
                  <a:pt x="2198837" y="523713"/>
                </a:lnTo>
                <a:lnTo>
                  <a:pt x="2168042" y="523932"/>
                </a:lnTo>
                <a:lnTo>
                  <a:pt x="2137248" y="524142"/>
                </a:lnTo>
                <a:lnTo>
                  <a:pt x="2106454" y="524323"/>
                </a:lnTo>
                <a:lnTo>
                  <a:pt x="2075659" y="524504"/>
                </a:lnTo>
                <a:lnTo>
                  <a:pt x="2044865" y="524666"/>
                </a:lnTo>
                <a:lnTo>
                  <a:pt x="2014071" y="524818"/>
                </a:lnTo>
                <a:lnTo>
                  <a:pt x="1983267" y="524970"/>
                </a:lnTo>
                <a:lnTo>
                  <a:pt x="1952473" y="525104"/>
                </a:lnTo>
                <a:lnTo>
                  <a:pt x="1921678" y="525237"/>
                </a:lnTo>
                <a:lnTo>
                  <a:pt x="1890884" y="525361"/>
                </a:lnTo>
                <a:lnTo>
                  <a:pt x="1860090" y="525475"/>
                </a:lnTo>
                <a:lnTo>
                  <a:pt x="1829295" y="525590"/>
                </a:lnTo>
                <a:lnTo>
                  <a:pt x="1798501" y="525694"/>
                </a:lnTo>
                <a:lnTo>
                  <a:pt x="1767697" y="525790"/>
                </a:lnTo>
                <a:lnTo>
                  <a:pt x="1736903" y="525885"/>
                </a:lnTo>
                <a:lnTo>
                  <a:pt x="1706108" y="525971"/>
                </a:lnTo>
                <a:lnTo>
                  <a:pt x="1675314" y="526047"/>
                </a:lnTo>
                <a:lnTo>
                  <a:pt x="1644520" y="526132"/>
                </a:lnTo>
                <a:lnTo>
                  <a:pt x="1613725" y="526199"/>
                </a:lnTo>
                <a:lnTo>
                  <a:pt x="1582922" y="526266"/>
                </a:lnTo>
                <a:lnTo>
                  <a:pt x="1552127" y="526332"/>
                </a:lnTo>
                <a:lnTo>
                  <a:pt x="1521333" y="526399"/>
                </a:lnTo>
                <a:lnTo>
                  <a:pt x="1490539" y="526447"/>
                </a:lnTo>
                <a:lnTo>
                  <a:pt x="1459744" y="526494"/>
                </a:lnTo>
                <a:lnTo>
                  <a:pt x="1428941" y="526552"/>
                </a:lnTo>
                <a:lnTo>
                  <a:pt x="1398146" y="526590"/>
                </a:lnTo>
                <a:lnTo>
                  <a:pt x="1367352" y="526618"/>
                </a:lnTo>
                <a:lnTo>
                  <a:pt x="1336558" y="526656"/>
                </a:lnTo>
                <a:lnTo>
                  <a:pt x="1305763" y="526685"/>
                </a:lnTo>
                <a:lnTo>
                  <a:pt x="1274959" y="526704"/>
                </a:lnTo>
                <a:lnTo>
                  <a:pt x="1244165" y="526733"/>
                </a:lnTo>
                <a:lnTo>
                  <a:pt x="1213371" y="526752"/>
                </a:lnTo>
                <a:lnTo>
                  <a:pt x="1182576" y="526761"/>
                </a:lnTo>
                <a:lnTo>
                  <a:pt x="1151782" y="526761"/>
                </a:lnTo>
                <a:lnTo>
                  <a:pt x="1120978" y="526771"/>
                </a:lnTo>
                <a:lnTo>
                  <a:pt x="1090184" y="526771"/>
                </a:lnTo>
                <a:lnTo>
                  <a:pt x="1059390" y="526752"/>
                </a:lnTo>
                <a:lnTo>
                  <a:pt x="1028595" y="526742"/>
                </a:lnTo>
                <a:lnTo>
                  <a:pt x="997801" y="526733"/>
                </a:lnTo>
                <a:lnTo>
                  <a:pt x="966997" y="526704"/>
                </a:lnTo>
                <a:lnTo>
                  <a:pt x="936203" y="526675"/>
                </a:lnTo>
                <a:lnTo>
                  <a:pt x="905408" y="526656"/>
                </a:lnTo>
                <a:lnTo>
                  <a:pt x="874614" y="526609"/>
                </a:lnTo>
                <a:lnTo>
                  <a:pt x="843810" y="526561"/>
                </a:lnTo>
                <a:lnTo>
                  <a:pt x="813016" y="526523"/>
                </a:lnTo>
                <a:lnTo>
                  <a:pt x="782222" y="526466"/>
                </a:lnTo>
                <a:lnTo>
                  <a:pt x="751427" y="526399"/>
                </a:lnTo>
                <a:lnTo>
                  <a:pt x="720633" y="526332"/>
                </a:lnTo>
                <a:lnTo>
                  <a:pt x="689839" y="526256"/>
                </a:lnTo>
                <a:lnTo>
                  <a:pt x="659035" y="526171"/>
                </a:lnTo>
                <a:lnTo>
                  <a:pt x="628240" y="526075"/>
                </a:lnTo>
                <a:lnTo>
                  <a:pt x="597446" y="525990"/>
                </a:lnTo>
                <a:lnTo>
                  <a:pt x="566652" y="525875"/>
                </a:lnTo>
                <a:lnTo>
                  <a:pt x="535857" y="525761"/>
                </a:lnTo>
                <a:lnTo>
                  <a:pt x="505063" y="525628"/>
                </a:lnTo>
                <a:lnTo>
                  <a:pt x="474259" y="525494"/>
                </a:lnTo>
                <a:lnTo>
                  <a:pt x="443465" y="525342"/>
                </a:lnTo>
                <a:lnTo>
                  <a:pt x="412671" y="525170"/>
                </a:lnTo>
                <a:lnTo>
                  <a:pt x="381876" y="524999"/>
                </a:lnTo>
                <a:lnTo>
                  <a:pt x="351082" y="524799"/>
                </a:lnTo>
                <a:lnTo>
                  <a:pt x="320288" y="524580"/>
                </a:lnTo>
                <a:lnTo>
                  <a:pt x="289493" y="524342"/>
                </a:lnTo>
                <a:lnTo>
                  <a:pt x="258699" y="524085"/>
                </a:lnTo>
                <a:lnTo>
                  <a:pt x="227905" y="523789"/>
                </a:lnTo>
                <a:lnTo>
                  <a:pt x="197120" y="523465"/>
                </a:lnTo>
                <a:lnTo>
                  <a:pt x="166326" y="523103"/>
                </a:lnTo>
                <a:lnTo>
                  <a:pt x="135541" y="522684"/>
                </a:lnTo>
                <a:lnTo>
                  <a:pt x="104746" y="522189"/>
                </a:lnTo>
                <a:lnTo>
                  <a:pt x="73971" y="521579"/>
                </a:lnTo>
                <a:lnTo>
                  <a:pt x="43196" y="520789"/>
                </a:lnTo>
                <a:lnTo>
                  <a:pt x="12468" y="519522"/>
                </a:lnTo>
                <a:lnTo>
                  <a:pt x="5705" y="503749"/>
                </a:lnTo>
                <a:lnTo>
                  <a:pt x="5305" y="484337"/>
                </a:lnTo>
                <a:lnTo>
                  <a:pt x="4896" y="464925"/>
                </a:lnTo>
                <a:lnTo>
                  <a:pt x="4486" y="445522"/>
                </a:lnTo>
                <a:lnTo>
                  <a:pt x="4077" y="426110"/>
                </a:lnTo>
                <a:lnTo>
                  <a:pt x="3667" y="406698"/>
                </a:lnTo>
                <a:lnTo>
                  <a:pt x="3267" y="387296"/>
                </a:lnTo>
                <a:lnTo>
                  <a:pt x="2858" y="367884"/>
                </a:lnTo>
                <a:lnTo>
                  <a:pt x="2448" y="348472"/>
                </a:lnTo>
                <a:lnTo>
                  <a:pt x="2038" y="329060"/>
                </a:lnTo>
                <a:lnTo>
                  <a:pt x="1629" y="309658"/>
                </a:lnTo>
                <a:lnTo>
                  <a:pt x="1219" y="290246"/>
                </a:lnTo>
                <a:lnTo>
                  <a:pt x="819" y="270834"/>
                </a:lnTo>
                <a:lnTo>
                  <a:pt x="410" y="251422"/>
                </a:lnTo>
                <a:lnTo>
                  <a:pt x="0" y="232019"/>
                </a:lnTo>
                <a:lnTo>
                  <a:pt x="11297" y="219323"/>
                </a:lnTo>
                <a:lnTo>
                  <a:pt x="42015" y="217913"/>
                </a:lnTo>
                <a:lnTo>
                  <a:pt x="72752" y="216722"/>
                </a:lnTo>
                <a:lnTo>
                  <a:pt x="103508" y="215732"/>
                </a:lnTo>
                <a:lnTo>
                  <a:pt x="134274" y="214922"/>
                </a:lnTo>
                <a:lnTo>
                  <a:pt x="165059" y="214274"/>
                </a:lnTo>
                <a:lnTo>
                  <a:pt x="195844" y="213770"/>
                </a:lnTo>
                <a:lnTo>
                  <a:pt x="226628" y="213398"/>
                </a:lnTo>
                <a:lnTo>
                  <a:pt x="257423" y="213150"/>
                </a:lnTo>
                <a:lnTo>
                  <a:pt x="288227" y="213008"/>
                </a:lnTo>
                <a:lnTo>
                  <a:pt x="319021" y="212969"/>
                </a:lnTo>
                <a:lnTo>
                  <a:pt x="349815" y="213027"/>
                </a:lnTo>
                <a:lnTo>
                  <a:pt x="380609" y="213170"/>
                </a:lnTo>
                <a:lnTo>
                  <a:pt x="411404" y="213379"/>
                </a:lnTo>
                <a:lnTo>
                  <a:pt x="442198" y="213674"/>
                </a:lnTo>
                <a:lnTo>
                  <a:pt x="472992" y="214036"/>
                </a:lnTo>
                <a:lnTo>
                  <a:pt x="503777" y="214455"/>
                </a:lnTo>
                <a:lnTo>
                  <a:pt x="534562" y="214932"/>
                </a:lnTo>
                <a:lnTo>
                  <a:pt x="565347" y="215465"/>
                </a:lnTo>
                <a:lnTo>
                  <a:pt x="596132" y="216046"/>
                </a:lnTo>
                <a:lnTo>
                  <a:pt x="626907" y="216675"/>
                </a:lnTo>
                <a:lnTo>
                  <a:pt x="657692" y="217351"/>
                </a:lnTo>
                <a:lnTo>
                  <a:pt x="688467" y="218056"/>
                </a:lnTo>
                <a:lnTo>
                  <a:pt x="719242" y="218799"/>
                </a:lnTo>
                <a:lnTo>
                  <a:pt x="750008" y="219580"/>
                </a:lnTo>
                <a:lnTo>
                  <a:pt x="780783" y="220389"/>
                </a:lnTo>
                <a:lnTo>
                  <a:pt x="811549" y="221228"/>
                </a:lnTo>
                <a:lnTo>
                  <a:pt x="842315" y="222094"/>
                </a:lnTo>
                <a:lnTo>
                  <a:pt x="873081" y="222980"/>
                </a:lnTo>
                <a:lnTo>
                  <a:pt x="903837" y="223895"/>
                </a:lnTo>
                <a:lnTo>
                  <a:pt x="934603" y="224819"/>
                </a:lnTo>
                <a:lnTo>
                  <a:pt x="965359" y="225762"/>
                </a:lnTo>
                <a:lnTo>
                  <a:pt x="996115" y="226724"/>
                </a:lnTo>
                <a:lnTo>
                  <a:pt x="1026881" y="227695"/>
                </a:lnTo>
                <a:lnTo>
                  <a:pt x="1057637" y="228676"/>
                </a:lnTo>
                <a:lnTo>
                  <a:pt x="1088393" y="229667"/>
                </a:lnTo>
                <a:lnTo>
                  <a:pt x="1119149" y="230667"/>
                </a:lnTo>
                <a:lnTo>
                  <a:pt x="1149896" y="231667"/>
                </a:lnTo>
                <a:lnTo>
                  <a:pt x="1180652" y="232677"/>
                </a:lnTo>
                <a:lnTo>
                  <a:pt x="1211409" y="233686"/>
                </a:lnTo>
                <a:lnTo>
                  <a:pt x="1242165" y="234686"/>
                </a:lnTo>
                <a:lnTo>
                  <a:pt x="1272921" y="235687"/>
                </a:lnTo>
                <a:lnTo>
                  <a:pt x="1303677" y="236687"/>
                </a:lnTo>
                <a:lnTo>
                  <a:pt x="1334433" y="237687"/>
                </a:lnTo>
                <a:lnTo>
                  <a:pt x="1365190" y="238677"/>
                </a:lnTo>
                <a:lnTo>
                  <a:pt x="1395946" y="239659"/>
                </a:lnTo>
                <a:lnTo>
                  <a:pt x="1426702" y="240621"/>
                </a:lnTo>
                <a:lnTo>
                  <a:pt x="1457458" y="241583"/>
                </a:lnTo>
                <a:lnTo>
                  <a:pt x="1488224" y="242516"/>
                </a:lnTo>
                <a:lnTo>
                  <a:pt x="1518980" y="243440"/>
                </a:lnTo>
                <a:lnTo>
                  <a:pt x="1549746" y="244335"/>
                </a:lnTo>
                <a:lnTo>
                  <a:pt x="1580512" y="245212"/>
                </a:lnTo>
                <a:lnTo>
                  <a:pt x="1611278" y="246069"/>
                </a:lnTo>
                <a:lnTo>
                  <a:pt x="1642043" y="246888"/>
                </a:lnTo>
                <a:lnTo>
                  <a:pt x="1672819" y="247688"/>
                </a:lnTo>
                <a:lnTo>
                  <a:pt x="1703594" y="248450"/>
                </a:lnTo>
                <a:lnTo>
                  <a:pt x="1734360" y="249184"/>
                </a:lnTo>
                <a:lnTo>
                  <a:pt x="1765144" y="249869"/>
                </a:lnTo>
                <a:lnTo>
                  <a:pt x="1795920" y="250517"/>
                </a:lnTo>
                <a:lnTo>
                  <a:pt x="1826705" y="251117"/>
                </a:lnTo>
                <a:lnTo>
                  <a:pt x="1857489" y="251670"/>
                </a:lnTo>
                <a:lnTo>
                  <a:pt x="1888274" y="252174"/>
                </a:lnTo>
                <a:lnTo>
                  <a:pt x="1919059" y="252622"/>
                </a:lnTo>
                <a:lnTo>
                  <a:pt x="1949853" y="253003"/>
                </a:lnTo>
                <a:lnTo>
                  <a:pt x="1980638" y="253317"/>
                </a:lnTo>
                <a:lnTo>
                  <a:pt x="2011432" y="253556"/>
                </a:lnTo>
                <a:lnTo>
                  <a:pt x="2042236" y="253717"/>
                </a:lnTo>
                <a:lnTo>
                  <a:pt x="2073031" y="253794"/>
                </a:lnTo>
                <a:lnTo>
                  <a:pt x="2103825" y="253775"/>
                </a:lnTo>
                <a:lnTo>
                  <a:pt x="2134619" y="253651"/>
                </a:lnTo>
                <a:lnTo>
                  <a:pt x="2165414" y="253413"/>
                </a:lnTo>
                <a:lnTo>
                  <a:pt x="2196208" y="253060"/>
                </a:lnTo>
                <a:lnTo>
                  <a:pt x="2226993" y="252565"/>
                </a:lnTo>
                <a:lnTo>
                  <a:pt x="2257768" y="251917"/>
                </a:lnTo>
                <a:lnTo>
                  <a:pt x="2288543" y="251108"/>
                </a:lnTo>
                <a:lnTo>
                  <a:pt x="2319299" y="250107"/>
                </a:lnTo>
                <a:lnTo>
                  <a:pt x="2350037" y="248907"/>
                </a:lnTo>
                <a:lnTo>
                  <a:pt x="2380745" y="247460"/>
                </a:lnTo>
                <a:lnTo>
                  <a:pt x="2411416" y="245745"/>
                </a:lnTo>
                <a:lnTo>
                  <a:pt x="2442048" y="243716"/>
                </a:lnTo>
                <a:lnTo>
                  <a:pt x="2472604" y="241335"/>
                </a:lnTo>
                <a:lnTo>
                  <a:pt x="2503075" y="238516"/>
                </a:lnTo>
                <a:lnTo>
                  <a:pt x="2533412" y="235172"/>
                </a:lnTo>
                <a:lnTo>
                  <a:pt x="2563559" y="231210"/>
                </a:lnTo>
                <a:lnTo>
                  <a:pt x="2593410" y="226447"/>
                </a:lnTo>
                <a:lnTo>
                  <a:pt x="2622794" y="220656"/>
                </a:lnTo>
                <a:lnTo>
                  <a:pt x="2651398" y="213474"/>
                </a:lnTo>
                <a:lnTo>
                  <a:pt x="2678563" y="204368"/>
                </a:lnTo>
                <a:lnTo>
                  <a:pt x="2702843" y="192481"/>
                </a:lnTo>
                <a:lnTo>
                  <a:pt x="2720978" y="176917"/>
                </a:lnTo>
                <a:lnTo>
                  <a:pt x="2728284" y="158201"/>
                </a:lnTo>
                <a:lnTo>
                  <a:pt x="2748925" y="148476"/>
                </a:lnTo>
                <a:lnTo>
                  <a:pt x="2777909" y="141923"/>
                </a:lnTo>
                <a:lnTo>
                  <a:pt x="2806503" y="134712"/>
                </a:lnTo>
                <a:lnTo>
                  <a:pt x="2834716" y="126940"/>
                </a:lnTo>
                <a:lnTo>
                  <a:pt x="2862577" y="118662"/>
                </a:lnTo>
                <a:lnTo>
                  <a:pt x="2890066" y="109909"/>
                </a:lnTo>
                <a:lnTo>
                  <a:pt x="2917184" y="100717"/>
                </a:lnTo>
                <a:lnTo>
                  <a:pt x="2943930" y="91088"/>
                </a:lnTo>
                <a:lnTo>
                  <a:pt x="2970286" y="81048"/>
                </a:lnTo>
                <a:lnTo>
                  <a:pt x="2996241" y="70609"/>
                </a:lnTo>
                <a:lnTo>
                  <a:pt x="3021787" y="59769"/>
                </a:lnTo>
                <a:lnTo>
                  <a:pt x="3046914" y="48549"/>
                </a:lnTo>
                <a:lnTo>
                  <a:pt x="3071612" y="36947"/>
                </a:lnTo>
                <a:lnTo>
                  <a:pt x="3095863" y="24984"/>
                </a:lnTo>
                <a:lnTo>
                  <a:pt x="3119666" y="12668"/>
                </a:lnTo>
                <a:lnTo>
                  <a:pt x="3142993" y="0"/>
                </a:lnTo>
                <a:close/>
              </a:path>
            </a:pathLst>
          </a:custGeom>
          <a:solidFill xmlns:a="http://schemas.openxmlformats.org/drawingml/2006/main">
            <a:srgbClr val="7F8C9D">
              <a:alpha val="30000"/>
            </a:srgbClr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" name="note-sheet-paper-0">
            <a:extLst xmlns:a="http://schemas.openxmlformats.org/drawingml/2006/main">
              <a:ext uri="{FF2B5EF4-FFF2-40B4-BE49-F238E27FC236}">
                <a16:creationId xmlns:a16="http://schemas.microsoft.com/office/drawing/2014/main" id="{CBF3CC57-3971-4B53-9DC6-DBB692D62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00275" y="266700"/>
            <a:ext cx="3143250" cy="1981200"/>
          </a:xfrm>
          <a:custGeom xmlns:a="http://schemas.openxmlformats.org/drawingml/2006/main">
            <a:pathLst>
              <a:path w="3143250" h="1981200">
                <a:moveTo>
                  <a:pt x="0" y="1981200"/>
                </a:moveTo>
                <a:lnTo>
                  <a:pt x="50473" y="1981200"/>
                </a:lnTo>
                <a:lnTo>
                  <a:pt x="100936" y="1981200"/>
                </a:lnTo>
                <a:lnTo>
                  <a:pt x="151409" y="1981200"/>
                </a:lnTo>
                <a:lnTo>
                  <a:pt x="201873" y="1981200"/>
                </a:lnTo>
                <a:lnTo>
                  <a:pt x="252346" y="1981200"/>
                </a:lnTo>
                <a:lnTo>
                  <a:pt x="302809" y="1981200"/>
                </a:lnTo>
                <a:lnTo>
                  <a:pt x="353282" y="1981200"/>
                </a:lnTo>
                <a:lnTo>
                  <a:pt x="403746" y="1981200"/>
                </a:lnTo>
                <a:lnTo>
                  <a:pt x="454219" y="1981200"/>
                </a:lnTo>
                <a:lnTo>
                  <a:pt x="504682" y="1981200"/>
                </a:lnTo>
                <a:lnTo>
                  <a:pt x="555155" y="1981200"/>
                </a:lnTo>
                <a:lnTo>
                  <a:pt x="605619" y="1981200"/>
                </a:lnTo>
                <a:lnTo>
                  <a:pt x="656092" y="1981200"/>
                </a:lnTo>
                <a:lnTo>
                  <a:pt x="706555" y="1981200"/>
                </a:lnTo>
                <a:lnTo>
                  <a:pt x="757028" y="1981200"/>
                </a:lnTo>
                <a:lnTo>
                  <a:pt x="807491" y="1981200"/>
                </a:lnTo>
                <a:lnTo>
                  <a:pt x="857964" y="1981200"/>
                </a:lnTo>
                <a:lnTo>
                  <a:pt x="908428" y="1981200"/>
                </a:lnTo>
                <a:lnTo>
                  <a:pt x="958901" y="1981200"/>
                </a:lnTo>
                <a:lnTo>
                  <a:pt x="1009364" y="1981200"/>
                </a:lnTo>
                <a:lnTo>
                  <a:pt x="1059837" y="1981200"/>
                </a:lnTo>
                <a:lnTo>
                  <a:pt x="1110301" y="1981200"/>
                </a:lnTo>
                <a:lnTo>
                  <a:pt x="1160774" y="1981200"/>
                </a:lnTo>
                <a:lnTo>
                  <a:pt x="1211237" y="1981200"/>
                </a:lnTo>
                <a:lnTo>
                  <a:pt x="1261710" y="1981200"/>
                </a:lnTo>
                <a:lnTo>
                  <a:pt x="1312174" y="1981200"/>
                </a:lnTo>
                <a:lnTo>
                  <a:pt x="1362647" y="1981200"/>
                </a:lnTo>
                <a:lnTo>
                  <a:pt x="1413110" y="1981200"/>
                </a:lnTo>
                <a:lnTo>
                  <a:pt x="1463583" y="1981200"/>
                </a:lnTo>
                <a:lnTo>
                  <a:pt x="1514046" y="1981200"/>
                </a:lnTo>
                <a:lnTo>
                  <a:pt x="1564519" y="1981200"/>
                </a:lnTo>
                <a:lnTo>
                  <a:pt x="1614983" y="1981200"/>
                </a:lnTo>
                <a:lnTo>
                  <a:pt x="1665456" y="1981200"/>
                </a:lnTo>
                <a:lnTo>
                  <a:pt x="1715919" y="1981200"/>
                </a:lnTo>
                <a:lnTo>
                  <a:pt x="1766392" y="1981200"/>
                </a:lnTo>
                <a:lnTo>
                  <a:pt x="1816856" y="1981200"/>
                </a:lnTo>
                <a:lnTo>
                  <a:pt x="1867329" y="1981200"/>
                </a:lnTo>
                <a:lnTo>
                  <a:pt x="1917792" y="1981200"/>
                </a:lnTo>
                <a:lnTo>
                  <a:pt x="1968265" y="1981200"/>
                </a:lnTo>
                <a:lnTo>
                  <a:pt x="2018729" y="1981200"/>
                </a:lnTo>
                <a:lnTo>
                  <a:pt x="2069201" y="1981200"/>
                </a:lnTo>
                <a:lnTo>
                  <a:pt x="2119170" y="1977619"/>
                </a:lnTo>
                <a:lnTo>
                  <a:pt x="2168862" y="1972056"/>
                </a:lnTo>
                <a:lnTo>
                  <a:pt x="2218553" y="1966503"/>
                </a:lnTo>
                <a:lnTo>
                  <a:pt x="2268245" y="1960940"/>
                </a:lnTo>
                <a:lnTo>
                  <a:pt x="2317937" y="1955387"/>
                </a:lnTo>
                <a:lnTo>
                  <a:pt x="2367629" y="1949834"/>
                </a:lnTo>
                <a:lnTo>
                  <a:pt x="2417321" y="1944272"/>
                </a:lnTo>
                <a:lnTo>
                  <a:pt x="2467013" y="1938719"/>
                </a:lnTo>
                <a:lnTo>
                  <a:pt x="2504942" y="1919259"/>
                </a:lnTo>
                <a:lnTo>
                  <a:pt x="2539965" y="1896351"/>
                </a:lnTo>
                <a:lnTo>
                  <a:pt x="2574988" y="1873444"/>
                </a:lnTo>
                <a:lnTo>
                  <a:pt x="2610002" y="1850536"/>
                </a:lnTo>
                <a:lnTo>
                  <a:pt x="2645026" y="1827628"/>
                </a:lnTo>
                <a:lnTo>
                  <a:pt x="2680040" y="1804730"/>
                </a:lnTo>
                <a:lnTo>
                  <a:pt x="2715063" y="1781823"/>
                </a:lnTo>
                <a:lnTo>
                  <a:pt x="2750087" y="1758915"/>
                </a:lnTo>
                <a:lnTo>
                  <a:pt x="2785100" y="1736007"/>
                </a:lnTo>
                <a:lnTo>
                  <a:pt x="2820124" y="1713100"/>
                </a:lnTo>
                <a:lnTo>
                  <a:pt x="2855138" y="1690202"/>
                </a:lnTo>
                <a:lnTo>
                  <a:pt x="2890161" y="1667294"/>
                </a:lnTo>
                <a:lnTo>
                  <a:pt x="2925185" y="1644386"/>
                </a:lnTo>
                <a:lnTo>
                  <a:pt x="2960199" y="1621479"/>
                </a:lnTo>
                <a:lnTo>
                  <a:pt x="2995222" y="1598571"/>
                </a:lnTo>
                <a:lnTo>
                  <a:pt x="3030236" y="1575664"/>
                </a:lnTo>
                <a:lnTo>
                  <a:pt x="3065259" y="1552766"/>
                </a:lnTo>
                <a:lnTo>
                  <a:pt x="3100283" y="1529858"/>
                </a:lnTo>
                <a:lnTo>
                  <a:pt x="3135297" y="1506950"/>
                </a:lnTo>
                <a:lnTo>
                  <a:pt x="3143250" y="1477166"/>
                </a:lnTo>
                <a:lnTo>
                  <a:pt x="3143250" y="1445352"/>
                </a:lnTo>
                <a:lnTo>
                  <a:pt x="3143250" y="1413539"/>
                </a:lnTo>
                <a:lnTo>
                  <a:pt x="3143250" y="1381735"/>
                </a:lnTo>
                <a:lnTo>
                  <a:pt x="3143250" y="1349921"/>
                </a:lnTo>
                <a:lnTo>
                  <a:pt x="3143250" y="1318108"/>
                </a:lnTo>
                <a:lnTo>
                  <a:pt x="3143250" y="1286304"/>
                </a:lnTo>
                <a:lnTo>
                  <a:pt x="3143250" y="1254490"/>
                </a:lnTo>
                <a:lnTo>
                  <a:pt x="3143250" y="1222677"/>
                </a:lnTo>
                <a:lnTo>
                  <a:pt x="3143250" y="1190873"/>
                </a:lnTo>
                <a:lnTo>
                  <a:pt x="3143250" y="1159059"/>
                </a:lnTo>
                <a:lnTo>
                  <a:pt x="3143250" y="1127246"/>
                </a:lnTo>
                <a:lnTo>
                  <a:pt x="3143250" y="1095442"/>
                </a:lnTo>
                <a:lnTo>
                  <a:pt x="3143250" y="1063628"/>
                </a:lnTo>
                <a:lnTo>
                  <a:pt x="3143250" y="1031815"/>
                </a:lnTo>
                <a:lnTo>
                  <a:pt x="3143250" y="1000011"/>
                </a:lnTo>
                <a:lnTo>
                  <a:pt x="3143250" y="968197"/>
                </a:lnTo>
                <a:lnTo>
                  <a:pt x="3143250" y="936384"/>
                </a:lnTo>
                <a:lnTo>
                  <a:pt x="3143250" y="904580"/>
                </a:lnTo>
                <a:lnTo>
                  <a:pt x="3143250" y="872766"/>
                </a:lnTo>
                <a:lnTo>
                  <a:pt x="3143250" y="840953"/>
                </a:lnTo>
                <a:lnTo>
                  <a:pt x="3143250" y="809149"/>
                </a:lnTo>
                <a:lnTo>
                  <a:pt x="3143250" y="777335"/>
                </a:lnTo>
                <a:lnTo>
                  <a:pt x="3143250" y="745522"/>
                </a:lnTo>
                <a:lnTo>
                  <a:pt x="3143250" y="713718"/>
                </a:lnTo>
                <a:lnTo>
                  <a:pt x="3143250" y="681904"/>
                </a:lnTo>
                <a:lnTo>
                  <a:pt x="3143250" y="650091"/>
                </a:lnTo>
                <a:lnTo>
                  <a:pt x="3143250" y="618287"/>
                </a:lnTo>
                <a:lnTo>
                  <a:pt x="3143250" y="586473"/>
                </a:lnTo>
                <a:lnTo>
                  <a:pt x="3143250" y="554660"/>
                </a:lnTo>
                <a:lnTo>
                  <a:pt x="3143250" y="522856"/>
                </a:lnTo>
                <a:lnTo>
                  <a:pt x="3143250" y="491042"/>
                </a:lnTo>
                <a:lnTo>
                  <a:pt x="3143250" y="459229"/>
                </a:lnTo>
                <a:lnTo>
                  <a:pt x="3143250" y="427425"/>
                </a:lnTo>
                <a:lnTo>
                  <a:pt x="3143250" y="395611"/>
                </a:lnTo>
                <a:lnTo>
                  <a:pt x="3143250" y="363798"/>
                </a:lnTo>
                <a:lnTo>
                  <a:pt x="3143250" y="331994"/>
                </a:lnTo>
                <a:lnTo>
                  <a:pt x="3143250" y="300180"/>
                </a:lnTo>
                <a:lnTo>
                  <a:pt x="3143250" y="268367"/>
                </a:lnTo>
                <a:lnTo>
                  <a:pt x="3143250" y="236563"/>
                </a:lnTo>
                <a:lnTo>
                  <a:pt x="3143250" y="204749"/>
                </a:lnTo>
                <a:lnTo>
                  <a:pt x="3143250" y="172936"/>
                </a:lnTo>
                <a:lnTo>
                  <a:pt x="3143250" y="141132"/>
                </a:lnTo>
                <a:lnTo>
                  <a:pt x="3143250" y="109318"/>
                </a:lnTo>
                <a:lnTo>
                  <a:pt x="3143250" y="77505"/>
                </a:lnTo>
                <a:lnTo>
                  <a:pt x="3143250" y="45701"/>
                </a:lnTo>
                <a:lnTo>
                  <a:pt x="3143250" y="13887"/>
                </a:lnTo>
                <a:lnTo>
                  <a:pt x="3114818" y="0"/>
                </a:lnTo>
                <a:lnTo>
                  <a:pt x="3064345" y="0"/>
                </a:lnTo>
                <a:lnTo>
                  <a:pt x="3013881" y="0"/>
                </a:lnTo>
                <a:lnTo>
                  <a:pt x="2963408" y="0"/>
                </a:lnTo>
                <a:lnTo>
                  <a:pt x="2912945" y="0"/>
                </a:lnTo>
                <a:lnTo>
                  <a:pt x="2862472" y="0"/>
                </a:lnTo>
                <a:lnTo>
                  <a:pt x="2812009" y="0"/>
                </a:lnTo>
                <a:lnTo>
                  <a:pt x="2761536" y="0"/>
                </a:lnTo>
                <a:lnTo>
                  <a:pt x="2711072" y="0"/>
                </a:lnTo>
                <a:lnTo>
                  <a:pt x="2660599" y="0"/>
                </a:lnTo>
                <a:lnTo>
                  <a:pt x="2610136" y="0"/>
                </a:lnTo>
                <a:lnTo>
                  <a:pt x="2559663" y="0"/>
                </a:lnTo>
                <a:lnTo>
                  <a:pt x="2509199" y="0"/>
                </a:lnTo>
                <a:lnTo>
                  <a:pt x="2458726" y="0"/>
                </a:lnTo>
                <a:lnTo>
                  <a:pt x="2408263" y="0"/>
                </a:lnTo>
                <a:lnTo>
                  <a:pt x="2357790" y="0"/>
                </a:lnTo>
                <a:lnTo>
                  <a:pt x="2307326" y="0"/>
                </a:lnTo>
                <a:lnTo>
                  <a:pt x="2256854" y="0"/>
                </a:lnTo>
                <a:lnTo>
                  <a:pt x="2206390" y="0"/>
                </a:lnTo>
                <a:lnTo>
                  <a:pt x="2155917" y="0"/>
                </a:lnTo>
                <a:lnTo>
                  <a:pt x="2105454" y="0"/>
                </a:lnTo>
                <a:lnTo>
                  <a:pt x="2054981" y="0"/>
                </a:lnTo>
                <a:lnTo>
                  <a:pt x="2004517" y="0"/>
                </a:lnTo>
                <a:lnTo>
                  <a:pt x="1954044" y="0"/>
                </a:lnTo>
                <a:lnTo>
                  <a:pt x="1903581" y="0"/>
                </a:lnTo>
                <a:lnTo>
                  <a:pt x="1853108" y="0"/>
                </a:lnTo>
                <a:lnTo>
                  <a:pt x="1802644" y="0"/>
                </a:lnTo>
                <a:lnTo>
                  <a:pt x="1752171" y="0"/>
                </a:lnTo>
                <a:lnTo>
                  <a:pt x="1701708" y="0"/>
                </a:lnTo>
                <a:lnTo>
                  <a:pt x="1651235" y="0"/>
                </a:lnTo>
                <a:lnTo>
                  <a:pt x="1600772" y="0"/>
                </a:lnTo>
                <a:lnTo>
                  <a:pt x="1550299" y="0"/>
                </a:lnTo>
                <a:lnTo>
                  <a:pt x="1499835" y="0"/>
                </a:lnTo>
                <a:lnTo>
                  <a:pt x="1449362" y="0"/>
                </a:lnTo>
                <a:lnTo>
                  <a:pt x="1398899" y="0"/>
                </a:lnTo>
                <a:lnTo>
                  <a:pt x="1348426" y="0"/>
                </a:lnTo>
                <a:lnTo>
                  <a:pt x="1297962" y="0"/>
                </a:lnTo>
                <a:lnTo>
                  <a:pt x="1247489" y="0"/>
                </a:lnTo>
                <a:lnTo>
                  <a:pt x="1197026" y="0"/>
                </a:lnTo>
                <a:lnTo>
                  <a:pt x="1146553" y="0"/>
                </a:lnTo>
                <a:lnTo>
                  <a:pt x="1096089" y="0"/>
                </a:lnTo>
                <a:lnTo>
                  <a:pt x="1045616" y="0"/>
                </a:lnTo>
                <a:lnTo>
                  <a:pt x="995143" y="0"/>
                </a:lnTo>
                <a:lnTo>
                  <a:pt x="944680" y="0"/>
                </a:lnTo>
                <a:lnTo>
                  <a:pt x="894207" y="0"/>
                </a:lnTo>
                <a:lnTo>
                  <a:pt x="843744" y="0"/>
                </a:lnTo>
                <a:lnTo>
                  <a:pt x="793280" y="0"/>
                </a:lnTo>
                <a:lnTo>
                  <a:pt x="742807" y="0"/>
                </a:lnTo>
                <a:lnTo>
                  <a:pt x="692334" y="0"/>
                </a:lnTo>
                <a:lnTo>
                  <a:pt x="641871" y="0"/>
                </a:lnTo>
                <a:lnTo>
                  <a:pt x="591398" y="0"/>
                </a:lnTo>
                <a:lnTo>
                  <a:pt x="540934" y="0"/>
                </a:lnTo>
                <a:lnTo>
                  <a:pt x="490461" y="0"/>
                </a:lnTo>
                <a:lnTo>
                  <a:pt x="439998" y="0"/>
                </a:lnTo>
                <a:lnTo>
                  <a:pt x="389525" y="0"/>
                </a:lnTo>
                <a:lnTo>
                  <a:pt x="339061" y="0"/>
                </a:lnTo>
                <a:lnTo>
                  <a:pt x="288588" y="0"/>
                </a:lnTo>
                <a:lnTo>
                  <a:pt x="238125" y="0"/>
                </a:lnTo>
                <a:lnTo>
                  <a:pt x="187652" y="0"/>
                </a:lnTo>
                <a:lnTo>
                  <a:pt x="137189" y="0"/>
                </a:lnTo>
                <a:lnTo>
                  <a:pt x="86716" y="0"/>
                </a:lnTo>
                <a:lnTo>
                  <a:pt x="36252" y="0"/>
                </a:lnTo>
                <a:lnTo>
                  <a:pt x="0" y="8963"/>
                </a:lnTo>
                <a:lnTo>
                  <a:pt x="0" y="40767"/>
                </a:lnTo>
                <a:lnTo>
                  <a:pt x="0" y="72581"/>
                </a:lnTo>
                <a:lnTo>
                  <a:pt x="0" y="104394"/>
                </a:lnTo>
                <a:lnTo>
                  <a:pt x="0" y="136198"/>
                </a:lnTo>
                <a:lnTo>
                  <a:pt x="0" y="168011"/>
                </a:lnTo>
                <a:lnTo>
                  <a:pt x="0" y="199825"/>
                </a:lnTo>
                <a:lnTo>
                  <a:pt x="0" y="231629"/>
                </a:lnTo>
                <a:lnTo>
                  <a:pt x="0" y="263442"/>
                </a:lnTo>
                <a:lnTo>
                  <a:pt x="0" y="295256"/>
                </a:lnTo>
                <a:lnTo>
                  <a:pt x="0" y="327060"/>
                </a:lnTo>
                <a:lnTo>
                  <a:pt x="0" y="358873"/>
                </a:lnTo>
                <a:lnTo>
                  <a:pt x="0" y="390687"/>
                </a:lnTo>
                <a:lnTo>
                  <a:pt x="0" y="422491"/>
                </a:lnTo>
                <a:lnTo>
                  <a:pt x="0" y="454304"/>
                </a:lnTo>
                <a:lnTo>
                  <a:pt x="0" y="486118"/>
                </a:lnTo>
                <a:lnTo>
                  <a:pt x="0" y="517922"/>
                </a:lnTo>
                <a:lnTo>
                  <a:pt x="0" y="549735"/>
                </a:lnTo>
                <a:lnTo>
                  <a:pt x="0" y="581549"/>
                </a:lnTo>
                <a:lnTo>
                  <a:pt x="0" y="613353"/>
                </a:lnTo>
                <a:lnTo>
                  <a:pt x="0" y="645166"/>
                </a:lnTo>
                <a:lnTo>
                  <a:pt x="0" y="676980"/>
                </a:lnTo>
                <a:lnTo>
                  <a:pt x="0" y="708784"/>
                </a:lnTo>
                <a:lnTo>
                  <a:pt x="0" y="740597"/>
                </a:lnTo>
                <a:lnTo>
                  <a:pt x="0" y="772411"/>
                </a:lnTo>
                <a:lnTo>
                  <a:pt x="0" y="804215"/>
                </a:lnTo>
                <a:lnTo>
                  <a:pt x="0" y="836028"/>
                </a:lnTo>
                <a:lnTo>
                  <a:pt x="0" y="867842"/>
                </a:lnTo>
                <a:lnTo>
                  <a:pt x="0" y="899646"/>
                </a:lnTo>
                <a:lnTo>
                  <a:pt x="0" y="931459"/>
                </a:lnTo>
                <a:lnTo>
                  <a:pt x="0" y="963273"/>
                </a:lnTo>
                <a:lnTo>
                  <a:pt x="0" y="995077"/>
                </a:lnTo>
                <a:lnTo>
                  <a:pt x="0" y="1026890"/>
                </a:lnTo>
                <a:lnTo>
                  <a:pt x="0" y="1058704"/>
                </a:lnTo>
                <a:lnTo>
                  <a:pt x="0" y="1090508"/>
                </a:lnTo>
                <a:lnTo>
                  <a:pt x="0" y="1122321"/>
                </a:lnTo>
                <a:lnTo>
                  <a:pt x="0" y="1154135"/>
                </a:lnTo>
                <a:lnTo>
                  <a:pt x="0" y="1185939"/>
                </a:lnTo>
                <a:lnTo>
                  <a:pt x="0" y="1217752"/>
                </a:lnTo>
                <a:lnTo>
                  <a:pt x="0" y="1249566"/>
                </a:lnTo>
                <a:lnTo>
                  <a:pt x="0" y="1281370"/>
                </a:lnTo>
                <a:lnTo>
                  <a:pt x="0" y="1313183"/>
                </a:lnTo>
                <a:lnTo>
                  <a:pt x="0" y="1344997"/>
                </a:lnTo>
                <a:lnTo>
                  <a:pt x="0" y="1376801"/>
                </a:lnTo>
                <a:lnTo>
                  <a:pt x="0" y="1408614"/>
                </a:lnTo>
                <a:lnTo>
                  <a:pt x="0" y="1440428"/>
                </a:lnTo>
                <a:lnTo>
                  <a:pt x="0" y="1472232"/>
                </a:lnTo>
                <a:lnTo>
                  <a:pt x="0" y="1504045"/>
                </a:lnTo>
                <a:lnTo>
                  <a:pt x="0" y="1535859"/>
                </a:lnTo>
                <a:lnTo>
                  <a:pt x="0" y="1567663"/>
                </a:lnTo>
                <a:lnTo>
                  <a:pt x="0" y="1599476"/>
                </a:lnTo>
                <a:lnTo>
                  <a:pt x="0" y="1631290"/>
                </a:lnTo>
                <a:lnTo>
                  <a:pt x="0" y="1663094"/>
                </a:lnTo>
                <a:lnTo>
                  <a:pt x="0" y="1694907"/>
                </a:lnTo>
                <a:lnTo>
                  <a:pt x="0" y="1726721"/>
                </a:lnTo>
                <a:lnTo>
                  <a:pt x="0" y="1758525"/>
                </a:lnTo>
                <a:lnTo>
                  <a:pt x="0" y="1790338"/>
                </a:lnTo>
                <a:lnTo>
                  <a:pt x="0" y="1822152"/>
                </a:lnTo>
                <a:lnTo>
                  <a:pt x="0" y="1853956"/>
                </a:lnTo>
                <a:lnTo>
                  <a:pt x="0" y="1885769"/>
                </a:lnTo>
                <a:lnTo>
                  <a:pt x="0" y="1917583"/>
                </a:lnTo>
                <a:lnTo>
                  <a:pt x="0" y="1949387"/>
                </a:lnTo>
                <a:lnTo>
                  <a:pt x="0" y="198120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1E6EC"/>
            </a:solidFill>
            <a:prstDash val="solid"/>
          </a:ln>
        </p:spPr>
      </p:sp>
      <p:sp>
        <p:nvSpPr>
          <p:cNvPr id="3" name="note-sheet-header-0">
            <a:extLst xmlns:a="http://schemas.openxmlformats.org/drawingml/2006/main">
              <a:ext uri="{FF2B5EF4-FFF2-40B4-BE49-F238E27FC236}">
                <a16:creationId xmlns:a16="http://schemas.microsoft.com/office/drawing/2014/main" id="{7079C484-F293-4D1B-8A52-AA5BF7F5F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00275" y="266700"/>
            <a:ext cx="3143250" cy="34076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6D9F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4" name="note-sheet-fold-0">
            <a:extLst xmlns:a="http://schemas.openxmlformats.org/drawingml/2006/main">
              <a:ext uri="{FF2B5EF4-FFF2-40B4-BE49-F238E27FC236}">
                <a16:creationId xmlns:a16="http://schemas.microsoft.com/office/drawing/2014/main" id="{F0E22C66-EFEC-40BC-B3E5-E763F8353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85456" y="1768450"/>
            <a:ext cx="1158069" cy="479822"/>
          </a:xfrm>
          <a:custGeom xmlns:a="http://schemas.openxmlformats.org/drawingml/2006/main">
            <a:pathLst>
              <a:path w="1158069" h="479822">
                <a:moveTo>
                  <a:pt x="1158069" y="0"/>
                </a:moveTo>
                <a:lnTo>
                  <a:pt x="1156687" y="7963"/>
                </a:lnTo>
                <a:lnTo>
                  <a:pt x="1154878" y="15888"/>
                </a:lnTo>
                <a:lnTo>
                  <a:pt x="1152773" y="23774"/>
                </a:lnTo>
                <a:lnTo>
                  <a:pt x="1150391" y="31642"/>
                </a:lnTo>
                <a:lnTo>
                  <a:pt x="1147772" y="39481"/>
                </a:lnTo>
                <a:lnTo>
                  <a:pt x="1144924" y="47282"/>
                </a:lnTo>
                <a:lnTo>
                  <a:pt x="1141857" y="55055"/>
                </a:lnTo>
                <a:lnTo>
                  <a:pt x="1138590" y="62789"/>
                </a:lnTo>
                <a:lnTo>
                  <a:pt x="1135113" y="70485"/>
                </a:lnTo>
                <a:lnTo>
                  <a:pt x="1131446" y="78153"/>
                </a:lnTo>
                <a:lnTo>
                  <a:pt x="1127579" y="85782"/>
                </a:lnTo>
                <a:lnTo>
                  <a:pt x="1123521" y="93364"/>
                </a:lnTo>
                <a:lnTo>
                  <a:pt x="1119283" y="100917"/>
                </a:lnTo>
                <a:lnTo>
                  <a:pt x="1114854" y="108423"/>
                </a:lnTo>
                <a:lnTo>
                  <a:pt x="1110244" y="115881"/>
                </a:lnTo>
                <a:lnTo>
                  <a:pt x="1105452" y="123292"/>
                </a:lnTo>
                <a:lnTo>
                  <a:pt x="1100480" y="130664"/>
                </a:lnTo>
                <a:lnTo>
                  <a:pt x="1095327" y="137979"/>
                </a:lnTo>
                <a:lnTo>
                  <a:pt x="1090003" y="145247"/>
                </a:lnTo>
                <a:lnTo>
                  <a:pt x="1084497" y="152467"/>
                </a:lnTo>
                <a:lnTo>
                  <a:pt x="1078821" y="159629"/>
                </a:lnTo>
                <a:lnTo>
                  <a:pt x="1072972" y="166735"/>
                </a:lnTo>
                <a:lnTo>
                  <a:pt x="1066943" y="173784"/>
                </a:lnTo>
                <a:lnTo>
                  <a:pt x="1060752" y="180775"/>
                </a:lnTo>
                <a:lnTo>
                  <a:pt x="1054389" y="187700"/>
                </a:lnTo>
                <a:lnTo>
                  <a:pt x="1047864" y="194567"/>
                </a:lnTo>
                <a:lnTo>
                  <a:pt x="1041159" y="201368"/>
                </a:lnTo>
                <a:lnTo>
                  <a:pt x="1034301" y="208112"/>
                </a:lnTo>
                <a:lnTo>
                  <a:pt x="1027271" y="214779"/>
                </a:lnTo>
                <a:lnTo>
                  <a:pt x="1020080" y="221380"/>
                </a:lnTo>
                <a:lnTo>
                  <a:pt x="1012727" y="227914"/>
                </a:lnTo>
                <a:lnTo>
                  <a:pt x="1005221" y="234372"/>
                </a:lnTo>
                <a:lnTo>
                  <a:pt x="997553" y="240754"/>
                </a:lnTo>
                <a:lnTo>
                  <a:pt x="989733" y="247059"/>
                </a:lnTo>
                <a:lnTo>
                  <a:pt x="981751" y="253289"/>
                </a:lnTo>
                <a:lnTo>
                  <a:pt x="973626" y="259442"/>
                </a:lnTo>
                <a:lnTo>
                  <a:pt x="965349" y="265519"/>
                </a:lnTo>
                <a:lnTo>
                  <a:pt x="956920" y="271510"/>
                </a:lnTo>
                <a:lnTo>
                  <a:pt x="948357" y="277416"/>
                </a:lnTo>
                <a:lnTo>
                  <a:pt x="939641" y="283245"/>
                </a:lnTo>
                <a:lnTo>
                  <a:pt x="930783" y="288989"/>
                </a:lnTo>
                <a:lnTo>
                  <a:pt x="921801" y="294646"/>
                </a:lnTo>
                <a:lnTo>
                  <a:pt x="912666" y="300209"/>
                </a:lnTo>
                <a:lnTo>
                  <a:pt x="903408" y="305695"/>
                </a:lnTo>
                <a:lnTo>
                  <a:pt x="894026" y="311086"/>
                </a:lnTo>
                <a:lnTo>
                  <a:pt x="884501" y="316392"/>
                </a:lnTo>
                <a:lnTo>
                  <a:pt x="874862" y="321602"/>
                </a:lnTo>
                <a:lnTo>
                  <a:pt x="865099" y="326727"/>
                </a:lnTo>
                <a:lnTo>
                  <a:pt x="855221" y="331756"/>
                </a:lnTo>
                <a:lnTo>
                  <a:pt x="845220" y="336699"/>
                </a:lnTo>
                <a:lnTo>
                  <a:pt x="835114" y="341538"/>
                </a:lnTo>
                <a:lnTo>
                  <a:pt x="824894" y="346300"/>
                </a:lnTo>
                <a:lnTo>
                  <a:pt x="814568" y="350958"/>
                </a:lnTo>
                <a:lnTo>
                  <a:pt x="804139" y="355530"/>
                </a:lnTo>
                <a:lnTo>
                  <a:pt x="793604" y="359997"/>
                </a:lnTo>
                <a:lnTo>
                  <a:pt x="782974" y="364388"/>
                </a:lnTo>
                <a:lnTo>
                  <a:pt x="772239" y="368675"/>
                </a:lnTo>
                <a:lnTo>
                  <a:pt x="761429" y="372875"/>
                </a:lnTo>
                <a:lnTo>
                  <a:pt x="750513" y="376971"/>
                </a:lnTo>
                <a:lnTo>
                  <a:pt x="739521" y="380981"/>
                </a:lnTo>
                <a:lnTo>
                  <a:pt x="728443" y="384905"/>
                </a:lnTo>
                <a:lnTo>
                  <a:pt x="717290" y="388725"/>
                </a:lnTo>
                <a:lnTo>
                  <a:pt x="706050" y="392459"/>
                </a:lnTo>
                <a:lnTo>
                  <a:pt x="694734" y="396107"/>
                </a:lnTo>
                <a:lnTo>
                  <a:pt x="683352" y="399659"/>
                </a:lnTo>
                <a:lnTo>
                  <a:pt x="671903" y="403117"/>
                </a:lnTo>
                <a:lnTo>
                  <a:pt x="660378" y="406489"/>
                </a:lnTo>
                <a:lnTo>
                  <a:pt x="648795" y="409775"/>
                </a:lnTo>
                <a:lnTo>
                  <a:pt x="637146" y="412966"/>
                </a:lnTo>
                <a:lnTo>
                  <a:pt x="625440" y="416071"/>
                </a:lnTo>
                <a:lnTo>
                  <a:pt x="613677" y="419100"/>
                </a:lnTo>
                <a:lnTo>
                  <a:pt x="601856" y="422034"/>
                </a:lnTo>
                <a:lnTo>
                  <a:pt x="589988" y="424882"/>
                </a:lnTo>
                <a:lnTo>
                  <a:pt x="578063" y="427644"/>
                </a:lnTo>
                <a:lnTo>
                  <a:pt x="566090" y="430330"/>
                </a:lnTo>
                <a:lnTo>
                  <a:pt x="554079" y="432921"/>
                </a:lnTo>
                <a:lnTo>
                  <a:pt x="542020" y="435445"/>
                </a:lnTo>
                <a:lnTo>
                  <a:pt x="529923" y="437874"/>
                </a:lnTo>
                <a:lnTo>
                  <a:pt x="517779" y="440236"/>
                </a:lnTo>
                <a:lnTo>
                  <a:pt x="505597" y="442512"/>
                </a:lnTo>
                <a:lnTo>
                  <a:pt x="493385" y="444703"/>
                </a:lnTo>
                <a:lnTo>
                  <a:pt x="481136" y="446827"/>
                </a:lnTo>
                <a:lnTo>
                  <a:pt x="468859" y="448875"/>
                </a:lnTo>
                <a:lnTo>
                  <a:pt x="456543" y="450847"/>
                </a:lnTo>
                <a:lnTo>
                  <a:pt x="444208" y="452742"/>
                </a:lnTo>
                <a:lnTo>
                  <a:pt x="431835" y="454562"/>
                </a:lnTo>
                <a:lnTo>
                  <a:pt x="419443" y="456314"/>
                </a:lnTo>
                <a:lnTo>
                  <a:pt x="407022" y="457991"/>
                </a:lnTo>
                <a:lnTo>
                  <a:pt x="394573" y="459600"/>
                </a:lnTo>
                <a:lnTo>
                  <a:pt x="382105" y="461143"/>
                </a:lnTo>
                <a:lnTo>
                  <a:pt x="369627" y="462610"/>
                </a:lnTo>
                <a:lnTo>
                  <a:pt x="357121" y="464020"/>
                </a:lnTo>
                <a:lnTo>
                  <a:pt x="344595" y="465353"/>
                </a:lnTo>
                <a:lnTo>
                  <a:pt x="332051" y="466630"/>
                </a:lnTo>
                <a:lnTo>
                  <a:pt x="319497" y="467830"/>
                </a:lnTo>
                <a:lnTo>
                  <a:pt x="306924" y="468973"/>
                </a:lnTo>
                <a:lnTo>
                  <a:pt x="294332" y="470059"/>
                </a:lnTo>
                <a:lnTo>
                  <a:pt x="281730" y="471078"/>
                </a:lnTo>
                <a:lnTo>
                  <a:pt x="269119" y="472030"/>
                </a:lnTo>
                <a:lnTo>
                  <a:pt x="256499" y="472935"/>
                </a:lnTo>
                <a:lnTo>
                  <a:pt x="243869" y="473774"/>
                </a:lnTo>
                <a:lnTo>
                  <a:pt x="231229" y="474555"/>
                </a:lnTo>
                <a:lnTo>
                  <a:pt x="218570" y="475278"/>
                </a:lnTo>
                <a:lnTo>
                  <a:pt x="205911" y="475936"/>
                </a:lnTo>
                <a:lnTo>
                  <a:pt x="193253" y="476545"/>
                </a:lnTo>
                <a:lnTo>
                  <a:pt x="180575" y="477107"/>
                </a:lnTo>
                <a:lnTo>
                  <a:pt x="167897" y="477612"/>
                </a:lnTo>
                <a:lnTo>
                  <a:pt x="155219" y="478060"/>
                </a:lnTo>
                <a:lnTo>
                  <a:pt x="142532" y="478450"/>
                </a:lnTo>
                <a:lnTo>
                  <a:pt x="129835" y="478793"/>
                </a:lnTo>
                <a:lnTo>
                  <a:pt x="117148" y="479088"/>
                </a:lnTo>
                <a:lnTo>
                  <a:pt x="104451" y="479327"/>
                </a:lnTo>
                <a:lnTo>
                  <a:pt x="91745" y="479527"/>
                </a:lnTo>
                <a:lnTo>
                  <a:pt x="79048" y="479669"/>
                </a:lnTo>
                <a:lnTo>
                  <a:pt x="66351" y="479765"/>
                </a:lnTo>
                <a:lnTo>
                  <a:pt x="53645" y="479812"/>
                </a:lnTo>
                <a:lnTo>
                  <a:pt x="40938" y="479822"/>
                </a:lnTo>
                <a:lnTo>
                  <a:pt x="28242" y="479774"/>
                </a:lnTo>
                <a:lnTo>
                  <a:pt x="15535" y="479689"/>
                </a:lnTo>
                <a:lnTo>
                  <a:pt x="2838" y="479555"/>
                </a:lnTo>
                <a:lnTo>
                  <a:pt x="0" y="479422"/>
                </a:lnTo>
                <a:lnTo>
                  <a:pt x="12697" y="479222"/>
                </a:lnTo>
                <a:lnTo>
                  <a:pt x="25394" y="478888"/>
                </a:lnTo>
                <a:lnTo>
                  <a:pt x="38071" y="478450"/>
                </a:lnTo>
                <a:lnTo>
                  <a:pt x="50749" y="477917"/>
                </a:lnTo>
                <a:lnTo>
                  <a:pt x="63408" y="477288"/>
                </a:lnTo>
                <a:lnTo>
                  <a:pt x="76067" y="476574"/>
                </a:lnTo>
                <a:lnTo>
                  <a:pt x="88706" y="475774"/>
                </a:lnTo>
                <a:lnTo>
                  <a:pt x="101327" y="474888"/>
                </a:lnTo>
                <a:lnTo>
                  <a:pt x="113938" y="473916"/>
                </a:lnTo>
                <a:lnTo>
                  <a:pt x="126530" y="472869"/>
                </a:lnTo>
                <a:lnTo>
                  <a:pt x="139103" y="471726"/>
                </a:lnTo>
                <a:lnTo>
                  <a:pt x="151657" y="470506"/>
                </a:lnTo>
                <a:lnTo>
                  <a:pt x="164192" y="469202"/>
                </a:lnTo>
                <a:lnTo>
                  <a:pt x="176698" y="467811"/>
                </a:lnTo>
                <a:lnTo>
                  <a:pt x="189186" y="466325"/>
                </a:lnTo>
                <a:lnTo>
                  <a:pt x="201635" y="464753"/>
                </a:lnTo>
                <a:lnTo>
                  <a:pt x="214065" y="463096"/>
                </a:lnTo>
                <a:lnTo>
                  <a:pt x="226457" y="461343"/>
                </a:lnTo>
                <a:lnTo>
                  <a:pt x="238820" y="459496"/>
                </a:lnTo>
                <a:lnTo>
                  <a:pt x="251146" y="457552"/>
                </a:lnTo>
                <a:lnTo>
                  <a:pt x="263423" y="455514"/>
                </a:lnTo>
                <a:lnTo>
                  <a:pt x="275663" y="453371"/>
                </a:lnTo>
                <a:lnTo>
                  <a:pt x="287855" y="451133"/>
                </a:lnTo>
                <a:lnTo>
                  <a:pt x="299999" y="448780"/>
                </a:lnTo>
                <a:lnTo>
                  <a:pt x="312096" y="446322"/>
                </a:lnTo>
                <a:lnTo>
                  <a:pt x="324126" y="443751"/>
                </a:lnTo>
                <a:lnTo>
                  <a:pt x="336090" y="441074"/>
                </a:lnTo>
                <a:lnTo>
                  <a:pt x="347996" y="438274"/>
                </a:lnTo>
                <a:lnTo>
                  <a:pt x="359826" y="435359"/>
                </a:lnTo>
                <a:lnTo>
                  <a:pt x="371570" y="432321"/>
                </a:lnTo>
                <a:lnTo>
                  <a:pt x="383238" y="429149"/>
                </a:lnTo>
                <a:lnTo>
                  <a:pt x="394811" y="425853"/>
                </a:lnTo>
                <a:lnTo>
                  <a:pt x="406289" y="422424"/>
                </a:lnTo>
                <a:lnTo>
                  <a:pt x="417662" y="418852"/>
                </a:lnTo>
                <a:lnTo>
                  <a:pt x="428920" y="415147"/>
                </a:lnTo>
                <a:lnTo>
                  <a:pt x="440065" y="411299"/>
                </a:lnTo>
                <a:lnTo>
                  <a:pt x="451066" y="407299"/>
                </a:lnTo>
                <a:lnTo>
                  <a:pt x="461924" y="403146"/>
                </a:lnTo>
                <a:lnTo>
                  <a:pt x="472640" y="398840"/>
                </a:lnTo>
                <a:lnTo>
                  <a:pt x="483184" y="394383"/>
                </a:lnTo>
                <a:lnTo>
                  <a:pt x="493557" y="389763"/>
                </a:lnTo>
                <a:lnTo>
                  <a:pt x="503749" y="384972"/>
                </a:lnTo>
                <a:lnTo>
                  <a:pt x="513731" y="380028"/>
                </a:lnTo>
                <a:lnTo>
                  <a:pt x="523494" y="374904"/>
                </a:lnTo>
                <a:lnTo>
                  <a:pt x="533038" y="369627"/>
                </a:lnTo>
                <a:lnTo>
                  <a:pt x="542334" y="364169"/>
                </a:lnTo>
                <a:lnTo>
                  <a:pt x="551374" y="358540"/>
                </a:lnTo>
                <a:lnTo>
                  <a:pt x="560146" y="352749"/>
                </a:lnTo>
                <a:lnTo>
                  <a:pt x="568623" y="346786"/>
                </a:lnTo>
                <a:lnTo>
                  <a:pt x="576796" y="340662"/>
                </a:lnTo>
                <a:lnTo>
                  <a:pt x="584645" y="334366"/>
                </a:lnTo>
                <a:lnTo>
                  <a:pt x="592169" y="327917"/>
                </a:lnTo>
                <a:lnTo>
                  <a:pt x="599351" y="321307"/>
                </a:lnTo>
                <a:lnTo>
                  <a:pt x="606171" y="314554"/>
                </a:lnTo>
                <a:lnTo>
                  <a:pt x="612619" y="307658"/>
                </a:lnTo>
                <a:lnTo>
                  <a:pt x="618696" y="300628"/>
                </a:lnTo>
                <a:lnTo>
                  <a:pt x="624383" y="293465"/>
                </a:lnTo>
                <a:lnTo>
                  <a:pt x="629679" y="286188"/>
                </a:lnTo>
                <a:lnTo>
                  <a:pt x="634575" y="278806"/>
                </a:lnTo>
                <a:lnTo>
                  <a:pt x="639080" y="271320"/>
                </a:lnTo>
                <a:lnTo>
                  <a:pt x="643176" y="263738"/>
                </a:lnTo>
                <a:lnTo>
                  <a:pt x="646871" y="256080"/>
                </a:lnTo>
                <a:lnTo>
                  <a:pt x="650167" y="248345"/>
                </a:lnTo>
                <a:lnTo>
                  <a:pt x="653082" y="240554"/>
                </a:lnTo>
                <a:lnTo>
                  <a:pt x="655606" y="232705"/>
                </a:lnTo>
                <a:lnTo>
                  <a:pt x="657739" y="224819"/>
                </a:lnTo>
                <a:lnTo>
                  <a:pt x="659511" y="216894"/>
                </a:lnTo>
                <a:lnTo>
                  <a:pt x="660921" y="208931"/>
                </a:lnTo>
                <a:lnTo>
                  <a:pt x="661978" y="200949"/>
                </a:lnTo>
                <a:lnTo>
                  <a:pt x="662683" y="192957"/>
                </a:lnTo>
                <a:lnTo>
                  <a:pt x="663064" y="184956"/>
                </a:lnTo>
                <a:lnTo>
                  <a:pt x="663121" y="176946"/>
                </a:lnTo>
                <a:lnTo>
                  <a:pt x="662873" y="168945"/>
                </a:lnTo>
                <a:lnTo>
                  <a:pt x="662321" y="160944"/>
                </a:lnTo>
                <a:lnTo>
                  <a:pt x="661483" y="152962"/>
                </a:lnTo>
                <a:lnTo>
                  <a:pt x="673237" y="151000"/>
                </a:lnTo>
                <a:lnTo>
                  <a:pt x="685619" y="149209"/>
                </a:lnTo>
                <a:lnTo>
                  <a:pt x="697954" y="147295"/>
                </a:lnTo>
                <a:lnTo>
                  <a:pt x="710251" y="145294"/>
                </a:lnTo>
                <a:lnTo>
                  <a:pt x="722509" y="143199"/>
                </a:lnTo>
                <a:lnTo>
                  <a:pt x="734739" y="141018"/>
                </a:lnTo>
                <a:lnTo>
                  <a:pt x="746922" y="138751"/>
                </a:lnTo>
                <a:lnTo>
                  <a:pt x="759066" y="136408"/>
                </a:lnTo>
                <a:lnTo>
                  <a:pt x="771182" y="133998"/>
                </a:lnTo>
                <a:lnTo>
                  <a:pt x="783250" y="131502"/>
                </a:lnTo>
                <a:lnTo>
                  <a:pt x="795280" y="128930"/>
                </a:lnTo>
                <a:lnTo>
                  <a:pt x="807272" y="126282"/>
                </a:lnTo>
                <a:lnTo>
                  <a:pt x="819217" y="123568"/>
                </a:lnTo>
                <a:lnTo>
                  <a:pt x="831123" y="120767"/>
                </a:lnTo>
                <a:lnTo>
                  <a:pt x="842982" y="117900"/>
                </a:lnTo>
                <a:lnTo>
                  <a:pt x="854793" y="114967"/>
                </a:lnTo>
                <a:lnTo>
                  <a:pt x="866565" y="111947"/>
                </a:lnTo>
                <a:lnTo>
                  <a:pt x="878281" y="108861"/>
                </a:lnTo>
                <a:lnTo>
                  <a:pt x="889949" y="105689"/>
                </a:lnTo>
                <a:lnTo>
                  <a:pt x="901560" y="102451"/>
                </a:lnTo>
                <a:lnTo>
                  <a:pt x="913124" y="99136"/>
                </a:lnTo>
                <a:lnTo>
                  <a:pt x="924630" y="95736"/>
                </a:lnTo>
                <a:lnTo>
                  <a:pt x="936079" y="92269"/>
                </a:lnTo>
                <a:lnTo>
                  <a:pt x="947461" y="88716"/>
                </a:lnTo>
                <a:lnTo>
                  <a:pt x="958787" y="85087"/>
                </a:lnTo>
                <a:lnTo>
                  <a:pt x="970045" y="81382"/>
                </a:lnTo>
                <a:lnTo>
                  <a:pt x="981237" y="77600"/>
                </a:lnTo>
                <a:lnTo>
                  <a:pt x="992362" y="73724"/>
                </a:lnTo>
                <a:lnTo>
                  <a:pt x="1003402" y="69771"/>
                </a:lnTo>
                <a:lnTo>
                  <a:pt x="1014374" y="65742"/>
                </a:lnTo>
                <a:lnTo>
                  <a:pt x="1025271" y="61617"/>
                </a:lnTo>
                <a:lnTo>
                  <a:pt x="1036082" y="57417"/>
                </a:lnTo>
                <a:lnTo>
                  <a:pt x="1046807" y="53121"/>
                </a:lnTo>
                <a:lnTo>
                  <a:pt x="1057437" y="48749"/>
                </a:lnTo>
                <a:lnTo>
                  <a:pt x="1067981" y="44282"/>
                </a:lnTo>
                <a:lnTo>
                  <a:pt x="1078430" y="39729"/>
                </a:lnTo>
                <a:lnTo>
                  <a:pt x="1088784" y="35081"/>
                </a:lnTo>
                <a:lnTo>
                  <a:pt x="1099023" y="30347"/>
                </a:lnTo>
                <a:lnTo>
                  <a:pt x="1109158" y="25527"/>
                </a:lnTo>
                <a:lnTo>
                  <a:pt x="1119188" y="20603"/>
                </a:lnTo>
                <a:lnTo>
                  <a:pt x="1129094" y="15592"/>
                </a:lnTo>
                <a:lnTo>
                  <a:pt x="1138876" y="10497"/>
                </a:lnTo>
                <a:lnTo>
                  <a:pt x="1148544" y="5296"/>
                </a:lnTo>
                <a:lnTo>
                  <a:pt x="1158069" y="0"/>
                </a:lnTo>
                <a:close/>
              </a:path>
            </a:pathLst>
          </a:custGeom>
          <a:solidFill xmlns:a="http://schemas.openxmlformats.org/drawingml/2006/main">
            <a:srgbClr val="EEF2F7"/>
          </a:solidFill>
          <a:ln xmlns:a="http://schemas.openxmlformats.org/drawingml/2006/main" w="22860">
            <a:solidFill>
              <a:srgbClr val="C8D1DC"/>
            </a:solidFill>
            <a:prstDash val="solid"/>
          </a:ln>
        </p:spPr>
      </p:sp>
      <p:sp>
        <p:nvSpPr>
          <p:cNvPr id="5" name="note-sheet-shadow-1">
            <a:extLst xmlns:a="http://schemas.openxmlformats.org/drawingml/2006/main">
              <a:ext uri="{FF2B5EF4-FFF2-40B4-BE49-F238E27FC236}">
                <a16:creationId xmlns:a16="http://schemas.microsoft.com/office/drawing/2014/main" id="{4ED5E15A-85CC-4E3B-A054-1A0DAA537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00982" y="1722882"/>
            <a:ext cx="3143964" cy="526771"/>
          </a:xfrm>
          <a:custGeom xmlns:a="http://schemas.openxmlformats.org/drawingml/2006/main">
            <a:pathLst>
              <a:path w="3143964" h="526771">
                <a:moveTo>
                  <a:pt x="3142993" y="0"/>
                </a:moveTo>
                <a:lnTo>
                  <a:pt x="3143964" y="19402"/>
                </a:lnTo>
                <a:lnTo>
                  <a:pt x="3143536" y="38805"/>
                </a:lnTo>
                <a:lnTo>
                  <a:pt x="3142012" y="58188"/>
                </a:lnTo>
                <a:lnTo>
                  <a:pt x="3139478" y="77534"/>
                </a:lnTo>
                <a:lnTo>
                  <a:pt x="3135973" y="96822"/>
                </a:lnTo>
                <a:lnTo>
                  <a:pt x="3131496" y="116024"/>
                </a:lnTo>
                <a:lnTo>
                  <a:pt x="3126048" y="135131"/>
                </a:lnTo>
                <a:lnTo>
                  <a:pt x="3119618" y="154115"/>
                </a:lnTo>
                <a:lnTo>
                  <a:pt x="3112199" y="172945"/>
                </a:lnTo>
                <a:lnTo>
                  <a:pt x="3103750" y="191614"/>
                </a:lnTo>
                <a:lnTo>
                  <a:pt x="3094263" y="210083"/>
                </a:lnTo>
                <a:lnTo>
                  <a:pt x="3083709" y="228314"/>
                </a:lnTo>
                <a:lnTo>
                  <a:pt x="3072079" y="246288"/>
                </a:lnTo>
                <a:lnTo>
                  <a:pt x="3059344" y="263957"/>
                </a:lnTo>
                <a:lnTo>
                  <a:pt x="3045476" y="281292"/>
                </a:lnTo>
                <a:lnTo>
                  <a:pt x="3030484" y="298247"/>
                </a:lnTo>
                <a:lnTo>
                  <a:pt x="3014348" y="314773"/>
                </a:lnTo>
                <a:lnTo>
                  <a:pt x="2997070" y="330841"/>
                </a:lnTo>
                <a:lnTo>
                  <a:pt x="2978668" y="346405"/>
                </a:lnTo>
                <a:lnTo>
                  <a:pt x="2959151" y="361417"/>
                </a:lnTo>
                <a:lnTo>
                  <a:pt x="2938539" y="375837"/>
                </a:lnTo>
                <a:lnTo>
                  <a:pt x="2916888" y="389639"/>
                </a:lnTo>
                <a:lnTo>
                  <a:pt x="2894228" y="402774"/>
                </a:lnTo>
                <a:lnTo>
                  <a:pt x="2870606" y="415233"/>
                </a:lnTo>
                <a:lnTo>
                  <a:pt x="2846099" y="426977"/>
                </a:lnTo>
                <a:lnTo>
                  <a:pt x="2820753" y="437998"/>
                </a:lnTo>
                <a:lnTo>
                  <a:pt x="2794645" y="448294"/>
                </a:lnTo>
                <a:lnTo>
                  <a:pt x="2767832" y="457848"/>
                </a:lnTo>
                <a:lnTo>
                  <a:pt x="2740409" y="466668"/>
                </a:lnTo>
                <a:lnTo>
                  <a:pt x="2712415" y="474764"/>
                </a:lnTo>
                <a:lnTo>
                  <a:pt x="2683935" y="482146"/>
                </a:lnTo>
                <a:lnTo>
                  <a:pt x="2655027" y="488833"/>
                </a:lnTo>
                <a:lnTo>
                  <a:pt x="2625747" y="494843"/>
                </a:lnTo>
                <a:lnTo>
                  <a:pt x="2596144" y="500196"/>
                </a:lnTo>
                <a:lnTo>
                  <a:pt x="2566273" y="504920"/>
                </a:lnTo>
                <a:lnTo>
                  <a:pt x="2536184" y="509035"/>
                </a:lnTo>
                <a:lnTo>
                  <a:pt x="2505904" y="512569"/>
                </a:lnTo>
                <a:lnTo>
                  <a:pt x="2475471" y="515541"/>
                </a:lnTo>
                <a:lnTo>
                  <a:pt x="2444925" y="517998"/>
                </a:lnTo>
                <a:lnTo>
                  <a:pt x="2414283" y="519941"/>
                </a:lnTo>
                <a:lnTo>
                  <a:pt x="2383574" y="521389"/>
                </a:lnTo>
                <a:lnTo>
                  <a:pt x="2352799" y="522075"/>
                </a:lnTo>
                <a:lnTo>
                  <a:pt x="2322005" y="522532"/>
                </a:lnTo>
                <a:lnTo>
                  <a:pt x="2291220" y="522894"/>
                </a:lnTo>
                <a:lnTo>
                  <a:pt x="2260425" y="523199"/>
                </a:lnTo>
                <a:lnTo>
                  <a:pt x="2229631" y="523465"/>
                </a:lnTo>
                <a:lnTo>
                  <a:pt x="2198837" y="523713"/>
                </a:lnTo>
                <a:lnTo>
                  <a:pt x="2168042" y="523932"/>
                </a:lnTo>
                <a:lnTo>
                  <a:pt x="2137248" y="524142"/>
                </a:lnTo>
                <a:lnTo>
                  <a:pt x="2106454" y="524323"/>
                </a:lnTo>
                <a:lnTo>
                  <a:pt x="2075659" y="524504"/>
                </a:lnTo>
                <a:lnTo>
                  <a:pt x="2044865" y="524666"/>
                </a:lnTo>
                <a:lnTo>
                  <a:pt x="2014071" y="524818"/>
                </a:lnTo>
                <a:lnTo>
                  <a:pt x="1983267" y="524970"/>
                </a:lnTo>
                <a:lnTo>
                  <a:pt x="1952473" y="525104"/>
                </a:lnTo>
                <a:lnTo>
                  <a:pt x="1921678" y="525237"/>
                </a:lnTo>
                <a:lnTo>
                  <a:pt x="1890884" y="525361"/>
                </a:lnTo>
                <a:lnTo>
                  <a:pt x="1860090" y="525475"/>
                </a:lnTo>
                <a:lnTo>
                  <a:pt x="1829295" y="525590"/>
                </a:lnTo>
                <a:lnTo>
                  <a:pt x="1798501" y="525694"/>
                </a:lnTo>
                <a:lnTo>
                  <a:pt x="1767697" y="525790"/>
                </a:lnTo>
                <a:lnTo>
                  <a:pt x="1736903" y="525885"/>
                </a:lnTo>
                <a:lnTo>
                  <a:pt x="1706108" y="525971"/>
                </a:lnTo>
                <a:lnTo>
                  <a:pt x="1675314" y="526047"/>
                </a:lnTo>
                <a:lnTo>
                  <a:pt x="1644520" y="526132"/>
                </a:lnTo>
                <a:lnTo>
                  <a:pt x="1613725" y="526199"/>
                </a:lnTo>
                <a:lnTo>
                  <a:pt x="1582922" y="526266"/>
                </a:lnTo>
                <a:lnTo>
                  <a:pt x="1552127" y="526332"/>
                </a:lnTo>
                <a:lnTo>
                  <a:pt x="1521333" y="526399"/>
                </a:lnTo>
                <a:lnTo>
                  <a:pt x="1490539" y="526447"/>
                </a:lnTo>
                <a:lnTo>
                  <a:pt x="1459744" y="526494"/>
                </a:lnTo>
                <a:lnTo>
                  <a:pt x="1428941" y="526552"/>
                </a:lnTo>
                <a:lnTo>
                  <a:pt x="1398146" y="526590"/>
                </a:lnTo>
                <a:lnTo>
                  <a:pt x="1367352" y="526618"/>
                </a:lnTo>
                <a:lnTo>
                  <a:pt x="1336558" y="526656"/>
                </a:lnTo>
                <a:lnTo>
                  <a:pt x="1305763" y="526685"/>
                </a:lnTo>
                <a:lnTo>
                  <a:pt x="1274959" y="526704"/>
                </a:lnTo>
                <a:lnTo>
                  <a:pt x="1244165" y="526733"/>
                </a:lnTo>
                <a:lnTo>
                  <a:pt x="1213371" y="526752"/>
                </a:lnTo>
                <a:lnTo>
                  <a:pt x="1182576" y="526761"/>
                </a:lnTo>
                <a:lnTo>
                  <a:pt x="1151782" y="526761"/>
                </a:lnTo>
                <a:lnTo>
                  <a:pt x="1120978" y="526771"/>
                </a:lnTo>
                <a:lnTo>
                  <a:pt x="1090184" y="526771"/>
                </a:lnTo>
                <a:lnTo>
                  <a:pt x="1059390" y="526752"/>
                </a:lnTo>
                <a:lnTo>
                  <a:pt x="1028595" y="526742"/>
                </a:lnTo>
                <a:lnTo>
                  <a:pt x="997801" y="526733"/>
                </a:lnTo>
                <a:lnTo>
                  <a:pt x="966997" y="526704"/>
                </a:lnTo>
                <a:lnTo>
                  <a:pt x="936203" y="526675"/>
                </a:lnTo>
                <a:lnTo>
                  <a:pt x="905408" y="526656"/>
                </a:lnTo>
                <a:lnTo>
                  <a:pt x="874614" y="526609"/>
                </a:lnTo>
                <a:lnTo>
                  <a:pt x="843810" y="526561"/>
                </a:lnTo>
                <a:lnTo>
                  <a:pt x="813016" y="526523"/>
                </a:lnTo>
                <a:lnTo>
                  <a:pt x="782222" y="526466"/>
                </a:lnTo>
                <a:lnTo>
                  <a:pt x="751427" y="526399"/>
                </a:lnTo>
                <a:lnTo>
                  <a:pt x="720633" y="526332"/>
                </a:lnTo>
                <a:lnTo>
                  <a:pt x="689839" y="526256"/>
                </a:lnTo>
                <a:lnTo>
                  <a:pt x="659035" y="526171"/>
                </a:lnTo>
                <a:lnTo>
                  <a:pt x="628240" y="526075"/>
                </a:lnTo>
                <a:lnTo>
                  <a:pt x="597446" y="525990"/>
                </a:lnTo>
                <a:lnTo>
                  <a:pt x="566652" y="525875"/>
                </a:lnTo>
                <a:lnTo>
                  <a:pt x="535857" y="525761"/>
                </a:lnTo>
                <a:lnTo>
                  <a:pt x="505063" y="525628"/>
                </a:lnTo>
                <a:lnTo>
                  <a:pt x="474259" y="525494"/>
                </a:lnTo>
                <a:lnTo>
                  <a:pt x="443465" y="525342"/>
                </a:lnTo>
                <a:lnTo>
                  <a:pt x="412671" y="525170"/>
                </a:lnTo>
                <a:lnTo>
                  <a:pt x="381876" y="524999"/>
                </a:lnTo>
                <a:lnTo>
                  <a:pt x="351082" y="524799"/>
                </a:lnTo>
                <a:lnTo>
                  <a:pt x="320288" y="524580"/>
                </a:lnTo>
                <a:lnTo>
                  <a:pt x="289493" y="524342"/>
                </a:lnTo>
                <a:lnTo>
                  <a:pt x="258699" y="524085"/>
                </a:lnTo>
                <a:lnTo>
                  <a:pt x="227905" y="523789"/>
                </a:lnTo>
                <a:lnTo>
                  <a:pt x="197120" y="523465"/>
                </a:lnTo>
                <a:lnTo>
                  <a:pt x="166326" y="523103"/>
                </a:lnTo>
                <a:lnTo>
                  <a:pt x="135541" y="522684"/>
                </a:lnTo>
                <a:lnTo>
                  <a:pt x="104746" y="522189"/>
                </a:lnTo>
                <a:lnTo>
                  <a:pt x="73971" y="521579"/>
                </a:lnTo>
                <a:lnTo>
                  <a:pt x="43196" y="520789"/>
                </a:lnTo>
                <a:lnTo>
                  <a:pt x="12468" y="519522"/>
                </a:lnTo>
                <a:lnTo>
                  <a:pt x="5705" y="503749"/>
                </a:lnTo>
                <a:lnTo>
                  <a:pt x="5305" y="484337"/>
                </a:lnTo>
                <a:lnTo>
                  <a:pt x="4896" y="464925"/>
                </a:lnTo>
                <a:lnTo>
                  <a:pt x="4486" y="445522"/>
                </a:lnTo>
                <a:lnTo>
                  <a:pt x="4077" y="426110"/>
                </a:lnTo>
                <a:lnTo>
                  <a:pt x="3667" y="406698"/>
                </a:lnTo>
                <a:lnTo>
                  <a:pt x="3267" y="387296"/>
                </a:lnTo>
                <a:lnTo>
                  <a:pt x="2858" y="367884"/>
                </a:lnTo>
                <a:lnTo>
                  <a:pt x="2448" y="348472"/>
                </a:lnTo>
                <a:lnTo>
                  <a:pt x="2038" y="329060"/>
                </a:lnTo>
                <a:lnTo>
                  <a:pt x="1629" y="309658"/>
                </a:lnTo>
                <a:lnTo>
                  <a:pt x="1219" y="290246"/>
                </a:lnTo>
                <a:lnTo>
                  <a:pt x="819" y="270834"/>
                </a:lnTo>
                <a:lnTo>
                  <a:pt x="410" y="251422"/>
                </a:lnTo>
                <a:lnTo>
                  <a:pt x="0" y="232019"/>
                </a:lnTo>
                <a:lnTo>
                  <a:pt x="11297" y="219323"/>
                </a:lnTo>
                <a:lnTo>
                  <a:pt x="42015" y="217913"/>
                </a:lnTo>
                <a:lnTo>
                  <a:pt x="72752" y="216722"/>
                </a:lnTo>
                <a:lnTo>
                  <a:pt x="103508" y="215732"/>
                </a:lnTo>
                <a:lnTo>
                  <a:pt x="134274" y="214922"/>
                </a:lnTo>
                <a:lnTo>
                  <a:pt x="165059" y="214274"/>
                </a:lnTo>
                <a:lnTo>
                  <a:pt x="195844" y="213770"/>
                </a:lnTo>
                <a:lnTo>
                  <a:pt x="226628" y="213398"/>
                </a:lnTo>
                <a:lnTo>
                  <a:pt x="257423" y="213150"/>
                </a:lnTo>
                <a:lnTo>
                  <a:pt x="288227" y="213008"/>
                </a:lnTo>
                <a:lnTo>
                  <a:pt x="319021" y="212969"/>
                </a:lnTo>
                <a:lnTo>
                  <a:pt x="349815" y="213027"/>
                </a:lnTo>
                <a:lnTo>
                  <a:pt x="380609" y="213170"/>
                </a:lnTo>
                <a:lnTo>
                  <a:pt x="411404" y="213379"/>
                </a:lnTo>
                <a:lnTo>
                  <a:pt x="442198" y="213674"/>
                </a:lnTo>
                <a:lnTo>
                  <a:pt x="472992" y="214036"/>
                </a:lnTo>
                <a:lnTo>
                  <a:pt x="503777" y="214455"/>
                </a:lnTo>
                <a:lnTo>
                  <a:pt x="534562" y="214932"/>
                </a:lnTo>
                <a:lnTo>
                  <a:pt x="565347" y="215465"/>
                </a:lnTo>
                <a:lnTo>
                  <a:pt x="596132" y="216046"/>
                </a:lnTo>
                <a:lnTo>
                  <a:pt x="626907" y="216675"/>
                </a:lnTo>
                <a:lnTo>
                  <a:pt x="657692" y="217351"/>
                </a:lnTo>
                <a:lnTo>
                  <a:pt x="688467" y="218056"/>
                </a:lnTo>
                <a:lnTo>
                  <a:pt x="719242" y="218799"/>
                </a:lnTo>
                <a:lnTo>
                  <a:pt x="750008" y="219580"/>
                </a:lnTo>
                <a:lnTo>
                  <a:pt x="780783" y="220389"/>
                </a:lnTo>
                <a:lnTo>
                  <a:pt x="811549" y="221228"/>
                </a:lnTo>
                <a:lnTo>
                  <a:pt x="842315" y="222094"/>
                </a:lnTo>
                <a:lnTo>
                  <a:pt x="873081" y="222980"/>
                </a:lnTo>
                <a:lnTo>
                  <a:pt x="903837" y="223895"/>
                </a:lnTo>
                <a:lnTo>
                  <a:pt x="934603" y="224819"/>
                </a:lnTo>
                <a:lnTo>
                  <a:pt x="965359" y="225762"/>
                </a:lnTo>
                <a:lnTo>
                  <a:pt x="996115" y="226724"/>
                </a:lnTo>
                <a:lnTo>
                  <a:pt x="1026881" y="227695"/>
                </a:lnTo>
                <a:lnTo>
                  <a:pt x="1057637" y="228676"/>
                </a:lnTo>
                <a:lnTo>
                  <a:pt x="1088393" y="229667"/>
                </a:lnTo>
                <a:lnTo>
                  <a:pt x="1119149" y="230667"/>
                </a:lnTo>
                <a:lnTo>
                  <a:pt x="1149896" y="231667"/>
                </a:lnTo>
                <a:lnTo>
                  <a:pt x="1180652" y="232677"/>
                </a:lnTo>
                <a:lnTo>
                  <a:pt x="1211409" y="233686"/>
                </a:lnTo>
                <a:lnTo>
                  <a:pt x="1242165" y="234686"/>
                </a:lnTo>
                <a:lnTo>
                  <a:pt x="1272921" y="235687"/>
                </a:lnTo>
                <a:lnTo>
                  <a:pt x="1303677" y="236687"/>
                </a:lnTo>
                <a:lnTo>
                  <a:pt x="1334433" y="237687"/>
                </a:lnTo>
                <a:lnTo>
                  <a:pt x="1365190" y="238677"/>
                </a:lnTo>
                <a:lnTo>
                  <a:pt x="1395946" y="239659"/>
                </a:lnTo>
                <a:lnTo>
                  <a:pt x="1426702" y="240621"/>
                </a:lnTo>
                <a:lnTo>
                  <a:pt x="1457458" y="241583"/>
                </a:lnTo>
                <a:lnTo>
                  <a:pt x="1488224" y="242516"/>
                </a:lnTo>
                <a:lnTo>
                  <a:pt x="1518980" y="243440"/>
                </a:lnTo>
                <a:lnTo>
                  <a:pt x="1549746" y="244335"/>
                </a:lnTo>
                <a:lnTo>
                  <a:pt x="1580512" y="245212"/>
                </a:lnTo>
                <a:lnTo>
                  <a:pt x="1611278" y="246069"/>
                </a:lnTo>
                <a:lnTo>
                  <a:pt x="1642043" y="246888"/>
                </a:lnTo>
                <a:lnTo>
                  <a:pt x="1672819" y="247688"/>
                </a:lnTo>
                <a:lnTo>
                  <a:pt x="1703594" y="248450"/>
                </a:lnTo>
                <a:lnTo>
                  <a:pt x="1734360" y="249184"/>
                </a:lnTo>
                <a:lnTo>
                  <a:pt x="1765144" y="249869"/>
                </a:lnTo>
                <a:lnTo>
                  <a:pt x="1795920" y="250517"/>
                </a:lnTo>
                <a:lnTo>
                  <a:pt x="1826705" y="251117"/>
                </a:lnTo>
                <a:lnTo>
                  <a:pt x="1857489" y="251670"/>
                </a:lnTo>
                <a:lnTo>
                  <a:pt x="1888274" y="252174"/>
                </a:lnTo>
                <a:lnTo>
                  <a:pt x="1919059" y="252622"/>
                </a:lnTo>
                <a:lnTo>
                  <a:pt x="1949853" y="253003"/>
                </a:lnTo>
                <a:lnTo>
                  <a:pt x="1980638" y="253317"/>
                </a:lnTo>
                <a:lnTo>
                  <a:pt x="2011432" y="253556"/>
                </a:lnTo>
                <a:lnTo>
                  <a:pt x="2042236" y="253717"/>
                </a:lnTo>
                <a:lnTo>
                  <a:pt x="2073031" y="253794"/>
                </a:lnTo>
                <a:lnTo>
                  <a:pt x="2103825" y="253775"/>
                </a:lnTo>
                <a:lnTo>
                  <a:pt x="2134619" y="253651"/>
                </a:lnTo>
                <a:lnTo>
                  <a:pt x="2165414" y="253413"/>
                </a:lnTo>
                <a:lnTo>
                  <a:pt x="2196208" y="253060"/>
                </a:lnTo>
                <a:lnTo>
                  <a:pt x="2226993" y="252565"/>
                </a:lnTo>
                <a:lnTo>
                  <a:pt x="2257768" y="251917"/>
                </a:lnTo>
                <a:lnTo>
                  <a:pt x="2288543" y="251108"/>
                </a:lnTo>
                <a:lnTo>
                  <a:pt x="2319299" y="250107"/>
                </a:lnTo>
                <a:lnTo>
                  <a:pt x="2350037" y="248907"/>
                </a:lnTo>
                <a:lnTo>
                  <a:pt x="2380745" y="247460"/>
                </a:lnTo>
                <a:lnTo>
                  <a:pt x="2411416" y="245745"/>
                </a:lnTo>
                <a:lnTo>
                  <a:pt x="2442048" y="243716"/>
                </a:lnTo>
                <a:lnTo>
                  <a:pt x="2472604" y="241335"/>
                </a:lnTo>
                <a:lnTo>
                  <a:pt x="2503075" y="238516"/>
                </a:lnTo>
                <a:lnTo>
                  <a:pt x="2533412" y="235172"/>
                </a:lnTo>
                <a:lnTo>
                  <a:pt x="2563559" y="231210"/>
                </a:lnTo>
                <a:lnTo>
                  <a:pt x="2593410" y="226447"/>
                </a:lnTo>
                <a:lnTo>
                  <a:pt x="2622794" y="220656"/>
                </a:lnTo>
                <a:lnTo>
                  <a:pt x="2651398" y="213474"/>
                </a:lnTo>
                <a:lnTo>
                  <a:pt x="2678563" y="204368"/>
                </a:lnTo>
                <a:lnTo>
                  <a:pt x="2702843" y="192481"/>
                </a:lnTo>
                <a:lnTo>
                  <a:pt x="2720978" y="176917"/>
                </a:lnTo>
                <a:lnTo>
                  <a:pt x="2728284" y="158201"/>
                </a:lnTo>
                <a:lnTo>
                  <a:pt x="2748925" y="148476"/>
                </a:lnTo>
                <a:lnTo>
                  <a:pt x="2777909" y="141923"/>
                </a:lnTo>
                <a:lnTo>
                  <a:pt x="2806503" y="134712"/>
                </a:lnTo>
                <a:lnTo>
                  <a:pt x="2834716" y="126940"/>
                </a:lnTo>
                <a:lnTo>
                  <a:pt x="2862577" y="118662"/>
                </a:lnTo>
                <a:lnTo>
                  <a:pt x="2890066" y="109909"/>
                </a:lnTo>
                <a:lnTo>
                  <a:pt x="2917184" y="100717"/>
                </a:lnTo>
                <a:lnTo>
                  <a:pt x="2943930" y="91088"/>
                </a:lnTo>
                <a:lnTo>
                  <a:pt x="2970286" y="81048"/>
                </a:lnTo>
                <a:lnTo>
                  <a:pt x="2996241" y="70609"/>
                </a:lnTo>
                <a:lnTo>
                  <a:pt x="3021787" y="59769"/>
                </a:lnTo>
                <a:lnTo>
                  <a:pt x="3046914" y="48549"/>
                </a:lnTo>
                <a:lnTo>
                  <a:pt x="3071612" y="36947"/>
                </a:lnTo>
                <a:lnTo>
                  <a:pt x="3095863" y="24984"/>
                </a:lnTo>
                <a:lnTo>
                  <a:pt x="3119666" y="12668"/>
                </a:lnTo>
                <a:lnTo>
                  <a:pt x="3142993" y="0"/>
                </a:lnTo>
                <a:close/>
              </a:path>
            </a:pathLst>
          </a:custGeom>
          <a:solidFill xmlns:a="http://schemas.openxmlformats.org/drawingml/2006/main">
            <a:srgbClr val="7F8C9D">
              <a:alpha val="30000"/>
            </a:srgbClr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6" name="note-sheet-paper-1">
            <a:extLst xmlns:a="http://schemas.openxmlformats.org/drawingml/2006/main">
              <a:ext uri="{FF2B5EF4-FFF2-40B4-BE49-F238E27FC236}">
                <a16:creationId xmlns:a16="http://schemas.microsoft.com/office/drawing/2014/main" id="{CF7E1336-9AF1-4979-9C11-0A416C9E8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00725" y="266700"/>
            <a:ext cx="3143250" cy="1981200"/>
          </a:xfrm>
          <a:custGeom xmlns:a="http://schemas.openxmlformats.org/drawingml/2006/main">
            <a:pathLst>
              <a:path w="3143250" h="1981200">
                <a:moveTo>
                  <a:pt x="0" y="1981200"/>
                </a:moveTo>
                <a:lnTo>
                  <a:pt x="50473" y="1981200"/>
                </a:lnTo>
                <a:lnTo>
                  <a:pt x="100936" y="1981200"/>
                </a:lnTo>
                <a:lnTo>
                  <a:pt x="151409" y="1981200"/>
                </a:lnTo>
                <a:lnTo>
                  <a:pt x="201873" y="1981200"/>
                </a:lnTo>
                <a:lnTo>
                  <a:pt x="252346" y="1981200"/>
                </a:lnTo>
                <a:lnTo>
                  <a:pt x="302809" y="1981200"/>
                </a:lnTo>
                <a:lnTo>
                  <a:pt x="353282" y="1981200"/>
                </a:lnTo>
                <a:lnTo>
                  <a:pt x="403746" y="1981200"/>
                </a:lnTo>
                <a:lnTo>
                  <a:pt x="454219" y="1981200"/>
                </a:lnTo>
                <a:lnTo>
                  <a:pt x="504682" y="1981200"/>
                </a:lnTo>
                <a:lnTo>
                  <a:pt x="555155" y="1981200"/>
                </a:lnTo>
                <a:lnTo>
                  <a:pt x="605619" y="1981200"/>
                </a:lnTo>
                <a:lnTo>
                  <a:pt x="656092" y="1981200"/>
                </a:lnTo>
                <a:lnTo>
                  <a:pt x="706555" y="1981200"/>
                </a:lnTo>
                <a:lnTo>
                  <a:pt x="757028" y="1981200"/>
                </a:lnTo>
                <a:lnTo>
                  <a:pt x="807491" y="1981200"/>
                </a:lnTo>
                <a:lnTo>
                  <a:pt x="857964" y="1981200"/>
                </a:lnTo>
                <a:lnTo>
                  <a:pt x="908428" y="1981200"/>
                </a:lnTo>
                <a:lnTo>
                  <a:pt x="958901" y="1981200"/>
                </a:lnTo>
                <a:lnTo>
                  <a:pt x="1009364" y="1981200"/>
                </a:lnTo>
                <a:lnTo>
                  <a:pt x="1059837" y="1981200"/>
                </a:lnTo>
                <a:lnTo>
                  <a:pt x="1110301" y="1981200"/>
                </a:lnTo>
                <a:lnTo>
                  <a:pt x="1160774" y="1981200"/>
                </a:lnTo>
                <a:lnTo>
                  <a:pt x="1211237" y="1981200"/>
                </a:lnTo>
                <a:lnTo>
                  <a:pt x="1261710" y="1981200"/>
                </a:lnTo>
                <a:lnTo>
                  <a:pt x="1312174" y="1981200"/>
                </a:lnTo>
                <a:lnTo>
                  <a:pt x="1362647" y="1981200"/>
                </a:lnTo>
                <a:lnTo>
                  <a:pt x="1413110" y="1981200"/>
                </a:lnTo>
                <a:lnTo>
                  <a:pt x="1463583" y="1981200"/>
                </a:lnTo>
                <a:lnTo>
                  <a:pt x="1514046" y="1981200"/>
                </a:lnTo>
                <a:lnTo>
                  <a:pt x="1564519" y="1981200"/>
                </a:lnTo>
                <a:lnTo>
                  <a:pt x="1614983" y="1981200"/>
                </a:lnTo>
                <a:lnTo>
                  <a:pt x="1665456" y="1981200"/>
                </a:lnTo>
                <a:lnTo>
                  <a:pt x="1715919" y="1981200"/>
                </a:lnTo>
                <a:lnTo>
                  <a:pt x="1766392" y="1981200"/>
                </a:lnTo>
                <a:lnTo>
                  <a:pt x="1816856" y="1981200"/>
                </a:lnTo>
                <a:lnTo>
                  <a:pt x="1867329" y="1981200"/>
                </a:lnTo>
                <a:lnTo>
                  <a:pt x="1917792" y="1981200"/>
                </a:lnTo>
                <a:lnTo>
                  <a:pt x="1968265" y="1981200"/>
                </a:lnTo>
                <a:lnTo>
                  <a:pt x="2018729" y="1981200"/>
                </a:lnTo>
                <a:lnTo>
                  <a:pt x="2069201" y="1981200"/>
                </a:lnTo>
                <a:lnTo>
                  <a:pt x="2119170" y="1977619"/>
                </a:lnTo>
                <a:lnTo>
                  <a:pt x="2168862" y="1972056"/>
                </a:lnTo>
                <a:lnTo>
                  <a:pt x="2218553" y="1966503"/>
                </a:lnTo>
                <a:lnTo>
                  <a:pt x="2268245" y="1960940"/>
                </a:lnTo>
                <a:lnTo>
                  <a:pt x="2317937" y="1955387"/>
                </a:lnTo>
                <a:lnTo>
                  <a:pt x="2367629" y="1949834"/>
                </a:lnTo>
                <a:lnTo>
                  <a:pt x="2417321" y="1944272"/>
                </a:lnTo>
                <a:lnTo>
                  <a:pt x="2467013" y="1938719"/>
                </a:lnTo>
                <a:lnTo>
                  <a:pt x="2504942" y="1919259"/>
                </a:lnTo>
                <a:lnTo>
                  <a:pt x="2539965" y="1896351"/>
                </a:lnTo>
                <a:lnTo>
                  <a:pt x="2574988" y="1873444"/>
                </a:lnTo>
                <a:lnTo>
                  <a:pt x="2610002" y="1850536"/>
                </a:lnTo>
                <a:lnTo>
                  <a:pt x="2645026" y="1827628"/>
                </a:lnTo>
                <a:lnTo>
                  <a:pt x="2680040" y="1804730"/>
                </a:lnTo>
                <a:lnTo>
                  <a:pt x="2715063" y="1781823"/>
                </a:lnTo>
                <a:lnTo>
                  <a:pt x="2750087" y="1758915"/>
                </a:lnTo>
                <a:lnTo>
                  <a:pt x="2785100" y="1736007"/>
                </a:lnTo>
                <a:lnTo>
                  <a:pt x="2820124" y="1713100"/>
                </a:lnTo>
                <a:lnTo>
                  <a:pt x="2855138" y="1690202"/>
                </a:lnTo>
                <a:lnTo>
                  <a:pt x="2890161" y="1667294"/>
                </a:lnTo>
                <a:lnTo>
                  <a:pt x="2925185" y="1644386"/>
                </a:lnTo>
                <a:lnTo>
                  <a:pt x="2960199" y="1621479"/>
                </a:lnTo>
                <a:lnTo>
                  <a:pt x="2995222" y="1598571"/>
                </a:lnTo>
                <a:lnTo>
                  <a:pt x="3030236" y="1575664"/>
                </a:lnTo>
                <a:lnTo>
                  <a:pt x="3065259" y="1552766"/>
                </a:lnTo>
                <a:lnTo>
                  <a:pt x="3100283" y="1529858"/>
                </a:lnTo>
                <a:lnTo>
                  <a:pt x="3135297" y="1506950"/>
                </a:lnTo>
                <a:lnTo>
                  <a:pt x="3143250" y="1477166"/>
                </a:lnTo>
                <a:lnTo>
                  <a:pt x="3143250" y="1445352"/>
                </a:lnTo>
                <a:lnTo>
                  <a:pt x="3143250" y="1413539"/>
                </a:lnTo>
                <a:lnTo>
                  <a:pt x="3143250" y="1381735"/>
                </a:lnTo>
                <a:lnTo>
                  <a:pt x="3143250" y="1349921"/>
                </a:lnTo>
                <a:lnTo>
                  <a:pt x="3143250" y="1318108"/>
                </a:lnTo>
                <a:lnTo>
                  <a:pt x="3143250" y="1286304"/>
                </a:lnTo>
                <a:lnTo>
                  <a:pt x="3143250" y="1254490"/>
                </a:lnTo>
                <a:lnTo>
                  <a:pt x="3143250" y="1222677"/>
                </a:lnTo>
                <a:lnTo>
                  <a:pt x="3143250" y="1190873"/>
                </a:lnTo>
                <a:lnTo>
                  <a:pt x="3143250" y="1159059"/>
                </a:lnTo>
                <a:lnTo>
                  <a:pt x="3143250" y="1127246"/>
                </a:lnTo>
                <a:lnTo>
                  <a:pt x="3143250" y="1095442"/>
                </a:lnTo>
                <a:lnTo>
                  <a:pt x="3143250" y="1063628"/>
                </a:lnTo>
                <a:lnTo>
                  <a:pt x="3143250" y="1031815"/>
                </a:lnTo>
                <a:lnTo>
                  <a:pt x="3143250" y="1000011"/>
                </a:lnTo>
                <a:lnTo>
                  <a:pt x="3143250" y="968197"/>
                </a:lnTo>
                <a:lnTo>
                  <a:pt x="3143250" y="936384"/>
                </a:lnTo>
                <a:lnTo>
                  <a:pt x="3143250" y="904580"/>
                </a:lnTo>
                <a:lnTo>
                  <a:pt x="3143250" y="872766"/>
                </a:lnTo>
                <a:lnTo>
                  <a:pt x="3143250" y="840953"/>
                </a:lnTo>
                <a:lnTo>
                  <a:pt x="3143250" y="809149"/>
                </a:lnTo>
                <a:lnTo>
                  <a:pt x="3143250" y="777335"/>
                </a:lnTo>
                <a:lnTo>
                  <a:pt x="3143250" y="745522"/>
                </a:lnTo>
                <a:lnTo>
                  <a:pt x="3143250" y="713718"/>
                </a:lnTo>
                <a:lnTo>
                  <a:pt x="3143250" y="681904"/>
                </a:lnTo>
                <a:lnTo>
                  <a:pt x="3143250" y="650091"/>
                </a:lnTo>
                <a:lnTo>
                  <a:pt x="3143250" y="618287"/>
                </a:lnTo>
                <a:lnTo>
                  <a:pt x="3143250" y="586473"/>
                </a:lnTo>
                <a:lnTo>
                  <a:pt x="3143250" y="554660"/>
                </a:lnTo>
                <a:lnTo>
                  <a:pt x="3143250" y="522856"/>
                </a:lnTo>
                <a:lnTo>
                  <a:pt x="3143250" y="491042"/>
                </a:lnTo>
                <a:lnTo>
                  <a:pt x="3143250" y="459229"/>
                </a:lnTo>
                <a:lnTo>
                  <a:pt x="3143250" y="427425"/>
                </a:lnTo>
                <a:lnTo>
                  <a:pt x="3143250" y="395611"/>
                </a:lnTo>
                <a:lnTo>
                  <a:pt x="3143250" y="363798"/>
                </a:lnTo>
                <a:lnTo>
                  <a:pt x="3143250" y="331994"/>
                </a:lnTo>
                <a:lnTo>
                  <a:pt x="3143250" y="300180"/>
                </a:lnTo>
                <a:lnTo>
                  <a:pt x="3143250" y="268367"/>
                </a:lnTo>
                <a:lnTo>
                  <a:pt x="3143250" y="236563"/>
                </a:lnTo>
                <a:lnTo>
                  <a:pt x="3143250" y="204749"/>
                </a:lnTo>
                <a:lnTo>
                  <a:pt x="3143250" y="172936"/>
                </a:lnTo>
                <a:lnTo>
                  <a:pt x="3143250" y="141132"/>
                </a:lnTo>
                <a:lnTo>
                  <a:pt x="3143250" y="109318"/>
                </a:lnTo>
                <a:lnTo>
                  <a:pt x="3143250" y="77505"/>
                </a:lnTo>
                <a:lnTo>
                  <a:pt x="3143250" y="45701"/>
                </a:lnTo>
                <a:lnTo>
                  <a:pt x="3143250" y="13887"/>
                </a:lnTo>
                <a:lnTo>
                  <a:pt x="3114818" y="0"/>
                </a:lnTo>
                <a:lnTo>
                  <a:pt x="3064345" y="0"/>
                </a:lnTo>
                <a:lnTo>
                  <a:pt x="3013881" y="0"/>
                </a:lnTo>
                <a:lnTo>
                  <a:pt x="2963408" y="0"/>
                </a:lnTo>
                <a:lnTo>
                  <a:pt x="2912945" y="0"/>
                </a:lnTo>
                <a:lnTo>
                  <a:pt x="2862472" y="0"/>
                </a:lnTo>
                <a:lnTo>
                  <a:pt x="2812009" y="0"/>
                </a:lnTo>
                <a:lnTo>
                  <a:pt x="2761536" y="0"/>
                </a:lnTo>
                <a:lnTo>
                  <a:pt x="2711072" y="0"/>
                </a:lnTo>
                <a:lnTo>
                  <a:pt x="2660599" y="0"/>
                </a:lnTo>
                <a:lnTo>
                  <a:pt x="2610136" y="0"/>
                </a:lnTo>
                <a:lnTo>
                  <a:pt x="2559663" y="0"/>
                </a:lnTo>
                <a:lnTo>
                  <a:pt x="2509199" y="0"/>
                </a:lnTo>
                <a:lnTo>
                  <a:pt x="2458726" y="0"/>
                </a:lnTo>
                <a:lnTo>
                  <a:pt x="2408263" y="0"/>
                </a:lnTo>
                <a:lnTo>
                  <a:pt x="2357790" y="0"/>
                </a:lnTo>
                <a:lnTo>
                  <a:pt x="2307326" y="0"/>
                </a:lnTo>
                <a:lnTo>
                  <a:pt x="2256854" y="0"/>
                </a:lnTo>
                <a:lnTo>
                  <a:pt x="2206390" y="0"/>
                </a:lnTo>
                <a:lnTo>
                  <a:pt x="2155917" y="0"/>
                </a:lnTo>
                <a:lnTo>
                  <a:pt x="2105454" y="0"/>
                </a:lnTo>
                <a:lnTo>
                  <a:pt x="2054981" y="0"/>
                </a:lnTo>
                <a:lnTo>
                  <a:pt x="2004517" y="0"/>
                </a:lnTo>
                <a:lnTo>
                  <a:pt x="1954044" y="0"/>
                </a:lnTo>
                <a:lnTo>
                  <a:pt x="1903581" y="0"/>
                </a:lnTo>
                <a:lnTo>
                  <a:pt x="1853108" y="0"/>
                </a:lnTo>
                <a:lnTo>
                  <a:pt x="1802644" y="0"/>
                </a:lnTo>
                <a:lnTo>
                  <a:pt x="1752171" y="0"/>
                </a:lnTo>
                <a:lnTo>
                  <a:pt x="1701708" y="0"/>
                </a:lnTo>
                <a:lnTo>
                  <a:pt x="1651235" y="0"/>
                </a:lnTo>
                <a:lnTo>
                  <a:pt x="1600772" y="0"/>
                </a:lnTo>
                <a:lnTo>
                  <a:pt x="1550299" y="0"/>
                </a:lnTo>
                <a:lnTo>
                  <a:pt x="1499835" y="0"/>
                </a:lnTo>
                <a:lnTo>
                  <a:pt x="1449362" y="0"/>
                </a:lnTo>
                <a:lnTo>
                  <a:pt x="1398899" y="0"/>
                </a:lnTo>
                <a:lnTo>
                  <a:pt x="1348426" y="0"/>
                </a:lnTo>
                <a:lnTo>
                  <a:pt x="1297962" y="0"/>
                </a:lnTo>
                <a:lnTo>
                  <a:pt x="1247489" y="0"/>
                </a:lnTo>
                <a:lnTo>
                  <a:pt x="1197026" y="0"/>
                </a:lnTo>
                <a:lnTo>
                  <a:pt x="1146553" y="0"/>
                </a:lnTo>
                <a:lnTo>
                  <a:pt x="1096089" y="0"/>
                </a:lnTo>
                <a:lnTo>
                  <a:pt x="1045616" y="0"/>
                </a:lnTo>
                <a:lnTo>
                  <a:pt x="995143" y="0"/>
                </a:lnTo>
                <a:lnTo>
                  <a:pt x="944680" y="0"/>
                </a:lnTo>
                <a:lnTo>
                  <a:pt x="894207" y="0"/>
                </a:lnTo>
                <a:lnTo>
                  <a:pt x="843744" y="0"/>
                </a:lnTo>
                <a:lnTo>
                  <a:pt x="793280" y="0"/>
                </a:lnTo>
                <a:lnTo>
                  <a:pt x="742807" y="0"/>
                </a:lnTo>
                <a:lnTo>
                  <a:pt x="692334" y="0"/>
                </a:lnTo>
                <a:lnTo>
                  <a:pt x="641871" y="0"/>
                </a:lnTo>
                <a:lnTo>
                  <a:pt x="591398" y="0"/>
                </a:lnTo>
                <a:lnTo>
                  <a:pt x="540934" y="0"/>
                </a:lnTo>
                <a:lnTo>
                  <a:pt x="490461" y="0"/>
                </a:lnTo>
                <a:lnTo>
                  <a:pt x="439998" y="0"/>
                </a:lnTo>
                <a:lnTo>
                  <a:pt x="389525" y="0"/>
                </a:lnTo>
                <a:lnTo>
                  <a:pt x="339061" y="0"/>
                </a:lnTo>
                <a:lnTo>
                  <a:pt x="288588" y="0"/>
                </a:lnTo>
                <a:lnTo>
                  <a:pt x="238125" y="0"/>
                </a:lnTo>
                <a:lnTo>
                  <a:pt x="187652" y="0"/>
                </a:lnTo>
                <a:lnTo>
                  <a:pt x="137189" y="0"/>
                </a:lnTo>
                <a:lnTo>
                  <a:pt x="86716" y="0"/>
                </a:lnTo>
                <a:lnTo>
                  <a:pt x="36252" y="0"/>
                </a:lnTo>
                <a:lnTo>
                  <a:pt x="0" y="8963"/>
                </a:lnTo>
                <a:lnTo>
                  <a:pt x="0" y="40767"/>
                </a:lnTo>
                <a:lnTo>
                  <a:pt x="0" y="72581"/>
                </a:lnTo>
                <a:lnTo>
                  <a:pt x="0" y="104394"/>
                </a:lnTo>
                <a:lnTo>
                  <a:pt x="0" y="136198"/>
                </a:lnTo>
                <a:lnTo>
                  <a:pt x="0" y="168011"/>
                </a:lnTo>
                <a:lnTo>
                  <a:pt x="0" y="199825"/>
                </a:lnTo>
                <a:lnTo>
                  <a:pt x="0" y="231629"/>
                </a:lnTo>
                <a:lnTo>
                  <a:pt x="0" y="263442"/>
                </a:lnTo>
                <a:lnTo>
                  <a:pt x="0" y="295256"/>
                </a:lnTo>
                <a:lnTo>
                  <a:pt x="0" y="327060"/>
                </a:lnTo>
                <a:lnTo>
                  <a:pt x="0" y="358873"/>
                </a:lnTo>
                <a:lnTo>
                  <a:pt x="0" y="390687"/>
                </a:lnTo>
                <a:lnTo>
                  <a:pt x="0" y="422491"/>
                </a:lnTo>
                <a:lnTo>
                  <a:pt x="0" y="454304"/>
                </a:lnTo>
                <a:lnTo>
                  <a:pt x="0" y="486118"/>
                </a:lnTo>
                <a:lnTo>
                  <a:pt x="0" y="517922"/>
                </a:lnTo>
                <a:lnTo>
                  <a:pt x="0" y="549735"/>
                </a:lnTo>
                <a:lnTo>
                  <a:pt x="0" y="581549"/>
                </a:lnTo>
                <a:lnTo>
                  <a:pt x="0" y="613353"/>
                </a:lnTo>
                <a:lnTo>
                  <a:pt x="0" y="645166"/>
                </a:lnTo>
                <a:lnTo>
                  <a:pt x="0" y="676980"/>
                </a:lnTo>
                <a:lnTo>
                  <a:pt x="0" y="708784"/>
                </a:lnTo>
                <a:lnTo>
                  <a:pt x="0" y="740597"/>
                </a:lnTo>
                <a:lnTo>
                  <a:pt x="0" y="772411"/>
                </a:lnTo>
                <a:lnTo>
                  <a:pt x="0" y="804215"/>
                </a:lnTo>
                <a:lnTo>
                  <a:pt x="0" y="836028"/>
                </a:lnTo>
                <a:lnTo>
                  <a:pt x="0" y="867842"/>
                </a:lnTo>
                <a:lnTo>
                  <a:pt x="0" y="899646"/>
                </a:lnTo>
                <a:lnTo>
                  <a:pt x="0" y="931459"/>
                </a:lnTo>
                <a:lnTo>
                  <a:pt x="0" y="963273"/>
                </a:lnTo>
                <a:lnTo>
                  <a:pt x="0" y="995077"/>
                </a:lnTo>
                <a:lnTo>
                  <a:pt x="0" y="1026890"/>
                </a:lnTo>
                <a:lnTo>
                  <a:pt x="0" y="1058704"/>
                </a:lnTo>
                <a:lnTo>
                  <a:pt x="0" y="1090508"/>
                </a:lnTo>
                <a:lnTo>
                  <a:pt x="0" y="1122321"/>
                </a:lnTo>
                <a:lnTo>
                  <a:pt x="0" y="1154135"/>
                </a:lnTo>
                <a:lnTo>
                  <a:pt x="0" y="1185939"/>
                </a:lnTo>
                <a:lnTo>
                  <a:pt x="0" y="1217752"/>
                </a:lnTo>
                <a:lnTo>
                  <a:pt x="0" y="1249566"/>
                </a:lnTo>
                <a:lnTo>
                  <a:pt x="0" y="1281370"/>
                </a:lnTo>
                <a:lnTo>
                  <a:pt x="0" y="1313183"/>
                </a:lnTo>
                <a:lnTo>
                  <a:pt x="0" y="1344997"/>
                </a:lnTo>
                <a:lnTo>
                  <a:pt x="0" y="1376801"/>
                </a:lnTo>
                <a:lnTo>
                  <a:pt x="0" y="1408614"/>
                </a:lnTo>
                <a:lnTo>
                  <a:pt x="0" y="1440428"/>
                </a:lnTo>
                <a:lnTo>
                  <a:pt x="0" y="1472232"/>
                </a:lnTo>
                <a:lnTo>
                  <a:pt x="0" y="1504045"/>
                </a:lnTo>
                <a:lnTo>
                  <a:pt x="0" y="1535859"/>
                </a:lnTo>
                <a:lnTo>
                  <a:pt x="0" y="1567663"/>
                </a:lnTo>
                <a:lnTo>
                  <a:pt x="0" y="1599476"/>
                </a:lnTo>
                <a:lnTo>
                  <a:pt x="0" y="1631290"/>
                </a:lnTo>
                <a:lnTo>
                  <a:pt x="0" y="1663094"/>
                </a:lnTo>
                <a:lnTo>
                  <a:pt x="0" y="1694907"/>
                </a:lnTo>
                <a:lnTo>
                  <a:pt x="0" y="1726721"/>
                </a:lnTo>
                <a:lnTo>
                  <a:pt x="0" y="1758525"/>
                </a:lnTo>
                <a:lnTo>
                  <a:pt x="0" y="1790338"/>
                </a:lnTo>
                <a:lnTo>
                  <a:pt x="0" y="1822152"/>
                </a:lnTo>
                <a:lnTo>
                  <a:pt x="0" y="1853956"/>
                </a:lnTo>
                <a:lnTo>
                  <a:pt x="0" y="1885769"/>
                </a:lnTo>
                <a:lnTo>
                  <a:pt x="0" y="1917583"/>
                </a:lnTo>
                <a:lnTo>
                  <a:pt x="0" y="1949387"/>
                </a:lnTo>
                <a:lnTo>
                  <a:pt x="0" y="198120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1E6EC"/>
            </a:solidFill>
            <a:prstDash val="solid"/>
          </a:ln>
        </p:spPr>
      </p:sp>
      <p:sp>
        <p:nvSpPr>
          <p:cNvPr id="7" name="note-sheet-header-1">
            <a:extLst xmlns:a="http://schemas.openxmlformats.org/drawingml/2006/main">
              <a:ext uri="{FF2B5EF4-FFF2-40B4-BE49-F238E27FC236}">
                <a16:creationId xmlns:a16="http://schemas.microsoft.com/office/drawing/2014/main" id="{EF455D0E-B903-4D3A-AC3D-82B4842F4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00725" y="266700"/>
            <a:ext cx="3143250" cy="34076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7CAB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8" name="note-sheet-fold-1">
            <a:extLst xmlns:a="http://schemas.openxmlformats.org/drawingml/2006/main">
              <a:ext uri="{FF2B5EF4-FFF2-40B4-BE49-F238E27FC236}">
                <a16:creationId xmlns:a16="http://schemas.microsoft.com/office/drawing/2014/main" id="{13C896F7-EEFC-4632-80EB-F7B09FF01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85906" y="1768450"/>
            <a:ext cx="1158069" cy="479822"/>
          </a:xfrm>
          <a:custGeom xmlns:a="http://schemas.openxmlformats.org/drawingml/2006/main">
            <a:pathLst>
              <a:path w="1158069" h="479822">
                <a:moveTo>
                  <a:pt x="1158069" y="0"/>
                </a:moveTo>
                <a:lnTo>
                  <a:pt x="1156687" y="7963"/>
                </a:lnTo>
                <a:lnTo>
                  <a:pt x="1154878" y="15888"/>
                </a:lnTo>
                <a:lnTo>
                  <a:pt x="1152773" y="23774"/>
                </a:lnTo>
                <a:lnTo>
                  <a:pt x="1150391" y="31642"/>
                </a:lnTo>
                <a:lnTo>
                  <a:pt x="1147772" y="39481"/>
                </a:lnTo>
                <a:lnTo>
                  <a:pt x="1144924" y="47282"/>
                </a:lnTo>
                <a:lnTo>
                  <a:pt x="1141857" y="55055"/>
                </a:lnTo>
                <a:lnTo>
                  <a:pt x="1138590" y="62789"/>
                </a:lnTo>
                <a:lnTo>
                  <a:pt x="1135113" y="70485"/>
                </a:lnTo>
                <a:lnTo>
                  <a:pt x="1131446" y="78153"/>
                </a:lnTo>
                <a:lnTo>
                  <a:pt x="1127579" y="85782"/>
                </a:lnTo>
                <a:lnTo>
                  <a:pt x="1123521" y="93364"/>
                </a:lnTo>
                <a:lnTo>
                  <a:pt x="1119283" y="100917"/>
                </a:lnTo>
                <a:lnTo>
                  <a:pt x="1114854" y="108423"/>
                </a:lnTo>
                <a:lnTo>
                  <a:pt x="1110244" y="115881"/>
                </a:lnTo>
                <a:lnTo>
                  <a:pt x="1105452" y="123292"/>
                </a:lnTo>
                <a:lnTo>
                  <a:pt x="1100480" y="130664"/>
                </a:lnTo>
                <a:lnTo>
                  <a:pt x="1095327" y="137979"/>
                </a:lnTo>
                <a:lnTo>
                  <a:pt x="1090003" y="145247"/>
                </a:lnTo>
                <a:lnTo>
                  <a:pt x="1084497" y="152467"/>
                </a:lnTo>
                <a:lnTo>
                  <a:pt x="1078821" y="159629"/>
                </a:lnTo>
                <a:lnTo>
                  <a:pt x="1072972" y="166735"/>
                </a:lnTo>
                <a:lnTo>
                  <a:pt x="1066943" y="173784"/>
                </a:lnTo>
                <a:lnTo>
                  <a:pt x="1060752" y="180775"/>
                </a:lnTo>
                <a:lnTo>
                  <a:pt x="1054389" y="187700"/>
                </a:lnTo>
                <a:lnTo>
                  <a:pt x="1047864" y="194567"/>
                </a:lnTo>
                <a:lnTo>
                  <a:pt x="1041159" y="201368"/>
                </a:lnTo>
                <a:lnTo>
                  <a:pt x="1034301" y="208112"/>
                </a:lnTo>
                <a:lnTo>
                  <a:pt x="1027271" y="214779"/>
                </a:lnTo>
                <a:lnTo>
                  <a:pt x="1020080" y="221380"/>
                </a:lnTo>
                <a:lnTo>
                  <a:pt x="1012727" y="227914"/>
                </a:lnTo>
                <a:lnTo>
                  <a:pt x="1005221" y="234372"/>
                </a:lnTo>
                <a:lnTo>
                  <a:pt x="997553" y="240754"/>
                </a:lnTo>
                <a:lnTo>
                  <a:pt x="989733" y="247059"/>
                </a:lnTo>
                <a:lnTo>
                  <a:pt x="981751" y="253289"/>
                </a:lnTo>
                <a:lnTo>
                  <a:pt x="973626" y="259442"/>
                </a:lnTo>
                <a:lnTo>
                  <a:pt x="965349" y="265519"/>
                </a:lnTo>
                <a:lnTo>
                  <a:pt x="956920" y="271510"/>
                </a:lnTo>
                <a:lnTo>
                  <a:pt x="948357" y="277416"/>
                </a:lnTo>
                <a:lnTo>
                  <a:pt x="939641" y="283245"/>
                </a:lnTo>
                <a:lnTo>
                  <a:pt x="930783" y="288989"/>
                </a:lnTo>
                <a:lnTo>
                  <a:pt x="921801" y="294646"/>
                </a:lnTo>
                <a:lnTo>
                  <a:pt x="912666" y="300209"/>
                </a:lnTo>
                <a:lnTo>
                  <a:pt x="903408" y="305695"/>
                </a:lnTo>
                <a:lnTo>
                  <a:pt x="894026" y="311086"/>
                </a:lnTo>
                <a:lnTo>
                  <a:pt x="884501" y="316392"/>
                </a:lnTo>
                <a:lnTo>
                  <a:pt x="874862" y="321602"/>
                </a:lnTo>
                <a:lnTo>
                  <a:pt x="865099" y="326727"/>
                </a:lnTo>
                <a:lnTo>
                  <a:pt x="855221" y="331756"/>
                </a:lnTo>
                <a:lnTo>
                  <a:pt x="845220" y="336699"/>
                </a:lnTo>
                <a:lnTo>
                  <a:pt x="835114" y="341538"/>
                </a:lnTo>
                <a:lnTo>
                  <a:pt x="824894" y="346300"/>
                </a:lnTo>
                <a:lnTo>
                  <a:pt x="814568" y="350958"/>
                </a:lnTo>
                <a:lnTo>
                  <a:pt x="804139" y="355530"/>
                </a:lnTo>
                <a:lnTo>
                  <a:pt x="793604" y="359997"/>
                </a:lnTo>
                <a:lnTo>
                  <a:pt x="782974" y="364388"/>
                </a:lnTo>
                <a:lnTo>
                  <a:pt x="772239" y="368675"/>
                </a:lnTo>
                <a:lnTo>
                  <a:pt x="761429" y="372875"/>
                </a:lnTo>
                <a:lnTo>
                  <a:pt x="750513" y="376971"/>
                </a:lnTo>
                <a:lnTo>
                  <a:pt x="739521" y="380981"/>
                </a:lnTo>
                <a:lnTo>
                  <a:pt x="728443" y="384905"/>
                </a:lnTo>
                <a:lnTo>
                  <a:pt x="717290" y="388725"/>
                </a:lnTo>
                <a:lnTo>
                  <a:pt x="706050" y="392459"/>
                </a:lnTo>
                <a:lnTo>
                  <a:pt x="694734" y="396107"/>
                </a:lnTo>
                <a:lnTo>
                  <a:pt x="683352" y="399659"/>
                </a:lnTo>
                <a:lnTo>
                  <a:pt x="671903" y="403117"/>
                </a:lnTo>
                <a:lnTo>
                  <a:pt x="660378" y="406489"/>
                </a:lnTo>
                <a:lnTo>
                  <a:pt x="648795" y="409775"/>
                </a:lnTo>
                <a:lnTo>
                  <a:pt x="637146" y="412966"/>
                </a:lnTo>
                <a:lnTo>
                  <a:pt x="625440" y="416071"/>
                </a:lnTo>
                <a:lnTo>
                  <a:pt x="613677" y="419100"/>
                </a:lnTo>
                <a:lnTo>
                  <a:pt x="601856" y="422034"/>
                </a:lnTo>
                <a:lnTo>
                  <a:pt x="589988" y="424882"/>
                </a:lnTo>
                <a:lnTo>
                  <a:pt x="578063" y="427644"/>
                </a:lnTo>
                <a:lnTo>
                  <a:pt x="566090" y="430330"/>
                </a:lnTo>
                <a:lnTo>
                  <a:pt x="554079" y="432921"/>
                </a:lnTo>
                <a:lnTo>
                  <a:pt x="542020" y="435445"/>
                </a:lnTo>
                <a:lnTo>
                  <a:pt x="529923" y="437874"/>
                </a:lnTo>
                <a:lnTo>
                  <a:pt x="517779" y="440236"/>
                </a:lnTo>
                <a:lnTo>
                  <a:pt x="505597" y="442512"/>
                </a:lnTo>
                <a:lnTo>
                  <a:pt x="493385" y="444703"/>
                </a:lnTo>
                <a:lnTo>
                  <a:pt x="481136" y="446827"/>
                </a:lnTo>
                <a:lnTo>
                  <a:pt x="468859" y="448875"/>
                </a:lnTo>
                <a:lnTo>
                  <a:pt x="456543" y="450847"/>
                </a:lnTo>
                <a:lnTo>
                  <a:pt x="444208" y="452742"/>
                </a:lnTo>
                <a:lnTo>
                  <a:pt x="431835" y="454562"/>
                </a:lnTo>
                <a:lnTo>
                  <a:pt x="419443" y="456314"/>
                </a:lnTo>
                <a:lnTo>
                  <a:pt x="407022" y="457991"/>
                </a:lnTo>
                <a:lnTo>
                  <a:pt x="394573" y="459600"/>
                </a:lnTo>
                <a:lnTo>
                  <a:pt x="382105" y="461143"/>
                </a:lnTo>
                <a:lnTo>
                  <a:pt x="369627" y="462610"/>
                </a:lnTo>
                <a:lnTo>
                  <a:pt x="357121" y="464020"/>
                </a:lnTo>
                <a:lnTo>
                  <a:pt x="344595" y="465353"/>
                </a:lnTo>
                <a:lnTo>
                  <a:pt x="332051" y="466630"/>
                </a:lnTo>
                <a:lnTo>
                  <a:pt x="319497" y="467830"/>
                </a:lnTo>
                <a:lnTo>
                  <a:pt x="306924" y="468973"/>
                </a:lnTo>
                <a:lnTo>
                  <a:pt x="294332" y="470059"/>
                </a:lnTo>
                <a:lnTo>
                  <a:pt x="281730" y="471078"/>
                </a:lnTo>
                <a:lnTo>
                  <a:pt x="269119" y="472030"/>
                </a:lnTo>
                <a:lnTo>
                  <a:pt x="256499" y="472935"/>
                </a:lnTo>
                <a:lnTo>
                  <a:pt x="243869" y="473774"/>
                </a:lnTo>
                <a:lnTo>
                  <a:pt x="231229" y="474555"/>
                </a:lnTo>
                <a:lnTo>
                  <a:pt x="218570" y="475278"/>
                </a:lnTo>
                <a:lnTo>
                  <a:pt x="205911" y="475936"/>
                </a:lnTo>
                <a:lnTo>
                  <a:pt x="193253" y="476545"/>
                </a:lnTo>
                <a:lnTo>
                  <a:pt x="180575" y="477107"/>
                </a:lnTo>
                <a:lnTo>
                  <a:pt x="167897" y="477612"/>
                </a:lnTo>
                <a:lnTo>
                  <a:pt x="155219" y="478060"/>
                </a:lnTo>
                <a:lnTo>
                  <a:pt x="142532" y="478450"/>
                </a:lnTo>
                <a:lnTo>
                  <a:pt x="129835" y="478793"/>
                </a:lnTo>
                <a:lnTo>
                  <a:pt x="117148" y="479088"/>
                </a:lnTo>
                <a:lnTo>
                  <a:pt x="104451" y="479327"/>
                </a:lnTo>
                <a:lnTo>
                  <a:pt x="91745" y="479527"/>
                </a:lnTo>
                <a:lnTo>
                  <a:pt x="79048" y="479669"/>
                </a:lnTo>
                <a:lnTo>
                  <a:pt x="66351" y="479765"/>
                </a:lnTo>
                <a:lnTo>
                  <a:pt x="53645" y="479812"/>
                </a:lnTo>
                <a:lnTo>
                  <a:pt x="40938" y="479822"/>
                </a:lnTo>
                <a:lnTo>
                  <a:pt x="28242" y="479774"/>
                </a:lnTo>
                <a:lnTo>
                  <a:pt x="15535" y="479689"/>
                </a:lnTo>
                <a:lnTo>
                  <a:pt x="2838" y="479555"/>
                </a:lnTo>
                <a:lnTo>
                  <a:pt x="0" y="479422"/>
                </a:lnTo>
                <a:lnTo>
                  <a:pt x="12697" y="479222"/>
                </a:lnTo>
                <a:lnTo>
                  <a:pt x="25394" y="478888"/>
                </a:lnTo>
                <a:lnTo>
                  <a:pt x="38071" y="478450"/>
                </a:lnTo>
                <a:lnTo>
                  <a:pt x="50749" y="477917"/>
                </a:lnTo>
                <a:lnTo>
                  <a:pt x="63408" y="477288"/>
                </a:lnTo>
                <a:lnTo>
                  <a:pt x="76067" y="476574"/>
                </a:lnTo>
                <a:lnTo>
                  <a:pt x="88706" y="475774"/>
                </a:lnTo>
                <a:lnTo>
                  <a:pt x="101327" y="474888"/>
                </a:lnTo>
                <a:lnTo>
                  <a:pt x="113938" y="473916"/>
                </a:lnTo>
                <a:lnTo>
                  <a:pt x="126530" y="472869"/>
                </a:lnTo>
                <a:lnTo>
                  <a:pt x="139103" y="471726"/>
                </a:lnTo>
                <a:lnTo>
                  <a:pt x="151657" y="470506"/>
                </a:lnTo>
                <a:lnTo>
                  <a:pt x="164192" y="469202"/>
                </a:lnTo>
                <a:lnTo>
                  <a:pt x="176698" y="467811"/>
                </a:lnTo>
                <a:lnTo>
                  <a:pt x="189186" y="466325"/>
                </a:lnTo>
                <a:lnTo>
                  <a:pt x="201635" y="464753"/>
                </a:lnTo>
                <a:lnTo>
                  <a:pt x="214065" y="463096"/>
                </a:lnTo>
                <a:lnTo>
                  <a:pt x="226457" y="461343"/>
                </a:lnTo>
                <a:lnTo>
                  <a:pt x="238820" y="459496"/>
                </a:lnTo>
                <a:lnTo>
                  <a:pt x="251146" y="457552"/>
                </a:lnTo>
                <a:lnTo>
                  <a:pt x="263423" y="455514"/>
                </a:lnTo>
                <a:lnTo>
                  <a:pt x="275663" y="453371"/>
                </a:lnTo>
                <a:lnTo>
                  <a:pt x="287855" y="451133"/>
                </a:lnTo>
                <a:lnTo>
                  <a:pt x="299999" y="448780"/>
                </a:lnTo>
                <a:lnTo>
                  <a:pt x="312096" y="446322"/>
                </a:lnTo>
                <a:lnTo>
                  <a:pt x="324126" y="443751"/>
                </a:lnTo>
                <a:lnTo>
                  <a:pt x="336090" y="441074"/>
                </a:lnTo>
                <a:lnTo>
                  <a:pt x="347996" y="438274"/>
                </a:lnTo>
                <a:lnTo>
                  <a:pt x="359826" y="435359"/>
                </a:lnTo>
                <a:lnTo>
                  <a:pt x="371570" y="432321"/>
                </a:lnTo>
                <a:lnTo>
                  <a:pt x="383238" y="429149"/>
                </a:lnTo>
                <a:lnTo>
                  <a:pt x="394811" y="425853"/>
                </a:lnTo>
                <a:lnTo>
                  <a:pt x="406289" y="422424"/>
                </a:lnTo>
                <a:lnTo>
                  <a:pt x="417662" y="418852"/>
                </a:lnTo>
                <a:lnTo>
                  <a:pt x="428920" y="415147"/>
                </a:lnTo>
                <a:lnTo>
                  <a:pt x="440065" y="411299"/>
                </a:lnTo>
                <a:lnTo>
                  <a:pt x="451066" y="407299"/>
                </a:lnTo>
                <a:lnTo>
                  <a:pt x="461924" y="403146"/>
                </a:lnTo>
                <a:lnTo>
                  <a:pt x="472640" y="398840"/>
                </a:lnTo>
                <a:lnTo>
                  <a:pt x="483184" y="394383"/>
                </a:lnTo>
                <a:lnTo>
                  <a:pt x="493557" y="389763"/>
                </a:lnTo>
                <a:lnTo>
                  <a:pt x="503749" y="384972"/>
                </a:lnTo>
                <a:lnTo>
                  <a:pt x="513731" y="380028"/>
                </a:lnTo>
                <a:lnTo>
                  <a:pt x="523494" y="374904"/>
                </a:lnTo>
                <a:lnTo>
                  <a:pt x="533038" y="369627"/>
                </a:lnTo>
                <a:lnTo>
                  <a:pt x="542334" y="364169"/>
                </a:lnTo>
                <a:lnTo>
                  <a:pt x="551374" y="358540"/>
                </a:lnTo>
                <a:lnTo>
                  <a:pt x="560146" y="352749"/>
                </a:lnTo>
                <a:lnTo>
                  <a:pt x="568623" y="346786"/>
                </a:lnTo>
                <a:lnTo>
                  <a:pt x="576796" y="340662"/>
                </a:lnTo>
                <a:lnTo>
                  <a:pt x="584645" y="334366"/>
                </a:lnTo>
                <a:lnTo>
                  <a:pt x="592169" y="327917"/>
                </a:lnTo>
                <a:lnTo>
                  <a:pt x="599351" y="321307"/>
                </a:lnTo>
                <a:lnTo>
                  <a:pt x="606171" y="314554"/>
                </a:lnTo>
                <a:lnTo>
                  <a:pt x="612619" y="307658"/>
                </a:lnTo>
                <a:lnTo>
                  <a:pt x="618696" y="300628"/>
                </a:lnTo>
                <a:lnTo>
                  <a:pt x="624383" y="293465"/>
                </a:lnTo>
                <a:lnTo>
                  <a:pt x="629679" y="286188"/>
                </a:lnTo>
                <a:lnTo>
                  <a:pt x="634575" y="278806"/>
                </a:lnTo>
                <a:lnTo>
                  <a:pt x="639080" y="271320"/>
                </a:lnTo>
                <a:lnTo>
                  <a:pt x="643176" y="263738"/>
                </a:lnTo>
                <a:lnTo>
                  <a:pt x="646871" y="256080"/>
                </a:lnTo>
                <a:lnTo>
                  <a:pt x="650167" y="248345"/>
                </a:lnTo>
                <a:lnTo>
                  <a:pt x="653082" y="240554"/>
                </a:lnTo>
                <a:lnTo>
                  <a:pt x="655606" y="232705"/>
                </a:lnTo>
                <a:lnTo>
                  <a:pt x="657739" y="224819"/>
                </a:lnTo>
                <a:lnTo>
                  <a:pt x="659511" y="216894"/>
                </a:lnTo>
                <a:lnTo>
                  <a:pt x="660921" y="208931"/>
                </a:lnTo>
                <a:lnTo>
                  <a:pt x="661978" y="200949"/>
                </a:lnTo>
                <a:lnTo>
                  <a:pt x="662683" y="192957"/>
                </a:lnTo>
                <a:lnTo>
                  <a:pt x="663064" y="184956"/>
                </a:lnTo>
                <a:lnTo>
                  <a:pt x="663121" y="176946"/>
                </a:lnTo>
                <a:lnTo>
                  <a:pt x="662873" y="168945"/>
                </a:lnTo>
                <a:lnTo>
                  <a:pt x="662321" y="160944"/>
                </a:lnTo>
                <a:lnTo>
                  <a:pt x="661483" y="152962"/>
                </a:lnTo>
                <a:lnTo>
                  <a:pt x="673237" y="151000"/>
                </a:lnTo>
                <a:lnTo>
                  <a:pt x="685619" y="149209"/>
                </a:lnTo>
                <a:lnTo>
                  <a:pt x="697954" y="147295"/>
                </a:lnTo>
                <a:lnTo>
                  <a:pt x="710251" y="145294"/>
                </a:lnTo>
                <a:lnTo>
                  <a:pt x="722509" y="143199"/>
                </a:lnTo>
                <a:lnTo>
                  <a:pt x="734739" y="141018"/>
                </a:lnTo>
                <a:lnTo>
                  <a:pt x="746922" y="138751"/>
                </a:lnTo>
                <a:lnTo>
                  <a:pt x="759066" y="136408"/>
                </a:lnTo>
                <a:lnTo>
                  <a:pt x="771182" y="133998"/>
                </a:lnTo>
                <a:lnTo>
                  <a:pt x="783250" y="131502"/>
                </a:lnTo>
                <a:lnTo>
                  <a:pt x="795280" y="128930"/>
                </a:lnTo>
                <a:lnTo>
                  <a:pt x="807272" y="126282"/>
                </a:lnTo>
                <a:lnTo>
                  <a:pt x="819217" y="123568"/>
                </a:lnTo>
                <a:lnTo>
                  <a:pt x="831123" y="120767"/>
                </a:lnTo>
                <a:lnTo>
                  <a:pt x="842982" y="117900"/>
                </a:lnTo>
                <a:lnTo>
                  <a:pt x="854793" y="114967"/>
                </a:lnTo>
                <a:lnTo>
                  <a:pt x="866565" y="111947"/>
                </a:lnTo>
                <a:lnTo>
                  <a:pt x="878281" y="108861"/>
                </a:lnTo>
                <a:lnTo>
                  <a:pt x="889949" y="105689"/>
                </a:lnTo>
                <a:lnTo>
                  <a:pt x="901560" y="102451"/>
                </a:lnTo>
                <a:lnTo>
                  <a:pt x="913124" y="99136"/>
                </a:lnTo>
                <a:lnTo>
                  <a:pt x="924630" y="95736"/>
                </a:lnTo>
                <a:lnTo>
                  <a:pt x="936079" y="92269"/>
                </a:lnTo>
                <a:lnTo>
                  <a:pt x="947461" y="88716"/>
                </a:lnTo>
                <a:lnTo>
                  <a:pt x="958787" y="85087"/>
                </a:lnTo>
                <a:lnTo>
                  <a:pt x="970045" y="81382"/>
                </a:lnTo>
                <a:lnTo>
                  <a:pt x="981237" y="77600"/>
                </a:lnTo>
                <a:lnTo>
                  <a:pt x="992362" y="73724"/>
                </a:lnTo>
                <a:lnTo>
                  <a:pt x="1003402" y="69771"/>
                </a:lnTo>
                <a:lnTo>
                  <a:pt x="1014374" y="65742"/>
                </a:lnTo>
                <a:lnTo>
                  <a:pt x="1025271" y="61617"/>
                </a:lnTo>
                <a:lnTo>
                  <a:pt x="1036082" y="57417"/>
                </a:lnTo>
                <a:lnTo>
                  <a:pt x="1046807" y="53121"/>
                </a:lnTo>
                <a:lnTo>
                  <a:pt x="1057437" y="48749"/>
                </a:lnTo>
                <a:lnTo>
                  <a:pt x="1067981" y="44282"/>
                </a:lnTo>
                <a:lnTo>
                  <a:pt x="1078430" y="39729"/>
                </a:lnTo>
                <a:lnTo>
                  <a:pt x="1088784" y="35081"/>
                </a:lnTo>
                <a:lnTo>
                  <a:pt x="1099023" y="30347"/>
                </a:lnTo>
                <a:lnTo>
                  <a:pt x="1109158" y="25527"/>
                </a:lnTo>
                <a:lnTo>
                  <a:pt x="1119188" y="20603"/>
                </a:lnTo>
                <a:lnTo>
                  <a:pt x="1129094" y="15592"/>
                </a:lnTo>
                <a:lnTo>
                  <a:pt x="1138876" y="10497"/>
                </a:lnTo>
                <a:lnTo>
                  <a:pt x="1148544" y="5296"/>
                </a:lnTo>
                <a:lnTo>
                  <a:pt x="1158069" y="0"/>
                </a:lnTo>
                <a:close/>
              </a:path>
            </a:pathLst>
          </a:custGeom>
          <a:solidFill xmlns:a="http://schemas.openxmlformats.org/drawingml/2006/main">
            <a:srgbClr val="EEF2F7"/>
          </a:solidFill>
          <a:ln xmlns:a="http://schemas.openxmlformats.org/drawingml/2006/main" w="22860">
            <a:solidFill>
              <a:srgbClr val="C8D1DC"/>
            </a:solidFill>
            <a:prstDash val="solid"/>
          </a:ln>
        </p:spPr>
      </p:sp>
      <p:sp>
        <p:nvSpPr>
          <p:cNvPr id="9" name="note-sheet-shadow-2">
            <a:extLst xmlns:a="http://schemas.openxmlformats.org/drawingml/2006/main">
              <a:ext uri="{FF2B5EF4-FFF2-40B4-BE49-F238E27FC236}">
                <a16:creationId xmlns:a16="http://schemas.microsoft.com/office/drawing/2014/main" id="{E4A97B17-FF20-4197-AD90-453D40254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00532" y="3894582"/>
            <a:ext cx="3143964" cy="526771"/>
          </a:xfrm>
          <a:custGeom xmlns:a="http://schemas.openxmlformats.org/drawingml/2006/main">
            <a:pathLst>
              <a:path w="3143964" h="526771">
                <a:moveTo>
                  <a:pt x="3142993" y="0"/>
                </a:moveTo>
                <a:lnTo>
                  <a:pt x="3143964" y="19402"/>
                </a:lnTo>
                <a:lnTo>
                  <a:pt x="3143536" y="38805"/>
                </a:lnTo>
                <a:lnTo>
                  <a:pt x="3142012" y="58188"/>
                </a:lnTo>
                <a:lnTo>
                  <a:pt x="3139478" y="77534"/>
                </a:lnTo>
                <a:lnTo>
                  <a:pt x="3135973" y="96822"/>
                </a:lnTo>
                <a:lnTo>
                  <a:pt x="3131496" y="116024"/>
                </a:lnTo>
                <a:lnTo>
                  <a:pt x="3126048" y="135131"/>
                </a:lnTo>
                <a:lnTo>
                  <a:pt x="3119618" y="154115"/>
                </a:lnTo>
                <a:lnTo>
                  <a:pt x="3112199" y="172945"/>
                </a:lnTo>
                <a:lnTo>
                  <a:pt x="3103750" y="191614"/>
                </a:lnTo>
                <a:lnTo>
                  <a:pt x="3094263" y="210083"/>
                </a:lnTo>
                <a:lnTo>
                  <a:pt x="3083709" y="228314"/>
                </a:lnTo>
                <a:lnTo>
                  <a:pt x="3072079" y="246288"/>
                </a:lnTo>
                <a:lnTo>
                  <a:pt x="3059344" y="263957"/>
                </a:lnTo>
                <a:lnTo>
                  <a:pt x="3045476" y="281292"/>
                </a:lnTo>
                <a:lnTo>
                  <a:pt x="3030484" y="298247"/>
                </a:lnTo>
                <a:lnTo>
                  <a:pt x="3014348" y="314773"/>
                </a:lnTo>
                <a:lnTo>
                  <a:pt x="2997070" y="330841"/>
                </a:lnTo>
                <a:lnTo>
                  <a:pt x="2978668" y="346405"/>
                </a:lnTo>
                <a:lnTo>
                  <a:pt x="2959151" y="361417"/>
                </a:lnTo>
                <a:lnTo>
                  <a:pt x="2938539" y="375837"/>
                </a:lnTo>
                <a:lnTo>
                  <a:pt x="2916888" y="389639"/>
                </a:lnTo>
                <a:lnTo>
                  <a:pt x="2894228" y="402774"/>
                </a:lnTo>
                <a:lnTo>
                  <a:pt x="2870606" y="415233"/>
                </a:lnTo>
                <a:lnTo>
                  <a:pt x="2846099" y="426977"/>
                </a:lnTo>
                <a:lnTo>
                  <a:pt x="2820753" y="437998"/>
                </a:lnTo>
                <a:lnTo>
                  <a:pt x="2794645" y="448294"/>
                </a:lnTo>
                <a:lnTo>
                  <a:pt x="2767832" y="457848"/>
                </a:lnTo>
                <a:lnTo>
                  <a:pt x="2740409" y="466668"/>
                </a:lnTo>
                <a:lnTo>
                  <a:pt x="2712415" y="474764"/>
                </a:lnTo>
                <a:lnTo>
                  <a:pt x="2683935" y="482146"/>
                </a:lnTo>
                <a:lnTo>
                  <a:pt x="2655027" y="488833"/>
                </a:lnTo>
                <a:lnTo>
                  <a:pt x="2625747" y="494843"/>
                </a:lnTo>
                <a:lnTo>
                  <a:pt x="2596144" y="500196"/>
                </a:lnTo>
                <a:lnTo>
                  <a:pt x="2566273" y="504920"/>
                </a:lnTo>
                <a:lnTo>
                  <a:pt x="2536184" y="509035"/>
                </a:lnTo>
                <a:lnTo>
                  <a:pt x="2505904" y="512569"/>
                </a:lnTo>
                <a:lnTo>
                  <a:pt x="2475471" y="515541"/>
                </a:lnTo>
                <a:lnTo>
                  <a:pt x="2444925" y="517998"/>
                </a:lnTo>
                <a:lnTo>
                  <a:pt x="2414283" y="519941"/>
                </a:lnTo>
                <a:lnTo>
                  <a:pt x="2383574" y="521389"/>
                </a:lnTo>
                <a:lnTo>
                  <a:pt x="2352799" y="522075"/>
                </a:lnTo>
                <a:lnTo>
                  <a:pt x="2322005" y="522532"/>
                </a:lnTo>
                <a:lnTo>
                  <a:pt x="2291220" y="522894"/>
                </a:lnTo>
                <a:lnTo>
                  <a:pt x="2260425" y="523199"/>
                </a:lnTo>
                <a:lnTo>
                  <a:pt x="2229631" y="523465"/>
                </a:lnTo>
                <a:lnTo>
                  <a:pt x="2198837" y="523713"/>
                </a:lnTo>
                <a:lnTo>
                  <a:pt x="2168042" y="523932"/>
                </a:lnTo>
                <a:lnTo>
                  <a:pt x="2137248" y="524142"/>
                </a:lnTo>
                <a:lnTo>
                  <a:pt x="2106454" y="524323"/>
                </a:lnTo>
                <a:lnTo>
                  <a:pt x="2075659" y="524504"/>
                </a:lnTo>
                <a:lnTo>
                  <a:pt x="2044865" y="524666"/>
                </a:lnTo>
                <a:lnTo>
                  <a:pt x="2014071" y="524818"/>
                </a:lnTo>
                <a:lnTo>
                  <a:pt x="1983267" y="524970"/>
                </a:lnTo>
                <a:lnTo>
                  <a:pt x="1952473" y="525104"/>
                </a:lnTo>
                <a:lnTo>
                  <a:pt x="1921678" y="525237"/>
                </a:lnTo>
                <a:lnTo>
                  <a:pt x="1890884" y="525361"/>
                </a:lnTo>
                <a:lnTo>
                  <a:pt x="1860090" y="525475"/>
                </a:lnTo>
                <a:lnTo>
                  <a:pt x="1829295" y="525590"/>
                </a:lnTo>
                <a:lnTo>
                  <a:pt x="1798501" y="525694"/>
                </a:lnTo>
                <a:lnTo>
                  <a:pt x="1767697" y="525790"/>
                </a:lnTo>
                <a:lnTo>
                  <a:pt x="1736903" y="525885"/>
                </a:lnTo>
                <a:lnTo>
                  <a:pt x="1706108" y="525971"/>
                </a:lnTo>
                <a:lnTo>
                  <a:pt x="1675314" y="526047"/>
                </a:lnTo>
                <a:lnTo>
                  <a:pt x="1644520" y="526132"/>
                </a:lnTo>
                <a:lnTo>
                  <a:pt x="1613725" y="526199"/>
                </a:lnTo>
                <a:lnTo>
                  <a:pt x="1582922" y="526266"/>
                </a:lnTo>
                <a:lnTo>
                  <a:pt x="1552127" y="526332"/>
                </a:lnTo>
                <a:lnTo>
                  <a:pt x="1521333" y="526399"/>
                </a:lnTo>
                <a:lnTo>
                  <a:pt x="1490539" y="526447"/>
                </a:lnTo>
                <a:lnTo>
                  <a:pt x="1459744" y="526494"/>
                </a:lnTo>
                <a:lnTo>
                  <a:pt x="1428941" y="526552"/>
                </a:lnTo>
                <a:lnTo>
                  <a:pt x="1398146" y="526590"/>
                </a:lnTo>
                <a:lnTo>
                  <a:pt x="1367352" y="526618"/>
                </a:lnTo>
                <a:lnTo>
                  <a:pt x="1336558" y="526656"/>
                </a:lnTo>
                <a:lnTo>
                  <a:pt x="1305763" y="526685"/>
                </a:lnTo>
                <a:lnTo>
                  <a:pt x="1274959" y="526704"/>
                </a:lnTo>
                <a:lnTo>
                  <a:pt x="1244165" y="526733"/>
                </a:lnTo>
                <a:lnTo>
                  <a:pt x="1213371" y="526752"/>
                </a:lnTo>
                <a:lnTo>
                  <a:pt x="1182576" y="526761"/>
                </a:lnTo>
                <a:lnTo>
                  <a:pt x="1151782" y="526761"/>
                </a:lnTo>
                <a:lnTo>
                  <a:pt x="1120978" y="526771"/>
                </a:lnTo>
                <a:lnTo>
                  <a:pt x="1090184" y="526771"/>
                </a:lnTo>
                <a:lnTo>
                  <a:pt x="1059390" y="526752"/>
                </a:lnTo>
                <a:lnTo>
                  <a:pt x="1028595" y="526742"/>
                </a:lnTo>
                <a:lnTo>
                  <a:pt x="997801" y="526733"/>
                </a:lnTo>
                <a:lnTo>
                  <a:pt x="966997" y="526704"/>
                </a:lnTo>
                <a:lnTo>
                  <a:pt x="936203" y="526675"/>
                </a:lnTo>
                <a:lnTo>
                  <a:pt x="905408" y="526656"/>
                </a:lnTo>
                <a:lnTo>
                  <a:pt x="874614" y="526609"/>
                </a:lnTo>
                <a:lnTo>
                  <a:pt x="843810" y="526561"/>
                </a:lnTo>
                <a:lnTo>
                  <a:pt x="813016" y="526523"/>
                </a:lnTo>
                <a:lnTo>
                  <a:pt x="782222" y="526466"/>
                </a:lnTo>
                <a:lnTo>
                  <a:pt x="751427" y="526399"/>
                </a:lnTo>
                <a:lnTo>
                  <a:pt x="720633" y="526332"/>
                </a:lnTo>
                <a:lnTo>
                  <a:pt x="689839" y="526256"/>
                </a:lnTo>
                <a:lnTo>
                  <a:pt x="659035" y="526171"/>
                </a:lnTo>
                <a:lnTo>
                  <a:pt x="628240" y="526075"/>
                </a:lnTo>
                <a:lnTo>
                  <a:pt x="597446" y="525990"/>
                </a:lnTo>
                <a:lnTo>
                  <a:pt x="566652" y="525875"/>
                </a:lnTo>
                <a:lnTo>
                  <a:pt x="535857" y="525761"/>
                </a:lnTo>
                <a:lnTo>
                  <a:pt x="505063" y="525628"/>
                </a:lnTo>
                <a:lnTo>
                  <a:pt x="474259" y="525494"/>
                </a:lnTo>
                <a:lnTo>
                  <a:pt x="443465" y="525342"/>
                </a:lnTo>
                <a:lnTo>
                  <a:pt x="412671" y="525170"/>
                </a:lnTo>
                <a:lnTo>
                  <a:pt x="381876" y="524999"/>
                </a:lnTo>
                <a:lnTo>
                  <a:pt x="351082" y="524799"/>
                </a:lnTo>
                <a:lnTo>
                  <a:pt x="320288" y="524580"/>
                </a:lnTo>
                <a:lnTo>
                  <a:pt x="289493" y="524342"/>
                </a:lnTo>
                <a:lnTo>
                  <a:pt x="258699" y="524085"/>
                </a:lnTo>
                <a:lnTo>
                  <a:pt x="227905" y="523789"/>
                </a:lnTo>
                <a:lnTo>
                  <a:pt x="197120" y="523465"/>
                </a:lnTo>
                <a:lnTo>
                  <a:pt x="166326" y="523103"/>
                </a:lnTo>
                <a:lnTo>
                  <a:pt x="135541" y="522684"/>
                </a:lnTo>
                <a:lnTo>
                  <a:pt x="104746" y="522189"/>
                </a:lnTo>
                <a:lnTo>
                  <a:pt x="73971" y="521579"/>
                </a:lnTo>
                <a:lnTo>
                  <a:pt x="43196" y="520789"/>
                </a:lnTo>
                <a:lnTo>
                  <a:pt x="12468" y="519522"/>
                </a:lnTo>
                <a:lnTo>
                  <a:pt x="5705" y="503749"/>
                </a:lnTo>
                <a:lnTo>
                  <a:pt x="5305" y="484337"/>
                </a:lnTo>
                <a:lnTo>
                  <a:pt x="4896" y="464925"/>
                </a:lnTo>
                <a:lnTo>
                  <a:pt x="4486" y="445522"/>
                </a:lnTo>
                <a:lnTo>
                  <a:pt x="4077" y="426110"/>
                </a:lnTo>
                <a:lnTo>
                  <a:pt x="3667" y="406698"/>
                </a:lnTo>
                <a:lnTo>
                  <a:pt x="3267" y="387296"/>
                </a:lnTo>
                <a:lnTo>
                  <a:pt x="2858" y="367884"/>
                </a:lnTo>
                <a:lnTo>
                  <a:pt x="2448" y="348472"/>
                </a:lnTo>
                <a:lnTo>
                  <a:pt x="2038" y="329060"/>
                </a:lnTo>
                <a:lnTo>
                  <a:pt x="1629" y="309658"/>
                </a:lnTo>
                <a:lnTo>
                  <a:pt x="1219" y="290246"/>
                </a:lnTo>
                <a:lnTo>
                  <a:pt x="819" y="270834"/>
                </a:lnTo>
                <a:lnTo>
                  <a:pt x="410" y="251422"/>
                </a:lnTo>
                <a:lnTo>
                  <a:pt x="0" y="232019"/>
                </a:lnTo>
                <a:lnTo>
                  <a:pt x="11297" y="219323"/>
                </a:lnTo>
                <a:lnTo>
                  <a:pt x="42015" y="217913"/>
                </a:lnTo>
                <a:lnTo>
                  <a:pt x="72752" y="216722"/>
                </a:lnTo>
                <a:lnTo>
                  <a:pt x="103508" y="215732"/>
                </a:lnTo>
                <a:lnTo>
                  <a:pt x="134274" y="214922"/>
                </a:lnTo>
                <a:lnTo>
                  <a:pt x="165059" y="214274"/>
                </a:lnTo>
                <a:lnTo>
                  <a:pt x="195844" y="213770"/>
                </a:lnTo>
                <a:lnTo>
                  <a:pt x="226628" y="213398"/>
                </a:lnTo>
                <a:lnTo>
                  <a:pt x="257423" y="213150"/>
                </a:lnTo>
                <a:lnTo>
                  <a:pt x="288227" y="213008"/>
                </a:lnTo>
                <a:lnTo>
                  <a:pt x="319021" y="212969"/>
                </a:lnTo>
                <a:lnTo>
                  <a:pt x="349815" y="213027"/>
                </a:lnTo>
                <a:lnTo>
                  <a:pt x="380609" y="213170"/>
                </a:lnTo>
                <a:lnTo>
                  <a:pt x="411404" y="213379"/>
                </a:lnTo>
                <a:lnTo>
                  <a:pt x="442198" y="213674"/>
                </a:lnTo>
                <a:lnTo>
                  <a:pt x="472992" y="214036"/>
                </a:lnTo>
                <a:lnTo>
                  <a:pt x="503777" y="214455"/>
                </a:lnTo>
                <a:lnTo>
                  <a:pt x="534562" y="214932"/>
                </a:lnTo>
                <a:lnTo>
                  <a:pt x="565347" y="215465"/>
                </a:lnTo>
                <a:lnTo>
                  <a:pt x="596132" y="216046"/>
                </a:lnTo>
                <a:lnTo>
                  <a:pt x="626907" y="216675"/>
                </a:lnTo>
                <a:lnTo>
                  <a:pt x="657692" y="217351"/>
                </a:lnTo>
                <a:lnTo>
                  <a:pt x="688467" y="218056"/>
                </a:lnTo>
                <a:lnTo>
                  <a:pt x="719242" y="218799"/>
                </a:lnTo>
                <a:lnTo>
                  <a:pt x="750008" y="219580"/>
                </a:lnTo>
                <a:lnTo>
                  <a:pt x="780783" y="220389"/>
                </a:lnTo>
                <a:lnTo>
                  <a:pt x="811549" y="221228"/>
                </a:lnTo>
                <a:lnTo>
                  <a:pt x="842315" y="222094"/>
                </a:lnTo>
                <a:lnTo>
                  <a:pt x="873081" y="222980"/>
                </a:lnTo>
                <a:lnTo>
                  <a:pt x="903837" y="223895"/>
                </a:lnTo>
                <a:lnTo>
                  <a:pt x="934603" y="224819"/>
                </a:lnTo>
                <a:lnTo>
                  <a:pt x="965359" y="225762"/>
                </a:lnTo>
                <a:lnTo>
                  <a:pt x="996115" y="226724"/>
                </a:lnTo>
                <a:lnTo>
                  <a:pt x="1026881" y="227695"/>
                </a:lnTo>
                <a:lnTo>
                  <a:pt x="1057637" y="228676"/>
                </a:lnTo>
                <a:lnTo>
                  <a:pt x="1088393" y="229667"/>
                </a:lnTo>
                <a:lnTo>
                  <a:pt x="1119149" y="230667"/>
                </a:lnTo>
                <a:lnTo>
                  <a:pt x="1149896" y="231667"/>
                </a:lnTo>
                <a:lnTo>
                  <a:pt x="1180652" y="232677"/>
                </a:lnTo>
                <a:lnTo>
                  <a:pt x="1211409" y="233686"/>
                </a:lnTo>
                <a:lnTo>
                  <a:pt x="1242165" y="234686"/>
                </a:lnTo>
                <a:lnTo>
                  <a:pt x="1272921" y="235687"/>
                </a:lnTo>
                <a:lnTo>
                  <a:pt x="1303677" y="236687"/>
                </a:lnTo>
                <a:lnTo>
                  <a:pt x="1334433" y="237687"/>
                </a:lnTo>
                <a:lnTo>
                  <a:pt x="1365190" y="238677"/>
                </a:lnTo>
                <a:lnTo>
                  <a:pt x="1395946" y="239659"/>
                </a:lnTo>
                <a:lnTo>
                  <a:pt x="1426702" y="240621"/>
                </a:lnTo>
                <a:lnTo>
                  <a:pt x="1457458" y="241583"/>
                </a:lnTo>
                <a:lnTo>
                  <a:pt x="1488224" y="242516"/>
                </a:lnTo>
                <a:lnTo>
                  <a:pt x="1518980" y="243440"/>
                </a:lnTo>
                <a:lnTo>
                  <a:pt x="1549746" y="244335"/>
                </a:lnTo>
                <a:lnTo>
                  <a:pt x="1580512" y="245212"/>
                </a:lnTo>
                <a:lnTo>
                  <a:pt x="1611278" y="246069"/>
                </a:lnTo>
                <a:lnTo>
                  <a:pt x="1642043" y="246888"/>
                </a:lnTo>
                <a:lnTo>
                  <a:pt x="1672819" y="247688"/>
                </a:lnTo>
                <a:lnTo>
                  <a:pt x="1703594" y="248450"/>
                </a:lnTo>
                <a:lnTo>
                  <a:pt x="1734360" y="249184"/>
                </a:lnTo>
                <a:lnTo>
                  <a:pt x="1765144" y="249869"/>
                </a:lnTo>
                <a:lnTo>
                  <a:pt x="1795920" y="250517"/>
                </a:lnTo>
                <a:lnTo>
                  <a:pt x="1826705" y="251117"/>
                </a:lnTo>
                <a:lnTo>
                  <a:pt x="1857489" y="251670"/>
                </a:lnTo>
                <a:lnTo>
                  <a:pt x="1888274" y="252174"/>
                </a:lnTo>
                <a:lnTo>
                  <a:pt x="1919059" y="252622"/>
                </a:lnTo>
                <a:lnTo>
                  <a:pt x="1949853" y="253003"/>
                </a:lnTo>
                <a:lnTo>
                  <a:pt x="1980638" y="253317"/>
                </a:lnTo>
                <a:lnTo>
                  <a:pt x="2011432" y="253556"/>
                </a:lnTo>
                <a:lnTo>
                  <a:pt x="2042236" y="253717"/>
                </a:lnTo>
                <a:lnTo>
                  <a:pt x="2073031" y="253794"/>
                </a:lnTo>
                <a:lnTo>
                  <a:pt x="2103825" y="253775"/>
                </a:lnTo>
                <a:lnTo>
                  <a:pt x="2134619" y="253651"/>
                </a:lnTo>
                <a:lnTo>
                  <a:pt x="2165414" y="253413"/>
                </a:lnTo>
                <a:lnTo>
                  <a:pt x="2196208" y="253060"/>
                </a:lnTo>
                <a:lnTo>
                  <a:pt x="2226993" y="252565"/>
                </a:lnTo>
                <a:lnTo>
                  <a:pt x="2257768" y="251917"/>
                </a:lnTo>
                <a:lnTo>
                  <a:pt x="2288543" y="251108"/>
                </a:lnTo>
                <a:lnTo>
                  <a:pt x="2319299" y="250107"/>
                </a:lnTo>
                <a:lnTo>
                  <a:pt x="2350037" y="248907"/>
                </a:lnTo>
                <a:lnTo>
                  <a:pt x="2380745" y="247460"/>
                </a:lnTo>
                <a:lnTo>
                  <a:pt x="2411416" y="245745"/>
                </a:lnTo>
                <a:lnTo>
                  <a:pt x="2442048" y="243716"/>
                </a:lnTo>
                <a:lnTo>
                  <a:pt x="2472604" y="241335"/>
                </a:lnTo>
                <a:lnTo>
                  <a:pt x="2503075" y="238516"/>
                </a:lnTo>
                <a:lnTo>
                  <a:pt x="2533412" y="235172"/>
                </a:lnTo>
                <a:lnTo>
                  <a:pt x="2563559" y="231210"/>
                </a:lnTo>
                <a:lnTo>
                  <a:pt x="2593410" y="226447"/>
                </a:lnTo>
                <a:lnTo>
                  <a:pt x="2622794" y="220656"/>
                </a:lnTo>
                <a:lnTo>
                  <a:pt x="2651398" y="213474"/>
                </a:lnTo>
                <a:lnTo>
                  <a:pt x="2678563" y="204368"/>
                </a:lnTo>
                <a:lnTo>
                  <a:pt x="2702843" y="192481"/>
                </a:lnTo>
                <a:lnTo>
                  <a:pt x="2720978" y="176917"/>
                </a:lnTo>
                <a:lnTo>
                  <a:pt x="2728284" y="158201"/>
                </a:lnTo>
                <a:lnTo>
                  <a:pt x="2748925" y="148476"/>
                </a:lnTo>
                <a:lnTo>
                  <a:pt x="2777909" y="141923"/>
                </a:lnTo>
                <a:lnTo>
                  <a:pt x="2806503" y="134712"/>
                </a:lnTo>
                <a:lnTo>
                  <a:pt x="2834716" y="126940"/>
                </a:lnTo>
                <a:lnTo>
                  <a:pt x="2862577" y="118662"/>
                </a:lnTo>
                <a:lnTo>
                  <a:pt x="2890066" y="109909"/>
                </a:lnTo>
                <a:lnTo>
                  <a:pt x="2917184" y="100717"/>
                </a:lnTo>
                <a:lnTo>
                  <a:pt x="2943930" y="91088"/>
                </a:lnTo>
                <a:lnTo>
                  <a:pt x="2970286" y="81048"/>
                </a:lnTo>
                <a:lnTo>
                  <a:pt x="2996241" y="70609"/>
                </a:lnTo>
                <a:lnTo>
                  <a:pt x="3021787" y="59769"/>
                </a:lnTo>
                <a:lnTo>
                  <a:pt x="3046914" y="48549"/>
                </a:lnTo>
                <a:lnTo>
                  <a:pt x="3071612" y="36947"/>
                </a:lnTo>
                <a:lnTo>
                  <a:pt x="3095863" y="24984"/>
                </a:lnTo>
                <a:lnTo>
                  <a:pt x="3119666" y="12668"/>
                </a:lnTo>
                <a:lnTo>
                  <a:pt x="3142993" y="0"/>
                </a:lnTo>
                <a:close/>
              </a:path>
            </a:pathLst>
          </a:custGeom>
          <a:solidFill xmlns:a="http://schemas.openxmlformats.org/drawingml/2006/main">
            <a:srgbClr val="7F8C9D">
              <a:alpha val="30000"/>
            </a:srgbClr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0" name="note-sheet-paper-2">
            <a:extLst xmlns:a="http://schemas.openxmlformats.org/drawingml/2006/main">
              <a:ext uri="{FF2B5EF4-FFF2-40B4-BE49-F238E27FC236}">
                <a16:creationId xmlns:a16="http://schemas.microsoft.com/office/drawing/2014/main" id="{5F51ECF4-F249-4D31-ADC0-333A8CF18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00275" y="2438400"/>
            <a:ext cx="3143250" cy="1981200"/>
          </a:xfrm>
          <a:custGeom xmlns:a="http://schemas.openxmlformats.org/drawingml/2006/main">
            <a:pathLst>
              <a:path w="3143250" h="1981200">
                <a:moveTo>
                  <a:pt x="0" y="1981200"/>
                </a:moveTo>
                <a:lnTo>
                  <a:pt x="50473" y="1981200"/>
                </a:lnTo>
                <a:lnTo>
                  <a:pt x="100936" y="1981200"/>
                </a:lnTo>
                <a:lnTo>
                  <a:pt x="151409" y="1981200"/>
                </a:lnTo>
                <a:lnTo>
                  <a:pt x="201873" y="1981200"/>
                </a:lnTo>
                <a:lnTo>
                  <a:pt x="252346" y="1981200"/>
                </a:lnTo>
                <a:lnTo>
                  <a:pt x="302809" y="1981200"/>
                </a:lnTo>
                <a:lnTo>
                  <a:pt x="353282" y="1981200"/>
                </a:lnTo>
                <a:lnTo>
                  <a:pt x="403746" y="1981200"/>
                </a:lnTo>
                <a:lnTo>
                  <a:pt x="454219" y="1981200"/>
                </a:lnTo>
                <a:lnTo>
                  <a:pt x="504682" y="1981200"/>
                </a:lnTo>
                <a:lnTo>
                  <a:pt x="555155" y="1981200"/>
                </a:lnTo>
                <a:lnTo>
                  <a:pt x="605619" y="1981200"/>
                </a:lnTo>
                <a:lnTo>
                  <a:pt x="656092" y="1981200"/>
                </a:lnTo>
                <a:lnTo>
                  <a:pt x="706555" y="1981200"/>
                </a:lnTo>
                <a:lnTo>
                  <a:pt x="757028" y="1981200"/>
                </a:lnTo>
                <a:lnTo>
                  <a:pt x="807491" y="1981200"/>
                </a:lnTo>
                <a:lnTo>
                  <a:pt x="857964" y="1981200"/>
                </a:lnTo>
                <a:lnTo>
                  <a:pt x="908428" y="1981200"/>
                </a:lnTo>
                <a:lnTo>
                  <a:pt x="958901" y="1981200"/>
                </a:lnTo>
                <a:lnTo>
                  <a:pt x="1009364" y="1981200"/>
                </a:lnTo>
                <a:lnTo>
                  <a:pt x="1059837" y="1981200"/>
                </a:lnTo>
                <a:lnTo>
                  <a:pt x="1110301" y="1981200"/>
                </a:lnTo>
                <a:lnTo>
                  <a:pt x="1160774" y="1981200"/>
                </a:lnTo>
                <a:lnTo>
                  <a:pt x="1211237" y="1981200"/>
                </a:lnTo>
                <a:lnTo>
                  <a:pt x="1261710" y="1981200"/>
                </a:lnTo>
                <a:lnTo>
                  <a:pt x="1312174" y="1981200"/>
                </a:lnTo>
                <a:lnTo>
                  <a:pt x="1362647" y="1981200"/>
                </a:lnTo>
                <a:lnTo>
                  <a:pt x="1413110" y="1981200"/>
                </a:lnTo>
                <a:lnTo>
                  <a:pt x="1463583" y="1981200"/>
                </a:lnTo>
                <a:lnTo>
                  <a:pt x="1514046" y="1981200"/>
                </a:lnTo>
                <a:lnTo>
                  <a:pt x="1564519" y="1981200"/>
                </a:lnTo>
                <a:lnTo>
                  <a:pt x="1614983" y="1981200"/>
                </a:lnTo>
                <a:lnTo>
                  <a:pt x="1665456" y="1981200"/>
                </a:lnTo>
                <a:lnTo>
                  <a:pt x="1715919" y="1981200"/>
                </a:lnTo>
                <a:lnTo>
                  <a:pt x="1766392" y="1981200"/>
                </a:lnTo>
                <a:lnTo>
                  <a:pt x="1816856" y="1981200"/>
                </a:lnTo>
                <a:lnTo>
                  <a:pt x="1867329" y="1981200"/>
                </a:lnTo>
                <a:lnTo>
                  <a:pt x="1917792" y="1981200"/>
                </a:lnTo>
                <a:lnTo>
                  <a:pt x="1968265" y="1981200"/>
                </a:lnTo>
                <a:lnTo>
                  <a:pt x="2018729" y="1981200"/>
                </a:lnTo>
                <a:lnTo>
                  <a:pt x="2069201" y="1981200"/>
                </a:lnTo>
                <a:lnTo>
                  <a:pt x="2119170" y="1977619"/>
                </a:lnTo>
                <a:lnTo>
                  <a:pt x="2168862" y="1972056"/>
                </a:lnTo>
                <a:lnTo>
                  <a:pt x="2218553" y="1966503"/>
                </a:lnTo>
                <a:lnTo>
                  <a:pt x="2268245" y="1960940"/>
                </a:lnTo>
                <a:lnTo>
                  <a:pt x="2317937" y="1955387"/>
                </a:lnTo>
                <a:lnTo>
                  <a:pt x="2367629" y="1949834"/>
                </a:lnTo>
                <a:lnTo>
                  <a:pt x="2417321" y="1944272"/>
                </a:lnTo>
                <a:lnTo>
                  <a:pt x="2467013" y="1938719"/>
                </a:lnTo>
                <a:lnTo>
                  <a:pt x="2504942" y="1919259"/>
                </a:lnTo>
                <a:lnTo>
                  <a:pt x="2539965" y="1896351"/>
                </a:lnTo>
                <a:lnTo>
                  <a:pt x="2574988" y="1873444"/>
                </a:lnTo>
                <a:lnTo>
                  <a:pt x="2610002" y="1850536"/>
                </a:lnTo>
                <a:lnTo>
                  <a:pt x="2645026" y="1827628"/>
                </a:lnTo>
                <a:lnTo>
                  <a:pt x="2680040" y="1804730"/>
                </a:lnTo>
                <a:lnTo>
                  <a:pt x="2715063" y="1781823"/>
                </a:lnTo>
                <a:lnTo>
                  <a:pt x="2750087" y="1758915"/>
                </a:lnTo>
                <a:lnTo>
                  <a:pt x="2785100" y="1736007"/>
                </a:lnTo>
                <a:lnTo>
                  <a:pt x="2820124" y="1713100"/>
                </a:lnTo>
                <a:lnTo>
                  <a:pt x="2855138" y="1690202"/>
                </a:lnTo>
                <a:lnTo>
                  <a:pt x="2890161" y="1667294"/>
                </a:lnTo>
                <a:lnTo>
                  <a:pt x="2925185" y="1644386"/>
                </a:lnTo>
                <a:lnTo>
                  <a:pt x="2960199" y="1621479"/>
                </a:lnTo>
                <a:lnTo>
                  <a:pt x="2995222" y="1598571"/>
                </a:lnTo>
                <a:lnTo>
                  <a:pt x="3030236" y="1575664"/>
                </a:lnTo>
                <a:lnTo>
                  <a:pt x="3065259" y="1552766"/>
                </a:lnTo>
                <a:lnTo>
                  <a:pt x="3100283" y="1529858"/>
                </a:lnTo>
                <a:lnTo>
                  <a:pt x="3135297" y="1506950"/>
                </a:lnTo>
                <a:lnTo>
                  <a:pt x="3143250" y="1477166"/>
                </a:lnTo>
                <a:lnTo>
                  <a:pt x="3143250" y="1445352"/>
                </a:lnTo>
                <a:lnTo>
                  <a:pt x="3143250" y="1413539"/>
                </a:lnTo>
                <a:lnTo>
                  <a:pt x="3143250" y="1381735"/>
                </a:lnTo>
                <a:lnTo>
                  <a:pt x="3143250" y="1349921"/>
                </a:lnTo>
                <a:lnTo>
                  <a:pt x="3143250" y="1318108"/>
                </a:lnTo>
                <a:lnTo>
                  <a:pt x="3143250" y="1286304"/>
                </a:lnTo>
                <a:lnTo>
                  <a:pt x="3143250" y="1254490"/>
                </a:lnTo>
                <a:lnTo>
                  <a:pt x="3143250" y="1222677"/>
                </a:lnTo>
                <a:lnTo>
                  <a:pt x="3143250" y="1190873"/>
                </a:lnTo>
                <a:lnTo>
                  <a:pt x="3143250" y="1159059"/>
                </a:lnTo>
                <a:lnTo>
                  <a:pt x="3143250" y="1127246"/>
                </a:lnTo>
                <a:lnTo>
                  <a:pt x="3143250" y="1095442"/>
                </a:lnTo>
                <a:lnTo>
                  <a:pt x="3143250" y="1063628"/>
                </a:lnTo>
                <a:lnTo>
                  <a:pt x="3143250" y="1031815"/>
                </a:lnTo>
                <a:lnTo>
                  <a:pt x="3143250" y="1000011"/>
                </a:lnTo>
                <a:lnTo>
                  <a:pt x="3143250" y="968197"/>
                </a:lnTo>
                <a:lnTo>
                  <a:pt x="3143250" y="936384"/>
                </a:lnTo>
                <a:lnTo>
                  <a:pt x="3143250" y="904580"/>
                </a:lnTo>
                <a:lnTo>
                  <a:pt x="3143250" y="872766"/>
                </a:lnTo>
                <a:lnTo>
                  <a:pt x="3143250" y="840953"/>
                </a:lnTo>
                <a:lnTo>
                  <a:pt x="3143250" y="809149"/>
                </a:lnTo>
                <a:lnTo>
                  <a:pt x="3143250" y="777335"/>
                </a:lnTo>
                <a:lnTo>
                  <a:pt x="3143250" y="745522"/>
                </a:lnTo>
                <a:lnTo>
                  <a:pt x="3143250" y="713718"/>
                </a:lnTo>
                <a:lnTo>
                  <a:pt x="3143250" y="681904"/>
                </a:lnTo>
                <a:lnTo>
                  <a:pt x="3143250" y="650091"/>
                </a:lnTo>
                <a:lnTo>
                  <a:pt x="3143250" y="618287"/>
                </a:lnTo>
                <a:lnTo>
                  <a:pt x="3143250" y="586473"/>
                </a:lnTo>
                <a:lnTo>
                  <a:pt x="3143250" y="554660"/>
                </a:lnTo>
                <a:lnTo>
                  <a:pt x="3143250" y="522856"/>
                </a:lnTo>
                <a:lnTo>
                  <a:pt x="3143250" y="491042"/>
                </a:lnTo>
                <a:lnTo>
                  <a:pt x="3143250" y="459229"/>
                </a:lnTo>
                <a:lnTo>
                  <a:pt x="3143250" y="427425"/>
                </a:lnTo>
                <a:lnTo>
                  <a:pt x="3143250" y="395611"/>
                </a:lnTo>
                <a:lnTo>
                  <a:pt x="3143250" y="363798"/>
                </a:lnTo>
                <a:lnTo>
                  <a:pt x="3143250" y="331994"/>
                </a:lnTo>
                <a:lnTo>
                  <a:pt x="3143250" y="300180"/>
                </a:lnTo>
                <a:lnTo>
                  <a:pt x="3143250" y="268367"/>
                </a:lnTo>
                <a:lnTo>
                  <a:pt x="3143250" y="236563"/>
                </a:lnTo>
                <a:lnTo>
                  <a:pt x="3143250" y="204749"/>
                </a:lnTo>
                <a:lnTo>
                  <a:pt x="3143250" y="172936"/>
                </a:lnTo>
                <a:lnTo>
                  <a:pt x="3143250" y="141132"/>
                </a:lnTo>
                <a:lnTo>
                  <a:pt x="3143250" y="109318"/>
                </a:lnTo>
                <a:lnTo>
                  <a:pt x="3143250" y="77505"/>
                </a:lnTo>
                <a:lnTo>
                  <a:pt x="3143250" y="45701"/>
                </a:lnTo>
                <a:lnTo>
                  <a:pt x="3143250" y="13887"/>
                </a:lnTo>
                <a:lnTo>
                  <a:pt x="3114818" y="0"/>
                </a:lnTo>
                <a:lnTo>
                  <a:pt x="3064345" y="0"/>
                </a:lnTo>
                <a:lnTo>
                  <a:pt x="3013881" y="0"/>
                </a:lnTo>
                <a:lnTo>
                  <a:pt x="2963408" y="0"/>
                </a:lnTo>
                <a:lnTo>
                  <a:pt x="2912945" y="0"/>
                </a:lnTo>
                <a:lnTo>
                  <a:pt x="2862472" y="0"/>
                </a:lnTo>
                <a:lnTo>
                  <a:pt x="2812009" y="0"/>
                </a:lnTo>
                <a:lnTo>
                  <a:pt x="2761536" y="0"/>
                </a:lnTo>
                <a:lnTo>
                  <a:pt x="2711072" y="0"/>
                </a:lnTo>
                <a:lnTo>
                  <a:pt x="2660599" y="0"/>
                </a:lnTo>
                <a:lnTo>
                  <a:pt x="2610136" y="0"/>
                </a:lnTo>
                <a:lnTo>
                  <a:pt x="2559663" y="0"/>
                </a:lnTo>
                <a:lnTo>
                  <a:pt x="2509199" y="0"/>
                </a:lnTo>
                <a:lnTo>
                  <a:pt x="2458726" y="0"/>
                </a:lnTo>
                <a:lnTo>
                  <a:pt x="2408263" y="0"/>
                </a:lnTo>
                <a:lnTo>
                  <a:pt x="2357790" y="0"/>
                </a:lnTo>
                <a:lnTo>
                  <a:pt x="2307326" y="0"/>
                </a:lnTo>
                <a:lnTo>
                  <a:pt x="2256854" y="0"/>
                </a:lnTo>
                <a:lnTo>
                  <a:pt x="2206390" y="0"/>
                </a:lnTo>
                <a:lnTo>
                  <a:pt x="2155917" y="0"/>
                </a:lnTo>
                <a:lnTo>
                  <a:pt x="2105454" y="0"/>
                </a:lnTo>
                <a:lnTo>
                  <a:pt x="2054981" y="0"/>
                </a:lnTo>
                <a:lnTo>
                  <a:pt x="2004517" y="0"/>
                </a:lnTo>
                <a:lnTo>
                  <a:pt x="1954044" y="0"/>
                </a:lnTo>
                <a:lnTo>
                  <a:pt x="1903581" y="0"/>
                </a:lnTo>
                <a:lnTo>
                  <a:pt x="1853108" y="0"/>
                </a:lnTo>
                <a:lnTo>
                  <a:pt x="1802644" y="0"/>
                </a:lnTo>
                <a:lnTo>
                  <a:pt x="1752171" y="0"/>
                </a:lnTo>
                <a:lnTo>
                  <a:pt x="1701708" y="0"/>
                </a:lnTo>
                <a:lnTo>
                  <a:pt x="1651235" y="0"/>
                </a:lnTo>
                <a:lnTo>
                  <a:pt x="1600772" y="0"/>
                </a:lnTo>
                <a:lnTo>
                  <a:pt x="1550299" y="0"/>
                </a:lnTo>
                <a:lnTo>
                  <a:pt x="1499835" y="0"/>
                </a:lnTo>
                <a:lnTo>
                  <a:pt x="1449362" y="0"/>
                </a:lnTo>
                <a:lnTo>
                  <a:pt x="1398899" y="0"/>
                </a:lnTo>
                <a:lnTo>
                  <a:pt x="1348426" y="0"/>
                </a:lnTo>
                <a:lnTo>
                  <a:pt x="1297962" y="0"/>
                </a:lnTo>
                <a:lnTo>
                  <a:pt x="1247489" y="0"/>
                </a:lnTo>
                <a:lnTo>
                  <a:pt x="1197026" y="0"/>
                </a:lnTo>
                <a:lnTo>
                  <a:pt x="1146553" y="0"/>
                </a:lnTo>
                <a:lnTo>
                  <a:pt x="1096089" y="0"/>
                </a:lnTo>
                <a:lnTo>
                  <a:pt x="1045616" y="0"/>
                </a:lnTo>
                <a:lnTo>
                  <a:pt x="995143" y="0"/>
                </a:lnTo>
                <a:lnTo>
                  <a:pt x="944680" y="0"/>
                </a:lnTo>
                <a:lnTo>
                  <a:pt x="894207" y="0"/>
                </a:lnTo>
                <a:lnTo>
                  <a:pt x="843744" y="0"/>
                </a:lnTo>
                <a:lnTo>
                  <a:pt x="793280" y="0"/>
                </a:lnTo>
                <a:lnTo>
                  <a:pt x="742807" y="0"/>
                </a:lnTo>
                <a:lnTo>
                  <a:pt x="692334" y="0"/>
                </a:lnTo>
                <a:lnTo>
                  <a:pt x="641871" y="0"/>
                </a:lnTo>
                <a:lnTo>
                  <a:pt x="591398" y="0"/>
                </a:lnTo>
                <a:lnTo>
                  <a:pt x="540934" y="0"/>
                </a:lnTo>
                <a:lnTo>
                  <a:pt x="490461" y="0"/>
                </a:lnTo>
                <a:lnTo>
                  <a:pt x="439998" y="0"/>
                </a:lnTo>
                <a:lnTo>
                  <a:pt x="389525" y="0"/>
                </a:lnTo>
                <a:lnTo>
                  <a:pt x="339061" y="0"/>
                </a:lnTo>
                <a:lnTo>
                  <a:pt x="288588" y="0"/>
                </a:lnTo>
                <a:lnTo>
                  <a:pt x="238125" y="0"/>
                </a:lnTo>
                <a:lnTo>
                  <a:pt x="187652" y="0"/>
                </a:lnTo>
                <a:lnTo>
                  <a:pt x="137189" y="0"/>
                </a:lnTo>
                <a:lnTo>
                  <a:pt x="86716" y="0"/>
                </a:lnTo>
                <a:lnTo>
                  <a:pt x="36252" y="0"/>
                </a:lnTo>
                <a:lnTo>
                  <a:pt x="0" y="8963"/>
                </a:lnTo>
                <a:lnTo>
                  <a:pt x="0" y="40767"/>
                </a:lnTo>
                <a:lnTo>
                  <a:pt x="0" y="72581"/>
                </a:lnTo>
                <a:lnTo>
                  <a:pt x="0" y="104394"/>
                </a:lnTo>
                <a:lnTo>
                  <a:pt x="0" y="136198"/>
                </a:lnTo>
                <a:lnTo>
                  <a:pt x="0" y="168011"/>
                </a:lnTo>
                <a:lnTo>
                  <a:pt x="0" y="199825"/>
                </a:lnTo>
                <a:lnTo>
                  <a:pt x="0" y="231629"/>
                </a:lnTo>
                <a:lnTo>
                  <a:pt x="0" y="263442"/>
                </a:lnTo>
                <a:lnTo>
                  <a:pt x="0" y="295256"/>
                </a:lnTo>
                <a:lnTo>
                  <a:pt x="0" y="327060"/>
                </a:lnTo>
                <a:lnTo>
                  <a:pt x="0" y="358873"/>
                </a:lnTo>
                <a:lnTo>
                  <a:pt x="0" y="390687"/>
                </a:lnTo>
                <a:lnTo>
                  <a:pt x="0" y="422491"/>
                </a:lnTo>
                <a:lnTo>
                  <a:pt x="0" y="454304"/>
                </a:lnTo>
                <a:lnTo>
                  <a:pt x="0" y="486118"/>
                </a:lnTo>
                <a:lnTo>
                  <a:pt x="0" y="517922"/>
                </a:lnTo>
                <a:lnTo>
                  <a:pt x="0" y="549735"/>
                </a:lnTo>
                <a:lnTo>
                  <a:pt x="0" y="581549"/>
                </a:lnTo>
                <a:lnTo>
                  <a:pt x="0" y="613353"/>
                </a:lnTo>
                <a:lnTo>
                  <a:pt x="0" y="645166"/>
                </a:lnTo>
                <a:lnTo>
                  <a:pt x="0" y="676980"/>
                </a:lnTo>
                <a:lnTo>
                  <a:pt x="0" y="708784"/>
                </a:lnTo>
                <a:lnTo>
                  <a:pt x="0" y="740597"/>
                </a:lnTo>
                <a:lnTo>
                  <a:pt x="0" y="772411"/>
                </a:lnTo>
                <a:lnTo>
                  <a:pt x="0" y="804215"/>
                </a:lnTo>
                <a:lnTo>
                  <a:pt x="0" y="836028"/>
                </a:lnTo>
                <a:lnTo>
                  <a:pt x="0" y="867842"/>
                </a:lnTo>
                <a:lnTo>
                  <a:pt x="0" y="899646"/>
                </a:lnTo>
                <a:lnTo>
                  <a:pt x="0" y="931459"/>
                </a:lnTo>
                <a:lnTo>
                  <a:pt x="0" y="963273"/>
                </a:lnTo>
                <a:lnTo>
                  <a:pt x="0" y="995077"/>
                </a:lnTo>
                <a:lnTo>
                  <a:pt x="0" y="1026890"/>
                </a:lnTo>
                <a:lnTo>
                  <a:pt x="0" y="1058704"/>
                </a:lnTo>
                <a:lnTo>
                  <a:pt x="0" y="1090508"/>
                </a:lnTo>
                <a:lnTo>
                  <a:pt x="0" y="1122321"/>
                </a:lnTo>
                <a:lnTo>
                  <a:pt x="0" y="1154135"/>
                </a:lnTo>
                <a:lnTo>
                  <a:pt x="0" y="1185939"/>
                </a:lnTo>
                <a:lnTo>
                  <a:pt x="0" y="1217752"/>
                </a:lnTo>
                <a:lnTo>
                  <a:pt x="0" y="1249566"/>
                </a:lnTo>
                <a:lnTo>
                  <a:pt x="0" y="1281370"/>
                </a:lnTo>
                <a:lnTo>
                  <a:pt x="0" y="1313183"/>
                </a:lnTo>
                <a:lnTo>
                  <a:pt x="0" y="1344997"/>
                </a:lnTo>
                <a:lnTo>
                  <a:pt x="0" y="1376801"/>
                </a:lnTo>
                <a:lnTo>
                  <a:pt x="0" y="1408614"/>
                </a:lnTo>
                <a:lnTo>
                  <a:pt x="0" y="1440428"/>
                </a:lnTo>
                <a:lnTo>
                  <a:pt x="0" y="1472232"/>
                </a:lnTo>
                <a:lnTo>
                  <a:pt x="0" y="1504045"/>
                </a:lnTo>
                <a:lnTo>
                  <a:pt x="0" y="1535859"/>
                </a:lnTo>
                <a:lnTo>
                  <a:pt x="0" y="1567663"/>
                </a:lnTo>
                <a:lnTo>
                  <a:pt x="0" y="1599476"/>
                </a:lnTo>
                <a:lnTo>
                  <a:pt x="0" y="1631290"/>
                </a:lnTo>
                <a:lnTo>
                  <a:pt x="0" y="1663094"/>
                </a:lnTo>
                <a:lnTo>
                  <a:pt x="0" y="1694907"/>
                </a:lnTo>
                <a:lnTo>
                  <a:pt x="0" y="1726721"/>
                </a:lnTo>
                <a:lnTo>
                  <a:pt x="0" y="1758525"/>
                </a:lnTo>
                <a:lnTo>
                  <a:pt x="0" y="1790338"/>
                </a:lnTo>
                <a:lnTo>
                  <a:pt x="0" y="1822152"/>
                </a:lnTo>
                <a:lnTo>
                  <a:pt x="0" y="1853956"/>
                </a:lnTo>
                <a:lnTo>
                  <a:pt x="0" y="1885769"/>
                </a:lnTo>
                <a:lnTo>
                  <a:pt x="0" y="1917583"/>
                </a:lnTo>
                <a:lnTo>
                  <a:pt x="0" y="1949387"/>
                </a:lnTo>
                <a:lnTo>
                  <a:pt x="0" y="198120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1E6EC"/>
            </a:solidFill>
            <a:prstDash val="solid"/>
          </a:ln>
        </p:spPr>
      </p:sp>
      <p:sp>
        <p:nvSpPr>
          <p:cNvPr id="11" name="note-sheet-header-2">
            <a:extLst xmlns:a="http://schemas.openxmlformats.org/drawingml/2006/main">
              <a:ext uri="{FF2B5EF4-FFF2-40B4-BE49-F238E27FC236}">
                <a16:creationId xmlns:a16="http://schemas.microsoft.com/office/drawing/2014/main" id="{4686B085-B10D-42DD-B1E1-D206DF4EB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00275" y="2438400"/>
            <a:ext cx="3143250" cy="34076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5D8D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2" name="note-sheet-fold-2">
            <a:extLst xmlns:a="http://schemas.openxmlformats.org/drawingml/2006/main">
              <a:ext uri="{FF2B5EF4-FFF2-40B4-BE49-F238E27FC236}">
                <a16:creationId xmlns:a16="http://schemas.microsoft.com/office/drawing/2014/main" id="{1E4EDB82-1B4B-4F17-8607-23E63A524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85456" y="3940150"/>
            <a:ext cx="1158069" cy="479822"/>
          </a:xfrm>
          <a:custGeom xmlns:a="http://schemas.openxmlformats.org/drawingml/2006/main">
            <a:pathLst>
              <a:path w="1158069" h="479822">
                <a:moveTo>
                  <a:pt x="1158069" y="0"/>
                </a:moveTo>
                <a:lnTo>
                  <a:pt x="1156687" y="7963"/>
                </a:lnTo>
                <a:lnTo>
                  <a:pt x="1154878" y="15888"/>
                </a:lnTo>
                <a:lnTo>
                  <a:pt x="1152773" y="23774"/>
                </a:lnTo>
                <a:lnTo>
                  <a:pt x="1150391" y="31642"/>
                </a:lnTo>
                <a:lnTo>
                  <a:pt x="1147772" y="39481"/>
                </a:lnTo>
                <a:lnTo>
                  <a:pt x="1144924" y="47282"/>
                </a:lnTo>
                <a:lnTo>
                  <a:pt x="1141857" y="55055"/>
                </a:lnTo>
                <a:lnTo>
                  <a:pt x="1138590" y="62789"/>
                </a:lnTo>
                <a:lnTo>
                  <a:pt x="1135113" y="70485"/>
                </a:lnTo>
                <a:lnTo>
                  <a:pt x="1131446" y="78153"/>
                </a:lnTo>
                <a:lnTo>
                  <a:pt x="1127579" y="85782"/>
                </a:lnTo>
                <a:lnTo>
                  <a:pt x="1123521" y="93364"/>
                </a:lnTo>
                <a:lnTo>
                  <a:pt x="1119283" y="100917"/>
                </a:lnTo>
                <a:lnTo>
                  <a:pt x="1114854" y="108423"/>
                </a:lnTo>
                <a:lnTo>
                  <a:pt x="1110244" y="115881"/>
                </a:lnTo>
                <a:lnTo>
                  <a:pt x="1105452" y="123292"/>
                </a:lnTo>
                <a:lnTo>
                  <a:pt x="1100480" y="130664"/>
                </a:lnTo>
                <a:lnTo>
                  <a:pt x="1095327" y="137979"/>
                </a:lnTo>
                <a:lnTo>
                  <a:pt x="1090003" y="145247"/>
                </a:lnTo>
                <a:lnTo>
                  <a:pt x="1084497" y="152467"/>
                </a:lnTo>
                <a:lnTo>
                  <a:pt x="1078821" y="159629"/>
                </a:lnTo>
                <a:lnTo>
                  <a:pt x="1072972" y="166735"/>
                </a:lnTo>
                <a:lnTo>
                  <a:pt x="1066943" y="173784"/>
                </a:lnTo>
                <a:lnTo>
                  <a:pt x="1060752" y="180775"/>
                </a:lnTo>
                <a:lnTo>
                  <a:pt x="1054389" y="187700"/>
                </a:lnTo>
                <a:lnTo>
                  <a:pt x="1047864" y="194567"/>
                </a:lnTo>
                <a:lnTo>
                  <a:pt x="1041159" y="201368"/>
                </a:lnTo>
                <a:lnTo>
                  <a:pt x="1034301" y="208112"/>
                </a:lnTo>
                <a:lnTo>
                  <a:pt x="1027271" y="214779"/>
                </a:lnTo>
                <a:lnTo>
                  <a:pt x="1020080" y="221380"/>
                </a:lnTo>
                <a:lnTo>
                  <a:pt x="1012727" y="227914"/>
                </a:lnTo>
                <a:lnTo>
                  <a:pt x="1005221" y="234372"/>
                </a:lnTo>
                <a:lnTo>
                  <a:pt x="997553" y="240754"/>
                </a:lnTo>
                <a:lnTo>
                  <a:pt x="989733" y="247059"/>
                </a:lnTo>
                <a:lnTo>
                  <a:pt x="981751" y="253289"/>
                </a:lnTo>
                <a:lnTo>
                  <a:pt x="973626" y="259442"/>
                </a:lnTo>
                <a:lnTo>
                  <a:pt x="965349" y="265519"/>
                </a:lnTo>
                <a:lnTo>
                  <a:pt x="956920" y="271510"/>
                </a:lnTo>
                <a:lnTo>
                  <a:pt x="948357" y="277416"/>
                </a:lnTo>
                <a:lnTo>
                  <a:pt x="939641" y="283245"/>
                </a:lnTo>
                <a:lnTo>
                  <a:pt x="930783" y="288989"/>
                </a:lnTo>
                <a:lnTo>
                  <a:pt x="921801" y="294637"/>
                </a:lnTo>
                <a:lnTo>
                  <a:pt x="912666" y="300209"/>
                </a:lnTo>
                <a:lnTo>
                  <a:pt x="903408" y="305695"/>
                </a:lnTo>
                <a:lnTo>
                  <a:pt x="894026" y="311086"/>
                </a:lnTo>
                <a:lnTo>
                  <a:pt x="884501" y="316392"/>
                </a:lnTo>
                <a:lnTo>
                  <a:pt x="874862" y="321602"/>
                </a:lnTo>
                <a:lnTo>
                  <a:pt x="865099" y="326727"/>
                </a:lnTo>
                <a:lnTo>
                  <a:pt x="855221" y="331756"/>
                </a:lnTo>
                <a:lnTo>
                  <a:pt x="845220" y="336699"/>
                </a:lnTo>
                <a:lnTo>
                  <a:pt x="835114" y="341538"/>
                </a:lnTo>
                <a:lnTo>
                  <a:pt x="824894" y="346300"/>
                </a:lnTo>
                <a:lnTo>
                  <a:pt x="814568" y="350958"/>
                </a:lnTo>
                <a:lnTo>
                  <a:pt x="804139" y="355530"/>
                </a:lnTo>
                <a:lnTo>
                  <a:pt x="793604" y="359997"/>
                </a:lnTo>
                <a:lnTo>
                  <a:pt x="782974" y="364388"/>
                </a:lnTo>
                <a:lnTo>
                  <a:pt x="772239" y="368675"/>
                </a:lnTo>
                <a:lnTo>
                  <a:pt x="761429" y="372875"/>
                </a:lnTo>
                <a:lnTo>
                  <a:pt x="750513" y="376971"/>
                </a:lnTo>
                <a:lnTo>
                  <a:pt x="739521" y="380981"/>
                </a:lnTo>
                <a:lnTo>
                  <a:pt x="728443" y="384905"/>
                </a:lnTo>
                <a:lnTo>
                  <a:pt x="717290" y="388725"/>
                </a:lnTo>
                <a:lnTo>
                  <a:pt x="706050" y="392459"/>
                </a:lnTo>
                <a:lnTo>
                  <a:pt x="694734" y="396107"/>
                </a:lnTo>
                <a:lnTo>
                  <a:pt x="683352" y="399659"/>
                </a:lnTo>
                <a:lnTo>
                  <a:pt x="671903" y="403117"/>
                </a:lnTo>
                <a:lnTo>
                  <a:pt x="660378" y="406489"/>
                </a:lnTo>
                <a:lnTo>
                  <a:pt x="648795" y="409775"/>
                </a:lnTo>
                <a:lnTo>
                  <a:pt x="637146" y="412966"/>
                </a:lnTo>
                <a:lnTo>
                  <a:pt x="625440" y="416071"/>
                </a:lnTo>
                <a:lnTo>
                  <a:pt x="613677" y="419100"/>
                </a:lnTo>
                <a:lnTo>
                  <a:pt x="601856" y="422034"/>
                </a:lnTo>
                <a:lnTo>
                  <a:pt x="589988" y="424882"/>
                </a:lnTo>
                <a:lnTo>
                  <a:pt x="578063" y="427644"/>
                </a:lnTo>
                <a:lnTo>
                  <a:pt x="566090" y="430330"/>
                </a:lnTo>
                <a:lnTo>
                  <a:pt x="554079" y="432921"/>
                </a:lnTo>
                <a:lnTo>
                  <a:pt x="542020" y="435445"/>
                </a:lnTo>
                <a:lnTo>
                  <a:pt x="529923" y="437874"/>
                </a:lnTo>
                <a:lnTo>
                  <a:pt x="517779" y="440236"/>
                </a:lnTo>
                <a:lnTo>
                  <a:pt x="505597" y="442512"/>
                </a:lnTo>
                <a:lnTo>
                  <a:pt x="493385" y="444703"/>
                </a:lnTo>
                <a:lnTo>
                  <a:pt x="481136" y="446827"/>
                </a:lnTo>
                <a:lnTo>
                  <a:pt x="468859" y="448875"/>
                </a:lnTo>
                <a:lnTo>
                  <a:pt x="456543" y="450847"/>
                </a:lnTo>
                <a:lnTo>
                  <a:pt x="444208" y="452742"/>
                </a:lnTo>
                <a:lnTo>
                  <a:pt x="431835" y="454562"/>
                </a:lnTo>
                <a:lnTo>
                  <a:pt x="419443" y="456314"/>
                </a:lnTo>
                <a:lnTo>
                  <a:pt x="407022" y="457991"/>
                </a:lnTo>
                <a:lnTo>
                  <a:pt x="394573" y="459600"/>
                </a:lnTo>
                <a:lnTo>
                  <a:pt x="382105" y="461143"/>
                </a:lnTo>
                <a:lnTo>
                  <a:pt x="369627" y="462610"/>
                </a:lnTo>
                <a:lnTo>
                  <a:pt x="357121" y="464020"/>
                </a:lnTo>
                <a:lnTo>
                  <a:pt x="344595" y="465353"/>
                </a:lnTo>
                <a:lnTo>
                  <a:pt x="332051" y="466630"/>
                </a:lnTo>
                <a:lnTo>
                  <a:pt x="319497" y="467830"/>
                </a:lnTo>
                <a:lnTo>
                  <a:pt x="306924" y="468973"/>
                </a:lnTo>
                <a:lnTo>
                  <a:pt x="294332" y="470059"/>
                </a:lnTo>
                <a:lnTo>
                  <a:pt x="281730" y="471078"/>
                </a:lnTo>
                <a:lnTo>
                  <a:pt x="269119" y="472030"/>
                </a:lnTo>
                <a:lnTo>
                  <a:pt x="256499" y="472935"/>
                </a:lnTo>
                <a:lnTo>
                  <a:pt x="243869" y="473774"/>
                </a:lnTo>
                <a:lnTo>
                  <a:pt x="231229" y="474555"/>
                </a:lnTo>
                <a:lnTo>
                  <a:pt x="218570" y="475278"/>
                </a:lnTo>
                <a:lnTo>
                  <a:pt x="205911" y="475936"/>
                </a:lnTo>
                <a:lnTo>
                  <a:pt x="193253" y="476545"/>
                </a:lnTo>
                <a:lnTo>
                  <a:pt x="180575" y="477107"/>
                </a:lnTo>
                <a:lnTo>
                  <a:pt x="167897" y="477612"/>
                </a:lnTo>
                <a:lnTo>
                  <a:pt x="155219" y="478060"/>
                </a:lnTo>
                <a:lnTo>
                  <a:pt x="142532" y="478450"/>
                </a:lnTo>
                <a:lnTo>
                  <a:pt x="129835" y="478793"/>
                </a:lnTo>
                <a:lnTo>
                  <a:pt x="117148" y="479088"/>
                </a:lnTo>
                <a:lnTo>
                  <a:pt x="104451" y="479327"/>
                </a:lnTo>
                <a:lnTo>
                  <a:pt x="91745" y="479527"/>
                </a:lnTo>
                <a:lnTo>
                  <a:pt x="79048" y="479669"/>
                </a:lnTo>
                <a:lnTo>
                  <a:pt x="66351" y="479765"/>
                </a:lnTo>
                <a:lnTo>
                  <a:pt x="53645" y="479812"/>
                </a:lnTo>
                <a:lnTo>
                  <a:pt x="40938" y="479822"/>
                </a:lnTo>
                <a:lnTo>
                  <a:pt x="28242" y="479774"/>
                </a:lnTo>
                <a:lnTo>
                  <a:pt x="15535" y="479689"/>
                </a:lnTo>
                <a:lnTo>
                  <a:pt x="2838" y="479555"/>
                </a:lnTo>
                <a:lnTo>
                  <a:pt x="0" y="479422"/>
                </a:lnTo>
                <a:lnTo>
                  <a:pt x="12697" y="479222"/>
                </a:lnTo>
                <a:lnTo>
                  <a:pt x="25394" y="478888"/>
                </a:lnTo>
                <a:lnTo>
                  <a:pt x="38071" y="478450"/>
                </a:lnTo>
                <a:lnTo>
                  <a:pt x="50749" y="477917"/>
                </a:lnTo>
                <a:lnTo>
                  <a:pt x="63408" y="477288"/>
                </a:lnTo>
                <a:lnTo>
                  <a:pt x="76067" y="476574"/>
                </a:lnTo>
                <a:lnTo>
                  <a:pt x="88706" y="475774"/>
                </a:lnTo>
                <a:lnTo>
                  <a:pt x="101327" y="474888"/>
                </a:lnTo>
                <a:lnTo>
                  <a:pt x="113938" y="473916"/>
                </a:lnTo>
                <a:lnTo>
                  <a:pt x="126530" y="472869"/>
                </a:lnTo>
                <a:lnTo>
                  <a:pt x="139103" y="471726"/>
                </a:lnTo>
                <a:lnTo>
                  <a:pt x="151657" y="470506"/>
                </a:lnTo>
                <a:lnTo>
                  <a:pt x="164192" y="469202"/>
                </a:lnTo>
                <a:lnTo>
                  <a:pt x="176698" y="467811"/>
                </a:lnTo>
                <a:lnTo>
                  <a:pt x="189186" y="466325"/>
                </a:lnTo>
                <a:lnTo>
                  <a:pt x="201635" y="464753"/>
                </a:lnTo>
                <a:lnTo>
                  <a:pt x="214065" y="463096"/>
                </a:lnTo>
                <a:lnTo>
                  <a:pt x="226457" y="461343"/>
                </a:lnTo>
                <a:lnTo>
                  <a:pt x="238820" y="459496"/>
                </a:lnTo>
                <a:lnTo>
                  <a:pt x="251146" y="457552"/>
                </a:lnTo>
                <a:lnTo>
                  <a:pt x="263423" y="455514"/>
                </a:lnTo>
                <a:lnTo>
                  <a:pt x="275663" y="453371"/>
                </a:lnTo>
                <a:lnTo>
                  <a:pt x="287855" y="451133"/>
                </a:lnTo>
                <a:lnTo>
                  <a:pt x="299999" y="448780"/>
                </a:lnTo>
                <a:lnTo>
                  <a:pt x="312096" y="446322"/>
                </a:lnTo>
                <a:lnTo>
                  <a:pt x="324126" y="443751"/>
                </a:lnTo>
                <a:lnTo>
                  <a:pt x="336090" y="441074"/>
                </a:lnTo>
                <a:lnTo>
                  <a:pt x="347996" y="438274"/>
                </a:lnTo>
                <a:lnTo>
                  <a:pt x="359826" y="435359"/>
                </a:lnTo>
                <a:lnTo>
                  <a:pt x="371570" y="432321"/>
                </a:lnTo>
                <a:lnTo>
                  <a:pt x="383238" y="429149"/>
                </a:lnTo>
                <a:lnTo>
                  <a:pt x="394811" y="425853"/>
                </a:lnTo>
                <a:lnTo>
                  <a:pt x="406289" y="422424"/>
                </a:lnTo>
                <a:lnTo>
                  <a:pt x="417662" y="418852"/>
                </a:lnTo>
                <a:lnTo>
                  <a:pt x="428920" y="415147"/>
                </a:lnTo>
                <a:lnTo>
                  <a:pt x="440065" y="411299"/>
                </a:lnTo>
                <a:lnTo>
                  <a:pt x="451066" y="407299"/>
                </a:lnTo>
                <a:lnTo>
                  <a:pt x="461924" y="403146"/>
                </a:lnTo>
                <a:lnTo>
                  <a:pt x="472640" y="398840"/>
                </a:lnTo>
                <a:lnTo>
                  <a:pt x="483184" y="394383"/>
                </a:lnTo>
                <a:lnTo>
                  <a:pt x="493557" y="389763"/>
                </a:lnTo>
                <a:lnTo>
                  <a:pt x="503749" y="384972"/>
                </a:lnTo>
                <a:lnTo>
                  <a:pt x="513731" y="380028"/>
                </a:lnTo>
                <a:lnTo>
                  <a:pt x="523494" y="374904"/>
                </a:lnTo>
                <a:lnTo>
                  <a:pt x="533038" y="369627"/>
                </a:lnTo>
                <a:lnTo>
                  <a:pt x="542334" y="364169"/>
                </a:lnTo>
                <a:lnTo>
                  <a:pt x="551374" y="358540"/>
                </a:lnTo>
                <a:lnTo>
                  <a:pt x="560146" y="352749"/>
                </a:lnTo>
                <a:lnTo>
                  <a:pt x="568623" y="346786"/>
                </a:lnTo>
                <a:lnTo>
                  <a:pt x="576796" y="340662"/>
                </a:lnTo>
                <a:lnTo>
                  <a:pt x="584645" y="334366"/>
                </a:lnTo>
                <a:lnTo>
                  <a:pt x="592169" y="327917"/>
                </a:lnTo>
                <a:lnTo>
                  <a:pt x="599351" y="321307"/>
                </a:lnTo>
                <a:lnTo>
                  <a:pt x="606171" y="314554"/>
                </a:lnTo>
                <a:lnTo>
                  <a:pt x="612619" y="307658"/>
                </a:lnTo>
                <a:lnTo>
                  <a:pt x="618696" y="300628"/>
                </a:lnTo>
                <a:lnTo>
                  <a:pt x="624383" y="293465"/>
                </a:lnTo>
                <a:lnTo>
                  <a:pt x="629679" y="286188"/>
                </a:lnTo>
                <a:lnTo>
                  <a:pt x="634575" y="278806"/>
                </a:lnTo>
                <a:lnTo>
                  <a:pt x="639080" y="271320"/>
                </a:lnTo>
                <a:lnTo>
                  <a:pt x="643176" y="263738"/>
                </a:lnTo>
                <a:lnTo>
                  <a:pt x="646871" y="256080"/>
                </a:lnTo>
                <a:lnTo>
                  <a:pt x="650167" y="248345"/>
                </a:lnTo>
                <a:lnTo>
                  <a:pt x="653082" y="240554"/>
                </a:lnTo>
                <a:lnTo>
                  <a:pt x="655606" y="232705"/>
                </a:lnTo>
                <a:lnTo>
                  <a:pt x="657739" y="224819"/>
                </a:lnTo>
                <a:lnTo>
                  <a:pt x="659511" y="216894"/>
                </a:lnTo>
                <a:lnTo>
                  <a:pt x="660921" y="208931"/>
                </a:lnTo>
                <a:lnTo>
                  <a:pt x="661978" y="200949"/>
                </a:lnTo>
                <a:lnTo>
                  <a:pt x="662683" y="192957"/>
                </a:lnTo>
                <a:lnTo>
                  <a:pt x="663064" y="184956"/>
                </a:lnTo>
                <a:lnTo>
                  <a:pt x="663121" y="176946"/>
                </a:lnTo>
                <a:lnTo>
                  <a:pt x="662873" y="168945"/>
                </a:lnTo>
                <a:lnTo>
                  <a:pt x="662321" y="160944"/>
                </a:lnTo>
                <a:lnTo>
                  <a:pt x="661483" y="152962"/>
                </a:lnTo>
                <a:lnTo>
                  <a:pt x="673237" y="151000"/>
                </a:lnTo>
                <a:lnTo>
                  <a:pt x="685619" y="149209"/>
                </a:lnTo>
                <a:lnTo>
                  <a:pt x="697954" y="147295"/>
                </a:lnTo>
                <a:lnTo>
                  <a:pt x="710251" y="145294"/>
                </a:lnTo>
                <a:lnTo>
                  <a:pt x="722509" y="143199"/>
                </a:lnTo>
                <a:lnTo>
                  <a:pt x="734739" y="141018"/>
                </a:lnTo>
                <a:lnTo>
                  <a:pt x="746922" y="138751"/>
                </a:lnTo>
                <a:lnTo>
                  <a:pt x="759066" y="136408"/>
                </a:lnTo>
                <a:lnTo>
                  <a:pt x="771182" y="133998"/>
                </a:lnTo>
                <a:lnTo>
                  <a:pt x="783250" y="131502"/>
                </a:lnTo>
                <a:lnTo>
                  <a:pt x="795280" y="128930"/>
                </a:lnTo>
                <a:lnTo>
                  <a:pt x="807272" y="126282"/>
                </a:lnTo>
                <a:lnTo>
                  <a:pt x="819217" y="123568"/>
                </a:lnTo>
                <a:lnTo>
                  <a:pt x="831123" y="120767"/>
                </a:lnTo>
                <a:lnTo>
                  <a:pt x="842982" y="117900"/>
                </a:lnTo>
                <a:lnTo>
                  <a:pt x="854793" y="114967"/>
                </a:lnTo>
                <a:lnTo>
                  <a:pt x="866565" y="111947"/>
                </a:lnTo>
                <a:lnTo>
                  <a:pt x="878281" y="108861"/>
                </a:lnTo>
                <a:lnTo>
                  <a:pt x="889949" y="105689"/>
                </a:lnTo>
                <a:lnTo>
                  <a:pt x="901560" y="102451"/>
                </a:lnTo>
                <a:lnTo>
                  <a:pt x="913124" y="99136"/>
                </a:lnTo>
                <a:lnTo>
                  <a:pt x="924630" y="95736"/>
                </a:lnTo>
                <a:lnTo>
                  <a:pt x="936079" y="92269"/>
                </a:lnTo>
                <a:lnTo>
                  <a:pt x="947461" y="88716"/>
                </a:lnTo>
                <a:lnTo>
                  <a:pt x="958787" y="85087"/>
                </a:lnTo>
                <a:lnTo>
                  <a:pt x="970045" y="81382"/>
                </a:lnTo>
                <a:lnTo>
                  <a:pt x="981237" y="77600"/>
                </a:lnTo>
                <a:lnTo>
                  <a:pt x="992362" y="73724"/>
                </a:lnTo>
                <a:lnTo>
                  <a:pt x="1003402" y="69771"/>
                </a:lnTo>
                <a:lnTo>
                  <a:pt x="1014374" y="65742"/>
                </a:lnTo>
                <a:lnTo>
                  <a:pt x="1025271" y="61617"/>
                </a:lnTo>
                <a:lnTo>
                  <a:pt x="1036082" y="57417"/>
                </a:lnTo>
                <a:lnTo>
                  <a:pt x="1046807" y="53121"/>
                </a:lnTo>
                <a:lnTo>
                  <a:pt x="1057437" y="48749"/>
                </a:lnTo>
                <a:lnTo>
                  <a:pt x="1067981" y="44282"/>
                </a:lnTo>
                <a:lnTo>
                  <a:pt x="1078430" y="39729"/>
                </a:lnTo>
                <a:lnTo>
                  <a:pt x="1088784" y="35081"/>
                </a:lnTo>
                <a:lnTo>
                  <a:pt x="1099023" y="30347"/>
                </a:lnTo>
                <a:lnTo>
                  <a:pt x="1109158" y="25527"/>
                </a:lnTo>
                <a:lnTo>
                  <a:pt x="1119188" y="20603"/>
                </a:lnTo>
                <a:lnTo>
                  <a:pt x="1129094" y="15592"/>
                </a:lnTo>
                <a:lnTo>
                  <a:pt x="1138876" y="10497"/>
                </a:lnTo>
                <a:lnTo>
                  <a:pt x="1148544" y="5296"/>
                </a:lnTo>
                <a:lnTo>
                  <a:pt x="1158069" y="0"/>
                </a:lnTo>
                <a:close/>
              </a:path>
            </a:pathLst>
          </a:custGeom>
          <a:solidFill xmlns:a="http://schemas.openxmlformats.org/drawingml/2006/main">
            <a:srgbClr val="EEF2F7"/>
          </a:solidFill>
          <a:ln xmlns:a="http://schemas.openxmlformats.org/drawingml/2006/main" w="22860">
            <a:solidFill>
              <a:srgbClr val="C8D1DC"/>
            </a:solidFill>
            <a:prstDash val="solid"/>
          </a:ln>
        </p:spPr>
      </p:sp>
      <p:sp>
        <p:nvSpPr>
          <p:cNvPr id="13" name="note-sheet-shadow-3">
            <a:extLst xmlns:a="http://schemas.openxmlformats.org/drawingml/2006/main">
              <a:ext uri="{FF2B5EF4-FFF2-40B4-BE49-F238E27FC236}">
                <a16:creationId xmlns:a16="http://schemas.microsoft.com/office/drawing/2014/main" id="{E92C6A38-9DE3-43D1-BEFF-044CF9029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00982" y="3894582"/>
            <a:ext cx="3143964" cy="526771"/>
          </a:xfrm>
          <a:custGeom xmlns:a="http://schemas.openxmlformats.org/drawingml/2006/main">
            <a:pathLst>
              <a:path w="3143964" h="526771">
                <a:moveTo>
                  <a:pt x="3142993" y="0"/>
                </a:moveTo>
                <a:lnTo>
                  <a:pt x="3143964" y="19402"/>
                </a:lnTo>
                <a:lnTo>
                  <a:pt x="3143536" y="38805"/>
                </a:lnTo>
                <a:lnTo>
                  <a:pt x="3142012" y="58188"/>
                </a:lnTo>
                <a:lnTo>
                  <a:pt x="3139478" y="77534"/>
                </a:lnTo>
                <a:lnTo>
                  <a:pt x="3135973" y="96822"/>
                </a:lnTo>
                <a:lnTo>
                  <a:pt x="3131496" y="116024"/>
                </a:lnTo>
                <a:lnTo>
                  <a:pt x="3126048" y="135131"/>
                </a:lnTo>
                <a:lnTo>
                  <a:pt x="3119618" y="154115"/>
                </a:lnTo>
                <a:lnTo>
                  <a:pt x="3112199" y="172945"/>
                </a:lnTo>
                <a:lnTo>
                  <a:pt x="3103750" y="191614"/>
                </a:lnTo>
                <a:lnTo>
                  <a:pt x="3094263" y="210083"/>
                </a:lnTo>
                <a:lnTo>
                  <a:pt x="3083709" y="228314"/>
                </a:lnTo>
                <a:lnTo>
                  <a:pt x="3072079" y="246288"/>
                </a:lnTo>
                <a:lnTo>
                  <a:pt x="3059344" y="263957"/>
                </a:lnTo>
                <a:lnTo>
                  <a:pt x="3045476" y="281292"/>
                </a:lnTo>
                <a:lnTo>
                  <a:pt x="3030484" y="298247"/>
                </a:lnTo>
                <a:lnTo>
                  <a:pt x="3014348" y="314773"/>
                </a:lnTo>
                <a:lnTo>
                  <a:pt x="2997070" y="330841"/>
                </a:lnTo>
                <a:lnTo>
                  <a:pt x="2978668" y="346405"/>
                </a:lnTo>
                <a:lnTo>
                  <a:pt x="2959151" y="361417"/>
                </a:lnTo>
                <a:lnTo>
                  <a:pt x="2938539" y="375837"/>
                </a:lnTo>
                <a:lnTo>
                  <a:pt x="2916888" y="389639"/>
                </a:lnTo>
                <a:lnTo>
                  <a:pt x="2894228" y="402774"/>
                </a:lnTo>
                <a:lnTo>
                  <a:pt x="2870606" y="415233"/>
                </a:lnTo>
                <a:lnTo>
                  <a:pt x="2846099" y="426977"/>
                </a:lnTo>
                <a:lnTo>
                  <a:pt x="2820753" y="437998"/>
                </a:lnTo>
                <a:lnTo>
                  <a:pt x="2794645" y="448294"/>
                </a:lnTo>
                <a:lnTo>
                  <a:pt x="2767832" y="457848"/>
                </a:lnTo>
                <a:lnTo>
                  <a:pt x="2740409" y="466668"/>
                </a:lnTo>
                <a:lnTo>
                  <a:pt x="2712415" y="474764"/>
                </a:lnTo>
                <a:lnTo>
                  <a:pt x="2683935" y="482146"/>
                </a:lnTo>
                <a:lnTo>
                  <a:pt x="2655027" y="488833"/>
                </a:lnTo>
                <a:lnTo>
                  <a:pt x="2625747" y="494843"/>
                </a:lnTo>
                <a:lnTo>
                  <a:pt x="2596144" y="500196"/>
                </a:lnTo>
                <a:lnTo>
                  <a:pt x="2566273" y="504920"/>
                </a:lnTo>
                <a:lnTo>
                  <a:pt x="2536184" y="509035"/>
                </a:lnTo>
                <a:lnTo>
                  <a:pt x="2505904" y="512569"/>
                </a:lnTo>
                <a:lnTo>
                  <a:pt x="2475471" y="515541"/>
                </a:lnTo>
                <a:lnTo>
                  <a:pt x="2444925" y="517998"/>
                </a:lnTo>
                <a:lnTo>
                  <a:pt x="2414283" y="519941"/>
                </a:lnTo>
                <a:lnTo>
                  <a:pt x="2383574" y="521389"/>
                </a:lnTo>
                <a:lnTo>
                  <a:pt x="2352799" y="522075"/>
                </a:lnTo>
                <a:lnTo>
                  <a:pt x="2322005" y="522532"/>
                </a:lnTo>
                <a:lnTo>
                  <a:pt x="2291220" y="522894"/>
                </a:lnTo>
                <a:lnTo>
                  <a:pt x="2260425" y="523199"/>
                </a:lnTo>
                <a:lnTo>
                  <a:pt x="2229631" y="523465"/>
                </a:lnTo>
                <a:lnTo>
                  <a:pt x="2198837" y="523713"/>
                </a:lnTo>
                <a:lnTo>
                  <a:pt x="2168042" y="523932"/>
                </a:lnTo>
                <a:lnTo>
                  <a:pt x="2137248" y="524142"/>
                </a:lnTo>
                <a:lnTo>
                  <a:pt x="2106454" y="524323"/>
                </a:lnTo>
                <a:lnTo>
                  <a:pt x="2075659" y="524504"/>
                </a:lnTo>
                <a:lnTo>
                  <a:pt x="2044865" y="524666"/>
                </a:lnTo>
                <a:lnTo>
                  <a:pt x="2014071" y="524818"/>
                </a:lnTo>
                <a:lnTo>
                  <a:pt x="1983267" y="524970"/>
                </a:lnTo>
                <a:lnTo>
                  <a:pt x="1952473" y="525104"/>
                </a:lnTo>
                <a:lnTo>
                  <a:pt x="1921678" y="525237"/>
                </a:lnTo>
                <a:lnTo>
                  <a:pt x="1890884" y="525361"/>
                </a:lnTo>
                <a:lnTo>
                  <a:pt x="1860090" y="525475"/>
                </a:lnTo>
                <a:lnTo>
                  <a:pt x="1829295" y="525590"/>
                </a:lnTo>
                <a:lnTo>
                  <a:pt x="1798501" y="525694"/>
                </a:lnTo>
                <a:lnTo>
                  <a:pt x="1767697" y="525790"/>
                </a:lnTo>
                <a:lnTo>
                  <a:pt x="1736903" y="525885"/>
                </a:lnTo>
                <a:lnTo>
                  <a:pt x="1706108" y="525971"/>
                </a:lnTo>
                <a:lnTo>
                  <a:pt x="1675314" y="526047"/>
                </a:lnTo>
                <a:lnTo>
                  <a:pt x="1644520" y="526132"/>
                </a:lnTo>
                <a:lnTo>
                  <a:pt x="1613725" y="526199"/>
                </a:lnTo>
                <a:lnTo>
                  <a:pt x="1582922" y="526266"/>
                </a:lnTo>
                <a:lnTo>
                  <a:pt x="1552127" y="526332"/>
                </a:lnTo>
                <a:lnTo>
                  <a:pt x="1521333" y="526399"/>
                </a:lnTo>
                <a:lnTo>
                  <a:pt x="1490539" y="526447"/>
                </a:lnTo>
                <a:lnTo>
                  <a:pt x="1459744" y="526494"/>
                </a:lnTo>
                <a:lnTo>
                  <a:pt x="1428941" y="526552"/>
                </a:lnTo>
                <a:lnTo>
                  <a:pt x="1398146" y="526590"/>
                </a:lnTo>
                <a:lnTo>
                  <a:pt x="1367352" y="526618"/>
                </a:lnTo>
                <a:lnTo>
                  <a:pt x="1336558" y="526656"/>
                </a:lnTo>
                <a:lnTo>
                  <a:pt x="1305763" y="526685"/>
                </a:lnTo>
                <a:lnTo>
                  <a:pt x="1274959" y="526704"/>
                </a:lnTo>
                <a:lnTo>
                  <a:pt x="1244165" y="526733"/>
                </a:lnTo>
                <a:lnTo>
                  <a:pt x="1213371" y="526752"/>
                </a:lnTo>
                <a:lnTo>
                  <a:pt x="1182576" y="526761"/>
                </a:lnTo>
                <a:lnTo>
                  <a:pt x="1151782" y="526761"/>
                </a:lnTo>
                <a:lnTo>
                  <a:pt x="1120978" y="526771"/>
                </a:lnTo>
                <a:lnTo>
                  <a:pt x="1090184" y="526771"/>
                </a:lnTo>
                <a:lnTo>
                  <a:pt x="1059390" y="526752"/>
                </a:lnTo>
                <a:lnTo>
                  <a:pt x="1028595" y="526742"/>
                </a:lnTo>
                <a:lnTo>
                  <a:pt x="997801" y="526733"/>
                </a:lnTo>
                <a:lnTo>
                  <a:pt x="966997" y="526704"/>
                </a:lnTo>
                <a:lnTo>
                  <a:pt x="936203" y="526675"/>
                </a:lnTo>
                <a:lnTo>
                  <a:pt x="905408" y="526656"/>
                </a:lnTo>
                <a:lnTo>
                  <a:pt x="874614" y="526609"/>
                </a:lnTo>
                <a:lnTo>
                  <a:pt x="843810" y="526561"/>
                </a:lnTo>
                <a:lnTo>
                  <a:pt x="813016" y="526523"/>
                </a:lnTo>
                <a:lnTo>
                  <a:pt x="782222" y="526466"/>
                </a:lnTo>
                <a:lnTo>
                  <a:pt x="751427" y="526399"/>
                </a:lnTo>
                <a:lnTo>
                  <a:pt x="720633" y="526332"/>
                </a:lnTo>
                <a:lnTo>
                  <a:pt x="689839" y="526256"/>
                </a:lnTo>
                <a:lnTo>
                  <a:pt x="659035" y="526171"/>
                </a:lnTo>
                <a:lnTo>
                  <a:pt x="628240" y="526075"/>
                </a:lnTo>
                <a:lnTo>
                  <a:pt x="597446" y="525990"/>
                </a:lnTo>
                <a:lnTo>
                  <a:pt x="566652" y="525875"/>
                </a:lnTo>
                <a:lnTo>
                  <a:pt x="535857" y="525761"/>
                </a:lnTo>
                <a:lnTo>
                  <a:pt x="505063" y="525628"/>
                </a:lnTo>
                <a:lnTo>
                  <a:pt x="474259" y="525494"/>
                </a:lnTo>
                <a:lnTo>
                  <a:pt x="443465" y="525342"/>
                </a:lnTo>
                <a:lnTo>
                  <a:pt x="412671" y="525170"/>
                </a:lnTo>
                <a:lnTo>
                  <a:pt x="381876" y="524999"/>
                </a:lnTo>
                <a:lnTo>
                  <a:pt x="351082" y="524799"/>
                </a:lnTo>
                <a:lnTo>
                  <a:pt x="320288" y="524580"/>
                </a:lnTo>
                <a:lnTo>
                  <a:pt x="289493" y="524342"/>
                </a:lnTo>
                <a:lnTo>
                  <a:pt x="258699" y="524085"/>
                </a:lnTo>
                <a:lnTo>
                  <a:pt x="227905" y="523789"/>
                </a:lnTo>
                <a:lnTo>
                  <a:pt x="197120" y="523465"/>
                </a:lnTo>
                <a:lnTo>
                  <a:pt x="166326" y="523103"/>
                </a:lnTo>
                <a:lnTo>
                  <a:pt x="135541" y="522684"/>
                </a:lnTo>
                <a:lnTo>
                  <a:pt x="104746" y="522189"/>
                </a:lnTo>
                <a:lnTo>
                  <a:pt x="73971" y="521579"/>
                </a:lnTo>
                <a:lnTo>
                  <a:pt x="43196" y="520789"/>
                </a:lnTo>
                <a:lnTo>
                  <a:pt x="12468" y="519522"/>
                </a:lnTo>
                <a:lnTo>
                  <a:pt x="5705" y="503749"/>
                </a:lnTo>
                <a:lnTo>
                  <a:pt x="5305" y="484337"/>
                </a:lnTo>
                <a:lnTo>
                  <a:pt x="4896" y="464925"/>
                </a:lnTo>
                <a:lnTo>
                  <a:pt x="4486" y="445522"/>
                </a:lnTo>
                <a:lnTo>
                  <a:pt x="4077" y="426110"/>
                </a:lnTo>
                <a:lnTo>
                  <a:pt x="3667" y="406698"/>
                </a:lnTo>
                <a:lnTo>
                  <a:pt x="3267" y="387296"/>
                </a:lnTo>
                <a:lnTo>
                  <a:pt x="2858" y="367884"/>
                </a:lnTo>
                <a:lnTo>
                  <a:pt x="2448" y="348472"/>
                </a:lnTo>
                <a:lnTo>
                  <a:pt x="2038" y="329060"/>
                </a:lnTo>
                <a:lnTo>
                  <a:pt x="1629" y="309658"/>
                </a:lnTo>
                <a:lnTo>
                  <a:pt x="1219" y="290246"/>
                </a:lnTo>
                <a:lnTo>
                  <a:pt x="819" y="270834"/>
                </a:lnTo>
                <a:lnTo>
                  <a:pt x="410" y="251422"/>
                </a:lnTo>
                <a:lnTo>
                  <a:pt x="0" y="232019"/>
                </a:lnTo>
                <a:lnTo>
                  <a:pt x="11297" y="219323"/>
                </a:lnTo>
                <a:lnTo>
                  <a:pt x="42015" y="217913"/>
                </a:lnTo>
                <a:lnTo>
                  <a:pt x="72752" y="216722"/>
                </a:lnTo>
                <a:lnTo>
                  <a:pt x="103508" y="215732"/>
                </a:lnTo>
                <a:lnTo>
                  <a:pt x="134274" y="214922"/>
                </a:lnTo>
                <a:lnTo>
                  <a:pt x="165059" y="214274"/>
                </a:lnTo>
                <a:lnTo>
                  <a:pt x="195844" y="213770"/>
                </a:lnTo>
                <a:lnTo>
                  <a:pt x="226628" y="213398"/>
                </a:lnTo>
                <a:lnTo>
                  <a:pt x="257423" y="213150"/>
                </a:lnTo>
                <a:lnTo>
                  <a:pt x="288227" y="213008"/>
                </a:lnTo>
                <a:lnTo>
                  <a:pt x="319021" y="212969"/>
                </a:lnTo>
                <a:lnTo>
                  <a:pt x="349815" y="213027"/>
                </a:lnTo>
                <a:lnTo>
                  <a:pt x="380609" y="213170"/>
                </a:lnTo>
                <a:lnTo>
                  <a:pt x="411404" y="213379"/>
                </a:lnTo>
                <a:lnTo>
                  <a:pt x="442198" y="213674"/>
                </a:lnTo>
                <a:lnTo>
                  <a:pt x="472992" y="214036"/>
                </a:lnTo>
                <a:lnTo>
                  <a:pt x="503777" y="214455"/>
                </a:lnTo>
                <a:lnTo>
                  <a:pt x="534562" y="214932"/>
                </a:lnTo>
                <a:lnTo>
                  <a:pt x="565347" y="215465"/>
                </a:lnTo>
                <a:lnTo>
                  <a:pt x="596132" y="216046"/>
                </a:lnTo>
                <a:lnTo>
                  <a:pt x="626907" y="216675"/>
                </a:lnTo>
                <a:lnTo>
                  <a:pt x="657692" y="217351"/>
                </a:lnTo>
                <a:lnTo>
                  <a:pt x="688467" y="218056"/>
                </a:lnTo>
                <a:lnTo>
                  <a:pt x="719242" y="218799"/>
                </a:lnTo>
                <a:lnTo>
                  <a:pt x="750008" y="219580"/>
                </a:lnTo>
                <a:lnTo>
                  <a:pt x="780783" y="220389"/>
                </a:lnTo>
                <a:lnTo>
                  <a:pt x="811549" y="221228"/>
                </a:lnTo>
                <a:lnTo>
                  <a:pt x="842315" y="222094"/>
                </a:lnTo>
                <a:lnTo>
                  <a:pt x="873081" y="222980"/>
                </a:lnTo>
                <a:lnTo>
                  <a:pt x="903837" y="223895"/>
                </a:lnTo>
                <a:lnTo>
                  <a:pt x="934603" y="224819"/>
                </a:lnTo>
                <a:lnTo>
                  <a:pt x="965359" y="225762"/>
                </a:lnTo>
                <a:lnTo>
                  <a:pt x="996115" y="226724"/>
                </a:lnTo>
                <a:lnTo>
                  <a:pt x="1026881" y="227695"/>
                </a:lnTo>
                <a:lnTo>
                  <a:pt x="1057637" y="228676"/>
                </a:lnTo>
                <a:lnTo>
                  <a:pt x="1088393" y="229667"/>
                </a:lnTo>
                <a:lnTo>
                  <a:pt x="1119149" y="230667"/>
                </a:lnTo>
                <a:lnTo>
                  <a:pt x="1149896" y="231667"/>
                </a:lnTo>
                <a:lnTo>
                  <a:pt x="1180652" y="232677"/>
                </a:lnTo>
                <a:lnTo>
                  <a:pt x="1211409" y="233686"/>
                </a:lnTo>
                <a:lnTo>
                  <a:pt x="1242165" y="234686"/>
                </a:lnTo>
                <a:lnTo>
                  <a:pt x="1272921" y="235687"/>
                </a:lnTo>
                <a:lnTo>
                  <a:pt x="1303677" y="236687"/>
                </a:lnTo>
                <a:lnTo>
                  <a:pt x="1334433" y="237687"/>
                </a:lnTo>
                <a:lnTo>
                  <a:pt x="1365190" y="238677"/>
                </a:lnTo>
                <a:lnTo>
                  <a:pt x="1395946" y="239659"/>
                </a:lnTo>
                <a:lnTo>
                  <a:pt x="1426702" y="240621"/>
                </a:lnTo>
                <a:lnTo>
                  <a:pt x="1457458" y="241583"/>
                </a:lnTo>
                <a:lnTo>
                  <a:pt x="1488224" y="242516"/>
                </a:lnTo>
                <a:lnTo>
                  <a:pt x="1518980" y="243440"/>
                </a:lnTo>
                <a:lnTo>
                  <a:pt x="1549746" y="244335"/>
                </a:lnTo>
                <a:lnTo>
                  <a:pt x="1580512" y="245212"/>
                </a:lnTo>
                <a:lnTo>
                  <a:pt x="1611278" y="246069"/>
                </a:lnTo>
                <a:lnTo>
                  <a:pt x="1642043" y="246888"/>
                </a:lnTo>
                <a:lnTo>
                  <a:pt x="1672819" y="247688"/>
                </a:lnTo>
                <a:lnTo>
                  <a:pt x="1703594" y="248450"/>
                </a:lnTo>
                <a:lnTo>
                  <a:pt x="1734360" y="249184"/>
                </a:lnTo>
                <a:lnTo>
                  <a:pt x="1765144" y="249869"/>
                </a:lnTo>
                <a:lnTo>
                  <a:pt x="1795920" y="250517"/>
                </a:lnTo>
                <a:lnTo>
                  <a:pt x="1826705" y="251117"/>
                </a:lnTo>
                <a:lnTo>
                  <a:pt x="1857489" y="251670"/>
                </a:lnTo>
                <a:lnTo>
                  <a:pt x="1888274" y="252174"/>
                </a:lnTo>
                <a:lnTo>
                  <a:pt x="1919059" y="252622"/>
                </a:lnTo>
                <a:lnTo>
                  <a:pt x="1949853" y="253003"/>
                </a:lnTo>
                <a:lnTo>
                  <a:pt x="1980638" y="253317"/>
                </a:lnTo>
                <a:lnTo>
                  <a:pt x="2011432" y="253556"/>
                </a:lnTo>
                <a:lnTo>
                  <a:pt x="2042236" y="253717"/>
                </a:lnTo>
                <a:lnTo>
                  <a:pt x="2073031" y="253794"/>
                </a:lnTo>
                <a:lnTo>
                  <a:pt x="2103825" y="253775"/>
                </a:lnTo>
                <a:lnTo>
                  <a:pt x="2134619" y="253651"/>
                </a:lnTo>
                <a:lnTo>
                  <a:pt x="2165414" y="253413"/>
                </a:lnTo>
                <a:lnTo>
                  <a:pt x="2196208" y="253060"/>
                </a:lnTo>
                <a:lnTo>
                  <a:pt x="2226993" y="252565"/>
                </a:lnTo>
                <a:lnTo>
                  <a:pt x="2257768" y="251917"/>
                </a:lnTo>
                <a:lnTo>
                  <a:pt x="2288543" y="251108"/>
                </a:lnTo>
                <a:lnTo>
                  <a:pt x="2319299" y="250107"/>
                </a:lnTo>
                <a:lnTo>
                  <a:pt x="2350037" y="248907"/>
                </a:lnTo>
                <a:lnTo>
                  <a:pt x="2380745" y="247460"/>
                </a:lnTo>
                <a:lnTo>
                  <a:pt x="2411416" y="245745"/>
                </a:lnTo>
                <a:lnTo>
                  <a:pt x="2442048" y="243716"/>
                </a:lnTo>
                <a:lnTo>
                  <a:pt x="2472604" y="241335"/>
                </a:lnTo>
                <a:lnTo>
                  <a:pt x="2503075" y="238516"/>
                </a:lnTo>
                <a:lnTo>
                  <a:pt x="2533412" y="235172"/>
                </a:lnTo>
                <a:lnTo>
                  <a:pt x="2563559" y="231210"/>
                </a:lnTo>
                <a:lnTo>
                  <a:pt x="2593410" y="226447"/>
                </a:lnTo>
                <a:lnTo>
                  <a:pt x="2622794" y="220656"/>
                </a:lnTo>
                <a:lnTo>
                  <a:pt x="2651398" y="213474"/>
                </a:lnTo>
                <a:lnTo>
                  <a:pt x="2678563" y="204368"/>
                </a:lnTo>
                <a:lnTo>
                  <a:pt x="2702843" y="192481"/>
                </a:lnTo>
                <a:lnTo>
                  <a:pt x="2720978" y="176917"/>
                </a:lnTo>
                <a:lnTo>
                  <a:pt x="2728284" y="158201"/>
                </a:lnTo>
                <a:lnTo>
                  <a:pt x="2748925" y="148476"/>
                </a:lnTo>
                <a:lnTo>
                  <a:pt x="2777909" y="141923"/>
                </a:lnTo>
                <a:lnTo>
                  <a:pt x="2806503" y="134712"/>
                </a:lnTo>
                <a:lnTo>
                  <a:pt x="2834716" y="126940"/>
                </a:lnTo>
                <a:lnTo>
                  <a:pt x="2862577" y="118662"/>
                </a:lnTo>
                <a:lnTo>
                  <a:pt x="2890066" y="109909"/>
                </a:lnTo>
                <a:lnTo>
                  <a:pt x="2917184" y="100717"/>
                </a:lnTo>
                <a:lnTo>
                  <a:pt x="2943930" y="91088"/>
                </a:lnTo>
                <a:lnTo>
                  <a:pt x="2970286" y="81048"/>
                </a:lnTo>
                <a:lnTo>
                  <a:pt x="2996241" y="70609"/>
                </a:lnTo>
                <a:lnTo>
                  <a:pt x="3021787" y="59769"/>
                </a:lnTo>
                <a:lnTo>
                  <a:pt x="3046914" y="48549"/>
                </a:lnTo>
                <a:lnTo>
                  <a:pt x="3071612" y="36947"/>
                </a:lnTo>
                <a:lnTo>
                  <a:pt x="3095863" y="24984"/>
                </a:lnTo>
                <a:lnTo>
                  <a:pt x="3119666" y="12668"/>
                </a:lnTo>
                <a:lnTo>
                  <a:pt x="3142993" y="0"/>
                </a:lnTo>
                <a:close/>
              </a:path>
            </a:pathLst>
          </a:custGeom>
          <a:solidFill xmlns:a="http://schemas.openxmlformats.org/drawingml/2006/main">
            <a:srgbClr val="7F8C9D">
              <a:alpha val="30000"/>
            </a:srgbClr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4" name="note-sheet-paper-3">
            <a:extLst xmlns:a="http://schemas.openxmlformats.org/drawingml/2006/main">
              <a:ext uri="{FF2B5EF4-FFF2-40B4-BE49-F238E27FC236}">
                <a16:creationId xmlns:a16="http://schemas.microsoft.com/office/drawing/2014/main" id="{F7FAA1C1-6484-436E-A7DE-982DAF76E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00725" y="2438400"/>
            <a:ext cx="3143250" cy="1981200"/>
          </a:xfrm>
          <a:custGeom xmlns:a="http://schemas.openxmlformats.org/drawingml/2006/main">
            <a:pathLst>
              <a:path w="3143250" h="1981200">
                <a:moveTo>
                  <a:pt x="0" y="1981200"/>
                </a:moveTo>
                <a:lnTo>
                  <a:pt x="50473" y="1981200"/>
                </a:lnTo>
                <a:lnTo>
                  <a:pt x="100936" y="1981200"/>
                </a:lnTo>
                <a:lnTo>
                  <a:pt x="151409" y="1981200"/>
                </a:lnTo>
                <a:lnTo>
                  <a:pt x="201873" y="1981200"/>
                </a:lnTo>
                <a:lnTo>
                  <a:pt x="252346" y="1981200"/>
                </a:lnTo>
                <a:lnTo>
                  <a:pt x="302809" y="1981200"/>
                </a:lnTo>
                <a:lnTo>
                  <a:pt x="353282" y="1981200"/>
                </a:lnTo>
                <a:lnTo>
                  <a:pt x="403746" y="1981200"/>
                </a:lnTo>
                <a:lnTo>
                  <a:pt x="454219" y="1981200"/>
                </a:lnTo>
                <a:lnTo>
                  <a:pt x="504682" y="1981200"/>
                </a:lnTo>
                <a:lnTo>
                  <a:pt x="555155" y="1981200"/>
                </a:lnTo>
                <a:lnTo>
                  <a:pt x="605619" y="1981200"/>
                </a:lnTo>
                <a:lnTo>
                  <a:pt x="656092" y="1981200"/>
                </a:lnTo>
                <a:lnTo>
                  <a:pt x="706555" y="1981200"/>
                </a:lnTo>
                <a:lnTo>
                  <a:pt x="757028" y="1981200"/>
                </a:lnTo>
                <a:lnTo>
                  <a:pt x="807491" y="1981200"/>
                </a:lnTo>
                <a:lnTo>
                  <a:pt x="857964" y="1981200"/>
                </a:lnTo>
                <a:lnTo>
                  <a:pt x="908428" y="1981200"/>
                </a:lnTo>
                <a:lnTo>
                  <a:pt x="958901" y="1981200"/>
                </a:lnTo>
                <a:lnTo>
                  <a:pt x="1009364" y="1981200"/>
                </a:lnTo>
                <a:lnTo>
                  <a:pt x="1059837" y="1981200"/>
                </a:lnTo>
                <a:lnTo>
                  <a:pt x="1110301" y="1981200"/>
                </a:lnTo>
                <a:lnTo>
                  <a:pt x="1160774" y="1981200"/>
                </a:lnTo>
                <a:lnTo>
                  <a:pt x="1211237" y="1981200"/>
                </a:lnTo>
                <a:lnTo>
                  <a:pt x="1261710" y="1981200"/>
                </a:lnTo>
                <a:lnTo>
                  <a:pt x="1312174" y="1981200"/>
                </a:lnTo>
                <a:lnTo>
                  <a:pt x="1362647" y="1981200"/>
                </a:lnTo>
                <a:lnTo>
                  <a:pt x="1413110" y="1981200"/>
                </a:lnTo>
                <a:lnTo>
                  <a:pt x="1463583" y="1981200"/>
                </a:lnTo>
                <a:lnTo>
                  <a:pt x="1514046" y="1981200"/>
                </a:lnTo>
                <a:lnTo>
                  <a:pt x="1564519" y="1981200"/>
                </a:lnTo>
                <a:lnTo>
                  <a:pt x="1614983" y="1981200"/>
                </a:lnTo>
                <a:lnTo>
                  <a:pt x="1665456" y="1981200"/>
                </a:lnTo>
                <a:lnTo>
                  <a:pt x="1715919" y="1981200"/>
                </a:lnTo>
                <a:lnTo>
                  <a:pt x="1766392" y="1981200"/>
                </a:lnTo>
                <a:lnTo>
                  <a:pt x="1816856" y="1981200"/>
                </a:lnTo>
                <a:lnTo>
                  <a:pt x="1867329" y="1981200"/>
                </a:lnTo>
                <a:lnTo>
                  <a:pt x="1917792" y="1981200"/>
                </a:lnTo>
                <a:lnTo>
                  <a:pt x="1968265" y="1981200"/>
                </a:lnTo>
                <a:lnTo>
                  <a:pt x="2018729" y="1981200"/>
                </a:lnTo>
                <a:lnTo>
                  <a:pt x="2069201" y="1981200"/>
                </a:lnTo>
                <a:lnTo>
                  <a:pt x="2119170" y="1977619"/>
                </a:lnTo>
                <a:lnTo>
                  <a:pt x="2168862" y="1972056"/>
                </a:lnTo>
                <a:lnTo>
                  <a:pt x="2218553" y="1966503"/>
                </a:lnTo>
                <a:lnTo>
                  <a:pt x="2268245" y="1960940"/>
                </a:lnTo>
                <a:lnTo>
                  <a:pt x="2317937" y="1955387"/>
                </a:lnTo>
                <a:lnTo>
                  <a:pt x="2367629" y="1949834"/>
                </a:lnTo>
                <a:lnTo>
                  <a:pt x="2417321" y="1944272"/>
                </a:lnTo>
                <a:lnTo>
                  <a:pt x="2467013" y="1938719"/>
                </a:lnTo>
                <a:lnTo>
                  <a:pt x="2504942" y="1919259"/>
                </a:lnTo>
                <a:lnTo>
                  <a:pt x="2539965" y="1896351"/>
                </a:lnTo>
                <a:lnTo>
                  <a:pt x="2574988" y="1873444"/>
                </a:lnTo>
                <a:lnTo>
                  <a:pt x="2610002" y="1850536"/>
                </a:lnTo>
                <a:lnTo>
                  <a:pt x="2645026" y="1827628"/>
                </a:lnTo>
                <a:lnTo>
                  <a:pt x="2680040" y="1804730"/>
                </a:lnTo>
                <a:lnTo>
                  <a:pt x="2715063" y="1781823"/>
                </a:lnTo>
                <a:lnTo>
                  <a:pt x="2750087" y="1758915"/>
                </a:lnTo>
                <a:lnTo>
                  <a:pt x="2785100" y="1736007"/>
                </a:lnTo>
                <a:lnTo>
                  <a:pt x="2820124" y="1713100"/>
                </a:lnTo>
                <a:lnTo>
                  <a:pt x="2855138" y="1690202"/>
                </a:lnTo>
                <a:lnTo>
                  <a:pt x="2890161" y="1667294"/>
                </a:lnTo>
                <a:lnTo>
                  <a:pt x="2925185" y="1644386"/>
                </a:lnTo>
                <a:lnTo>
                  <a:pt x="2960199" y="1621479"/>
                </a:lnTo>
                <a:lnTo>
                  <a:pt x="2995222" y="1598571"/>
                </a:lnTo>
                <a:lnTo>
                  <a:pt x="3030236" y="1575664"/>
                </a:lnTo>
                <a:lnTo>
                  <a:pt x="3065259" y="1552766"/>
                </a:lnTo>
                <a:lnTo>
                  <a:pt x="3100283" y="1529858"/>
                </a:lnTo>
                <a:lnTo>
                  <a:pt x="3135297" y="1506950"/>
                </a:lnTo>
                <a:lnTo>
                  <a:pt x="3143250" y="1477166"/>
                </a:lnTo>
                <a:lnTo>
                  <a:pt x="3143250" y="1445352"/>
                </a:lnTo>
                <a:lnTo>
                  <a:pt x="3143250" y="1413539"/>
                </a:lnTo>
                <a:lnTo>
                  <a:pt x="3143250" y="1381735"/>
                </a:lnTo>
                <a:lnTo>
                  <a:pt x="3143250" y="1349921"/>
                </a:lnTo>
                <a:lnTo>
                  <a:pt x="3143250" y="1318108"/>
                </a:lnTo>
                <a:lnTo>
                  <a:pt x="3143250" y="1286304"/>
                </a:lnTo>
                <a:lnTo>
                  <a:pt x="3143250" y="1254490"/>
                </a:lnTo>
                <a:lnTo>
                  <a:pt x="3143250" y="1222677"/>
                </a:lnTo>
                <a:lnTo>
                  <a:pt x="3143250" y="1190873"/>
                </a:lnTo>
                <a:lnTo>
                  <a:pt x="3143250" y="1159059"/>
                </a:lnTo>
                <a:lnTo>
                  <a:pt x="3143250" y="1127246"/>
                </a:lnTo>
                <a:lnTo>
                  <a:pt x="3143250" y="1095442"/>
                </a:lnTo>
                <a:lnTo>
                  <a:pt x="3143250" y="1063628"/>
                </a:lnTo>
                <a:lnTo>
                  <a:pt x="3143250" y="1031815"/>
                </a:lnTo>
                <a:lnTo>
                  <a:pt x="3143250" y="1000011"/>
                </a:lnTo>
                <a:lnTo>
                  <a:pt x="3143250" y="968197"/>
                </a:lnTo>
                <a:lnTo>
                  <a:pt x="3143250" y="936384"/>
                </a:lnTo>
                <a:lnTo>
                  <a:pt x="3143250" y="904580"/>
                </a:lnTo>
                <a:lnTo>
                  <a:pt x="3143250" y="872766"/>
                </a:lnTo>
                <a:lnTo>
                  <a:pt x="3143250" y="840953"/>
                </a:lnTo>
                <a:lnTo>
                  <a:pt x="3143250" y="809149"/>
                </a:lnTo>
                <a:lnTo>
                  <a:pt x="3143250" y="777335"/>
                </a:lnTo>
                <a:lnTo>
                  <a:pt x="3143250" y="745522"/>
                </a:lnTo>
                <a:lnTo>
                  <a:pt x="3143250" y="713718"/>
                </a:lnTo>
                <a:lnTo>
                  <a:pt x="3143250" y="681904"/>
                </a:lnTo>
                <a:lnTo>
                  <a:pt x="3143250" y="650091"/>
                </a:lnTo>
                <a:lnTo>
                  <a:pt x="3143250" y="618287"/>
                </a:lnTo>
                <a:lnTo>
                  <a:pt x="3143250" y="586473"/>
                </a:lnTo>
                <a:lnTo>
                  <a:pt x="3143250" y="554660"/>
                </a:lnTo>
                <a:lnTo>
                  <a:pt x="3143250" y="522856"/>
                </a:lnTo>
                <a:lnTo>
                  <a:pt x="3143250" y="491042"/>
                </a:lnTo>
                <a:lnTo>
                  <a:pt x="3143250" y="459229"/>
                </a:lnTo>
                <a:lnTo>
                  <a:pt x="3143250" y="427425"/>
                </a:lnTo>
                <a:lnTo>
                  <a:pt x="3143250" y="395611"/>
                </a:lnTo>
                <a:lnTo>
                  <a:pt x="3143250" y="363798"/>
                </a:lnTo>
                <a:lnTo>
                  <a:pt x="3143250" y="331994"/>
                </a:lnTo>
                <a:lnTo>
                  <a:pt x="3143250" y="300180"/>
                </a:lnTo>
                <a:lnTo>
                  <a:pt x="3143250" y="268367"/>
                </a:lnTo>
                <a:lnTo>
                  <a:pt x="3143250" y="236563"/>
                </a:lnTo>
                <a:lnTo>
                  <a:pt x="3143250" y="204749"/>
                </a:lnTo>
                <a:lnTo>
                  <a:pt x="3143250" y="172936"/>
                </a:lnTo>
                <a:lnTo>
                  <a:pt x="3143250" y="141132"/>
                </a:lnTo>
                <a:lnTo>
                  <a:pt x="3143250" y="109318"/>
                </a:lnTo>
                <a:lnTo>
                  <a:pt x="3143250" y="77505"/>
                </a:lnTo>
                <a:lnTo>
                  <a:pt x="3143250" y="45701"/>
                </a:lnTo>
                <a:lnTo>
                  <a:pt x="3143250" y="13887"/>
                </a:lnTo>
                <a:lnTo>
                  <a:pt x="3114818" y="0"/>
                </a:lnTo>
                <a:lnTo>
                  <a:pt x="3064345" y="0"/>
                </a:lnTo>
                <a:lnTo>
                  <a:pt x="3013881" y="0"/>
                </a:lnTo>
                <a:lnTo>
                  <a:pt x="2963408" y="0"/>
                </a:lnTo>
                <a:lnTo>
                  <a:pt x="2912945" y="0"/>
                </a:lnTo>
                <a:lnTo>
                  <a:pt x="2862472" y="0"/>
                </a:lnTo>
                <a:lnTo>
                  <a:pt x="2812009" y="0"/>
                </a:lnTo>
                <a:lnTo>
                  <a:pt x="2761536" y="0"/>
                </a:lnTo>
                <a:lnTo>
                  <a:pt x="2711072" y="0"/>
                </a:lnTo>
                <a:lnTo>
                  <a:pt x="2660599" y="0"/>
                </a:lnTo>
                <a:lnTo>
                  <a:pt x="2610136" y="0"/>
                </a:lnTo>
                <a:lnTo>
                  <a:pt x="2559663" y="0"/>
                </a:lnTo>
                <a:lnTo>
                  <a:pt x="2509199" y="0"/>
                </a:lnTo>
                <a:lnTo>
                  <a:pt x="2458726" y="0"/>
                </a:lnTo>
                <a:lnTo>
                  <a:pt x="2408263" y="0"/>
                </a:lnTo>
                <a:lnTo>
                  <a:pt x="2357790" y="0"/>
                </a:lnTo>
                <a:lnTo>
                  <a:pt x="2307326" y="0"/>
                </a:lnTo>
                <a:lnTo>
                  <a:pt x="2256854" y="0"/>
                </a:lnTo>
                <a:lnTo>
                  <a:pt x="2206390" y="0"/>
                </a:lnTo>
                <a:lnTo>
                  <a:pt x="2155917" y="0"/>
                </a:lnTo>
                <a:lnTo>
                  <a:pt x="2105454" y="0"/>
                </a:lnTo>
                <a:lnTo>
                  <a:pt x="2054981" y="0"/>
                </a:lnTo>
                <a:lnTo>
                  <a:pt x="2004517" y="0"/>
                </a:lnTo>
                <a:lnTo>
                  <a:pt x="1954044" y="0"/>
                </a:lnTo>
                <a:lnTo>
                  <a:pt x="1903581" y="0"/>
                </a:lnTo>
                <a:lnTo>
                  <a:pt x="1853108" y="0"/>
                </a:lnTo>
                <a:lnTo>
                  <a:pt x="1802644" y="0"/>
                </a:lnTo>
                <a:lnTo>
                  <a:pt x="1752171" y="0"/>
                </a:lnTo>
                <a:lnTo>
                  <a:pt x="1701708" y="0"/>
                </a:lnTo>
                <a:lnTo>
                  <a:pt x="1651235" y="0"/>
                </a:lnTo>
                <a:lnTo>
                  <a:pt x="1600772" y="0"/>
                </a:lnTo>
                <a:lnTo>
                  <a:pt x="1550299" y="0"/>
                </a:lnTo>
                <a:lnTo>
                  <a:pt x="1499835" y="0"/>
                </a:lnTo>
                <a:lnTo>
                  <a:pt x="1449362" y="0"/>
                </a:lnTo>
                <a:lnTo>
                  <a:pt x="1398899" y="0"/>
                </a:lnTo>
                <a:lnTo>
                  <a:pt x="1348426" y="0"/>
                </a:lnTo>
                <a:lnTo>
                  <a:pt x="1297962" y="0"/>
                </a:lnTo>
                <a:lnTo>
                  <a:pt x="1247489" y="0"/>
                </a:lnTo>
                <a:lnTo>
                  <a:pt x="1197026" y="0"/>
                </a:lnTo>
                <a:lnTo>
                  <a:pt x="1146553" y="0"/>
                </a:lnTo>
                <a:lnTo>
                  <a:pt x="1096089" y="0"/>
                </a:lnTo>
                <a:lnTo>
                  <a:pt x="1045616" y="0"/>
                </a:lnTo>
                <a:lnTo>
                  <a:pt x="995143" y="0"/>
                </a:lnTo>
                <a:lnTo>
                  <a:pt x="944680" y="0"/>
                </a:lnTo>
                <a:lnTo>
                  <a:pt x="894207" y="0"/>
                </a:lnTo>
                <a:lnTo>
                  <a:pt x="843744" y="0"/>
                </a:lnTo>
                <a:lnTo>
                  <a:pt x="793280" y="0"/>
                </a:lnTo>
                <a:lnTo>
                  <a:pt x="742807" y="0"/>
                </a:lnTo>
                <a:lnTo>
                  <a:pt x="692334" y="0"/>
                </a:lnTo>
                <a:lnTo>
                  <a:pt x="641871" y="0"/>
                </a:lnTo>
                <a:lnTo>
                  <a:pt x="591398" y="0"/>
                </a:lnTo>
                <a:lnTo>
                  <a:pt x="540934" y="0"/>
                </a:lnTo>
                <a:lnTo>
                  <a:pt x="490461" y="0"/>
                </a:lnTo>
                <a:lnTo>
                  <a:pt x="439998" y="0"/>
                </a:lnTo>
                <a:lnTo>
                  <a:pt x="389525" y="0"/>
                </a:lnTo>
                <a:lnTo>
                  <a:pt x="339061" y="0"/>
                </a:lnTo>
                <a:lnTo>
                  <a:pt x="288588" y="0"/>
                </a:lnTo>
                <a:lnTo>
                  <a:pt x="238125" y="0"/>
                </a:lnTo>
                <a:lnTo>
                  <a:pt x="187652" y="0"/>
                </a:lnTo>
                <a:lnTo>
                  <a:pt x="137189" y="0"/>
                </a:lnTo>
                <a:lnTo>
                  <a:pt x="86716" y="0"/>
                </a:lnTo>
                <a:lnTo>
                  <a:pt x="36252" y="0"/>
                </a:lnTo>
                <a:lnTo>
                  <a:pt x="0" y="8963"/>
                </a:lnTo>
                <a:lnTo>
                  <a:pt x="0" y="40767"/>
                </a:lnTo>
                <a:lnTo>
                  <a:pt x="0" y="72581"/>
                </a:lnTo>
                <a:lnTo>
                  <a:pt x="0" y="104394"/>
                </a:lnTo>
                <a:lnTo>
                  <a:pt x="0" y="136198"/>
                </a:lnTo>
                <a:lnTo>
                  <a:pt x="0" y="168011"/>
                </a:lnTo>
                <a:lnTo>
                  <a:pt x="0" y="199825"/>
                </a:lnTo>
                <a:lnTo>
                  <a:pt x="0" y="231629"/>
                </a:lnTo>
                <a:lnTo>
                  <a:pt x="0" y="263442"/>
                </a:lnTo>
                <a:lnTo>
                  <a:pt x="0" y="295256"/>
                </a:lnTo>
                <a:lnTo>
                  <a:pt x="0" y="327060"/>
                </a:lnTo>
                <a:lnTo>
                  <a:pt x="0" y="358873"/>
                </a:lnTo>
                <a:lnTo>
                  <a:pt x="0" y="390687"/>
                </a:lnTo>
                <a:lnTo>
                  <a:pt x="0" y="422491"/>
                </a:lnTo>
                <a:lnTo>
                  <a:pt x="0" y="454304"/>
                </a:lnTo>
                <a:lnTo>
                  <a:pt x="0" y="486118"/>
                </a:lnTo>
                <a:lnTo>
                  <a:pt x="0" y="517922"/>
                </a:lnTo>
                <a:lnTo>
                  <a:pt x="0" y="549735"/>
                </a:lnTo>
                <a:lnTo>
                  <a:pt x="0" y="581549"/>
                </a:lnTo>
                <a:lnTo>
                  <a:pt x="0" y="613353"/>
                </a:lnTo>
                <a:lnTo>
                  <a:pt x="0" y="645166"/>
                </a:lnTo>
                <a:lnTo>
                  <a:pt x="0" y="676980"/>
                </a:lnTo>
                <a:lnTo>
                  <a:pt x="0" y="708784"/>
                </a:lnTo>
                <a:lnTo>
                  <a:pt x="0" y="740597"/>
                </a:lnTo>
                <a:lnTo>
                  <a:pt x="0" y="772411"/>
                </a:lnTo>
                <a:lnTo>
                  <a:pt x="0" y="804215"/>
                </a:lnTo>
                <a:lnTo>
                  <a:pt x="0" y="836028"/>
                </a:lnTo>
                <a:lnTo>
                  <a:pt x="0" y="867842"/>
                </a:lnTo>
                <a:lnTo>
                  <a:pt x="0" y="899646"/>
                </a:lnTo>
                <a:lnTo>
                  <a:pt x="0" y="931459"/>
                </a:lnTo>
                <a:lnTo>
                  <a:pt x="0" y="963273"/>
                </a:lnTo>
                <a:lnTo>
                  <a:pt x="0" y="995077"/>
                </a:lnTo>
                <a:lnTo>
                  <a:pt x="0" y="1026890"/>
                </a:lnTo>
                <a:lnTo>
                  <a:pt x="0" y="1058704"/>
                </a:lnTo>
                <a:lnTo>
                  <a:pt x="0" y="1090508"/>
                </a:lnTo>
                <a:lnTo>
                  <a:pt x="0" y="1122321"/>
                </a:lnTo>
                <a:lnTo>
                  <a:pt x="0" y="1154135"/>
                </a:lnTo>
                <a:lnTo>
                  <a:pt x="0" y="1185939"/>
                </a:lnTo>
                <a:lnTo>
                  <a:pt x="0" y="1217752"/>
                </a:lnTo>
                <a:lnTo>
                  <a:pt x="0" y="1249566"/>
                </a:lnTo>
                <a:lnTo>
                  <a:pt x="0" y="1281370"/>
                </a:lnTo>
                <a:lnTo>
                  <a:pt x="0" y="1313183"/>
                </a:lnTo>
                <a:lnTo>
                  <a:pt x="0" y="1344997"/>
                </a:lnTo>
                <a:lnTo>
                  <a:pt x="0" y="1376801"/>
                </a:lnTo>
                <a:lnTo>
                  <a:pt x="0" y="1408614"/>
                </a:lnTo>
                <a:lnTo>
                  <a:pt x="0" y="1440428"/>
                </a:lnTo>
                <a:lnTo>
                  <a:pt x="0" y="1472232"/>
                </a:lnTo>
                <a:lnTo>
                  <a:pt x="0" y="1504045"/>
                </a:lnTo>
                <a:lnTo>
                  <a:pt x="0" y="1535859"/>
                </a:lnTo>
                <a:lnTo>
                  <a:pt x="0" y="1567663"/>
                </a:lnTo>
                <a:lnTo>
                  <a:pt x="0" y="1599476"/>
                </a:lnTo>
                <a:lnTo>
                  <a:pt x="0" y="1631290"/>
                </a:lnTo>
                <a:lnTo>
                  <a:pt x="0" y="1663094"/>
                </a:lnTo>
                <a:lnTo>
                  <a:pt x="0" y="1694907"/>
                </a:lnTo>
                <a:lnTo>
                  <a:pt x="0" y="1726721"/>
                </a:lnTo>
                <a:lnTo>
                  <a:pt x="0" y="1758525"/>
                </a:lnTo>
                <a:lnTo>
                  <a:pt x="0" y="1790338"/>
                </a:lnTo>
                <a:lnTo>
                  <a:pt x="0" y="1822152"/>
                </a:lnTo>
                <a:lnTo>
                  <a:pt x="0" y="1853956"/>
                </a:lnTo>
                <a:lnTo>
                  <a:pt x="0" y="1885769"/>
                </a:lnTo>
                <a:lnTo>
                  <a:pt x="0" y="1917583"/>
                </a:lnTo>
                <a:lnTo>
                  <a:pt x="0" y="1949387"/>
                </a:lnTo>
                <a:lnTo>
                  <a:pt x="0" y="198120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1E6EC"/>
            </a:solidFill>
            <a:prstDash val="solid"/>
          </a:ln>
        </p:spPr>
      </p:sp>
      <p:sp>
        <p:nvSpPr>
          <p:cNvPr id="15" name="note-sheet-header-3">
            <a:extLst xmlns:a="http://schemas.openxmlformats.org/drawingml/2006/main">
              <a:ext uri="{FF2B5EF4-FFF2-40B4-BE49-F238E27FC236}">
                <a16:creationId xmlns:a16="http://schemas.microsoft.com/office/drawing/2014/main" id="{9DF359A5-6BCC-4DB3-BB68-E462EF83E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00725" y="2438400"/>
            <a:ext cx="3143250" cy="34076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6D9F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6" name="note-sheet-fold-3">
            <a:extLst xmlns:a="http://schemas.openxmlformats.org/drawingml/2006/main">
              <a:ext uri="{FF2B5EF4-FFF2-40B4-BE49-F238E27FC236}">
                <a16:creationId xmlns:a16="http://schemas.microsoft.com/office/drawing/2014/main" id="{4647CADA-DBBE-4BE8-A748-E98155831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85906" y="3940150"/>
            <a:ext cx="1158069" cy="479822"/>
          </a:xfrm>
          <a:custGeom xmlns:a="http://schemas.openxmlformats.org/drawingml/2006/main">
            <a:pathLst>
              <a:path w="1158069" h="479822">
                <a:moveTo>
                  <a:pt x="1158069" y="0"/>
                </a:moveTo>
                <a:lnTo>
                  <a:pt x="1156687" y="7963"/>
                </a:lnTo>
                <a:lnTo>
                  <a:pt x="1154878" y="15888"/>
                </a:lnTo>
                <a:lnTo>
                  <a:pt x="1152773" y="23774"/>
                </a:lnTo>
                <a:lnTo>
                  <a:pt x="1150391" y="31642"/>
                </a:lnTo>
                <a:lnTo>
                  <a:pt x="1147772" y="39481"/>
                </a:lnTo>
                <a:lnTo>
                  <a:pt x="1144924" y="47282"/>
                </a:lnTo>
                <a:lnTo>
                  <a:pt x="1141857" y="55055"/>
                </a:lnTo>
                <a:lnTo>
                  <a:pt x="1138590" y="62789"/>
                </a:lnTo>
                <a:lnTo>
                  <a:pt x="1135113" y="70485"/>
                </a:lnTo>
                <a:lnTo>
                  <a:pt x="1131446" y="78153"/>
                </a:lnTo>
                <a:lnTo>
                  <a:pt x="1127579" y="85782"/>
                </a:lnTo>
                <a:lnTo>
                  <a:pt x="1123521" y="93364"/>
                </a:lnTo>
                <a:lnTo>
                  <a:pt x="1119283" y="100917"/>
                </a:lnTo>
                <a:lnTo>
                  <a:pt x="1114854" y="108423"/>
                </a:lnTo>
                <a:lnTo>
                  <a:pt x="1110244" y="115881"/>
                </a:lnTo>
                <a:lnTo>
                  <a:pt x="1105452" y="123292"/>
                </a:lnTo>
                <a:lnTo>
                  <a:pt x="1100480" y="130664"/>
                </a:lnTo>
                <a:lnTo>
                  <a:pt x="1095327" y="137979"/>
                </a:lnTo>
                <a:lnTo>
                  <a:pt x="1090003" y="145247"/>
                </a:lnTo>
                <a:lnTo>
                  <a:pt x="1084497" y="152467"/>
                </a:lnTo>
                <a:lnTo>
                  <a:pt x="1078821" y="159629"/>
                </a:lnTo>
                <a:lnTo>
                  <a:pt x="1072972" y="166735"/>
                </a:lnTo>
                <a:lnTo>
                  <a:pt x="1066943" y="173784"/>
                </a:lnTo>
                <a:lnTo>
                  <a:pt x="1060752" y="180775"/>
                </a:lnTo>
                <a:lnTo>
                  <a:pt x="1054389" y="187700"/>
                </a:lnTo>
                <a:lnTo>
                  <a:pt x="1047864" y="194567"/>
                </a:lnTo>
                <a:lnTo>
                  <a:pt x="1041159" y="201368"/>
                </a:lnTo>
                <a:lnTo>
                  <a:pt x="1034301" y="208112"/>
                </a:lnTo>
                <a:lnTo>
                  <a:pt x="1027271" y="214779"/>
                </a:lnTo>
                <a:lnTo>
                  <a:pt x="1020080" y="221380"/>
                </a:lnTo>
                <a:lnTo>
                  <a:pt x="1012727" y="227914"/>
                </a:lnTo>
                <a:lnTo>
                  <a:pt x="1005221" y="234372"/>
                </a:lnTo>
                <a:lnTo>
                  <a:pt x="997553" y="240754"/>
                </a:lnTo>
                <a:lnTo>
                  <a:pt x="989733" y="247059"/>
                </a:lnTo>
                <a:lnTo>
                  <a:pt x="981751" y="253289"/>
                </a:lnTo>
                <a:lnTo>
                  <a:pt x="973626" y="259442"/>
                </a:lnTo>
                <a:lnTo>
                  <a:pt x="965349" y="265519"/>
                </a:lnTo>
                <a:lnTo>
                  <a:pt x="956920" y="271510"/>
                </a:lnTo>
                <a:lnTo>
                  <a:pt x="948357" y="277416"/>
                </a:lnTo>
                <a:lnTo>
                  <a:pt x="939641" y="283245"/>
                </a:lnTo>
                <a:lnTo>
                  <a:pt x="930783" y="288989"/>
                </a:lnTo>
                <a:lnTo>
                  <a:pt x="921801" y="294637"/>
                </a:lnTo>
                <a:lnTo>
                  <a:pt x="912666" y="300209"/>
                </a:lnTo>
                <a:lnTo>
                  <a:pt x="903408" y="305695"/>
                </a:lnTo>
                <a:lnTo>
                  <a:pt x="894026" y="311086"/>
                </a:lnTo>
                <a:lnTo>
                  <a:pt x="884501" y="316392"/>
                </a:lnTo>
                <a:lnTo>
                  <a:pt x="874862" y="321602"/>
                </a:lnTo>
                <a:lnTo>
                  <a:pt x="865099" y="326727"/>
                </a:lnTo>
                <a:lnTo>
                  <a:pt x="855221" y="331756"/>
                </a:lnTo>
                <a:lnTo>
                  <a:pt x="845220" y="336699"/>
                </a:lnTo>
                <a:lnTo>
                  <a:pt x="835114" y="341538"/>
                </a:lnTo>
                <a:lnTo>
                  <a:pt x="824894" y="346300"/>
                </a:lnTo>
                <a:lnTo>
                  <a:pt x="814568" y="350958"/>
                </a:lnTo>
                <a:lnTo>
                  <a:pt x="804139" y="355530"/>
                </a:lnTo>
                <a:lnTo>
                  <a:pt x="793604" y="359997"/>
                </a:lnTo>
                <a:lnTo>
                  <a:pt x="782974" y="364388"/>
                </a:lnTo>
                <a:lnTo>
                  <a:pt x="772239" y="368675"/>
                </a:lnTo>
                <a:lnTo>
                  <a:pt x="761429" y="372875"/>
                </a:lnTo>
                <a:lnTo>
                  <a:pt x="750513" y="376971"/>
                </a:lnTo>
                <a:lnTo>
                  <a:pt x="739521" y="380981"/>
                </a:lnTo>
                <a:lnTo>
                  <a:pt x="728443" y="384905"/>
                </a:lnTo>
                <a:lnTo>
                  <a:pt x="717290" y="388725"/>
                </a:lnTo>
                <a:lnTo>
                  <a:pt x="706050" y="392459"/>
                </a:lnTo>
                <a:lnTo>
                  <a:pt x="694734" y="396107"/>
                </a:lnTo>
                <a:lnTo>
                  <a:pt x="683352" y="399659"/>
                </a:lnTo>
                <a:lnTo>
                  <a:pt x="671903" y="403117"/>
                </a:lnTo>
                <a:lnTo>
                  <a:pt x="660378" y="406489"/>
                </a:lnTo>
                <a:lnTo>
                  <a:pt x="648795" y="409775"/>
                </a:lnTo>
                <a:lnTo>
                  <a:pt x="637146" y="412966"/>
                </a:lnTo>
                <a:lnTo>
                  <a:pt x="625440" y="416071"/>
                </a:lnTo>
                <a:lnTo>
                  <a:pt x="613677" y="419100"/>
                </a:lnTo>
                <a:lnTo>
                  <a:pt x="601856" y="422034"/>
                </a:lnTo>
                <a:lnTo>
                  <a:pt x="589988" y="424882"/>
                </a:lnTo>
                <a:lnTo>
                  <a:pt x="578063" y="427644"/>
                </a:lnTo>
                <a:lnTo>
                  <a:pt x="566090" y="430330"/>
                </a:lnTo>
                <a:lnTo>
                  <a:pt x="554079" y="432921"/>
                </a:lnTo>
                <a:lnTo>
                  <a:pt x="542020" y="435445"/>
                </a:lnTo>
                <a:lnTo>
                  <a:pt x="529923" y="437874"/>
                </a:lnTo>
                <a:lnTo>
                  <a:pt x="517779" y="440236"/>
                </a:lnTo>
                <a:lnTo>
                  <a:pt x="505597" y="442512"/>
                </a:lnTo>
                <a:lnTo>
                  <a:pt x="493385" y="444703"/>
                </a:lnTo>
                <a:lnTo>
                  <a:pt x="481136" y="446827"/>
                </a:lnTo>
                <a:lnTo>
                  <a:pt x="468859" y="448875"/>
                </a:lnTo>
                <a:lnTo>
                  <a:pt x="456543" y="450847"/>
                </a:lnTo>
                <a:lnTo>
                  <a:pt x="444208" y="452742"/>
                </a:lnTo>
                <a:lnTo>
                  <a:pt x="431835" y="454562"/>
                </a:lnTo>
                <a:lnTo>
                  <a:pt x="419443" y="456314"/>
                </a:lnTo>
                <a:lnTo>
                  <a:pt x="407022" y="457991"/>
                </a:lnTo>
                <a:lnTo>
                  <a:pt x="394573" y="459600"/>
                </a:lnTo>
                <a:lnTo>
                  <a:pt x="382105" y="461143"/>
                </a:lnTo>
                <a:lnTo>
                  <a:pt x="369627" y="462610"/>
                </a:lnTo>
                <a:lnTo>
                  <a:pt x="357121" y="464020"/>
                </a:lnTo>
                <a:lnTo>
                  <a:pt x="344595" y="465353"/>
                </a:lnTo>
                <a:lnTo>
                  <a:pt x="332051" y="466630"/>
                </a:lnTo>
                <a:lnTo>
                  <a:pt x="319497" y="467830"/>
                </a:lnTo>
                <a:lnTo>
                  <a:pt x="306924" y="468973"/>
                </a:lnTo>
                <a:lnTo>
                  <a:pt x="294332" y="470059"/>
                </a:lnTo>
                <a:lnTo>
                  <a:pt x="281730" y="471078"/>
                </a:lnTo>
                <a:lnTo>
                  <a:pt x="269119" y="472030"/>
                </a:lnTo>
                <a:lnTo>
                  <a:pt x="256499" y="472935"/>
                </a:lnTo>
                <a:lnTo>
                  <a:pt x="243869" y="473774"/>
                </a:lnTo>
                <a:lnTo>
                  <a:pt x="231229" y="474555"/>
                </a:lnTo>
                <a:lnTo>
                  <a:pt x="218570" y="475278"/>
                </a:lnTo>
                <a:lnTo>
                  <a:pt x="205911" y="475936"/>
                </a:lnTo>
                <a:lnTo>
                  <a:pt x="193253" y="476545"/>
                </a:lnTo>
                <a:lnTo>
                  <a:pt x="180575" y="477107"/>
                </a:lnTo>
                <a:lnTo>
                  <a:pt x="167897" y="477612"/>
                </a:lnTo>
                <a:lnTo>
                  <a:pt x="155219" y="478060"/>
                </a:lnTo>
                <a:lnTo>
                  <a:pt x="142532" y="478450"/>
                </a:lnTo>
                <a:lnTo>
                  <a:pt x="129835" y="478793"/>
                </a:lnTo>
                <a:lnTo>
                  <a:pt x="117148" y="479088"/>
                </a:lnTo>
                <a:lnTo>
                  <a:pt x="104451" y="479327"/>
                </a:lnTo>
                <a:lnTo>
                  <a:pt x="91745" y="479527"/>
                </a:lnTo>
                <a:lnTo>
                  <a:pt x="79048" y="479669"/>
                </a:lnTo>
                <a:lnTo>
                  <a:pt x="66351" y="479765"/>
                </a:lnTo>
                <a:lnTo>
                  <a:pt x="53645" y="479812"/>
                </a:lnTo>
                <a:lnTo>
                  <a:pt x="40938" y="479822"/>
                </a:lnTo>
                <a:lnTo>
                  <a:pt x="28242" y="479774"/>
                </a:lnTo>
                <a:lnTo>
                  <a:pt x="15535" y="479689"/>
                </a:lnTo>
                <a:lnTo>
                  <a:pt x="2838" y="479555"/>
                </a:lnTo>
                <a:lnTo>
                  <a:pt x="0" y="479422"/>
                </a:lnTo>
                <a:lnTo>
                  <a:pt x="12697" y="479222"/>
                </a:lnTo>
                <a:lnTo>
                  <a:pt x="25394" y="478888"/>
                </a:lnTo>
                <a:lnTo>
                  <a:pt x="38071" y="478450"/>
                </a:lnTo>
                <a:lnTo>
                  <a:pt x="50749" y="477917"/>
                </a:lnTo>
                <a:lnTo>
                  <a:pt x="63408" y="477288"/>
                </a:lnTo>
                <a:lnTo>
                  <a:pt x="76067" y="476574"/>
                </a:lnTo>
                <a:lnTo>
                  <a:pt x="88706" y="475774"/>
                </a:lnTo>
                <a:lnTo>
                  <a:pt x="101327" y="474888"/>
                </a:lnTo>
                <a:lnTo>
                  <a:pt x="113938" y="473916"/>
                </a:lnTo>
                <a:lnTo>
                  <a:pt x="126530" y="472869"/>
                </a:lnTo>
                <a:lnTo>
                  <a:pt x="139103" y="471726"/>
                </a:lnTo>
                <a:lnTo>
                  <a:pt x="151657" y="470506"/>
                </a:lnTo>
                <a:lnTo>
                  <a:pt x="164192" y="469202"/>
                </a:lnTo>
                <a:lnTo>
                  <a:pt x="176698" y="467811"/>
                </a:lnTo>
                <a:lnTo>
                  <a:pt x="189186" y="466325"/>
                </a:lnTo>
                <a:lnTo>
                  <a:pt x="201635" y="464753"/>
                </a:lnTo>
                <a:lnTo>
                  <a:pt x="214065" y="463096"/>
                </a:lnTo>
                <a:lnTo>
                  <a:pt x="226457" y="461343"/>
                </a:lnTo>
                <a:lnTo>
                  <a:pt x="238820" y="459496"/>
                </a:lnTo>
                <a:lnTo>
                  <a:pt x="251146" y="457552"/>
                </a:lnTo>
                <a:lnTo>
                  <a:pt x="263423" y="455514"/>
                </a:lnTo>
                <a:lnTo>
                  <a:pt x="275663" y="453371"/>
                </a:lnTo>
                <a:lnTo>
                  <a:pt x="287855" y="451133"/>
                </a:lnTo>
                <a:lnTo>
                  <a:pt x="299999" y="448780"/>
                </a:lnTo>
                <a:lnTo>
                  <a:pt x="312096" y="446322"/>
                </a:lnTo>
                <a:lnTo>
                  <a:pt x="324126" y="443751"/>
                </a:lnTo>
                <a:lnTo>
                  <a:pt x="336090" y="441074"/>
                </a:lnTo>
                <a:lnTo>
                  <a:pt x="347996" y="438274"/>
                </a:lnTo>
                <a:lnTo>
                  <a:pt x="359826" y="435359"/>
                </a:lnTo>
                <a:lnTo>
                  <a:pt x="371570" y="432321"/>
                </a:lnTo>
                <a:lnTo>
                  <a:pt x="383238" y="429149"/>
                </a:lnTo>
                <a:lnTo>
                  <a:pt x="394811" y="425853"/>
                </a:lnTo>
                <a:lnTo>
                  <a:pt x="406289" y="422424"/>
                </a:lnTo>
                <a:lnTo>
                  <a:pt x="417662" y="418852"/>
                </a:lnTo>
                <a:lnTo>
                  <a:pt x="428920" y="415147"/>
                </a:lnTo>
                <a:lnTo>
                  <a:pt x="440065" y="411299"/>
                </a:lnTo>
                <a:lnTo>
                  <a:pt x="451066" y="407299"/>
                </a:lnTo>
                <a:lnTo>
                  <a:pt x="461924" y="403146"/>
                </a:lnTo>
                <a:lnTo>
                  <a:pt x="472640" y="398840"/>
                </a:lnTo>
                <a:lnTo>
                  <a:pt x="483184" y="394383"/>
                </a:lnTo>
                <a:lnTo>
                  <a:pt x="493557" y="389763"/>
                </a:lnTo>
                <a:lnTo>
                  <a:pt x="503749" y="384972"/>
                </a:lnTo>
                <a:lnTo>
                  <a:pt x="513731" y="380028"/>
                </a:lnTo>
                <a:lnTo>
                  <a:pt x="523494" y="374904"/>
                </a:lnTo>
                <a:lnTo>
                  <a:pt x="533038" y="369627"/>
                </a:lnTo>
                <a:lnTo>
                  <a:pt x="542334" y="364169"/>
                </a:lnTo>
                <a:lnTo>
                  <a:pt x="551374" y="358540"/>
                </a:lnTo>
                <a:lnTo>
                  <a:pt x="560146" y="352749"/>
                </a:lnTo>
                <a:lnTo>
                  <a:pt x="568623" y="346786"/>
                </a:lnTo>
                <a:lnTo>
                  <a:pt x="576796" y="340662"/>
                </a:lnTo>
                <a:lnTo>
                  <a:pt x="584645" y="334366"/>
                </a:lnTo>
                <a:lnTo>
                  <a:pt x="592169" y="327917"/>
                </a:lnTo>
                <a:lnTo>
                  <a:pt x="599351" y="321307"/>
                </a:lnTo>
                <a:lnTo>
                  <a:pt x="606171" y="314554"/>
                </a:lnTo>
                <a:lnTo>
                  <a:pt x="612619" y="307658"/>
                </a:lnTo>
                <a:lnTo>
                  <a:pt x="618696" y="300628"/>
                </a:lnTo>
                <a:lnTo>
                  <a:pt x="624383" y="293465"/>
                </a:lnTo>
                <a:lnTo>
                  <a:pt x="629679" y="286188"/>
                </a:lnTo>
                <a:lnTo>
                  <a:pt x="634575" y="278806"/>
                </a:lnTo>
                <a:lnTo>
                  <a:pt x="639080" y="271320"/>
                </a:lnTo>
                <a:lnTo>
                  <a:pt x="643176" y="263738"/>
                </a:lnTo>
                <a:lnTo>
                  <a:pt x="646871" y="256080"/>
                </a:lnTo>
                <a:lnTo>
                  <a:pt x="650167" y="248345"/>
                </a:lnTo>
                <a:lnTo>
                  <a:pt x="653082" y="240554"/>
                </a:lnTo>
                <a:lnTo>
                  <a:pt x="655606" y="232705"/>
                </a:lnTo>
                <a:lnTo>
                  <a:pt x="657739" y="224819"/>
                </a:lnTo>
                <a:lnTo>
                  <a:pt x="659511" y="216894"/>
                </a:lnTo>
                <a:lnTo>
                  <a:pt x="660921" y="208931"/>
                </a:lnTo>
                <a:lnTo>
                  <a:pt x="661978" y="200949"/>
                </a:lnTo>
                <a:lnTo>
                  <a:pt x="662683" y="192957"/>
                </a:lnTo>
                <a:lnTo>
                  <a:pt x="663064" y="184956"/>
                </a:lnTo>
                <a:lnTo>
                  <a:pt x="663121" y="176946"/>
                </a:lnTo>
                <a:lnTo>
                  <a:pt x="662873" y="168945"/>
                </a:lnTo>
                <a:lnTo>
                  <a:pt x="662321" y="160944"/>
                </a:lnTo>
                <a:lnTo>
                  <a:pt x="661483" y="152962"/>
                </a:lnTo>
                <a:lnTo>
                  <a:pt x="673237" y="151000"/>
                </a:lnTo>
                <a:lnTo>
                  <a:pt x="685619" y="149209"/>
                </a:lnTo>
                <a:lnTo>
                  <a:pt x="697954" y="147295"/>
                </a:lnTo>
                <a:lnTo>
                  <a:pt x="710251" y="145294"/>
                </a:lnTo>
                <a:lnTo>
                  <a:pt x="722509" y="143199"/>
                </a:lnTo>
                <a:lnTo>
                  <a:pt x="734739" y="141018"/>
                </a:lnTo>
                <a:lnTo>
                  <a:pt x="746922" y="138751"/>
                </a:lnTo>
                <a:lnTo>
                  <a:pt x="759066" y="136408"/>
                </a:lnTo>
                <a:lnTo>
                  <a:pt x="771182" y="133998"/>
                </a:lnTo>
                <a:lnTo>
                  <a:pt x="783250" y="131502"/>
                </a:lnTo>
                <a:lnTo>
                  <a:pt x="795280" y="128930"/>
                </a:lnTo>
                <a:lnTo>
                  <a:pt x="807272" y="126282"/>
                </a:lnTo>
                <a:lnTo>
                  <a:pt x="819217" y="123568"/>
                </a:lnTo>
                <a:lnTo>
                  <a:pt x="831123" y="120767"/>
                </a:lnTo>
                <a:lnTo>
                  <a:pt x="842982" y="117900"/>
                </a:lnTo>
                <a:lnTo>
                  <a:pt x="854793" y="114967"/>
                </a:lnTo>
                <a:lnTo>
                  <a:pt x="866565" y="111947"/>
                </a:lnTo>
                <a:lnTo>
                  <a:pt x="878281" y="108861"/>
                </a:lnTo>
                <a:lnTo>
                  <a:pt x="889949" y="105689"/>
                </a:lnTo>
                <a:lnTo>
                  <a:pt x="901560" y="102451"/>
                </a:lnTo>
                <a:lnTo>
                  <a:pt x="913124" y="99136"/>
                </a:lnTo>
                <a:lnTo>
                  <a:pt x="924630" y="95736"/>
                </a:lnTo>
                <a:lnTo>
                  <a:pt x="936079" y="92269"/>
                </a:lnTo>
                <a:lnTo>
                  <a:pt x="947461" y="88716"/>
                </a:lnTo>
                <a:lnTo>
                  <a:pt x="958787" y="85087"/>
                </a:lnTo>
                <a:lnTo>
                  <a:pt x="970045" y="81382"/>
                </a:lnTo>
                <a:lnTo>
                  <a:pt x="981237" y="77600"/>
                </a:lnTo>
                <a:lnTo>
                  <a:pt x="992362" y="73724"/>
                </a:lnTo>
                <a:lnTo>
                  <a:pt x="1003402" y="69771"/>
                </a:lnTo>
                <a:lnTo>
                  <a:pt x="1014374" y="65742"/>
                </a:lnTo>
                <a:lnTo>
                  <a:pt x="1025271" y="61617"/>
                </a:lnTo>
                <a:lnTo>
                  <a:pt x="1036082" y="57417"/>
                </a:lnTo>
                <a:lnTo>
                  <a:pt x="1046807" y="53121"/>
                </a:lnTo>
                <a:lnTo>
                  <a:pt x="1057437" y="48749"/>
                </a:lnTo>
                <a:lnTo>
                  <a:pt x="1067981" y="44282"/>
                </a:lnTo>
                <a:lnTo>
                  <a:pt x="1078430" y="39729"/>
                </a:lnTo>
                <a:lnTo>
                  <a:pt x="1088784" y="35081"/>
                </a:lnTo>
                <a:lnTo>
                  <a:pt x="1099023" y="30347"/>
                </a:lnTo>
                <a:lnTo>
                  <a:pt x="1109158" y="25527"/>
                </a:lnTo>
                <a:lnTo>
                  <a:pt x="1119188" y="20603"/>
                </a:lnTo>
                <a:lnTo>
                  <a:pt x="1129094" y="15592"/>
                </a:lnTo>
                <a:lnTo>
                  <a:pt x="1138876" y="10497"/>
                </a:lnTo>
                <a:lnTo>
                  <a:pt x="1148544" y="5296"/>
                </a:lnTo>
                <a:lnTo>
                  <a:pt x="1158069" y="0"/>
                </a:lnTo>
                <a:close/>
              </a:path>
            </a:pathLst>
          </a:custGeom>
          <a:solidFill xmlns:a="http://schemas.openxmlformats.org/drawingml/2006/main">
            <a:srgbClr val="EEF2F7"/>
          </a:solidFill>
          <a:ln xmlns:a="http://schemas.openxmlformats.org/drawingml/2006/main" w="22860">
            <a:solidFill>
              <a:srgbClr val="C8D1DC"/>
            </a:solidFill>
            <a:prstDash val="solid"/>
          </a:ln>
        </p:spPr>
      </p:sp>
      <p:sp>
        <p:nvSpPr>
          <p:cNvPr id="17" name="note-heading-0">
            <a:extLst xmlns:a="http://schemas.openxmlformats.org/drawingml/2006/main">
              <a:ext uri="{FF2B5EF4-FFF2-40B4-BE49-F238E27FC236}">
                <a16:creationId xmlns:a16="http://schemas.microsoft.com/office/drawing/2014/main" id="{0E6A8023-CA61-4F30-B17D-0B46C40BC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19375" y="266700"/>
            <a:ext cx="2347017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结构清楚</a:t>
            </a:r>
          </a:p>
        </p:txBody>
      </p:sp>
      <p:sp>
        <p:nvSpPr>
          <p:cNvPr id="18" name="note-body-0">
            <a:extLst xmlns:a="http://schemas.openxmlformats.org/drawingml/2006/main">
              <a:ext uri="{FF2B5EF4-FFF2-40B4-BE49-F238E27FC236}">
                <a16:creationId xmlns:a16="http://schemas.microsoft.com/office/drawing/2014/main" id="{B311C1DE-06DC-46DC-9010-1461C532F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52675" y="733425"/>
            <a:ext cx="2461317" cy="2454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400" b="0" i="0">
                <a:solidFill>
                  <a:srgbClr val="485B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485B70"/>
                </a:solidFill>
                <a:latin typeface="Microsoft YaHei"/>
                <a:ea typeface="Microsoft YaHei"/>
                <a:cs typeface="Microsoft YaHei"/>
              </a:rPr>
              <a:t>关系明确，阅读路径稳定</a:t>
            </a:r>
          </a:p>
        </p:txBody>
      </p:sp>
      <p:sp>
        <p:nvSpPr>
          <p:cNvPr id="19" name="note-heading-1">
            <a:extLst xmlns:a="http://schemas.openxmlformats.org/drawingml/2006/main">
              <a:ext uri="{FF2B5EF4-FFF2-40B4-BE49-F238E27FC236}">
                <a16:creationId xmlns:a16="http://schemas.microsoft.com/office/drawing/2014/main" id="{6454E385-89F4-4D59-A416-931B65A9C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19825" y="266700"/>
            <a:ext cx="2347017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输出可靠</a:t>
            </a:r>
          </a:p>
        </p:txBody>
      </p:sp>
      <p:sp>
        <p:nvSpPr>
          <p:cNvPr id="20" name="note-body-1">
            <a:extLst xmlns:a="http://schemas.openxmlformats.org/drawingml/2006/main">
              <a:ext uri="{FF2B5EF4-FFF2-40B4-BE49-F238E27FC236}">
                <a16:creationId xmlns:a16="http://schemas.microsoft.com/office/drawing/2014/main" id="{6363B2FD-71F9-48F6-B6FF-1CBB674AD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53125" y="733425"/>
            <a:ext cx="2461317" cy="2454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400" b="0" i="0">
                <a:solidFill>
                  <a:srgbClr val="485B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485B70"/>
                </a:solidFill>
                <a:latin typeface="Microsoft YaHei"/>
                <a:ea typeface="Microsoft YaHei"/>
                <a:cs typeface="Microsoft YaHei"/>
              </a:rPr>
              <a:t>结果保持一致，减少随机波动</a:t>
            </a:r>
          </a:p>
        </p:txBody>
      </p:sp>
      <p:sp>
        <p:nvSpPr>
          <p:cNvPr id="21" name="note-heading-2">
            <a:extLst xmlns:a="http://schemas.openxmlformats.org/drawingml/2006/main">
              <a:ext uri="{FF2B5EF4-FFF2-40B4-BE49-F238E27FC236}">
                <a16:creationId xmlns:a16="http://schemas.microsoft.com/office/drawing/2014/main" id="{6F7B9357-DD64-46B9-A399-70381F2E5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19375" y="2438400"/>
            <a:ext cx="2347017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原生可编辑</a:t>
            </a:r>
          </a:p>
        </p:txBody>
      </p:sp>
      <p:sp>
        <p:nvSpPr>
          <p:cNvPr id="22" name="note-body-2">
            <a:extLst xmlns:a="http://schemas.openxmlformats.org/drawingml/2006/main">
              <a:ext uri="{FF2B5EF4-FFF2-40B4-BE49-F238E27FC236}">
                <a16:creationId xmlns:a16="http://schemas.microsoft.com/office/drawing/2014/main" id="{5EC9397D-29F1-4716-9711-09B8008F2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52675" y="2905125"/>
            <a:ext cx="2461317" cy="2454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400" b="0" i="0">
                <a:solidFill>
                  <a:srgbClr val="485B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485B70"/>
                </a:solidFill>
                <a:latin typeface="Microsoft YaHei"/>
                <a:ea typeface="Microsoft YaHei"/>
                <a:cs typeface="Microsoft YaHei"/>
              </a:rPr>
              <a:t>文字与形状均可继续修改</a:t>
            </a:r>
          </a:p>
        </p:txBody>
      </p:sp>
      <p:sp>
        <p:nvSpPr>
          <p:cNvPr id="23" name="note-heading-3">
            <a:extLst xmlns:a="http://schemas.openxmlformats.org/drawingml/2006/main">
              <a:ext uri="{FF2B5EF4-FFF2-40B4-BE49-F238E27FC236}">
                <a16:creationId xmlns:a16="http://schemas.microsoft.com/office/drawing/2014/main" id="{888DB0BE-7BCC-460E-A819-32064A027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19825" y="2438400"/>
            <a:ext cx="2347017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响应布局</a:t>
            </a:r>
          </a:p>
        </p:txBody>
      </p:sp>
      <p:sp>
        <p:nvSpPr>
          <p:cNvPr id="24" name="note-point-3-0">
            <a:extLst xmlns:a="http://schemas.openxmlformats.org/drawingml/2006/main">
              <a:ext uri="{FF2B5EF4-FFF2-40B4-BE49-F238E27FC236}">
                <a16:creationId xmlns:a16="http://schemas.microsoft.com/office/drawing/2014/main" id="{7C3FF711-691F-466B-9A2E-2D1E6E609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53125" y="2905125"/>
            <a:ext cx="2461317" cy="2454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400" b="0" i="0">
                <a:solidFill>
                  <a:srgbClr val="485B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485B70"/>
                </a:solidFill>
                <a:latin typeface="Microsoft YaHei"/>
                <a:ea typeface="Microsoft YaHei"/>
                <a:cs typeface="Microsoft YaHei"/>
              </a:rPr>
              <a:t>• 数量变化时重新求解</a:t>
            </a:r>
          </a:p>
        </p:txBody>
      </p:sp>
      <p:sp>
        <p:nvSpPr>
          <p:cNvPr id="25" name="note-point-3-1">
            <a:extLst xmlns:a="http://schemas.openxmlformats.org/drawingml/2006/main">
              <a:ext uri="{FF2B5EF4-FFF2-40B4-BE49-F238E27FC236}">
                <a16:creationId xmlns:a16="http://schemas.microsoft.com/office/drawing/2014/main" id="{C6EB55D6-3B62-4A0D-A925-93AB140D4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53125" y="3198171"/>
            <a:ext cx="2461317" cy="2454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400" b="0" i="0">
                <a:solidFill>
                  <a:srgbClr val="485B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485B70"/>
                </a:solidFill>
                <a:latin typeface="Microsoft YaHei"/>
                <a:ea typeface="Microsoft YaHei"/>
                <a:cs typeface="Microsoft YaHei"/>
              </a:rPr>
              <a:t>• 末行始终保持居中</a:t>
            </a:r>
          </a:p>
        </p:txBody>
      </p:sp>
      <p:sp>
        <p:nvSpPr>
          <p:cNvPr id="26" name="note-icon-panel-0">
            <a:extLst xmlns:a="http://schemas.openxmlformats.org/drawingml/2006/main">
              <a:ext uri="{FF2B5EF4-FFF2-40B4-BE49-F238E27FC236}">
                <a16:creationId xmlns:a16="http://schemas.microsoft.com/office/drawing/2014/main" id="{99EBE197-B56C-45C4-B282-571FC3D24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00275" y="266700"/>
            <a:ext cx="4191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052">
              <a:alpha val="24000"/>
            </a:srgbClr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6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aebe2b94d84ae7">
            <a:extLst>
              <a:ext uri="{96DAC541-7B7A-43D3-8B79-37D633B846F1}">
                <asvg:svgBlip xmlns:asvg="http://schemas.microsoft.com/office/drawing/2016/SVG/main" r:embed="R930b925e9bcb4b0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2305050" y="333375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28" name="note-icon-panel-1">
            <a:extLst xmlns:a="http://schemas.openxmlformats.org/drawingml/2006/main">
              <a:ext uri="{FF2B5EF4-FFF2-40B4-BE49-F238E27FC236}">
                <a16:creationId xmlns:a16="http://schemas.microsoft.com/office/drawing/2014/main" id="{804F1325-F195-43C9-B0A9-7ED60EA4A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00725" y="266700"/>
            <a:ext cx="4191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052">
              <a:alpha val="24000"/>
            </a:srgbClr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6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9573761cfa4c57">
            <a:extLst>
              <a:ext uri="{96DAC541-7B7A-43D3-8B79-37D633B846F1}">
                <asvg:svgBlip xmlns:asvg="http://schemas.microsoft.com/office/drawing/2016/SVG/main" r:embed="R8bf66bab0ef74414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905500" y="333375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30" name="note-icon-panel-2">
            <a:extLst xmlns:a="http://schemas.openxmlformats.org/drawingml/2006/main">
              <a:ext uri="{FF2B5EF4-FFF2-40B4-BE49-F238E27FC236}">
                <a16:creationId xmlns:a16="http://schemas.microsoft.com/office/drawing/2014/main" id="{FDDECF3B-7F9E-4197-9098-531D9AB34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00275" y="2438400"/>
            <a:ext cx="4191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052">
              <a:alpha val="24000"/>
            </a:srgbClr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6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83d41ef2764cf5">
            <a:extLst>
              <a:ext uri="{96DAC541-7B7A-43D3-8B79-37D633B846F1}">
                <asvg:svgBlip xmlns:asvg="http://schemas.microsoft.com/office/drawing/2016/SVG/main" r:embed="R39680c90f654454a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2305050" y="2505075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32" name="note-icon-panel-3">
            <a:extLst xmlns:a="http://schemas.openxmlformats.org/drawingml/2006/main">
              <a:ext uri="{FF2B5EF4-FFF2-40B4-BE49-F238E27FC236}">
                <a16:creationId xmlns:a16="http://schemas.microsoft.com/office/drawing/2014/main" id="{FABCCEF8-7B05-41A1-89A0-2682C1699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00725" y="2438400"/>
            <a:ext cx="4191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052">
              <a:alpha val="24000"/>
            </a:srgbClr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6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217af560364dc3">
            <a:extLst>
              <a:ext uri="{96DAC541-7B7A-43D3-8B79-37D633B846F1}">
                <asvg:svgBlip xmlns:asvg="http://schemas.microsoft.com/office/drawing/2016/SVG/main" r:embed="Rf7dfb8fbfe5a43b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905500" y="2505075"/>
            <a:ext cx="190500" cy="190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805216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2026-09-07T13:55:54.1270000Z</dcterms:created>
  <dcterms:modified xsi:type="dcterms:W3CDTF">2026-09-07T13:55:54.1270000Z</dcterms:modified>
</coreProperties>
</file>