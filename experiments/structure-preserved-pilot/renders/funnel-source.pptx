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75f36646f644d3" /><Relationship Type="http://schemas.openxmlformats.org/officeDocument/2006/relationships/extended-properties" Target="/docProps/app.xml" Id="Rdbc70b41b0614bf9" /><Relationship Type="http://schemas.openxmlformats.org/officeDocument/2006/relationships/officeDocument" Target="/ppt/presentation.xml" Id="R4ace7a15e9bc4b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c1a60ca0344053"/>
  </p:sldMasterIdLst>
  <p:notesMasterIdLst>
    <p:notesMasterId xmlns:r="http://schemas.openxmlformats.org/officeDocument/2006/relationships" r:id="R24eea771b19b4538"/>
  </p:notesMasterIdLst>
  <p:sldIdLst>
    <p:sldId xmlns:r="http://schemas.openxmlformats.org/officeDocument/2006/relationships" id="256" r:id="R4b338ba43bdb4817"/>
  </p:sldIdLst>
  <p:sldSz cx="11144250" cy="4686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26fc192aa24c59" /><Relationship Type="http://schemas.openxmlformats.org/officeDocument/2006/relationships/slideMaster" Target="/ppt/slideMasters/slideMaster1.xml" Id="Rcbc1a60ca0344053" /><Relationship Type="http://schemas.openxmlformats.org/officeDocument/2006/relationships/notesMaster" Target="/ppt/notesMasters/notesMaster1.xml" Id="R24eea771b19b4538" /><Relationship Type="http://schemas.openxmlformats.org/officeDocument/2006/relationships/presProps" Target="/ppt/presProps.xml" Id="Rcc1156244f194ae2" /><Relationship Type="http://schemas.openxmlformats.org/officeDocument/2006/relationships/tableStyles" Target="/ppt/tableStyles.xml" Id="Rf90085bd045e4489" /><Relationship Type="http://schemas.openxmlformats.org/officeDocument/2006/relationships/slide" Target="/ppt/slides/slide1.xml" Id="R4b338ba43bdb48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aeca4089324b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7b0311cfa54f38" /><Relationship Type="http://schemas.openxmlformats.org/officeDocument/2006/relationships/notesMaster" Target="/ppt/notesMasters/notesMaster1.xml" Id="Rdab2d82d921a44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09c74007a4a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ccd2cf5aa34575" /><Relationship Type="http://schemas.openxmlformats.org/officeDocument/2006/relationships/slideLayout" Target="/ppt/slideLayouts/slideLayout1.xml" Id="R87e2a5f8d88a47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e2a5f8d88a47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2af1dd3a346c9" /><Relationship Type="http://schemas.openxmlformats.org/officeDocument/2006/relationships/image" Target="/ppt/media/image.png" Id="Rbcd8b444e98a48df" /><Relationship Type="http://schemas.openxmlformats.org/officeDocument/2006/relationships/image" Target="/ppt/media/image.svg" Id="R0687a072ac1642df" /><Relationship Type="http://schemas.openxmlformats.org/officeDocument/2006/relationships/image" Target="/ppt/media/image2.png" Id="R476f9018a64f47cc" /><Relationship Type="http://schemas.openxmlformats.org/officeDocument/2006/relationships/image" Target="/ppt/media/image2.svg" Id="R22f62ffa2c94477e" /><Relationship Type="http://schemas.openxmlformats.org/officeDocument/2006/relationships/image" Target="/ppt/media/image3.png" Id="R798af38b8fd74d1b" /><Relationship Type="http://schemas.openxmlformats.org/officeDocument/2006/relationships/image" Target="/ppt/media/image3.svg" Id="R975abb8400c8499d" /><Relationship Type="http://schemas.openxmlformats.org/officeDocument/2006/relationships/image" Target="/ppt/media/image4.png" Id="R3b4617e1c1bd4c97" /><Relationship Type="http://schemas.openxmlformats.org/officeDocument/2006/relationships/image" Target="/ppt/media/image4.svg" Id="Rb2b5cb49f65044df" /><Relationship Type="http://schemas.openxmlformats.org/officeDocument/2006/relationships/notesSlide" Target="/ppt/notesSlides/notesSlide1.xml" Id="R32ded54198f842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8EAE0862-C273-440D-8E06-9D4B3380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2857500" y="400050"/>
            <a:ext cx="5429250" cy="3857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7EAC">
                <a:alpha val="12000"/>
              </a:srgbClr>
            </a:solidFill>
            <a:prstDash val="solid"/>
          </a:ln>
        </p:spPr>
      </p:sp>
      <p:sp>
        <p:nvSpPr>
          <p:cNvPr id="2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9F0C56DB-5E5B-465E-B4E3-499F907F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1000125"/>
            <a:ext cx="3515087" cy="671532"/>
          </a:xfrm>
          <a:custGeom xmlns:a="http://schemas.openxmlformats.org/drawingml/2006/main">
            <a:pathLst>
              <a:path w="3515087" h="671532">
                <a:moveTo>
                  <a:pt x="0" y="0"/>
                </a:moveTo>
                <a:lnTo>
                  <a:pt x="18831" y="25918"/>
                </a:lnTo>
                <a:lnTo>
                  <a:pt x="37662" y="51835"/>
                </a:lnTo>
                <a:lnTo>
                  <a:pt x="56493" y="77743"/>
                </a:lnTo>
                <a:lnTo>
                  <a:pt x="75324" y="103661"/>
                </a:lnTo>
                <a:lnTo>
                  <a:pt x="94155" y="129578"/>
                </a:lnTo>
                <a:lnTo>
                  <a:pt x="112986" y="155496"/>
                </a:lnTo>
                <a:lnTo>
                  <a:pt x="131816" y="181413"/>
                </a:lnTo>
                <a:lnTo>
                  <a:pt x="150647" y="207331"/>
                </a:lnTo>
                <a:lnTo>
                  <a:pt x="169478" y="233239"/>
                </a:lnTo>
                <a:lnTo>
                  <a:pt x="188309" y="259156"/>
                </a:lnTo>
                <a:lnTo>
                  <a:pt x="207140" y="285074"/>
                </a:lnTo>
                <a:lnTo>
                  <a:pt x="225971" y="310991"/>
                </a:lnTo>
                <a:lnTo>
                  <a:pt x="244802" y="336909"/>
                </a:lnTo>
                <a:lnTo>
                  <a:pt x="263633" y="362826"/>
                </a:lnTo>
                <a:lnTo>
                  <a:pt x="282464" y="388734"/>
                </a:lnTo>
                <a:lnTo>
                  <a:pt x="301304" y="414652"/>
                </a:lnTo>
                <a:lnTo>
                  <a:pt x="320135" y="440569"/>
                </a:lnTo>
                <a:lnTo>
                  <a:pt x="338966" y="466487"/>
                </a:lnTo>
                <a:lnTo>
                  <a:pt x="357797" y="492404"/>
                </a:lnTo>
                <a:lnTo>
                  <a:pt x="376628" y="518312"/>
                </a:lnTo>
                <a:lnTo>
                  <a:pt x="395459" y="544230"/>
                </a:lnTo>
                <a:lnTo>
                  <a:pt x="414290" y="570147"/>
                </a:lnTo>
                <a:lnTo>
                  <a:pt x="431949" y="596589"/>
                </a:lnTo>
                <a:lnTo>
                  <a:pt x="459886" y="611153"/>
                </a:lnTo>
                <a:lnTo>
                  <a:pt x="491033" y="618611"/>
                </a:lnTo>
                <a:lnTo>
                  <a:pt x="522589" y="624097"/>
                </a:lnTo>
                <a:lnTo>
                  <a:pt x="554307" y="628555"/>
                </a:lnTo>
                <a:lnTo>
                  <a:pt x="586121" y="632346"/>
                </a:lnTo>
                <a:lnTo>
                  <a:pt x="617982" y="635660"/>
                </a:lnTo>
                <a:lnTo>
                  <a:pt x="649881" y="638623"/>
                </a:lnTo>
                <a:lnTo>
                  <a:pt x="681809" y="641280"/>
                </a:lnTo>
                <a:lnTo>
                  <a:pt x="713746" y="643700"/>
                </a:lnTo>
                <a:lnTo>
                  <a:pt x="745703" y="645919"/>
                </a:lnTo>
                <a:lnTo>
                  <a:pt x="777678" y="647976"/>
                </a:lnTo>
                <a:lnTo>
                  <a:pt x="809654" y="649862"/>
                </a:lnTo>
                <a:lnTo>
                  <a:pt x="841639" y="651624"/>
                </a:lnTo>
                <a:lnTo>
                  <a:pt x="873633" y="653263"/>
                </a:lnTo>
                <a:lnTo>
                  <a:pt x="905637" y="654787"/>
                </a:lnTo>
                <a:lnTo>
                  <a:pt x="937631" y="656215"/>
                </a:lnTo>
                <a:lnTo>
                  <a:pt x="969645" y="657558"/>
                </a:lnTo>
                <a:lnTo>
                  <a:pt x="1001649" y="658806"/>
                </a:lnTo>
                <a:lnTo>
                  <a:pt x="1033672" y="659978"/>
                </a:lnTo>
                <a:lnTo>
                  <a:pt x="1065686" y="661073"/>
                </a:lnTo>
                <a:lnTo>
                  <a:pt x="1097699" y="662102"/>
                </a:lnTo>
                <a:lnTo>
                  <a:pt x="1129722" y="663064"/>
                </a:lnTo>
                <a:lnTo>
                  <a:pt x="1161745" y="663959"/>
                </a:lnTo>
                <a:lnTo>
                  <a:pt x="1193768" y="664788"/>
                </a:lnTo>
                <a:lnTo>
                  <a:pt x="1225791" y="665569"/>
                </a:lnTo>
                <a:lnTo>
                  <a:pt x="1257824" y="666293"/>
                </a:lnTo>
                <a:lnTo>
                  <a:pt x="1289847" y="666960"/>
                </a:lnTo>
                <a:lnTo>
                  <a:pt x="1321880" y="667588"/>
                </a:lnTo>
                <a:lnTo>
                  <a:pt x="1353912" y="668150"/>
                </a:lnTo>
                <a:lnTo>
                  <a:pt x="1385935" y="668674"/>
                </a:lnTo>
                <a:lnTo>
                  <a:pt x="1417968" y="669150"/>
                </a:lnTo>
                <a:lnTo>
                  <a:pt x="1450000" y="669588"/>
                </a:lnTo>
                <a:lnTo>
                  <a:pt x="1482033" y="669969"/>
                </a:lnTo>
                <a:lnTo>
                  <a:pt x="1514065" y="670312"/>
                </a:lnTo>
                <a:lnTo>
                  <a:pt x="1546108" y="670608"/>
                </a:lnTo>
                <a:lnTo>
                  <a:pt x="1578140" y="670865"/>
                </a:lnTo>
                <a:lnTo>
                  <a:pt x="1610173" y="671074"/>
                </a:lnTo>
                <a:lnTo>
                  <a:pt x="1642205" y="671246"/>
                </a:lnTo>
                <a:lnTo>
                  <a:pt x="1674238" y="671370"/>
                </a:lnTo>
                <a:lnTo>
                  <a:pt x="1706280" y="671474"/>
                </a:lnTo>
                <a:lnTo>
                  <a:pt x="1738313" y="671522"/>
                </a:lnTo>
                <a:lnTo>
                  <a:pt x="1770345" y="671532"/>
                </a:lnTo>
                <a:lnTo>
                  <a:pt x="1802378" y="671503"/>
                </a:lnTo>
                <a:lnTo>
                  <a:pt x="1834420" y="671427"/>
                </a:lnTo>
                <a:lnTo>
                  <a:pt x="1866452" y="671303"/>
                </a:lnTo>
                <a:lnTo>
                  <a:pt x="1898485" y="671160"/>
                </a:lnTo>
                <a:lnTo>
                  <a:pt x="1930517" y="670970"/>
                </a:lnTo>
                <a:lnTo>
                  <a:pt x="1962550" y="670731"/>
                </a:lnTo>
                <a:lnTo>
                  <a:pt x="1994592" y="670455"/>
                </a:lnTo>
                <a:lnTo>
                  <a:pt x="2026625" y="670141"/>
                </a:lnTo>
                <a:lnTo>
                  <a:pt x="2058657" y="669769"/>
                </a:lnTo>
                <a:lnTo>
                  <a:pt x="2090690" y="669369"/>
                </a:lnTo>
                <a:lnTo>
                  <a:pt x="2122722" y="668912"/>
                </a:lnTo>
                <a:lnTo>
                  <a:pt x="2154755" y="668417"/>
                </a:lnTo>
                <a:lnTo>
                  <a:pt x="2186778" y="667874"/>
                </a:lnTo>
                <a:lnTo>
                  <a:pt x="2218811" y="667274"/>
                </a:lnTo>
                <a:lnTo>
                  <a:pt x="2250843" y="666636"/>
                </a:lnTo>
                <a:lnTo>
                  <a:pt x="2282866" y="665931"/>
                </a:lnTo>
                <a:lnTo>
                  <a:pt x="2314889" y="665178"/>
                </a:lnTo>
                <a:lnTo>
                  <a:pt x="2346922" y="664369"/>
                </a:lnTo>
                <a:lnTo>
                  <a:pt x="2378945" y="663502"/>
                </a:lnTo>
                <a:lnTo>
                  <a:pt x="2410958" y="662569"/>
                </a:lnTo>
                <a:lnTo>
                  <a:pt x="2442982" y="661578"/>
                </a:lnTo>
                <a:lnTo>
                  <a:pt x="2474995" y="660521"/>
                </a:lnTo>
                <a:lnTo>
                  <a:pt x="2507018" y="659387"/>
                </a:lnTo>
                <a:lnTo>
                  <a:pt x="2539022" y="658178"/>
                </a:lnTo>
                <a:lnTo>
                  <a:pt x="2571036" y="656882"/>
                </a:lnTo>
                <a:lnTo>
                  <a:pt x="2603040" y="655501"/>
                </a:lnTo>
                <a:lnTo>
                  <a:pt x="2635044" y="654025"/>
                </a:lnTo>
                <a:lnTo>
                  <a:pt x="2667038" y="652434"/>
                </a:lnTo>
                <a:lnTo>
                  <a:pt x="2699023" y="650738"/>
                </a:lnTo>
                <a:lnTo>
                  <a:pt x="2731008" y="648910"/>
                </a:lnTo>
                <a:lnTo>
                  <a:pt x="2762983" y="646938"/>
                </a:lnTo>
                <a:lnTo>
                  <a:pt x="2794949" y="644804"/>
                </a:lnTo>
                <a:lnTo>
                  <a:pt x="2826896" y="642490"/>
                </a:lnTo>
                <a:lnTo>
                  <a:pt x="2858834" y="639947"/>
                </a:lnTo>
                <a:lnTo>
                  <a:pt x="2890742" y="637146"/>
                </a:lnTo>
                <a:lnTo>
                  <a:pt x="2922622" y="634013"/>
                </a:lnTo>
                <a:lnTo>
                  <a:pt x="2954465" y="630469"/>
                </a:lnTo>
                <a:lnTo>
                  <a:pt x="2986240" y="626374"/>
                </a:lnTo>
                <a:lnTo>
                  <a:pt x="3017891" y="621440"/>
                </a:lnTo>
                <a:lnTo>
                  <a:pt x="3049295" y="615134"/>
                </a:lnTo>
                <a:lnTo>
                  <a:pt x="3079823" y="605580"/>
                </a:lnTo>
                <a:lnTo>
                  <a:pt x="3100797" y="582759"/>
                </a:lnTo>
                <a:lnTo>
                  <a:pt x="3119628" y="556851"/>
                </a:lnTo>
                <a:lnTo>
                  <a:pt x="3138459" y="530933"/>
                </a:lnTo>
                <a:lnTo>
                  <a:pt x="3157290" y="505016"/>
                </a:lnTo>
                <a:lnTo>
                  <a:pt x="3176121" y="479098"/>
                </a:lnTo>
                <a:lnTo>
                  <a:pt x="3194952" y="453180"/>
                </a:lnTo>
                <a:lnTo>
                  <a:pt x="3213783" y="427272"/>
                </a:lnTo>
                <a:lnTo>
                  <a:pt x="3232614" y="401355"/>
                </a:lnTo>
                <a:lnTo>
                  <a:pt x="3251444" y="375437"/>
                </a:lnTo>
                <a:lnTo>
                  <a:pt x="3270275" y="349520"/>
                </a:lnTo>
                <a:lnTo>
                  <a:pt x="3289106" y="323602"/>
                </a:lnTo>
                <a:lnTo>
                  <a:pt x="3307937" y="297685"/>
                </a:lnTo>
                <a:lnTo>
                  <a:pt x="3326768" y="271777"/>
                </a:lnTo>
                <a:lnTo>
                  <a:pt x="3345599" y="245859"/>
                </a:lnTo>
                <a:lnTo>
                  <a:pt x="3364430" y="219942"/>
                </a:lnTo>
                <a:lnTo>
                  <a:pt x="3383261" y="194024"/>
                </a:lnTo>
                <a:lnTo>
                  <a:pt x="3402092" y="168107"/>
                </a:lnTo>
                <a:lnTo>
                  <a:pt x="3420932" y="142189"/>
                </a:lnTo>
                <a:lnTo>
                  <a:pt x="3439763" y="116281"/>
                </a:lnTo>
                <a:lnTo>
                  <a:pt x="3458594" y="90364"/>
                </a:lnTo>
                <a:lnTo>
                  <a:pt x="3477425" y="64446"/>
                </a:lnTo>
                <a:lnTo>
                  <a:pt x="3496256" y="38529"/>
                </a:lnTo>
                <a:lnTo>
                  <a:pt x="3515087" y="12611"/>
                </a:lnTo>
                <a:lnTo>
                  <a:pt x="3512401" y="10268"/>
                </a:lnTo>
                <a:lnTo>
                  <a:pt x="3481645" y="19060"/>
                </a:lnTo>
                <a:lnTo>
                  <a:pt x="3450117" y="24746"/>
                </a:lnTo>
                <a:lnTo>
                  <a:pt x="3418399" y="29185"/>
                </a:lnTo>
                <a:lnTo>
                  <a:pt x="3386576" y="32899"/>
                </a:lnTo>
                <a:lnTo>
                  <a:pt x="3354705" y="36128"/>
                </a:lnTo>
                <a:lnTo>
                  <a:pt x="3322796" y="38986"/>
                </a:lnTo>
                <a:lnTo>
                  <a:pt x="3290868" y="41567"/>
                </a:lnTo>
                <a:lnTo>
                  <a:pt x="3258922" y="43920"/>
                </a:lnTo>
                <a:lnTo>
                  <a:pt x="3226956" y="46082"/>
                </a:lnTo>
                <a:lnTo>
                  <a:pt x="3194980" y="48082"/>
                </a:lnTo>
                <a:lnTo>
                  <a:pt x="3163005" y="49940"/>
                </a:lnTo>
                <a:lnTo>
                  <a:pt x="3131020" y="51683"/>
                </a:lnTo>
                <a:lnTo>
                  <a:pt x="3099025" y="53321"/>
                </a:lnTo>
                <a:lnTo>
                  <a:pt x="3067021" y="54864"/>
                </a:lnTo>
                <a:lnTo>
                  <a:pt x="3035027" y="56312"/>
                </a:lnTo>
                <a:lnTo>
                  <a:pt x="3003013" y="57683"/>
                </a:lnTo>
                <a:lnTo>
                  <a:pt x="2971009" y="58979"/>
                </a:lnTo>
                <a:lnTo>
                  <a:pt x="2938996" y="60208"/>
                </a:lnTo>
                <a:lnTo>
                  <a:pt x="2906982" y="61379"/>
                </a:lnTo>
                <a:lnTo>
                  <a:pt x="2874969" y="62484"/>
                </a:lnTo>
                <a:lnTo>
                  <a:pt x="2842946" y="63541"/>
                </a:lnTo>
                <a:lnTo>
                  <a:pt x="2810932" y="64541"/>
                </a:lnTo>
                <a:lnTo>
                  <a:pt x="2778909" y="65494"/>
                </a:lnTo>
                <a:lnTo>
                  <a:pt x="2746886" y="66399"/>
                </a:lnTo>
                <a:lnTo>
                  <a:pt x="2714863" y="67256"/>
                </a:lnTo>
                <a:lnTo>
                  <a:pt x="2682840" y="68075"/>
                </a:lnTo>
                <a:lnTo>
                  <a:pt x="2650817" y="68856"/>
                </a:lnTo>
                <a:lnTo>
                  <a:pt x="2618784" y="69599"/>
                </a:lnTo>
                <a:lnTo>
                  <a:pt x="2586761" y="70304"/>
                </a:lnTo>
                <a:lnTo>
                  <a:pt x="2554729" y="70971"/>
                </a:lnTo>
                <a:lnTo>
                  <a:pt x="2522706" y="71609"/>
                </a:lnTo>
                <a:lnTo>
                  <a:pt x="2490673" y="72209"/>
                </a:lnTo>
                <a:lnTo>
                  <a:pt x="2458641" y="72781"/>
                </a:lnTo>
                <a:lnTo>
                  <a:pt x="2426618" y="73314"/>
                </a:lnTo>
                <a:lnTo>
                  <a:pt x="2394585" y="73819"/>
                </a:lnTo>
                <a:lnTo>
                  <a:pt x="2362552" y="74285"/>
                </a:lnTo>
                <a:lnTo>
                  <a:pt x="2330520" y="74762"/>
                </a:lnTo>
                <a:lnTo>
                  <a:pt x="2298487" y="75162"/>
                </a:lnTo>
                <a:lnTo>
                  <a:pt x="2266455" y="75571"/>
                </a:lnTo>
                <a:lnTo>
                  <a:pt x="2234422" y="75933"/>
                </a:lnTo>
                <a:lnTo>
                  <a:pt x="2202390" y="76267"/>
                </a:lnTo>
                <a:lnTo>
                  <a:pt x="2170357" y="76610"/>
                </a:lnTo>
                <a:lnTo>
                  <a:pt x="2138324" y="76876"/>
                </a:lnTo>
                <a:lnTo>
                  <a:pt x="2106282" y="77153"/>
                </a:lnTo>
                <a:lnTo>
                  <a:pt x="2074250" y="77391"/>
                </a:lnTo>
                <a:lnTo>
                  <a:pt x="2042217" y="77600"/>
                </a:lnTo>
                <a:lnTo>
                  <a:pt x="2010185" y="77810"/>
                </a:lnTo>
                <a:lnTo>
                  <a:pt x="1978152" y="77962"/>
                </a:lnTo>
                <a:lnTo>
                  <a:pt x="1946110" y="78115"/>
                </a:lnTo>
                <a:lnTo>
                  <a:pt x="1914077" y="78238"/>
                </a:lnTo>
                <a:lnTo>
                  <a:pt x="1882045" y="78324"/>
                </a:lnTo>
                <a:lnTo>
                  <a:pt x="1850012" y="78419"/>
                </a:lnTo>
                <a:lnTo>
                  <a:pt x="1817970" y="78457"/>
                </a:lnTo>
                <a:lnTo>
                  <a:pt x="1785938" y="78486"/>
                </a:lnTo>
                <a:lnTo>
                  <a:pt x="1753905" y="78505"/>
                </a:lnTo>
                <a:lnTo>
                  <a:pt x="1721872" y="78476"/>
                </a:lnTo>
                <a:lnTo>
                  <a:pt x="1689830" y="78438"/>
                </a:lnTo>
                <a:lnTo>
                  <a:pt x="1657798" y="78372"/>
                </a:lnTo>
                <a:lnTo>
                  <a:pt x="1625765" y="78286"/>
                </a:lnTo>
                <a:lnTo>
                  <a:pt x="1593733" y="78191"/>
                </a:lnTo>
                <a:lnTo>
                  <a:pt x="1561690" y="78038"/>
                </a:lnTo>
                <a:lnTo>
                  <a:pt x="1529658" y="77886"/>
                </a:lnTo>
                <a:lnTo>
                  <a:pt x="1497625" y="77705"/>
                </a:lnTo>
                <a:lnTo>
                  <a:pt x="1465593" y="77495"/>
                </a:lnTo>
                <a:lnTo>
                  <a:pt x="1433560" y="77286"/>
                </a:lnTo>
                <a:lnTo>
                  <a:pt x="1401518" y="77010"/>
                </a:lnTo>
                <a:lnTo>
                  <a:pt x="1369485" y="76733"/>
                </a:lnTo>
                <a:lnTo>
                  <a:pt x="1337453" y="76438"/>
                </a:lnTo>
                <a:lnTo>
                  <a:pt x="1305420" y="76095"/>
                </a:lnTo>
                <a:lnTo>
                  <a:pt x="1273388" y="75762"/>
                </a:lnTo>
                <a:lnTo>
                  <a:pt x="1241355" y="75362"/>
                </a:lnTo>
                <a:lnTo>
                  <a:pt x="1209323" y="74952"/>
                </a:lnTo>
                <a:lnTo>
                  <a:pt x="1177290" y="74524"/>
                </a:lnTo>
                <a:lnTo>
                  <a:pt x="1145257" y="74047"/>
                </a:lnTo>
                <a:lnTo>
                  <a:pt x="1113225" y="73571"/>
                </a:lnTo>
                <a:lnTo>
                  <a:pt x="1081202" y="73028"/>
                </a:lnTo>
                <a:lnTo>
                  <a:pt x="1049169" y="72485"/>
                </a:lnTo>
                <a:lnTo>
                  <a:pt x="1017137" y="71904"/>
                </a:lnTo>
                <a:lnTo>
                  <a:pt x="985104" y="71285"/>
                </a:lnTo>
                <a:lnTo>
                  <a:pt x="953081" y="70628"/>
                </a:lnTo>
                <a:lnTo>
                  <a:pt x="921048" y="69942"/>
                </a:lnTo>
                <a:lnTo>
                  <a:pt x="889025" y="69228"/>
                </a:lnTo>
                <a:lnTo>
                  <a:pt x="857002" y="68466"/>
                </a:lnTo>
                <a:lnTo>
                  <a:pt x="824979" y="67656"/>
                </a:lnTo>
                <a:lnTo>
                  <a:pt x="792947" y="66818"/>
                </a:lnTo>
                <a:lnTo>
                  <a:pt x="760924" y="65932"/>
                </a:lnTo>
                <a:lnTo>
                  <a:pt x="728910" y="65008"/>
                </a:lnTo>
                <a:lnTo>
                  <a:pt x="696887" y="64027"/>
                </a:lnTo>
                <a:lnTo>
                  <a:pt x="664864" y="62998"/>
                </a:lnTo>
                <a:lnTo>
                  <a:pt x="632851" y="61922"/>
                </a:lnTo>
                <a:lnTo>
                  <a:pt x="600837" y="60779"/>
                </a:lnTo>
                <a:lnTo>
                  <a:pt x="568823" y="59579"/>
                </a:lnTo>
                <a:lnTo>
                  <a:pt x="536810" y="58322"/>
                </a:lnTo>
                <a:lnTo>
                  <a:pt x="504806" y="56988"/>
                </a:lnTo>
                <a:lnTo>
                  <a:pt x="472802" y="55578"/>
                </a:lnTo>
                <a:lnTo>
                  <a:pt x="440798" y="54083"/>
                </a:lnTo>
                <a:lnTo>
                  <a:pt x="408803" y="52492"/>
                </a:lnTo>
                <a:lnTo>
                  <a:pt x="376819" y="50816"/>
                </a:lnTo>
                <a:lnTo>
                  <a:pt x="344834" y="49006"/>
                </a:lnTo>
                <a:lnTo>
                  <a:pt x="312858" y="47063"/>
                </a:lnTo>
                <a:lnTo>
                  <a:pt x="280883" y="44987"/>
                </a:lnTo>
                <a:lnTo>
                  <a:pt x="248936" y="42739"/>
                </a:lnTo>
                <a:lnTo>
                  <a:pt x="216989" y="40272"/>
                </a:lnTo>
                <a:lnTo>
                  <a:pt x="185071" y="37557"/>
                </a:lnTo>
                <a:lnTo>
                  <a:pt x="153181" y="34519"/>
                </a:lnTo>
                <a:lnTo>
                  <a:pt x="121329" y="31071"/>
                </a:lnTo>
                <a:lnTo>
                  <a:pt x="89554" y="27022"/>
                </a:lnTo>
                <a:lnTo>
                  <a:pt x="57912" y="22041"/>
                </a:lnTo>
                <a:lnTo>
                  <a:pt x="26622" y="15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2C1B9395-F118-421A-98D6-CBB166D1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888492"/>
            <a:ext cx="3524250" cy="223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4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D142179A-3BDC-47F4-8A1B-B26FC777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0911" y="1774031"/>
            <a:ext cx="2661752" cy="671532"/>
          </a:xfrm>
          <a:custGeom xmlns:a="http://schemas.openxmlformats.org/drawingml/2006/main">
            <a:pathLst>
              <a:path w="2661752" h="671532">
                <a:moveTo>
                  <a:pt x="0" y="0"/>
                </a:moveTo>
                <a:lnTo>
                  <a:pt x="12287" y="22088"/>
                </a:lnTo>
                <a:lnTo>
                  <a:pt x="24575" y="44177"/>
                </a:lnTo>
                <a:lnTo>
                  <a:pt x="36852" y="66265"/>
                </a:lnTo>
                <a:lnTo>
                  <a:pt x="49139" y="88344"/>
                </a:lnTo>
                <a:lnTo>
                  <a:pt x="61427" y="110433"/>
                </a:lnTo>
                <a:lnTo>
                  <a:pt x="73714" y="132521"/>
                </a:lnTo>
                <a:lnTo>
                  <a:pt x="86001" y="154610"/>
                </a:lnTo>
                <a:lnTo>
                  <a:pt x="98279" y="176698"/>
                </a:lnTo>
                <a:lnTo>
                  <a:pt x="110566" y="198787"/>
                </a:lnTo>
                <a:lnTo>
                  <a:pt x="122853" y="220875"/>
                </a:lnTo>
                <a:lnTo>
                  <a:pt x="135141" y="242964"/>
                </a:lnTo>
                <a:lnTo>
                  <a:pt x="147418" y="265043"/>
                </a:lnTo>
                <a:lnTo>
                  <a:pt x="159706" y="287131"/>
                </a:lnTo>
                <a:lnTo>
                  <a:pt x="171993" y="309220"/>
                </a:lnTo>
                <a:lnTo>
                  <a:pt x="184280" y="331308"/>
                </a:lnTo>
                <a:lnTo>
                  <a:pt x="196567" y="353397"/>
                </a:lnTo>
                <a:lnTo>
                  <a:pt x="208845" y="375485"/>
                </a:lnTo>
                <a:lnTo>
                  <a:pt x="221132" y="397574"/>
                </a:lnTo>
                <a:lnTo>
                  <a:pt x="233420" y="419652"/>
                </a:lnTo>
                <a:lnTo>
                  <a:pt x="245707" y="441741"/>
                </a:lnTo>
                <a:lnTo>
                  <a:pt x="257994" y="463829"/>
                </a:lnTo>
                <a:lnTo>
                  <a:pt x="270272" y="485918"/>
                </a:lnTo>
                <a:lnTo>
                  <a:pt x="282559" y="508006"/>
                </a:lnTo>
                <a:lnTo>
                  <a:pt x="294846" y="530095"/>
                </a:lnTo>
                <a:lnTo>
                  <a:pt x="307134" y="552183"/>
                </a:lnTo>
                <a:lnTo>
                  <a:pt x="319421" y="574272"/>
                </a:lnTo>
                <a:lnTo>
                  <a:pt x="330689" y="596713"/>
                </a:lnTo>
                <a:lnTo>
                  <a:pt x="351006" y="610895"/>
                </a:lnTo>
                <a:lnTo>
                  <a:pt x="375056" y="618601"/>
                </a:lnTo>
                <a:lnTo>
                  <a:pt x="399688" y="624278"/>
                </a:lnTo>
                <a:lnTo>
                  <a:pt x="424539" y="628869"/>
                </a:lnTo>
                <a:lnTo>
                  <a:pt x="449504" y="632774"/>
                </a:lnTo>
                <a:lnTo>
                  <a:pt x="474545" y="636184"/>
                </a:lnTo>
                <a:lnTo>
                  <a:pt x="499643" y="639204"/>
                </a:lnTo>
                <a:lnTo>
                  <a:pt x="524770" y="641928"/>
                </a:lnTo>
                <a:lnTo>
                  <a:pt x="549916" y="644404"/>
                </a:lnTo>
                <a:lnTo>
                  <a:pt x="575091" y="646662"/>
                </a:lnTo>
                <a:lnTo>
                  <a:pt x="600285" y="648738"/>
                </a:lnTo>
                <a:lnTo>
                  <a:pt x="625478" y="650672"/>
                </a:lnTo>
                <a:lnTo>
                  <a:pt x="650691" y="652443"/>
                </a:lnTo>
                <a:lnTo>
                  <a:pt x="675913" y="654110"/>
                </a:lnTo>
                <a:lnTo>
                  <a:pt x="701135" y="655644"/>
                </a:lnTo>
                <a:lnTo>
                  <a:pt x="726377" y="657082"/>
                </a:lnTo>
                <a:lnTo>
                  <a:pt x="751608" y="658425"/>
                </a:lnTo>
                <a:lnTo>
                  <a:pt x="776849" y="659673"/>
                </a:lnTo>
                <a:lnTo>
                  <a:pt x="802100" y="660835"/>
                </a:lnTo>
                <a:lnTo>
                  <a:pt x="827351" y="661930"/>
                </a:lnTo>
                <a:lnTo>
                  <a:pt x="852602" y="662950"/>
                </a:lnTo>
                <a:lnTo>
                  <a:pt x="877862" y="663893"/>
                </a:lnTo>
                <a:lnTo>
                  <a:pt x="903122" y="664769"/>
                </a:lnTo>
                <a:lnTo>
                  <a:pt x="928383" y="665588"/>
                </a:lnTo>
                <a:lnTo>
                  <a:pt x="953643" y="666340"/>
                </a:lnTo>
                <a:lnTo>
                  <a:pt x="978903" y="667045"/>
                </a:lnTo>
                <a:lnTo>
                  <a:pt x="1004173" y="667683"/>
                </a:lnTo>
                <a:lnTo>
                  <a:pt x="1029443" y="668274"/>
                </a:lnTo>
                <a:lnTo>
                  <a:pt x="1054703" y="668807"/>
                </a:lnTo>
                <a:lnTo>
                  <a:pt x="1079973" y="669293"/>
                </a:lnTo>
                <a:lnTo>
                  <a:pt x="1105243" y="669731"/>
                </a:lnTo>
                <a:lnTo>
                  <a:pt x="1130522" y="670112"/>
                </a:lnTo>
                <a:lnTo>
                  <a:pt x="1155792" y="670455"/>
                </a:lnTo>
                <a:lnTo>
                  <a:pt x="1181062" y="670741"/>
                </a:lnTo>
                <a:lnTo>
                  <a:pt x="1206332" y="670989"/>
                </a:lnTo>
                <a:lnTo>
                  <a:pt x="1231611" y="671189"/>
                </a:lnTo>
                <a:lnTo>
                  <a:pt x="1256881" y="671341"/>
                </a:lnTo>
                <a:lnTo>
                  <a:pt x="1282151" y="671455"/>
                </a:lnTo>
                <a:lnTo>
                  <a:pt x="1307430" y="671513"/>
                </a:lnTo>
                <a:lnTo>
                  <a:pt x="1332700" y="671532"/>
                </a:lnTo>
                <a:lnTo>
                  <a:pt x="1357979" y="671513"/>
                </a:lnTo>
                <a:lnTo>
                  <a:pt x="1383249" y="671436"/>
                </a:lnTo>
                <a:lnTo>
                  <a:pt x="1408528" y="671322"/>
                </a:lnTo>
                <a:lnTo>
                  <a:pt x="1433798" y="671160"/>
                </a:lnTo>
                <a:lnTo>
                  <a:pt x="1459068" y="670960"/>
                </a:lnTo>
                <a:lnTo>
                  <a:pt x="1484347" y="670712"/>
                </a:lnTo>
                <a:lnTo>
                  <a:pt x="1509617" y="670417"/>
                </a:lnTo>
                <a:lnTo>
                  <a:pt x="1534887" y="670074"/>
                </a:lnTo>
                <a:lnTo>
                  <a:pt x="1560157" y="669684"/>
                </a:lnTo>
                <a:lnTo>
                  <a:pt x="1585427" y="669246"/>
                </a:lnTo>
                <a:lnTo>
                  <a:pt x="1610697" y="668750"/>
                </a:lnTo>
                <a:lnTo>
                  <a:pt x="1635966" y="668207"/>
                </a:lnTo>
                <a:lnTo>
                  <a:pt x="1661236" y="667617"/>
                </a:lnTo>
                <a:lnTo>
                  <a:pt x="1686497" y="666960"/>
                </a:lnTo>
                <a:lnTo>
                  <a:pt x="1711766" y="666255"/>
                </a:lnTo>
                <a:lnTo>
                  <a:pt x="1737027" y="665493"/>
                </a:lnTo>
                <a:lnTo>
                  <a:pt x="1762287" y="664674"/>
                </a:lnTo>
                <a:lnTo>
                  <a:pt x="1787547" y="663788"/>
                </a:lnTo>
                <a:lnTo>
                  <a:pt x="1812798" y="662826"/>
                </a:lnTo>
                <a:lnTo>
                  <a:pt x="1838049" y="661807"/>
                </a:lnTo>
                <a:lnTo>
                  <a:pt x="1863300" y="660711"/>
                </a:lnTo>
                <a:lnTo>
                  <a:pt x="1888550" y="659530"/>
                </a:lnTo>
                <a:lnTo>
                  <a:pt x="1913792" y="658273"/>
                </a:lnTo>
                <a:lnTo>
                  <a:pt x="1939033" y="656920"/>
                </a:lnTo>
                <a:lnTo>
                  <a:pt x="1964265" y="655472"/>
                </a:lnTo>
                <a:lnTo>
                  <a:pt x="1989487" y="653910"/>
                </a:lnTo>
                <a:lnTo>
                  <a:pt x="2014709" y="652243"/>
                </a:lnTo>
                <a:lnTo>
                  <a:pt x="2039912" y="650453"/>
                </a:lnTo>
                <a:lnTo>
                  <a:pt x="2065115" y="648500"/>
                </a:lnTo>
                <a:lnTo>
                  <a:pt x="2090299" y="646405"/>
                </a:lnTo>
                <a:lnTo>
                  <a:pt x="2115474" y="644119"/>
                </a:lnTo>
                <a:lnTo>
                  <a:pt x="2140620" y="641623"/>
                </a:lnTo>
                <a:lnTo>
                  <a:pt x="2165747" y="638861"/>
                </a:lnTo>
                <a:lnTo>
                  <a:pt x="2190836" y="635803"/>
                </a:lnTo>
                <a:lnTo>
                  <a:pt x="2215867" y="632346"/>
                </a:lnTo>
                <a:lnTo>
                  <a:pt x="2240832" y="628374"/>
                </a:lnTo>
                <a:lnTo>
                  <a:pt x="2265664" y="623678"/>
                </a:lnTo>
                <a:lnTo>
                  <a:pt x="2290248" y="617830"/>
                </a:lnTo>
                <a:lnTo>
                  <a:pt x="2314165" y="609743"/>
                </a:lnTo>
                <a:lnTo>
                  <a:pt x="2332539" y="593855"/>
                </a:lnTo>
                <a:lnTo>
                  <a:pt x="2344455" y="571662"/>
                </a:lnTo>
                <a:lnTo>
                  <a:pt x="2356742" y="549583"/>
                </a:lnTo>
                <a:lnTo>
                  <a:pt x="2369029" y="527495"/>
                </a:lnTo>
                <a:lnTo>
                  <a:pt x="2381317" y="505406"/>
                </a:lnTo>
                <a:lnTo>
                  <a:pt x="2393604" y="483318"/>
                </a:lnTo>
                <a:lnTo>
                  <a:pt x="2405882" y="461229"/>
                </a:lnTo>
                <a:lnTo>
                  <a:pt x="2418169" y="439141"/>
                </a:lnTo>
                <a:lnTo>
                  <a:pt x="2430456" y="417052"/>
                </a:lnTo>
                <a:lnTo>
                  <a:pt x="2442743" y="394973"/>
                </a:lnTo>
                <a:lnTo>
                  <a:pt x="2455021" y="372885"/>
                </a:lnTo>
                <a:lnTo>
                  <a:pt x="2467308" y="350796"/>
                </a:lnTo>
                <a:lnTo>
                  <a:pt x="2479596" y="328708"/>
                </a:lnTo>
                <a:lnTo>
                  <a:pt x="2491883" y="306619"/>
                </a:lnTo>
                <a:lnTo>
                  <a:pt x="2504170" y="284531"/>
                </a:lnTo>
                <a:lnTo>
                  <a:pt x="2516448" y="262442"/>
                </a:lnTo>
                <a:lnTo>
                  <a:pt x="2528735" y="240354"/>
                </a:lnTo>
                <a:lnTo>
                  <a:pt x="2541022" y="218275"/>
                </a:lnTo>
                <a:lnTo>
                  <a:pt x="2553310" y="196186"/>
                </a:lnTo>
                <a:lnTo>
                  <a:pt x="2565597" y="174098"/>
                </a:lnTo>
                <a:lnTo>
                  <a:pt x="2577875" y="152009"/>
                </a:lnTo>
                <a:lnTo>
                  <a:pt x="2590162" y="129921"/>
                </a:lnTo>
                <a:lnTo>
                  <a:pt x="2602449" y="107833"/>
                </a:lnTo>
                <a:lnTo>
                  <a:pt x="2614736" y="85744"/>
                </a:lnTo>
                <a:lnTo>
                  <a:pt x="2627024" y="63665"/>
                </a:lnTo>
                <a:lnTo>
                  <a:pt x="2639301" y="41577"/>
                </a:lnTo>
                <a:lnTo>
                  <a:pt x="2651589" y="19488"/>
                </a:lnTo>
                <a:lnTo>
                  <a:pt x="2661752" y="2877"/>
                </a:lnTo>
                <a:lnTo>
                  <a:pt x="2640625" y="15812"/>
                </a:lnTo>
                <a:lnTo>
                  <a:pt x="2616298" y="22603"/>
                </a:lnTo>
                <a:lnTo>
                  <a:pt x="2591524" y="27613"/>
                </a:lnTo>
                <a:lnTo>
                  <a:pt x="2566587" y="31709"/>
                </a:lnTo>
                <a:lnTo>
                  <a:pt x="2541556" y="35204"/>
                </a:lnTo>
                <a:lnTo>
                  <a:pt x="2516467" y="38271"/>
                </a:lnTo>
                <a:lnTo>
                  <a:pt x="2491349" y="41024"/>
                </a:lnTo>
                <a:lnTo>
                  <a:pt x="2466194" y="43520"/>
                </a:lnTo>
                <a:lnTo>
                  <a:pt x="2441029" y="45806"/>
                </a:lnTo>
                <a:lnTo>
                  <a:pt x="2415845" y="47911"/>
                </a:lnTo>
                <a:lnTo>
                  <a:pt x="2390642" y="49854"/>
                </a:lnTo>
                <a:lnTo>
                  <a:pt x="2365429" y="51683"/>
                </a:lnTo>
                <a:lnTo>
                  <a:pt x="2340216" y="53388"/>
                </a:lnTo>
                <a:lnTo>
                  <a:pt x="2314994" y="54988"/>
                </a:lnTo>
                <a:lnTo>
                  <a:pt x="2289762" y="56493"/>
                </a:lnTo>
                <a:lnTo>
                  <a:pt x="2264531" y="57912"/>
                </a:lnTo>
                <a:lnTo>
                  <a:pt x="2239289" y="59246"/>
                </a:lnTo>
                <a:lnTo>
                  <a:pt x="2214048" y="60512"/>
                </a:lnTo>
                <a:lnTo>
                  <a:pt x="2188807" y="61712"/>
                </a:lnTo>
                <a:lnTo>
                  <a:pt x="2163556" y="62846"/>
                </a:lnTo>
                <a:lnTo>
                  <a:pt x="2138305" y="63932"/>
                </a:lnTo>
                <a:lnTo>
                  <a:pt x="2113055" y="64951"/>
                </a:lnTo>
                <a:lnTo>
                  <a:pt x="2087794" y="65923"/>
                </a:lnTo>
                <a:lnTo>
                  <a:pt x="2062544" y="66846"/>
                </a:lnTo>
                <a:lnTo>
                  <a:pt x="2037283" y="67723"/>
                </a:lnTo>
                <a:lnTo>
                  <a:pt x="2012023" y="68561"/>
                </a:lnTo>
                <a:lnTo>
                  <a:pt x="1986763" y="69342"/>
                </a:lnTo>
                <a:lnTo>
                  <a:pt x="1961493" y="70094"/>
                </a:lnTo>
                <a:lnTo>
                  <a:pt x="1936232" y="70809"/>
                </a:lnTo>
                <a:lnTo>
                  <a:pt x="1910972" y="71476"/>
                </a:lnTo>
                <a:lnTo>
                  <a:pt x="1885702" y="72104"/>
                </a:lnTo>
                <a:lnTo>
                  <a:pt x="1860433" y="72704"/>
                </a:lnTo>
                <a:lnTo>
                  <a:pt x="1835163" y="73276"/>
                </a:lnTo>
                <a:lnTo>
                  <a:pt x="1809902" y="73809"/>
                </a:lnTo>
                <a:lnTo>
                  <a:pt x="1784633" y="74314"/>
                </a:lnTo>
                <a:lnTo>
                  <a:pt x="1759363" y="74781"/>
                </a:lnTo>
                <a:lnTo>
                  <a:pt x="1734093" y="75219"/>
                </a:lnTo>
                <a:lnTo>
                  <a:pt x="1708823" y="75629"/>
                </a:lnTo>
                <a:lnTo>
                  <a:pt x="1683553" y="76010"/>
                </a:lnTo>
                <a:lnTo>
                  <a:pt x="1658274" y="76362"/>
                </a:lnTo>
                <a:lnTo>
                  <a:pt x="1633004" y="76686"/>
                </a:lnTo>
                <a:lnTo>
                  <a:pt x="1607734" y="76981"/>
                </a:lnTo>
                <a:lnTo>
                  <a:pt x="1582464" y="77248"/>
                </a:lnTo>
                <a:lnTo>
                  <a:pt x="1557185" y="77495"/>
                </a:lnTo>
                <a:lnTo>
                  <a:pt x="1531915" y="77705"/>
                </a:lnTo>
                <a:lnTo>
                  <a:pt x="1506645" y="77895"/>
                </a:lnTo>
                <a:lnTo>
                  <a:pt x="1481366" y="78057"/>
                </a:lnTo>
                <a:lnTo>
                  <a:pt x="1456096" y="78200"/>
                </a:lnTo>
                <a:lnTo>
                  <a:pt x="1430817" y="78296"/>
                </a:lnTo>
                <a:lnTo>
                  <a:pt x="1405547" y="78391"/>
                </a:lnTo>
                <a:lnTo>
                  <a:pt x="1380277" y="78457"/>
                </a:lnTo>
                <a:lnTo>
                  <a:pt x="1354998" y="78496"/>
                </a:lnTo>
                <a:lnTo>
                  <a:pt x="1329728" y="78505"/>
                </a:lnTo>
                <a:lnTo>
                  <a:pt x="1304449" y="78496"/>
                </a:lnTo>
                <a:lnTo>
                  <a:pt x="1279179" y="78448"/>
                </a:lnTo>
                <a:lnTo>
                  <a:pt x="1253900" y="78381"/>
                </a:lnTo>
                <a:lnTo>
                  <a:pt x="1228630" y="78286"/>
                </a:lnTo>
                <a:lnTo>
                  <a:pt x="1203360" y="78181"/>
                </a:lnTo>
                <a:lnTo>
                  <a:pt x="1178081" y="78048"/>
                </a:lnTo>
                <a:lnTo>
                  <a:pt x="1152811" y="77876"/>
                </a:lnTo>
                <a:lnTo>
                  <a:pt x="1127541" y="77686"/>
                </a:lnTo>
                <a:lnTo>
                  <a:pt x="1102262" y="77467"/>
                </a:lnTo>
                <a:lnTo>
                  <a:pt x="1076992" y="77219"/>
                </a:lnTo>
                <a:lnTo>
                  <a:pt x="1051722" y="76952"/>
                </a:lnTo>
                <a:lnTo>
                  <a:pt x="1026443" y="76648"/>
                </a:lnTo>
                <a:lnTo>
                  <a:pt x="1001173" y="76324"/>
                </a:lnTo>
                <a:lnTo>
                  <a:pt x="975903" y="75962"/>
                </a:lnTo>
                <a:lnTo>
                  <a:pt x="950633" y="75581"/>
                </a:lnTo>
                <a:lnTo>
                  <a:pt x="925363" y="75171"/>
                </a:lnTo>
                <a:lnTo>
                  <a:pt x="900093" y="74733"/>
                </a:lnTo>
                <a:lnTo>
                  <a:pt x="874824" y="74257"/>
                </a:lnTo>
                <a:lnTo>
                  <a:pt x="849554" y="73743"/>
                </a:lnTo>
                <a:lnTo>
                  <a:pt x="824284" y="73209"/>
                </a:lnTo>
                <a:lnTo>
                  <a:pt x="799014" y="72638"/>
                </a:lnTo>
                <a:lnTo>
                  <a:pt x="773754" y="72038"/>
                </a:lnTo>
                <a:lnTo>
                  <a:pt x="748484" y="71399"/>
                </a:lnTo>
                <a:lnTo>
                  <a:pt x="723224" y="70723"/>
                </a:lnTo>
                <a:lnTo>
                  <a:pt x="697954" y="70009"/>
                </a:lnTo>
                <a:lnTo>
                  <a:pt x="672694" y="69256"/>
                </a:lnTo>
                <a:lnTo>
                  <a:pt x="647433" y="68466"/>
                </a:lnTo>
                <a:lnTo>
                  <a:pt x="622173" y="67628"/>
                </a:lnTo>
                <a:lnTo>
                  <a:pt x="596913" y="66742"/>
                </a:lnTo>
                <a:lnTo>
                  <a:pt x="571652" y="65818"/>
                </a:lnTo>
                <a:lnTo>
                  <a:pt x="546402" y="64837"/>
                </a:lnTo>
                <a:lnTo>
                  <a:pt x="521151" y="63808"/>
                </a:lnTo>
                <a:lnTo>
                  <a:pt x="495900" y="62722"/>
                </a:lnTo>
                <a:lnTo>
                  <a:pt x="470649" y="61579"/>
                </a:lnTo>
                <a:lnTo>
                  <a:pt x="445408" y="60369"/>
                </a:lnTo>
                <a:lnTo>
                  <a:pt x="420167" y="59093"/>
                </a:lnTo>
                <a:lnTo>
                  <a:pt x="394926" y="57750"/>
                </a:lnTo>
                <a:lnTo>
                  <a:pt x="369694" y="56321"/>
                </a:lnTo>
                <a:lnTo>
                  <a:pt x="344462" y="54807"/>
                </a:lnTo>
                <a:lnTo>
                  <a:pt x="319240" y="53188"/>
                </a:lnTo>
                <a:lnTo>
                  <a:pt x="294027" y="51473"/>
                </a:lnTo>
                <a:lnTo>
                  <a:pt x="268815" y="49635"/>
                </a:lnTo>
                <a:lnTo>
                  <a:pt x="243621" y="47673"/>
                </a:lnTo>
                <a:lnTo>
                  <a:pt x="218437" y="45549"/>
                </a:lnTo>
                <a:lnTo>
                  <a:pt x="193272" y="43244"/>
                </a:lnTo>
                <a:lnTo>
                  <a:pt x="168116" y="40719"/>
                </a:lnTo>
                <a:lnTo>
                  <a:pt x="142999" y="37938"/>
                </a:lnTo>
                <a:lnTo>
                  <a:pt x="117920" y="34814"/>
                </a:lnTo>
                <a:lnTo>
                  <a:pt x="92897" y="31261"/>
                </a:lnTo>
                <a:lnTo>
                  <a:pt x="67970" y="27080"/>
                </a:lnTo>
                <a:lnTo>
                  <a:pt x="43234" y="21917"/>
                </a:lnTo>
                <a:lnTo>
                  <a:pt x="19002" y="148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F70A9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4DF513F3-A9C0-4D8F-97EA-83C267E3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0921" y="1662398"/>
            <a:ext cx="2662409" cy="223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A9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6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826C988C-DEDC-4BF0-80A8-6C83A050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0762" y="2547938"/>
            <a:ext cx="1998850" cy="671532"/>
          </a:xfrm>
          <a:custGeom xmlns:a="http://schemas.openxmlformats.org/drawingml/2006/main">
            <a:pathLst>
              <a:path w="1998850" h="671532">
                <a:moveTo>
                  <a:pt x="0" y="0"/>
                </a:moveTo>
                <a:lnTo>
                  <a:pt x="9011" y="17802"/>
                </a:lnTo>
                <a:lnTo>
                  <a:pt x="18012" y="35604"/>
                </a:lnTo>
                <a:lnTo>
                  <a:pt x="27022" y="53407"/>
                </a:lnTo>
                <a:lnTo>
                  <a:pt x="36033" y="71218"/>
                </a:lnTo>
                <a:lnTo>
                  <a:pt x="45034" y="89021"/>
                </a:lnTo>
                <a:lnTo>
                  <a:pt x="54045" y="106823"/>
                </a:lnTo>
                <a:lnTo>
                  <a:pt x="63056" y="124625"/>
                </a:lnTo>
                <a:lnTo>
                  <a:pt x="72057" y="142427"/>
                </a:lnTo>
                <a:lnTo>
                  <a:pt x="81067" y="160230"/>
                </a:lnTo>
                <a:lnTo>
                  <a:pt x="90078" y="178032"/>
                </a:lnTo>
                <a:lnTo>
                  <a:pt x="99079" y="195834"/>
                </a:lnTo>
                <a:lnTo>
                  <a:pt x="108090" y="213646"/>
                </a:lnTo>
                <a:lnTo>
                  <a:pt x="117100" y="231448"/>
                </a:lnTo>
                <a:lnTo>
                  <a:pt x="126101" y="249250"/>
                </a:lnTo>
                <a:lnTo>
                  <a:pt x="135112" y="267052"/>
                </a:lnTo>
                <a:lnTo>
                  <a:pt x="144123" y="284855"/>
                </a:lnTo>
                <a:lnTo>
                  <a:pt x="153124" y="302657"/>
                </a:lnTo>
                <a:lnTo>
                  <a:pt x="162135" y="320459"/>
                </a:lnTo>
                <a:lnTo>
                  <a:pt x="171145" y="338261"/>
                </a:lnTo>
                <a:lnTo>
                  <a:pt x="180146" y="356073"/>
                </a:lnTo>
                <a:lnTo>
                  <a:pt x="189157" y="373875"/>
                </a:lnTo>
                <a:lnTo>
                  <a:pt x="198168" y="391678"/>
                </a:lnTo>
                <a:lnTo>
                  <a:pt x="207169" y="409480"/>
                </a:lnTo>
                <a:lnTo>
                  <a:pt x="216179" y="427282"/>
                </a:lnTo>
                <a:lnTo>
                  <a:pt x="225190" y="445084"/>
                </a:lnTo>
                <a:lnTo>
                  <a:pt x="234191" y="462886"/>
                </a:lnTo>
                <a:lnTo>
                  <a:pt x="243202" y="480689"/>
                </a:lnTo>
                <a:lnTo>
                  <a:pt x="252212" y="498500"/>
                </a:lnTo>
                <a:lnTo>
                  <a:pt x="261214" y="516303"/>
                </a:lnTo>
                <a:lnTo>
                  <a:pt x="270224" y="534105"/>
                </a:lnTo>
                <a:lnTo>
                  <a:pt x="279235" y="551907"/>
                </a:lnTo>
                <a:lnTo>
                  <a:pt x="288236" y="569709"/>
                </a:lnTo>
                <a:lnTo>
                  <a:pt x="297247" y="587512"/>
                </a:lnTo>
                <a:lnTo>
                  <a:pt x="306314" y="604838"/>
                </a:lnTo>
                <a:lnTo>
                  <a:pt x="323288" y="615163"/>
                </a:lnTo>
                <a:lnTo>
                  <a:pt x="341967" y="622154"/>
                </a:lnTo>
                <a:lnTo>
                  <a:pt x="361159" y="627593"/>
                </a:lnTo>
                <a:lnTo>
                  <a:pt x="380600" y="632089"/>
                </a:lnTo>
                <a:lnTo>
                  <a:pt x="400174" y="635956"/>
                </a:lnTo>
                <a:lnTo>
                  <a:pt x="419833" y="639347"/>
                </a:lnTo>
                <a:lnTo>
                  <a:pt x="439560" y="642366"/>
                </a:lnTo>
                <a:lnTo>
                  <a:pt x="459324" y="645081"/>
                </a:lnTo>
                <a:lnTo>
                  <a:pt x="479117" y="647548"/>
                </a:lnTo>
                <a:lnTo>
                  <a:pt x="498948" y="649796"/>
                </a:lnTo>
                <a:lnTo>
                  <a:pt x="518789" y="651862"/>
                </a:lnTo>
                <a:lnTo>
                  <a:pt x="538648" y="653758"/>
                </a:lnTo>
                <a:lnTo>
                  <a:pt x="558527" y="655520"/>
                </a:lnTo>
                <a:lnTo>
                  <a:pt x="578415" y="657130"/>
                </a:lnTo>
                <a:lnTo>
                  <a:pt x="598313" y="658635"/>
                </a:lnTo>
                <a:lnTo>
                  <a:pt x="618211" y="660016"/>
                </a:lnTo>
                <a:lnTo>
                  <a:pt x="638127" y="661302"/>
                </a:lnTo>
                <a:lnTo>
                  <a:pt x="658044" y="662492"/>
                </a:lnTo>
                <a:lnTo>
                  <a:pt x="677961" y="663588"/>
                </a:lnTo>
                <a:lnTo>
                  <a:pt x="697887" y="664597"/>
                </a:lnTo>
                <a:lnTo>
                  <a:pt x="717823" y="665521"/>
                </a:lnTo>
                <a:lnTo>
                  <a:pt x="737759" y="666379"/>
                </a:lnTo>
                <a:lnTo>
                  <a:pt x="757695" y="667160"/>
                </a:lnTo>
                <a:lnTo>
                  <a:pt x="777631" y="667864"/>
                </a:lnTo>
                <a:lnTo>
                  <a:pt x="797576" y="668512"/>
                </a:lnTo>
                <a:lnTo>
                  <a:pt x="817521" y="669084"/>
                </a:lnTo>
                <a:lnTo>
                  <a:pt x="837467" y="669598"/>
                </a:lnTo>
                <a:lnTo>
                  <a:pt x="857412" y="670046"/>
                </a:lnTo>
                <a:lnTo>
                  <a:pt x="877357" y="670427"/>
                </a:lnTo>
                <a:lnTo>
                  <a:pt x="897312" y="670760"/>
                </a:lnTo>
                <a:lnTo>
                  <a:pt x="917258" y="671027"/>
                </a:lnTo>
                <a:lnTo>
                  <a:pt x="937212" y="671246"/>
                </a:lnTo>
                <a:lnTo>
                  <a:pt x="957167" y="671389"/>
                </a:lnTo>
                <a:lnTo>
                  <a:pt x="977113" y="671493"/>
                </a:lnTo>
                <a:lnTo>
                  <a:pt x="997067" y="671532"/>
                </a:lnTo>
                <a:lnTo>
                  <a:pt x="1017022" y="671522"/>
                </a:lnTo>
                <a:lnTo>
                  <a:pt x="1036977" y="671446"/>
                </a:lnTo>
                <a:lnTo>
                  <a:pt x="1056923" y="671312"/>
                </a:lnTo>
                <a:lnTo>
                  <a:pt x="1076877" y="671122"/>
                </a:lnTo>
                <a:lnTo>
                  <a:pt x="1096823" y="670884"/>
                </a:lnTo>
                <a:lnTo>
                  <a:pt x="1116778" y="670579"/>
                </a:lnTo>
                <a:lnTo>
                  <a:pt x="1136723" y="670217"/>
                </a:lnTo>
                <a:lnTo>
                  <a:pt x="1156678" y="669798"/>
                </a:lnTo>
                <a:lnTo>
                  <a:pt x="1176623" y="669312"/>
                </a:lnTo>
                <a:lnTo>
                  <a:pt x="1196569" y="668769"/>
                </a:lnTo>
                <a:lnTo>
                  <a:pt x="1216504" y="668150"/>
                </a:lnTo>
                <a:lnTo>
                  <a:pt x="1236450" y="667474"/>
                </a:lnTo>
                <a:lnTo>
                  <a:pt x="1256386" y="666721"/>
                </a:lnTo>
                <a:lnTo>
                  <a:pt x="1276321" y="665902"/>
                </a:lnTo>
                <a:lnTo>
                  <a:pt x="1296257" y="665007"/>
                </a:lnTo>
                <a:lnTo>
                  <a:pt x="1316184" y="664035"/>
                </a:lnTo>
                <a:lnTo>
                  <a:pt x="1336110" y="662969"/>
                </a:lnTo>
                <a:lnTo>
                  <a:pt x="1356027" y="661826"/>
                </a:lnTo>
                <a:lnTo>
                  <a:pt x="1375943" y="660587"/>
                </a:lnTo>
                <a:lnTo>
                  <a:pt x="1395851" y="659244"/>
                </a:lnTo>
                <a:lnTo>
                  <a:pt x="1415748" y="657797"/>
                </a:lnTo>
                <a:lnTo>
                  <a:pt x="1435637" y="656225"/>
                </a:lnTo>
                <a:lnTo>
                  <a:pt x="1455515" y="654529"/>
                </a:lnTo>
                <a:lnTo>
                  <a:pt x="1475384" y="652701"/>
                </a:lnTo>
                <a:lnTo>
                  <a:pt x="1495244" y="650710"/>
                </a:lnTo>
                <a:lnTo>
                  <a:pt x="1515075" y="648548"/>
                </a:lnTo>
                <a:lnTo>
                  <a:pt x="1534887" y="646176"/>
                </a:lnTo>
                <a:lnTo>
                  <a:pt x="1554671" y="643566"/>
                </a:lnTo>
                <a:lnTo>
                  <a:pt x="1574406" y="640690"/>
                </a:lnTo>
                <a:lnTo>
                  <a:pt x="1594104" y="637470"/>
                </a:lnTo>
                <a:lnTo>
                  <a:pt x="1613716" y="633822"/>
                </a:lnTo>
                <a:lnTo>
                  <a:pt x="1633223" y="629622"/>
                </a:lnTo>
                <a:lnTo>
                  <a:pt x="1652540" y="624640"/>
                </a:lnTo>
                <a:lnTo>
                  <a:pt x="1671495" y="618430"/>
                </a:lnTo>
                <a:lnTo>
                  <a:pt x="1689506" y="609924"/>
                </a:lnTo>
                <a:lnTo>
                  <a:pt x="1702441" y="595417"/>
                </a:lnTo>
                <a:lnTo>
                  <a:pt x="1710604" y="577377"/>
                </a:lnTo>
                <a:lnTo>
                  <a:pt x="1719615" y="559575"/>
                </a:lnTo>
                <a:lnTo>
                  <a:pt x="1728626" y="541763"/>
                </a:lnTo>
                <a:lnTo>
                  <a:pt x="1737627" y="523961"/>
                </a:lnTo>
                <a:lnTo>
                  <a:pt x="1746637" y="506159"/>
                </a:lnTo>
                <a:lnTo>
                  <a:pt x="1755648" y="488356"/>
                </a:lnTo>
                <a:lnTo>
                  <a:pt x="1764649" y="470554"/>
                </a:lnTo>
                <a:lnTo>
                  <a:pt x="1773660" y="452752"/>
                </a:lnTo>
                <a:lnTo>
                  <a:pt x="1782670" y="434950"/>
                </a:lnTo>
                <a:lnTo>
                  <a:pt x="1791672" y="417147"/>
                </a:lnTo>
                <a:lnTo>
                  <a:pt x="1800682" y="399336"/>
                </a:lnTo>
                <a:lnTo>
                  <a:pt x="1809693" y="381533"/>
                </a:lnTo>
                <a:lnTo>
                  <a:pt x="1818704" y="363731"/>
                </a:lnTo>
                <a:lnTo>
                  <a:pt x="1827705" y="345929"/>
                </a:lnTo>
                <a:lnTo>
                  <a:pt x="1836715" y="328127"/>
                </a:lnTo>
                <a:lnTo>
                  <a:pt x="1845716" y="310325"/>
                </a:lnTo>
                <a:lnTo>
                  <a:pt x="1854727" y="292522"/>
                </a:lnTo>
                <a:lnTo>
                  <a:pt x="1863738" y="274720"/>
                </a:lnTo>
                <a:lnTo>
                  <a:pt x="1872748" y="256908"/>
                </a:lnTo>
                <a:lnTo>
                  <a:pt x="1881749" y="239106"/>
                </a:lnTo>
                <a:lnTo>
                  <a:pt x="1890760" y="221304"/>
                </a:lnTo>
                <a:lnTo>
                  <a:pt x="1899771" y="203502"/>
                </a:lnTo>
                <a:lnTo>
                  <a:pt x="1908772" y="185699"/>
                </a:lnTo>
                <a:lnTo>
                  <a:pt x="1917783" y="167897"/>
                </a:lnTo>
                <a:lnTo>
                  <a:pt x="1926793" y="150095"/>
                </a:lnTo>
                <a:lnTo>
                  <a:pt x="1935794" y="132293"/>
                </a:lnTo>
                <a:lnTo>
                  <a:pt x="1944805" y="114481"/>
                </a:lnTo>
                <a:lnTo>
                  <a:pt x="1953816" y="96679"/>
                </a:lnTo>
                <a:lnTo>
                  <a:pt x="1962817" y="78877"/>
                </a:lnTo>
                <a:lnTo>
                  <a:pt x="1971827" y="61074"/>
                </a:lnTo>
                <a:lnTo>
                  <a:pt x="1980838" y="43272"/>
                </a:lnTo>
                <a:lnTo>
                  <a:pt x="1989839" y="25470"/>
                </a:lnTo>
                <a:lnTo>
                  <a:pt x="1998850" y="7668"/>
                </a:lnTo>
                <a:lnTo>
                  <a:pt x="1997078" y="9430"/>
                </a:lnTo>
                <a:lnTo>
                  <a:pt x="1979495" y="18688"/>
                </a:lnTo>
                <a:lnTo>
                  <a:pt x="1960502" y="24775"/>
                </a:lnTo>
                <a:lnTo>
                  <a:pt x="1941119" y="29508"/>
                </a:lnTo>
                <a:lnTo>
                  <a:pt x="1921564" y="33452"/>
                </a:lnTo>
                <a:lnTo>
                  <a:pt x="1901904" y="36862"/>
                </a:lnTo>
                <a:lnTo>
                  <a:pt x="1882178" y="39881"/>
                </a:lnTo>
                <a:lnTo>
                  <a:pt x="1862414" y="42586"/>
                </a:lnTo>
                <a:lnTo>
                  <a:pt x="1842611" y="45053"/>
                </a:lnTo>
                <a:lnTo>
                  <a:pt x="1822790" y="47311"/>
                </a:lnTo>
                <a:lnTo>
                  <a:pt x="1802949" y="49397"/>
                </a:lnTo>
                <a:lnTo>
                  <a:pt x="1783090" y="51330"/>
                </a:lnTo>
                <a:lnTo>
                  <a:pt x="1763220" y="53130"/>
                </a:lnTo>
                <a:lnTo>
                  <a:pt x="1743342" y="54826"/>
                </a:lnTo>
                <a:lnTo>
                  <a:pt x="1723454" y="56417"/>
                </a:lnTo>
                <a:lnTo>
                  <a:pt x="1703556" y="57902"/>
                </a:lnTo>
                <a:lnTo>
                  <a:pt x="1683649" y="59303"/>
                </a:lnTo>
                <a:lnTo>
                  <a:pt x="1663741" y="60627"/>
                </a:lnTo>
                <a:lnTo>
                  <a:pt x="1643825" y="61874"/>
                </a:lnTo>
                <a:lnTo>
                  <a:pt x="1623908" y="63056"/>
                </a:lnTo>
                <a:lnTo>
                  <a:pt x="1603991" y="64179"/>
                </a:lnTo>
                <a:lnTo>
                  <a:pt x="1584065" y="65237"/>
                </a:lnTo>
                <a:lnTo>
                  <a:pt x="1564138" y="66237"/>
                </a:lnTo>
                <a:lnTo>
                  <a:pt x="1544212" y="67189"/>
                </a:lnTo>
                <a:lnTo>
                  <a:pt x="1524276" y="68085"/>
                </a:lnTo>
                <a:lnTo>
                  <a:pt x="1504340" y="68942"/>
                </a:lnTo>
                <a:lnTo>
                  <a:pt x="1484405" y="69742"/>
                </a:lnTo>
                <a:lnTo>
                  <a:pt x="1464469" y="70504"/>
                </a:lnTo>
                <a:lnTo>
                  <a:pt x="1444533" y="71228"/>
                </a:lnTo>
                <a:lnTo>
                  <a:pt x="1424588" y="71904"/>
                </a:lnTo>
                <a:lnTo>
                  <a:pt x="1404642" y="72552"/>
                </a:lnTo>
                <a:lnTo>
                  <a:pt x="1384706" y="73152"/>
                </a:lnTo>
                <a:lnTo>
                  <a:pt x="1364761" y="73714"/>
                </a:lnTo>
                <a:lnTo>
                  <a:pt x="1344816" y="74247"/>
                </a:lnTo>
                <a:lnTo>
                  <a:pt x="1324870" y="74752"/>
                </a:lnTo>
                <a:lnTo>
                  <a:pt x="1304915" y="75209"/>
                </a:lnTo>
                <a:lnTo>
                  <a:pt x="1284970" y="75638"/>
                </a:lnTo>
                <a:lnTo>
                  <a:pt x="1265025" y="76038"/>
                </a:lnTo>
                <a:lnTo>
                  <a:pt x="1245070" y="76400"/>
                </a:lnTo>
                <a:lnTo>
                  <a:pt x="1225125" y="76733"/>
                </a:lnTo>
                <a:lnTo>
                  <a:pt x="1205179" y="77038"/>
                </a:lnTo>
                <a:lnTo>
                  <a:pt x="1185224" y="77314"/>
                </a:lnTo>
                <a:lnTo>
                  <a:pt x="1165269" y="77562"/>
                </a:lnTo>
                <a:lnTo>
                  <a:pt x="1145324" y="77781"/>
                </a:lnTo>
                <a:lnTo>
                  <a:pt x="1125369" y="77972"/>
                </a:lnTo>
                <a:lnTo>
                  <a:pt x="1105424" y="78124"/>
                </a:lnTo>
                <a:lnTo>
                  <a:pt x="1085469" y="78257"/>
                </a:lnTo>
                <a:lnTo>
                  <a:pt x="1065514" y="78362"/>
                </a:lnTo>
                <a:lnTo>
                  <a:pt x="1045559" y="78438"/>
                </a:lnTo>
                <a:lnTo>
                  <a:pt x="1025614" y="78486"/>
                </a:lnTo>
                <a:lnTo>
                  <a:pt x="1005659" y="78505"/>
                </a:lnTo>
                <a:lnTo>
                  <a:pt x="985704" y="78496"/>
                </a:lnTo>
                <a:lnTo>
                  <a:pt x="965749" y="78457"/>
                </a:lnTo>
                <a:lnTo>
                  <a:pt x="945804" y="78400"/>
                </a:lnTo>
                <a:lnTo>
                  <a:pt x="925849" y="78305"/>
                </a:lnTo>
                <a:lnTo>
                  <a:pt x="905894" y="78191"/>
                </a:lnTo>
                <a:lnTo>
                  <a:pt x="885949" y="78038"/>
                </a:lnTo>
                <a:lnTo>
                  <a:pt x="865994" y="77867"/>
                </a:lnTo>
                <a:lnTo>
                  <a:pt x="846039" y="77657"/>
                </a:lnTo>
                <a:lnTo>
                  <a:pt x="826094" y="77429"/>
                </a:lnTo>
                <a:lnTo>
                  <a:pt x="806139" y="77162"/>
                </a:lnTo>
                <a:lnTo>
                  <a:pt x="786194" y="76876"/>
                </a:lnTo>
                <a:lnTo>
                  <a:pt x="766239" y="76552"/>
                </a:lnTo>
                <a:lnTo>
                  <a:pt x="746293" y="76200"/>
                </a:lnTo>
                <a:lnTo>
                  <a:pt x="726338" y="75809"/>
                </a:lnTo>
                <a:lnTo>
                  <a:pt x="706393" y="75400"/>
                </a:lnTo>
                <a:lnTo>
                  <a:pt x="686448" y="74943"/>
                </a:lnTo>
                <a:lnTo>
                  <a:pt x="666502" y="74466"/>
                </a:lnTo>
                <a:lnTo>
                  <a:pt x="646557" y="73952"/>
                </a:lnTo>
                <a:lnTo>
                  <a:pt x="626612" y="73400"/>
                </a:lnTo>
                <a:lnTo>
                  <a:pt x="606666" y="72809"/>
                </a:lnTo>
                <a:lnTo>
                  <a:pt x="586721" y="72190"/>
                </a:lnTo>
                <a:lnTo>
                  <a:pt x="566785" y="71533"/>
                </a:lnTo>
                <a:lnTo>
                  <a:pt x="546840" y="70828"/>
                </a:lnTo>
                <a:lnTo>
                  <a:pt x="526904" y="70085"/>
                </a:lnTo>
                <a:lnTo>
                  <a:pt x="506968" y="69294"/>
                </a:lnTo>
                <a:lnTo>
                  <a:pt x="487032" y="68466"/>
                </a:lnTo>
                <a:lnTo>
                  <a:pt x="467096" y="67580"/>
                </a:lnTo>
                <a:lnTo>
                  <a:pt x="447170" y="66656"/>
                </a:lnTo>
                <a:lnTo>
                  <a:pt x="427244" y="65675"/>
                </a:lnTo>
                <a:lnTo>
                  <a:pt x="407318" y="64646"/>
                </a:lnTo>
                <a:lnTo>
                  <a:pt x="387391" y="63551"/>
                </a:lnTo>
                <a:lnTo>
                  <a:pt x="367475" y="62398"/>
                </a:lnTo>
                <a:lnTo>
                  <a:pt x="347558" y="61179"/>
                </a:lnTo>
                <a:lnTo>
                  <a:pt x="327650" y="59884"/>
                </a:lnTo>
                <a:lnTo>
                  <a:pt x="307743" y="58512"/>
                </a:lnTo>
                <a:lnTo>
                  <a:pt x="287846" y="57055"/>
                </a:lnTo>
                <a:lnTo>
                  <a:pt x="267948" y="55521"/>
                </a:lnTo>
                <a:lnTo>
                  <a:pt x="248069" y="53873"/>
                </a:lnTo>
                <a:lnTo>
                  <a:pt x="228190" y="52130"/>
                </a:lnTo>
                <a:lnTo>
                  <a:pt x="208331" y="50244"/>
                </a:lnTo>
                <a:lnTo>
                  <a:pt x="188481" y="48225"/>
                </a:lnTo>
                <a:lnTo>
                  <a:pt x="168650" y="46044"/>
                </a:lnTo>
                <a:lnTo>
                  <a:pt x="148838" y="43672"/>
                </a:lnTo>
                <a:lnTo>
                  <a:pt x="129054" y="41072"/>
                </a:lnTo>
                <a:lnTo>
                  <a:pt x="109309" y="38205"/>
                </a:lnTo>
                <a:lnTo>
                  <a:pt x="89621" y="34976"/>
                </a:lnTo>
                <a:lnTo>
                  <a:pt x="70009" y="31280"/>
                </a:lnTo>
                <a:lnTo>
                  <a:pt x="50540" y="26937"/>
                </a:lnTo>
                <a:lnTo>
                  <a:pt x="31337" y="21536"/>
                </a:lnTo>
                <a:lnTo>
                  <a:pt x="12859" y="140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F82B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8A95710A-5DD7-4967-A575-206B9372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0743" y="2436305"/>
            <a:ext cx="2002755" cy="223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2B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8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ACA35DA0-3EA3-4347-85C9-0A476A80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0799" y="3321844"/>
            <a:ext cx="1399604" cy="671532"/>
          </a:xfrm>
          <a:custGeom xmlns:a="http://schemas.openxmlformats.org/drawingml/2006/main">
            <a:pathLst>
              <a:path w="1399604" h="671532">
                <a:moveTo>
                  <a:pt x="0" y="0"/>
                </a:moveTo>
                <a:lnTo>
                  <a:pt x="8153" y="17145"/>
                </a:lnTo>
                <a:lnTo>
                  <a:pt x="16316" y="34280"/>
                </a:lnTo>
                <a:lnTo>
                  <a:pt x="24470" y="51425"/>
                </a:lnTo>
                <a:lnTo>
                  <a:pt x="32633" y="68570"/>
                </a:lnTo>
                <a:lnTo>
                  <a:pt x="40786" y="85706"/>
                </a:lnTo>
                <a:lnTo>
                  <a:pt x="48949" y="102851"/>
                </a:lnTo>
                <a:lnTo>
                  <a:pt x="57102" y="119996"/>
                </a:lnTo>
                <a:lnTo>
                  <a:pt x="65265" y="137131"/>
                </a:lnTo>
                <a:lnTo>
                  <a:pt x="73419" y="154276"/>
                </a:lnTo>
                <a:lnTo>
                  <a:pt x="81582" y="171421"/>
                </a:lnTo>
                <a:lnTo>
                  <a:pt x="89735" y="188557"/>
                </a:lnTo>
                <a:lnTo>
                  <a:pt x="97898" y="205702"/>
                </a:lnTo>
                <a:lnTo>
                  <a:pt x="106051" y="222847"/>
                </a:lnTo>
                <a:lnTo>
                  <a:pt x="114214" y="239982"/>
                </a:lnTo>
                <a:lnTo>
                  <a:pt x="122368" y="257127"/>
                </a:lnTo>
                <a:lnTo>
                  <a:pt x="130531" y="274272"/>
                </a:lnTo>
                <a:lnTo>
                  <a:pt x="138684" y="291408"/>
                </a:lnTo>
                <a:lnTo>
                  <a:pt x="146847" y="308553"/>
                </a:lnTo>
                <a:lnTo>
                  <a:pt x="155000" y="325698"/>
                </a:lnTo>
                <a:lnTo>
                  <a:pt x="163163" y="342833"/>
                </a:lnTo>
                <a:lnTo>
                  <a:pt x="171317" y="359978"/>
                </a:lnTo>
                <a:lnTo>
                  <a:pt x="179480" y="377123"/>
                </a:lnTo>
                <a:lnTo>
                  <a:pt x="187633" y="394259"/>
                </a:lnTo>
                <a:lnTo>
                  <a:pt x="195786" y="411404"/>
                </a:lnTo>
                <a:lnTo>
                  <a:pt x="203949" y="428549"/>
                </a:lnTo>
                <a:lnTo>
                  <a:pt x="212103" y="445684"/>
                </a:lnTo>
                <a:lnTo>
                  <a:pt x="220266" y="462829"/>
                </a:lnTo>
                <a:lnTo>
                  <a:pt x="228419" y="479974"/>
                </a:lnTo>
                <a:lnTo>
                  <a:pt x="236582" y="497110"/>
                </a:lnTo>
                <a:lnTo>
                  <a:pt x="244735" y="514255"/>
                </a:lnTo>
                <a:lnTo>
                  <a:pt x="252898" y="531400"/>
                </a:lnTo>
                <a:lnTo>
                  <a:pt x="261052" y="548545"/>
                </a:lnTo>
                <a:lnTo>
                  <a:pt x="269215" y="565680"/>
                </a:lnTo>
                <a:lnTo>
                  <a:pt x="277368" y="582825"/>
                </a:lnTo>
                <a:lnTo>
                  <a:pt x="283702" y="600523"/>
                </a:lnTo>
                <a:lnTo>
                  <a:pt x="295761" y="614886"/>
                </a:lnTo>
                <a:lnTo>
                  <a:pt x="312058" y="624573"/>
                </a:lnTo>
                <a:lnTo>
                  <a:pt x="329594" y="631822"/>
                </a:lnTo>
                <a:lnTo>
                  <a:pt x="347663" y="637632"/>
                </a:lnTo>
                <a:lnTo>
                  <a:pt x="366017" y="642471"/>
                </a:lnTo>
                <a:lnTo>
                  <a:pt x="384543" y="646595"/>
                </a:lnTo>
                <a:lnTo>
                  <a:pt x="403193" y="650177"/>
                </a:lnTo>
                <a:lnTo>
                  <a:pt x="421910" y="653320"/>
                </a:lnTo>
                <a:lnTo>
                  <a:pt x="440693" y="656072"/>
                </a:lnTo>
                <a:lnTo>
                  <a:pt x="459524" y="658520"/>
                </a:lnTo>
                <a:lnTo>
                  <a:pt x="478384" y="660683"/>
                </a:lnTo>
                <a:lnTo>
                  <a:pt x="497272" y="662597"/>
                </a:lnTo>
                <a:lnTo>
                  <a:pt x="516179" y="664283"/>
                </a:lnTo>
                <a:lnTo>
                  <a:pt x="535105" y="665759"/>
                </a:lnTo>
                <a:lnTo>
                  <a:pt x="554041" y="667055"/>
                </a:lnTo>
                <a:lnTo>
                  <a:pt x="572995" y="668169"/>
                </a:lnTo>
                <a:lnTo>
                  <a:pt x="591960" y="669103"/>
                </a:lnTo>
                <a:lnTo>
                  <a:pt x="610924" y="669884"/>
                </a:lnTo>
                <a:lnTo>
                  <a:pt x="629898" y="670512"/>
                </a:lnTo>
                <a:lnTo>
                  <a:pt x="648872" y="670979"/>
                </a:lnTo>
                <a:lnTo>
                  <a:pt x="667855" y="671312"/>
                </a:lnTo>
                <a:lnTo>
                  <a:pt x="686838" y="671493"/>
                </a:lnTo>
                <a:lnTo>
                  <a:pt x="705822" y="671532"/>
                </a:lnTo>
                <a:lnTo>
                  <a:pt x="724805" y="671427"/>
                </a:lnTo>
                <a:lnTo>
                  <a:pt x="743788" y="671170"/>
                </a:lnTo>
                <a:lnTo>
                  <a:pt x="762772" y="670779"/>
                </a:lnTo>
                <a:lnTo>
                  <a:pt x="781745" y="670236"/>
                </a:lnTo>
                <a:lnTo>
                  <a:pt x="800719" y="669541"/>
                </a:lnTo>
                <a:lnTo>
                  <a:pt x="819683" y="668684"/>
                </a:lnTo>
                <a:lnTo>
                  <a:pt x="838638" y="667664"/>
                </a:lnTo>
                <a:lnTo>
                  <a:pt x="857583" y="666464"/>
                </a:lnTo>
                <a:lnTo>
                  <a:pt x="876519" y="665083"/>
                </a:lnTo>
                <a:lnTo>
                  <a:pt x="895436" y="663512"/>
                </a:lnTo>
                <a:lnTo>
                  <a:pt x="914333" y="661711"/>
                </a:lnTo>
                <a:lnTo>
                  <a:pt x="933212" y="659692"/>
                </a:lnTo>
                <a:lnTo>
                  <a:pt x="952052" y="657396"/>
                </a:lnTo>
                <a:lnTo>
                  <a:pt x="970864" y="654815"/>
                </a:lnTo>
                <a:lnTo>
                  <a:pt x="989619" y="651881"/>
                </a:lnTo>
                <a:lnTo>
                  <a:pt x="1008307" y="648548"/>
                </a:lnTo>
                <a:lnTo>
                  <a:pt x="1026900" y="644719"/>
                </a:lnTo>
                <a:lnTo>
                  <a:pt x="1045359" y="640271"/>
                </a:lnTo>
                <a:lnTo>
                  <a:pt x="1063600" y="635013"/>
                </a:lnTo>
                <a:lnTo>
                  <a:pt x="1081459" y="628602"/>
                </a:lnTo>
                <a:lnTo>
                  <a:pt x="1098556" y="620382"/>
                </a:lnTo>
                <a:lnTo>
                  <a:pt x="1113549" y="608857"/>
                </a:lnTo>
                <a:lnTo>
                  <a:pt x="1120988" y="591845"/>
                </a:lnTo>
                <a:lnTo>
                  <a:pt x="1129151" y="574700"/>
                </a:lnTo>
                <a:lnTo>
                  <a:pt x="1137304" y="557555"/>
                </a:lnTo>
                <a:lnTo>
                  <a:pt x="1145467" y="540420"/>
                </a:lnTo>
                <a:lnTo>
                  <a:pt x="1153620" y="523275"/>
                </a:lnTo>
                <a:lnTo>
                  <a:pt x="1161774" y="506130"/>
                </a:lnTo>
                <a:lnTo>
                  <a:pt x="1169937" y="488994"/>
                </a:lnTo>
                <a:lnTo>
                  <a:pt x="1178090" y="471849"/>
                </a:lnTo>
                <a:lnTo>
                  <a:pt x="1186253" y="454704"/>
                </a:lnTo>
                <a:lnTo>
                  <a:pt x="1194406" y="437569"/>
                </a:lnTo>
                <a:lnTo>
                  <a:pt x="1202569" y="420424"/>
                </a:lnTo>
                <a:lnTo>
                  <a:pt x="1210723" y="403279"/>
                </a:lnTo>
                <a:lnTo>
                  <a:pt x="1218886" y="386144"/>
                </a:lnTo>
                <a:lnTo>
                  <a:pt x="1227039" y="368999"/>
                </a:lnTo>
                <a:lnTo>
                  <a:pt x="1235202" y="351854"/>
                </a:lnTo>
                <a:lnTo>
                  <a:pt x="1243355" y="334718"/>
                </a:lnTo>
                <a:lnTo>
                  <a:pt x="1251518" y="317573"/>
                </a:lnTo>
                <a:lnTo>
                  <a:pt x="1259672" y="300428"/>
                </a:lnTo>
                <a:lnTo>
                  <a:pt x="1267835" y="283293"/>
                </a:lnTo>
                <a:lnTo>
                  <a:pt x="1275988" y="266148"/>
                </a:lnTo>
                <a:lnTo>
                  <a:pt x="1284151" y="249003"/>
                </a:lnTo>
                <a:lnTo>
                  <a:pt x="1292304" y="231867"/>
                </a:lnTo>
                <a:lnTo>
                  <a:pt x="1300467" y="214722"/>
                </a:lnTo>
                <a:lnTo>
                  <a:pt x="1308621" y="197577"/>
                </a:lnTo>
                <a:lnTo>
                  <a:pt x="1316784" y="180442"/>
                </a:lnTo>
                <a:lnTo>
                  <a:pt x="1324937" y="163297"/>
                </a:lnTo>
                <a:lnTo>
                  <a:pt x="1333100" y="146152"/>
                </a:lnTo>
                <a:lnTo>
                  <a:pt x="1341253" y="129016"/>
                </a:lnTo>
                <a:lnTo>
                  <a:pt x="1349407" y="111871"/>
                </a:lnTo>
                <a:lnTo>
                  <a:pt x="1357570" y="94726"/>
                </a:lnTo>
                <a:lnTo>
                  <a:pt x="1365723" y="77591"/>
                </a:lnTo>
                <a:lnTo>
                  <a:pt x="1373886" y="60446"/>
                </a:lnTo>
                <a:lnTo>
                  <a:pt x="1382039" y="43301"/>
                </a:lnTo>
                <a:lnTo>
                  <a:pt x="1390202" y="26165"/>
                </a:lnTo>
                <a:lnTo>
                  <a:pt x="1398356" y="9020"/>
                </a:lnTo>
                <a:lnTo>
                  <a:pt x="1399604" y="8296"/>
                </a:lnTo>
                <a:lnTo>
                  <a:pt x="1384573" y="19641"/>
                </a:lnTo>
                <a:lnTo>
                  <a:pt x="1367085" y="26994"/>
                </a:lnTo>
                <a:lnTo>
                  <a:pt x="1348959" y="32604"/>
                </a:lnTo>
                <a:lnTo>
                  <a:pt x="1330538" y="37205"/>
                </a:lnTo>
                <a:lnTo>
                  <a:pt x="1311974" y="41138"/>
                </a:lnTo>
                <a:lnTo>
                  <a:pt x="1293295" y="44577"/>
                </a:lnTo>
                <a:lnTo>
                  <a:pt x="1274559" y="47635"/>
                </a:lnTo>
                <a:lnTo>
                  <a:pt x="1255776" y="50387"/>
                </a:lnTo>
                <a:lnTo>
                  <a:pt x="1236964" y="52883"/>
                </a:lnTo>
                <a:lnTo>
                  <a:pt x="1218114" y="55159"/>
                </a:lnTo>
                <a:lnTo>
                  <a:pt x="1199245" y="57255"/>
                </a:lnTo>
                <a:lnTo>
                  <a:pt x="1180357" y="59188"/>
                </a:lnTo>
                <a:lnTo>
                  <a:pt x="1161459" y="60970"/>
                </a:lnTo>
                <a:lnTo>
                  <a:pt x="1142552" y="62627"/>
                </a:lnTo>
                <a:lnTo>
                  <a:pt x="1123626" y="64160"/>
                </a:lnTo>
                <a:lnTo>
                  <a:pt x="1104700" y="65589"/>
                </a:lnTo>
                <a:lnTo>
                  <a:pt x="1085755" y="66904"/>
                </a:lnTo>
                <a:lnTo>
                  <a:pt x="1066810" y="68132"/>
                </a:lnTo>
                <a:lnTo>
                  <a:pt x="1047864" y="69275"/>
                </a:lnTo>
                <a:lnTo>
                  <a:pt x="1028910" y="70333"/>
                </a:lnTo>
                <a:lnTo>
                  <a:pt x="1009955" y="71314"/>
                </a:lnTo>
                <a:lnTo>
                  <a:pt x="990991" y="72228"/>
                </a:lnTo>
                <a:lnTo>
                  <a:pt x="972026" y="73057"/>
                </a:lnTo>
                <a:lnTo>
                  <a:pt x="953052" y="73828"/>
                </a:lnTo>
                <a:lnTo>
                  <a:pt x="934088" y="74524"/>
                </a:lnTo>
                <a:lnTo>
                  <a:pt x="915114" y="75171"/>
                </a:lnTo>
                <a:lnTo>
                  <a:pt x="896131" y="75752"/>
                </a:lnTo>
                <a:lnTo>
                  <a:pt x="877157" y="76267"/>
                </a:lnTo>
                <a:lnTo>
                  <a:pt x="858183" y="76733"/>
                </a:lnTo>
                <a:lnTo>
                  <a:pt x="839200" y="77143"/>
                </a:lnTo>
                <a:lnTo>
                  <a:pt x="820217" y="77495"/>
                </a:lnTo>
                <a:lnTo>
                  <a:pt x="801233" y="77800"/>
                </a:lnTo>
                <a:lnTo>
                  <a:pt x="782260" y="78038"/>
                </a:lnTo>
                <a:lnTo>
                  <a:pt x="763276" y="78229"/>
                </a:lnTo>
                <a:lnTo>
                  <a:pt x="744293" y="78372"/>
                </a:lnTo>
                <a:lnTo>
                  <a:pt x="725300" y="78467"/>
                </a:lnTo>
                <a:lnTo>
                  <a:pt x="706317" y="78505"/>
                </a:lnTo>
                <a:lnTo>
                  <a:pt x="687334" y="78496"/>
                </a:lnTo>
                <a:lnTo>
                  <a:pt x="668350" y="78429"/>
                </a:lnTo>
                <a:lnTo>
                  <a:pt x="649367" y="78315"/>
                </a:lnTo>
                <a:lnTo>
                  <a:pt x="630384" y="78143"/>
                </a:lnTo>
                <a:lnTo>
                  <a:pt x="611400" y="77924"/>
                </a:lnTo>
                <a:lnTo>
                  <a:pt x="592417" y="77657"/>
                </a:lnTo>
                <a:lnTo>
                  <a:pt x="573443" y="77333"/>
                </a:lnTo>
                <a:lnTo>
                  <a:pt x="554460" y="76962"/>
                </a:lnTo>
                <a:lnTo>
                  <a:pt x="535476" y="76524"/>
                </a:lnTo>
                <a:lnTo>
                  <a:pt x="516503" y="76029"/>
                </a:lnTo>
                <a:lnTo>
                  <a:pt x="497529" y="75476"/>
                </a:lnTo>
                <a:lnTo>
                  <a:pt x="478555" y="74876"/>
                </a:lnTo>
                <a:lnTo>
                  <a:pt x="459581" y="74209"/>
                </a:lnTo>
                <a:lnTo>
                  <a:pt x="440607" y="73466"/>
                </a:lnTo>
                <a:lnTo>
                  <a:pt x="421643" y="72666"/>
                </a:lnTo>
                <a:lnTo>
                  <a:pt x="402679" y="71799"/>
                </a:lnTo>
                <a:lnTo>
                  <a:pt x="383715" y="70866"/>
                </a:lnTo>
                <a:lnTo>
                  <a:pt x="364760" y="69847"/>
                </a:lnTo>
                <a:lnTo>
                  <a:pt x="345805" y="68742"/>
                </a:lnTo>
                <a:lnTo>
                  <a:pt x="326860" y="67570"/>
                </a:lnTo>
                <a:lnTo>
                  <a:pt x="307924" y="66294"/>
                </a:lnTo>
                <a:lnTo>
                  <a:pt x="288989" y="64922"/>
                </a:lnTo>
                <a:lnTo>
                  <a:pt x="270062" y="63446"/>
                </a:lnTo>
                <a:lnTo>
                  <a:pt x="251146" y="61855"/>
                </a:lnTo>
                <a:lnTo>
                  <a:pt x="232239" y="60150"/>
                </a:lnTo>
                <a:lnTo>
                  <a:pt x="213341" y="58283"/>
                </a:lnTo>
                <a:lnTo>
                  <a:pt x="194462" y="56293"/>
                </a:lnTo>
                <a:lnTo>
                  <a:pt x="175603" y="54102"/>
                </a:lnTo>
                <a:lnTo>
                  <a:pt x="156772" y="51730"/>
                </a:lnTo>
                <a:lnTo>
                  <a:pt x="137970" y="49111"/>
                </a:lnTo>
                <a:lnTo>
                  <a:pt x="119205" y="46225"/>
                </a:lnTo>
                <a:lnTo>
                  <a:pt x="100498" y="42996"/>
                </a:lnTo>
                <a:lnTo>
                  <a:pt x="81867" y="39338"/>
                </a:lnTo>
                <a:lnTo>
                  <a:pt x="63360" y="35128"/>
                </a:lnTo>
                <a:lnTo>
                  <a:pt x="45053" y="30099"/>
                </a:lnTo>
                <a:lnTo>
                  <a:pt x="27156" y="23803"/>
                </a:lnTo>
                <a:lnTo>
                  <a:pt x="10354" y="150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97C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26FF918E-BB42-43C3-A702-FE04E10E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0799" y="3210211"/>
            <a:ext cx="1402642" cy="223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97C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0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B9B4BFF6-4247-48A0-8DC7-79D4EE2E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5820" y="962025"/>
            <a:ext cx="1832610" cy="3087481"/>
          </a:xfrm>
          <a:custGeom xmlns:a="http://schemas.openxmlformats.org/drawingml/2006/main">
            <a:pathLst>
              <a:path w="1832610" h="3087481">
                <a:moveTo>
                  <a:pt x="0" y="0"/>
                </a:moveTo>
                <a:lnTo>
                  <a:pt x="162" y="38633"/>
                </a:lnTo>
                <a:lnTo>
                  <a:pt x="11306" y="75657"/>
                </a:lnTo>
                <a:lnTo>
                  <a:pt x="22450" y="112681"/>
                </a:lnTo>
                <a:lnTo>
                  <a:pt x="33595" y="149704"/>
                </a:lnTo>
                <a:lnTo>
                  <a:pt x="44739" y="186719"/>
                </a:lnTo>
                <a:lnTo>
                  <a:pt x="55883" y="223742"/>
                </a:lnTo>
                <a:lnTo>
                  <a:pt x="67027" y="260766"/>
                </a:lnTo>
                <a:lnTo>
                  <a:pt x="78172" y="297780"/>
                </a:lnTo>
                <a:lnTo>
                  <a:pt x="89316" y="334804"/>
                </a:lnTo>
                <a:lnTo>
                  <a:pt x="100460" y="371827"/>
                </a:lnTo>
                <a:lnTo>
                  <a:pt x="111604" y="408842"/>
                </a:lnTo>
                <a:lnTo>
                  <a:pt x="122749" y="445865"/>
                </a:lnTo>
                <a:lnTo>
                  <a:pt x="133893" y="482889"/>
                </a:lnTo>
                <a:lnTo>
                  <a:pt x="145037" y="519903"/>
                </a:lnTo>
                <a:lnTo>
                  <a:pt x="156181" y="556927"/>
                </a:lnTo>
                <a:lnTo>
                  <a:pt x="167326" y="593950"/>
                </a:lnTo>
                <a:lnTo>
                  <a:pt x="178470" y="630965"/>
                </a:lnTo>
                <a:lnTo>
                  <a:pt x="189614" y="667988"/>
                </a:lnTo>
                <a:lnTo>
                  <a:pt x="200758" y="705012"/>
                </a:lnTo>
                <a:lnTo>
                  <a:pt x="211569" y="742121"/>
                </a:lnTo>
                <a:lnTo>
                  <a:pt x="220770" y="779669"/>
                </a:lnTo>
                <a:lnTo>
                  <a:pt x="229886" y="817245"/>
                </a:lnTo>
                <a:lnTo>
                  <a:pt x="238458" y="854945"/>
                </a:lnTo>
                <a:lnTo>
                  <a:pt x="247031" y="892635"/>
                </a:lnTo>
                <a:lnTo>
                  <a:pt x="255613" y="930335"/>
                </a:lnTo>
                <a:lnTo>
                  <a:pt x="264185" y="968035"/>
                </a:lnTo>
                <a:lnTo>
                  <a:pt x="272758" y="1005735"/>
                </a:lnTo>
                <a:lnTo>
                  <a:pt x="281330" y="1043435"/>
                </a:lnTo>
                <a:lnTo>
                  <a:pt x="289903" y="1081135"/>
                </a:lnTo>
                <a:lnTo>
                  <a:pt x="298475" y="1118835"/>
                </a:lnTo>
                <a:lnTo>
                  <a:pt x="307057" y="1156535"/>
                </a:lnTo>
                <a:lnTo>
                  <a:pt x="315630" y="1194225"/>
                </a:lnTo>
                <a:lnTo>
                  <a:pt x="324202" y="1231925"/>
                </a:lnTo>
                <a:lnTo>
                  <a:pt x="332775" y="1269625"/>
                </a:lnTo>
                <a:lnTo>
                  <a:pt x="341347" y="1307325"/>
                </a:lnTo>
                <a:lnTo>
                  <a:pt x="349929" y="1345025"/>
                </a:lnTo>
                <a:lnTo>
                  <a:pt x="358502" y="1382725"/>
                </a:lnTo>
                <a:lnTo>
                  <a:pt x="367074" y="1420425"/>
                </a:lnTo>
                <a:lnTo>
                  <a:pt x="375647" y="1458125"/>
                </a:lnTo>
                <a:lnTo>
                  <a:pt x="384219" y="1495825"/>
                </a:lnTo>
                <a:lnTo>
                  <a:pt x="392516" y="1533582"/>
                </a:lnTo>
                <a:lnTo>
                  <a:pt x="400641" y="1571377"/>
                </a:lnTo>
                <a:lnTo>
                  <a:pt x="408575" y="1609220"/>
                </a:lnTo>
                <a:lnTo>
                  <a:pt x="416395" y="1647082"/>
                </a:lnTo>
                <a:lnTo>
                  <a:pt x="424205" y="1684944"/>
                </a:lnTo>
                <a:lnTo>
                  <a:pt x="432025" y="1722806"/>
                </a:lnTo>
                <a:lnTo>
                  <a:pt x="439836" y="1760668"/>
                </a:lnTo>
                <a:lnTo>
                  <a:pt x="447656" y="1798539"/>
                </a:lnTo>
                <a:lnTo>
                  <a:pt x="455466" y="1836401"/>
                </a:lnTo>
                <a:lnTo>
                  <a:pt x="463286" y="1874263"/>
                </a:lnTo>
                <a:lnTo>
                  <a:pt x="471097" y="1912125"/>
                </a:lnTo>
                <a:lnTo>
                  <a:pt x="478917" y="1949987"/>
                </a:lnTo>
                <a:lnTo>
                  <a:pt x="486728" y="1987848"/>
                </a:lnTo>
                <a:lnTo>
                  <a:pt x="494548" y="2025720"/>
                </a:lnTo>
                <a:lnTo>
                  <a:pt x="502368" y="2063582"/>
                </a:lnTo>
                <a:lnTo>
                  <a:pt x="510178" y="2101444"/>
                </a:lnTo>
                <a:lnTo>
                  <a:pt x="517998" y="2139305"/>
                </a:lnTo>
                <a:lnTo>
                  <a:pt x="525809" y="2177167"/>
                </a:lnTo>
                <a:lnTo>
                  <a:pt x="533629" y="2215029"/>
                </a:lnTo>
                <a:lnTo>
                  <a:pt x="541439" y="2252891"/>
                </a:lnTo>
                <a:lnTo>
                  <a:pt x="549212" y="2290772"/>
                </a:lnTo>
                <a:lnTo>
                  <a:pt x="556793" y="2328682"/>
                </a:lnTo>
                <a:lnTo>
                  <a:pt x="564356" y="2366591"/>
                </a:lnTo>
                <a:lnTo>
                  <a:pt x="571852" y="2404520"/>
                </a:lnTo>
                <a:lnTo>
                  <a:pt x="579349" y="2442448"/>
                </a:lnTo>
                <a:lnTo>
                  <a:pt x="582120" y="2476500"/>
                </a:lnTo>
                <a:lnTo>
                  <a:pt x="543458" y="2476500"/>
                </a:lnTo>
                <a:lnTo>
                  <a:pt x="504796" y="2476500"/>
                </a:lnTo>
                <a:lnTo>
                  <a:pt x="466134" y="2476500"/>
                </a:lnTo>
                <a:lnTo>
                  <a:pt x="427472" y="2476500"/>
                </a:lnTo>
                <a:lnTo>
                  <a:pt x="388811" y="2476500"/>
                </a:lnTo>
                <a:lnTo>
                  <a:pt x="350149" y="2476500"/>
                </a:lnTo>
                <a:lnTo>
                  <a:pt x="311487" y="2476500"/>
                </a:lnTo>
                <a:lnTo>
                  <a:pt x="303571" y="2489140"/>
                </a:lnTo>
                <a:lnTo>
                  <a:pt x="331051" y="2516343"/>
                </a:lnTo>
                <a:lnTo>
                  <a:pt x="358531" y="2543537"/>
                </a:lnTo>
                <a:lnTo>
                  <a:pt x="386001" y="2570731"/>
                </a:lnTo>
                <a:lnTo>
                  <a:pt x="413480" y="2597934"/>
                </a:lnTo>
                <a:lnTo>
                  <a:pt x="440960" y="2625128"/>
                </a:lnTo>
                <a:lnTo>
                  <a:pt x="468440" y="2652322"/>
                </a:lnTo>
                <a:lnTo>
                  <a:pt x="495919" y="2679525"/>
                </a:lnTo>
                <a:lnTo>
                  <a:pt x="523389" y="2706719"/>
                </a:lnTo>
                <a:lnTo>
                  <a:pt x="550869" y="2733923"/>
                </a:lnTo>
                <a:lnTo>
                  <a:pt x="578348" y="2761117"/>
                </a:lnTo>
                <a:lnTo>
                  <a:pt x="605828" y="2788310"/>
                </a:lnTo>
                <a:lnTo>
                  <a:pt x="633308" y="2815514"/>
                </a:lnTo>
                <a:lnTo>
                  <a:pt x="660778" y="2842708"/>
                </a:lnTo>
                <a:lnTo>
                  <a:pt x="688257" y="2869902"/>
                </a:lnTo>
                <a:lnTo>
                  <a:pt x="715737" y="2897105"/>
                </a:lnTo>
                <a:lnTo>
                  <a:pt x="743217" y="2924299"/>
                </a:lnTo>
                <a:lnTo>
                  <a:pt x="770696" y="2951493"/>
                </a:lnTo>
                <a:lnTo>
                  <a:pt x="798166" y="2978696"/>
                </a:lnTo>
                <a:lnTo>
                  <a:pt x="825646" y="3005890"/>
                </a:lnTo>
                <a:lnTo>
                  <a:pt x="853126" y="3033093"/>
                </a:lnTo>
                <a:lnTo>
                  <a:pt x="880605" y="3060287"/>
                </a:lnTo>
                <a:lnTo>
                  <a:pt x="908075" y="3087481"/>
                </a:lnTo>
                <a:lnTo>
                  <a:pt x="935555" y="3076565"/>
                </a:lnTo>
                <a:lnTo>
                  <a:pt x="963035" y="3049372"/>
                </a:lnTo>
                <a:lnTo>
                  <a:pt x="990514" y="3022178"/>
                </a:lnTo>
                <a:lnTo>
                  <a:pt x="1017994" y="2994974"/>
                </a:lnTo>
                <a:lnTo>
                  <a:pt x="1045464" y="2967780"/>
                </a:lnTo>
                <a:lnTo>
                  <a:pt x="1072944" y="2940587"/>
                </a:lnTo>
                <a:lnTo>
                  <a:pt x="1100423" y="2913383"/>
                </a:lnTo>
                <a:lnTo>
                  <a:pt x="1127903" y="2886189"/>
                </a:lnTo>
                <a:lnTo>
                  <a:pt x="1155383" y="2858986"/>
                </a:lnTo>
                <a:lnTo>
                  <a:pt x="1182853" y="2831792"/>
                </a:lnTo>
                <a:lnTo>
                  <a:pt x="1210332" y="2804598"/>
                </a:lnTo>
                <a:lnTo>
                  <a:pt x="1237812" y="2777395"/>
                </a:lnTo>
                <a:lnTo>
                  <a:pt x="1265291" y="2750201"/>
                </a:lnTo>
                <a:lnTo>
                  <a:pt x="1292771" y="2723007"/>
                </a:lnTo>
                <a:lnTo>
                  <a:pt x="1320241" y="2695804"/>
                </a:lnTo>
                <a:lnTo>
                  <a:pt x="1347721" y="2668610"/>
                </a:lnTo>
                <a:lnTo>
                  <a:pt x="1375200" y="2641416"/>
                </a:lnTo>
                <a:lnTo>
                  <a:pt x="1402680" y="2614212"/>
                </a:lnTo>
                <a:lnTo>
                  <a:pt x="1430160" y="2587019"/>
                </a:lnTo>
                <a:lnTo>
                  <a:pt x="1457630" y="2559815"/>
                </a:lnTo>
                <a:lnTo>
                  <a:pt x="1485109" y="2532621"/>
                </a:lnTo>
                <a:lnTo>
                  <a:pt x="1512589" y="2505427"/>
                </a:lnTo>
                <a:lnTo>
                  <a:pt x="1540069" y="2478224"/>
                </a:lnTo>
                <a:lnTo>
                  <a:pt x="1505607" y="2476500"/>
                </a:lnTo>
                <a:lnTo>
                  <a:pt x="1466945" y="2476500"/>
                </a:lnTo>
                <a:lnTo>
                  <a:pt x="1428283" y="2476500"/>
                </a:lnTo>
                <a:lnTo>
                  <a:pt x="1389621" y="2476500"/>
                </a:lnTo>
                <a:lnTo>
                  <a:pt x="1350959" y="2476500"/>
                </a:lnTo>
                <a:lnTo>
                  <a:pt x="1312297" y="2476500"/>
                </a:lnTo>
                <a:lnTo>
                  <a:pt x="1273635" y="2476500"/>
                </a:lnTo>
                <a:lnTo>
                  <a:pt x="1248775" y="2465156"/>
                </a:lnTo>
                <a:lnTo>
                  <a:pt x="1256271" y="2427227"/>
                </a:lnTo>
                <a:lnTo>
                  <a:pt x="1263767" y="2389299"/>
                </a:lnTo>
                <a:lnTo>
                  <a:pt x="1271273" y="2351380"/>
                </a:lnTo>
                <a:lnTo>
                  <a:pt x="1278855" y="2313461"/>
                </a:lnTo>
                <a:lnTo>
                  <a:pt x="1286494" y="2275561"/>
                </a:lnTo>
                <a:lnTo>
                  <a:pt x="1294305" y="2237699"/>
                </a:lnTo>
                <a:lnTo>
                  <a:pt x="1302125" y="2199837"/>
                </a:lnTo>
                <a:lnTo>
                  <a:pt x="1309935" y="2161975"/>
                </a:lnTo>
                <a:lnTo>
                  <a:pt x="1317755" y="2124113"/>
                </a:lnTo>
                <a:lnTo>
                  <a:pt x="1325566" y="2086251"/>
                </a:lnTo>
                <a:lnTo>
                  <a:pt x="1333386" y="2048380"/>
                </a:lnTo>
                <a:lnTo>
                  <a:pt x="1341196" y="2010518"/>
                </a:lnTo>
                <a:lnTo>
                  <a:pt x="1349016" y="1972656"/>
                </a:lnTo>
                <a:lnTo>
                  <a:pt x="1356827" y="1934794"/>
                </a:lnTo>
                <a:lnTo>
                  <a:pt x="1364647" y="1896932"/>
                </a:lnTo>
                <a:lnTo>
                  <a:pt x="1372467" y="1859070"/>
                </a:lnTo>
                <a:lnTo>
                  <a:pt x="1380277" y="1821199"/>
                </a:lnTo>
                <a:lnTo>
                  <a:pt x="1388097" y="1783337"/>
                </a:lnTo>
                <a:lnTo>
                  <a:pt x="1395908" y="1745475"/>
                </a:lnTo>
                <a:lnTo>
                  <a:pt x="1403728" y="1707613"/>
                </a:lnTo>
                <a:lnTo>
                  <a:pt x="1411538" y="1669752"/>
                </a:lnTo>
                <a:lnTo>
                  <a:pt x="1419358" y="1631890"/>
                </a:lnTo>
                <a:lnTo>
                  <a:pt x="1427169" y="1594028"/>
                </a:lnTo>
                <a:lnTo>
                  <a:pt x="1435227" y="1556214"/>
                </a:lnTo>
                <a:lnTo>
                  <a:pt x="1443361" y="1518409"/>
                </a:lnTo>
                <a:lnTo>
                  <a:pt x="1451829" y="1480690"/>
                </a:lnTo>
                <a:lnTo>
                  <a:pt x="1460402" y="1442990"/>
                </a:lnTo>
                <a:lnTo>
                  <a:pt x="1468974" y="1405290"/>
                </a:lnTo>
                <a:lnTo>
                  <a:pt x="1477556" y="1367600"/>
                </a:lnTo>
                <a:lnTo>
                  <a:pt x="1486129" y="1329900"/>
                </a:lnTo>
                <a:lnTo>
                  <a:pt x="1494701" y="1292200"/>
                </a:lnTo>
                <a:lnTo>
                  <a:pt x="1503274" y="1254500"/>
                </a:lnTo>
                <a:lnTo>
                  <a:pt x="1511846" y="1216800"/>
                </a:lnTo>
                <a:lnTo>
                  <a:pt x="1520419" y="1179100"/>
                </a:lnTo>
                <a:lnTo>
                  <a:pt x="1529001" y="1141400"/>
                </a:lnTo>
                <a:lnTo>
                  <a:pt x="1537573" y="1103700"/>
                </a:lnTo>
                <a:lnTo>
                  <a:pt x="1546146" y="1066000"/>
                </a:lnTo>
                <a:lnTo>
                  <a:pt x="1554718" y="1028309"/>
                </a:lnTo>
                <a:lnTo>
                  <a:pt x="1563291" y="990610"/>
                </a:lnTo>
                <a:lnTo>
                  <a:pt x="1571873" y="952910"/>
                </a:lnTo>
                <a:lnTo>
                  <a:pt x="1580445" y="915210"/>
                </a:lnTo>
                <a:lnTo>
                  <a:pt x="1589018" y="877510"/>
                </a:lnTo>
                <a:lnTo>
                  <a:pt x="1597590" y="839810"/>
                </a:lnTo>
                <a:lnTo>
                  <a:pt x="1606325" y="802148"/>
                </a:lnTo>
                <a:lnTo>
                  <a:pt x="1615526" y="764600"/>
                </a:lnTo>
                <a:lnTo>
                  <a:pt x="1625184" y="727177"/>
                </a:lnTo>
                <a:lnTo>
                  <a:pt x="1636328" y="690153"/>
                </a:lnTo>
                <a:lnTo>
                  <a:pt x="1647473" y="653129"/>
                </a:lnTo>
                <a:lnTo>
                  <a:pt x="1658617" y="616115"/>
                </a:lnTo>
                <a:lnTo>
                  <a:pt x="1669761" y="579091"/>
                </a:lnTo>
                <a:lnTo>
                  <a:pt x="1680905" y="542068"/>
                </a:lnTo>
                <a:lnTo>
                  <a:pt x="1692050" y="505054"/>
                </a:lnTo>
                <a:lnTo>
                  <a:pt x="1703194" y="468030"/>
                </a:lnTo>
                <a:lnTo>
                  <a:pt x="1714338" y="431006"/>
                </a:lnTo>
                <a:lnTo>
                  <a:pt x="1725482" y="393992"/>
                </a:lnTo>
                <a:lnTo>
                  <a:pt x="1736627" y="356968"/>
                </a:lnTo>
                <a:lnTo>
                  <a:pt x="1747771" y="319945"/>
                </a:lnTo>
                <a:lnTo>
                  <a:pt x="1758915" y="282921"/>
                </a:lnTo>
                <a:lnTo>
                  <a:pt x="1770059" y="245907"/>
                </a:lnTo>
                <a:lnTo>
                  <a:pt x="1781204" y="208883"/>
                </a:lnTo>
                <a:lnTo>
                  <a:pt x="1792348" y="171860"/>
                </a:lnTo>
                <a:lnTo>
                  <a:pt x="1803492" y="134845"/>
                </a:lnTo>
                <a:lnTo>
                  <a:pt x="1814636" y="97822"/>
                </a:lnTo>
                <a:lnTo>
                  <a:pt x="1825781" y="60798"/>
                </a:lnTo>
                <a:lnTo>
                  <a:pt x="1832610" y="23146"/>
                </a:lnTo>
                <a:lnTo>
                  <a:pt x="1817094" y="0"/>
                </a:lnTo>
                <a:lnTo>
                  <a:pt x="1778432" y="0"/>
                </a:lnTo>
                <a:lnTo>
                  <a:pt x="1739770" y="0"/>
                </a:lnTo>
                <a:lnTo>
                  <a:pt x="1701108" y="0"/>
                </a:lnTo>
                <a:lnTo>
                  <a:pt x="1662446" y="0"/>
                </a:lnTo>
                <a:lnTo>
                  <a:pt x="1623784" y="0"/>
                </a:lnTo>
                <a:lnTo>
                  <a:pt x="1585122" y="0"/>
                </a:lnTo>
                <a:lnTo>
                  <a:pt x="1546460" y="0"/>
                </a:lnTo>
                <a:lnTo>
                  <a:pt x="1507798" y="0"/>
                </a:lnTo>
                <a:lnTo>
                  <a:pt x="1469136" y="0"/>
                </a:lnTo>
                <a:lnTo>
                  <a:pt x="1430484" y="0"/>
                </a:lnTo>
                <a:lnTo>
                  <a:pt x="1391822" y="0"/>
                </a:lnTo>
                <a:lnTo>
                  <a:pt x="1353160" y="0"/>
                </a:lnTo>
                <a:lnTo>
                  <a:pt x="1314498" y="0"/>
                </a:lnTo>
                <a:lnTo>
                  <a:pt x="1275836" y="0"/>
                </a:lnTo>
                <a:lnTo>
                  <a:pt x="1237174" y="0"/>
                </a:lnTo>
                <a:lnTo>
                  <a:pt x="1198512" y="0"/>
                </a:lnTo>
                <a:lnTo>
                  <a:pt x="1159850" y="0"/>
                </a:lnTo>
                <a:lnTo>
                  <a:pt x="1121188" y="0"/>
                </a:lnTo>
                <a:lnTo>
                  <a:pt x="1082526" y="0"/>
                </a:lnTo>
                <a:lnTo>
                  <a:pt x="1043864" y="0"/>
                </a:lnTo>
                <a:lnTo>
                  <a:pt x="1005202" y="0"/>
                </a:lnTo>
                <a:lnTo>
                  <a:pt x="966540" y="0"/>
                </a:lnTo>
                <a:lnTo>
                  <a:pt x="927878" y="0"/>
                </a:lnTo>
                <a:lnTo>
                  <a:pt x="889216" y="0"/>
                </a:lnTo>
                <a:lnTo>
                  <a:pt x="850554" y="0"/>
                </a:lnTo>
                <a:lnTo>
                  <a:pt x="811892" y="0"/>
                </a:lnTo>
                <a:lnTo>
                  <a:pt x="773230" y="0"/>
                </a:lnTo>
                <a:lnTo>
                  <a:pt x="734568" y="0"/>
                </a:lnTo>
                <a:lnTo>
                  <a:pt x="695906" y="0"/>
                </a:lnTo>
                <a:lnTo>
                  <a:pt x="657244" y="0"/>
                </a:lnTo>
                <a:lnTo>
                  <a:pt x="618582" y="0"/>
                </a:lnTo>
                <a:lnTo>
                  <a:pt x="579920" y="0"/>
                </a:lnTo>
                <a:lnTo>
                  <a:pt x="541258" y="0"/>
                </a:lnTo>
                <a:lnTo>
                  <a:pt x="502596" y="0"/>
                </a:lnTo>
                <a:lnTo>
                  <a:pt x="463944" y="0"/>
                </a:lnTo>
                <a:lnTo>
                  <a:pt x="425282" y="0"/>
                </a:lnTo>
                <a:lnTo>
                  <a:pt x="386620" y="0"/>
                </a:lnTo>
                <a:lnTo>
                  <a:pt x="347958" y="0"/>
                </a:lnTo>
                <a:lnTo>
                  <a:pt x="309296" y="0"/>
                </a:lnTo>
                <a:lnTo>
                  <a:pt x="270634" y="0"/>
                </a:lnTo>
                <a:lnTo>
                  <a:pt x="231972" y="0"/>
                </a:lnTo>
                <a:lnTo>
                  <a:pt x="193310" y="0"/>
                </a:lnTo>
                <a:lnTo>
                  <a:pt x="154648" y="0"/>
                </a:lnTo>
                <a:lnTo>
                  <a:pt x="115986" y="0"/>
                </a:lnTo>
                <a:lnTo>
                  <a:pt x="77324" y="0"/>
                </a:lnTo>
                <a:lnTo>
                  <a:pt x="38662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D9EBFA">
                  <a:alpha val="0"/>
                </a:srgbClr>
              </a:gs>
              <a:gs pos="42000">
                <a:srgbClr val="B8D8F2">
                  <a:alpha val="16000"/>
                </a:srgbClr>
              </a:gs>
              <a:gs pos="76000">
                <a:srgbClr val="8FC4EE">
                  <a:alpha val="32000"/>
                </a:srgbClr>
              </a:gs>
              <a:gs pos="100000">
                <a:srgbClr val="72B3E8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1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83834F05-169D-490E-A412-D2674177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7130" y="1215628"/>
            <a:ext cx="25099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广泛触达</a:t>
            </a:r>
          </a:p>
        </p:txBody>
      </p:sp>
      <p:sp>
        <p:nvSpPr>
          <p:cNvPr id="12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D07F55F5-61B7-4329-9F3F-6616056E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7009" y="1989534"/>
            <a:ext cx="185023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兴趣识别</a:t>
            </a:r>
          </a:p>
        </p:txBody>
      </p:sp>
      <p:sp>
        <p:nvSpPr>
          <p:cNvPr id="13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62D48DE9-CAA5-4400-8124-1B482DA7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7047" y="2763441"/>
            <a:ext cx="125015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意向培育</a:t>
            </a:r>
          </a:p>
        </p:txBody>
      </p:sp>
      <p:sp>
        <p:nvSpPr>
          <p:cNvPr id="14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CC2F01CB-49C1-4387-BCEA-FA2C292C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3537347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行动转化</a:t>
            </a:r>
          </a:p>
        </p:txBody>
      </p:sp>
      <p:sp>
        <p:nvSpPr>
          <p:cNvPr id="15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FA5A2A6A-8878-4AEF-8800-C9D9267C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2425" y="295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8b444e98a48df">
            <a:extLst>
              <a:ext uri="{96DAC541-7B7A-43D3-8B79-37D633B846F1}">
                <asvg:svgBlip xmlns:asvg="http://schemas.microsoft.com/office/drawing/2016/SVG/main" r:embed="R0687a072ac1642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4191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7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16FAC87D-4513-4014-99F0-C21AE131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4699" y="95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f9018a64f47cc">
            <a:extLst>
              <a:ext uri="{96DAC541-7B7A-43D3-8B79-37D633B846F1}">
                <asvg:svgBlip xmlns:asvg="http://schemas.microsoft.com/office/drawing/2016/SVG/main" r:embed="R22f62ffa2c9447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08524" y="21907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19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BB05B719-6C23-465A-8D8A-0C4652F6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9823" y="476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af38b8fd74d1b">
            <a:extLst>
              <a:ext uri="{96DAC541-7B7A-43D3-8B79-37D633B846F1}">
                <asvg:svgBlip xmlns:asvg="http://schemas.microsoft.com/office/drawing/2016/SVG/main" r:embed="R975abb8400c849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73648" y="1714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1" name="simple-input-core-3">
            <a:extLst xmlns:a="http://schemas.openxmlformats.org/drawingml/2006/main">
              <a:ext uri="{FF2B5EF4-FFF2-40B4-BE49-F238E27FC236}">
                <a16:creationId xmlns:a16="http://schemas.microsoft.com/office/drawing/2014/main" id="{9CDFFE50-2534-429C-9B43-90046E76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47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617e1c1bd4c97">
            <a:extLst>
              <a:ext uri="{96DAC541-7B7A-43D3-8B79-37D633B846F1}">
                <asvg:svgBlip xmlns:asvg="http://schemas.microsoft.com/office/drawing/2016/SVG/main" r:embed="Rb2b5cb49f65044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96075" y="371475"/>
            <a:ext cx="133350" cy="133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751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2026-09-07T13:58:31.1420000Z</dcterms:created>
  <dcterms:modified xsi:type="dcterms:W3CDTF">2026-09-07T13:58:31.1420000Z</dcterms:modified>
</coreProperties>
</file>