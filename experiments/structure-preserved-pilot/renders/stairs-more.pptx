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38ea0b2176422a" /><Relationship Type="http://schemas.openxmlformats.org/officeDocument/2006/relationships/extended-properties" Target="/docProps/app.xml" Id="R8e3f0d4512004112" /><Relationship Type="http://schemas.openxmlformats.org/officeDocument/2006/relationships/officeDocument" Target="/ppt/presentation.xml" Id="R3193afbd772243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4f87a980ad4f95"/>
  </p:sldMasterIdLst>
  <p:notesMasterIdLst>
    <p:notesMasterId xmlns:r="http://schemas.openxmlformats.org/officeDocument/2006/relationships" r:id="R8dbea49618014c33"/>
  </p:notesMasterIdLst>
  <p:sldIdLst>
    <p:sldId xmlns:r="http://schemas.openxmlformats.org/officeDocument/2006/relationships" id="256" r:id="R37449a8c63974aaf"/>
  </p:sldIdLst>
  <p:sldSz cx="11144250" cy="4686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e20b3b5c76476b" /><Relationship Type="http://schemas.openxmlformats.org/officeDocument/2006/relationships/slideMaster" Target="/ppt/slideMasters/slideMaster1.xml" Id="R9e4f87a980ad4f95" /><Relationship Type="http://schemas.openxmlformats.org/officeDocument/2006/relationships/notesMaster" Target="/ppt/notesMasters/notesMaster1.xml" Id="R8dbea49618014c33" /><Relationship Type="http://schemas.openxmlformats.org/officeDocument/2006/relationships/presProps" Target="/ppt/presProps.xml" Id="R15082568a0d04977" /><Relationship Type="http://schemas.openxmlformats.org/officeDocument/2006/relationships/tableStyles" Target="/ppt/tableStyles.xml" Id="R63f4e00bbf8f4c3f" /><Relationship Type="http://schemas.openxmlformats.org/officeDocument/2006/relationships/slide" Target="/ppt/slides/slide1.xml" Id="R37449a8c63974a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f060ba7f9945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6a723e3e214914" /><Relationship Type="http://schemas.openxmlformats.org/officeDocument/2006/relationships/notesMaster" Target="/ppt/notesMasters/notesMaster1.xml" Id="R5d0c8127c89d40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f7aee5bcd4d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20358e84f14419" /><Relationship Type="http://schemas.openxmlformats.org/officeDocument/2006/relationships/slideLayout" Target="/ppt/slideLayouts/slideLayout1.xml" Id="R022105b4a56543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2105b4a56543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353248ac64c1a" /><Relationship Type="http://schemas.openxmlformats.org/officeDocument/2006/relationships/notesSlide" Target="/ppt/notesSlides/notesSlide1.xml" Id="R9726d6f9ec884c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2E6FDBBD-794D-49D5-884F-D318A791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283" y="2644635"/>
            <a:ext cx="1377144" cy="1082907"/>
          </a:xfrm>
          <a:custGeom xmlns:a="http://schemas.openxmlformats.org/drawingml/2006/main">
            <a:pathLst>
              <a:path w="1377144" h="1082907">
                <a:moveTo>
                  <a:pt x="82325" y="150952"/>
                </a:moveTo>
                <a:lnTo>
                  <a:pt x="101194" y="148733"/>
                </a:lnTo>
                <a:lnTo>
                  <a:pt x="120063" y="146514"/>
                </a:lnTo>
                <a:lnTo>
                  <a:pt x="138932" y="144294"/>
                </a:lnTo>
                <a:lnTo>
                  <a:pt x="157801" y="142075"/>
                </a:lnTo>
                <a:lnTo>
                  <a:pt x="176670" y="139856"/>
                </a:lnTo>
                <a:lnTo>
                  <a:pt x="195539" y="137627"/>
                </a:lnTo>
                <a:lnTo>
                  <a:pt x="214408" y="135407"/>
                </a:lnTo>
                <a:lnTo>
                  <a:pt x="233277" y="133188"/>
                </a:lnTo>
                <a:lnTo>
                  <a:pt x="252136" y="130969"/>
                </a:lnTo>
                <a:lnTo>
                  <a:pt x="271005" y="128749"/>
                </a:lnTo>
                <a:lnTo>
                  <a:pt x="289874" y="126530"/>
                </a:lnTo>
                <a:lnTo>
                  <a:pt x="308743" y="124311"/>
                </a:lnTo>
                <a:lnTo>
                  <a:pt x="327612" y="122091"/>
                </a:lnTo>
                <a:lnTo>
                  <a:pt x="346481" y="119872"/>
                </a:lnTo>
                <a:lnTo>
                  <a:pt x="365350" y="117653"/>
                </a:lnTo>
                <a:lnTo>
                  <a:pt x="384219" y="115433"/>
                </a:lnTo>
                <a:lnTo>
                  <a:pt x="403088" y="113214"/>
                </a:lnTo>
                <a:lnTo>
                  <a:pt x="421958" y="110995"/>
                </a:lnTo>
                <a:lnTo>
                  <a:pt x="440827" y="108776"/>
                </a:lnTo>
                <a:lnTo>
                  <a:pt x="459696" y="106556"/>
                </a:lnTo>
                <a:lnTo>
                  <a:pt x="478565" y="104337"/>
                </a:lnTo>
                <a:lnTo>
                  <a:pt x="497434" y="102118"/>
                </a:lnTo>
                <a:lnTo>
                  <a:pt x="516303" y="99898"/>
                </a:lnTo>
                <a:lnTo>
                  <a:pt x="535172" y="97669"/>
                </a:lnTo>
                <a:lnTo>
                  <a:pt x="554041" y="95450"/>
                </a:lnTo>
                <a:lnTo>
                  <a:pt x="572910" y="93231"/>
                </a:lnTo>
                <a:lnTo>
                  <a:pt x="591779" y="91011"/>
                </a:lnTo>
                <a:lnTo>
                  <a:pt x="610648" y="88792"/>
                </a:lnTo>
                <a:lnTo>
                  <a:pt x="629517" y="86573"/>
                </a:lnTo>
                <a:lnTo>
                  <a:pt x="648386" y="84353"/>
                </a:lnTo>
                <a:lnTo>
                  <a:pt x="667255" y="82134"/>
                </a:lnTo>
                <a:lnTo>
                  <a:pt x="686124" y="79915"/>
                </a:lnTo>
                <a:lnTo>
                  <a:pt x="704993" y="77695"/>
                </a:lnTo>
                <a:lnTo>
                  <a:pt x="723862" y="75476"/>
                </a:lnTo>
                <a:lnTo>
                  <a:pt x="742731" y="73257"/>
                </a:lnTo>
                <a:lnTo>
                  <a:pt x="761600" y="71037"/>
                </a:lnTo>
                <a:lnTo>
                  <a:pt x="780469" y="68818"/>
                </a:lnTo>
                <a:lnTo>
                  <a:pt x="799338" y="66599"/>
                </a:lnTo>
                <a:lnTo>
                  <a:pt x="818207" y="64379"/>
                </a:lnTo>
                <a:lnTo>
                  <a:pt x="837076" y="62160"/>
                </a:lnTo>
                <a:lnTo>
                  <a:pt x="855945" y="59941"/>
                </a:lnTo>
                <a:lnTo>
                  <a:pt x="874814" y="57712"/>
                </a:lnTo>
                <a:lnTo>
                  <a:pt x="893683" y="55493"/>
                </a:lnTo>
                <a:lnTo>
                  <a:pt x="912552" y="53273"/>
                </a:lnTo>
                <a:lnTo>
                  <a:pt x="931421" y="51054"/>
                </a:lnTo>
                <a:lnTo>
                  <a:pt x="950290" y="48835"/>
                </a:lnTo>
                <a:lnTo>
                  <a:pt x="969159" y="46615"/>
                </a:lnTo>
                <a:lnTo>
                  <a:pt x="988028" y="44396"/>
                </a:lnTo>
                <a:lnTo>
                  <a:pt x="1006897" y="42177"/>
                </a:lnTo>
                <a:lnTo>
                  <a:pt x="1025766" y="39957"/>
                </a:lnTo>
                <a:lnTo>
                  <a:pt x="1044626" y="37738"/>
                </a:lnTo>
                <a:lnTo>
                  <a:pt x="1063495" y="35519"/>
                </a:lnTo>
                <a:lnTo>
                  <a:pt x="1082364" y="33299"/>
                </a:lnTo>
                <a:lnTo>
                  <a:pt x="1101233" y="31080"/>
                </a:lnTo>
                <a:lnTo>
                  <a:pt x="1120102" y="28861"/>
                </a:lnTo>
                <a:lnTo>
                  <a:pt x="1138971" y="26641"/>
                </a:lnTo>
                <a:lnTo>
                  <a:pt x="1157840" y="24422"/>
                </a:lnTo>
                <a:lnTo>
                  <a:pt x="1176709" y="22203"/>
                </a:lnTo>
                <a:lnTo>
                  <a:pt x="1195578" y="19983"/>
                </a:lnTo>
                <a:lnTo>
                  <a:pt x="1214447" y="17755"/>
                </a:lnTo>
                <a:lnTo>
                  <a:pt x="1233316" y="15535"/>
                </a:lnTo>
                <a:lnTo>
                  <a:pt x="1252185" y="13316"/>
                </a:lnTo>
                <a:lnTo>
                  <a:pt x="1271054" y="11097"/>
                </a:lnTo>
                <a:lnTo>
                  <a:pt x="1289923" y="8877"/>
                </a:lnTo>
                <a:lnTo>
                  <a:pt x="1308792" y="6658"/>
                </a:lnTo>
                <a:lnTo>
                  <a:pt x="1327661" y="4439"/>
                </a:lnTo>
                <a:lnTo>
                  <a:pt x="1346530" y="2219"/>
                </a:lnTo>
                <a:lnTo>
                  <a:pt x="1365399" y="0"/>
                </a:lnTo>
                <a:lnTo>
                  <a:pt x="1377144" y="5115"/>
                </a:lnTo>
                <a:lnTo>
                  <a:pt x="1375458" y="24041"/>
                </a:lnTo>
                <a:lnTo>
                  <a:pt x="1373781" y="42967"/>
                </a:lnTo>
                <a:lnTo>
                  <a:pt x="1372105" y="61893"/>
                </a:lnTo>
                <a:lnTo>
                  <a:pt x="1370428" y="80820"/>
                </a:lnTo>
                <a:lnTo>
                  <a:pt x="1368752" y="99736"/>
                </a:lnTo>
                <a:lnTo>
                  <a:pt x="1367066" y="118662"/>
                </a:lnTo>
                <a:lnTo>
                  <a:pt x="1365390" y="137589"/>
                </a:lnTo>
                <a:lnTo>
                  <a:pt x="1363713" y="156515"/>
                </a:lnTo>
                <a:lnTo>
                  <a:pt x="1362037" y="175441"/>
                </a:lnTo>
                <a:lnTo>
                  <a:pt x="1360361" y="194367"/>
                </a:lnTo>
                <a:lnTo>
                  <a:pt x="1358675" y="213284"/>
                </a:lnTo>
                <a:lnTo>
                  <a:pt x="1356998" y="232210"/>
                </a:lnTo>
                <a:lnTo>
                  <a:pt x="1355322" y="251136"/>
                </a:lnTo>
                <a:lnTo>
                  <a:pt x="1353645" y="270062"/>
                </a:lnTo>
                <a:lnTo>
                  <a:pt x="1351969" y="288989"/>
                </a:lnTo>
                <a:lnTo>
                  <a:pt x="1350283" y="307915"/>
                </a:lnTo>
                <a:lnTo>
                  <a:pt x="1348607" y="326841"/>
                </a:lnTo>
                <a:lnTo>
                  <a:pt x="1346930" y="345758"/>
                </a:lnTo>
                <a:lnTo>
                  <a:pt x="1345254" y="364684"/>
                </a:lnTo>
                <a:lnTo>
                  <a:pt x="1343568" y="383610"/>
                </a:lnTo>
                <a:lnTo>
                  <a:pt x="1341892" y="402536"/>
                </a:lnTo>
                <a:lnTo>
                  <a:pt x="1340215" y="421462"/>
                </a:lnTo>
                <a:lnTo>
                  <a:pt x="1338539" y="440388"/>
                </a:lnTo>
                <a:lnTo>
                  <a:pt x="1336862" y="459305"/>
                </a:lnTo>
                <a:lnTo>
                  <a:pt x="1335176" y="478231"/>
                </a:lnTo>
                <a:lnTo>
                  <a:pt x="1333500" y="497157"/>
                </a:lnTo>
                <a:lnTo>
                  <a:pt x="1331824" y="516084"/>
                </a:lnTo>
                <a:lnTo>
                  <a:pt x="1330147" y="535010"/>
                </a:lnTo>
                <a:lnTo>
                  <a:pt x="1328471" y="553936"/>
                </a:lnTo>
                <a:lnTo>
                  <a:pt x="1326785" y="572853"/>
                </a:lnTo>
                <a:lnTo>
                  <a:pt x="1325108" y="591779"/>
                </a:lnTo>
                <a:lnTo>
                  <a:pt x="1323432" y="610705"/>
                </a:lnTo>
                <a:lnTo>
                  <a:pt x="1321756" y="629631"/>
                </a:lnTo>
                <a:lnTo>
                  <a:pt x="1320079" y="648557"/>
                </a:lnTo>
                <a:lnTo>
                  <a:pt x="1318393" y="667483"/>
                </a:lnTo>
                <a:lnTo>
                  <a:pt x="1316717" y="686400"/>
                </a:lnTo>
                <a:lnTo>
                  <a:pt x="1315041" y="705326"/>
                </a:lnTo>
                <a:lnTo>
                  <a:pt x="1313364" y="724252"/>
                </a:lnTo>
                <a:lnTo>
                  <a:pt x="1311688" y="743179"/>
                </a:lnTo>
                <a:lnTo>
                  <a:pt x="1310002" y="762105"/>
                </a:lnTo>
                <a:lnTo>
                  <a:pt x="1308325" y="781031"/>
                </a:lnTo>
                <a:lnTo>
                  <a:pt x="1306649" y="799957"/>
                </a:lnTo>
                <a:lnTo>
                  <a:pt x="1304973" y="818874"/>
                </a:lnTo>
                <a:lnTo>
                  <a:pt x="1303296" y="837800"/>
                </a:lnTo>
                <a:lnTo>
                  <a:pt x="1301610" y="856726"/>
                </a:lnTo>
                <a:lnTo>
                  <a:pt x="1299934" y="875652"/>
                </a:lnTo>
                <a:lnTo>
                  <a:pt x="1298258" y="894578"/>
                </a:lnTo>
                <a:lnTo>
                  <a:pt x="1296581" y="913505"/>
                </a:lnTo>
                <a:lnTo>
                  <a:pt x="1294905" y="932421"/>
                </a:lnTo>
                <a:lnTo>
                  <a:pt x="1276512" y="935098"/>
                </a:lnTo>
                <a:lnTo>
                  <a:pt x="1257643" y="937308"/>
                </a:lnTo>
                <a:lnTo>
                  <a:pt x="1238774" y="939508"/>
                </a:lnTo>
                <a:lnTo>
                  <a:pt x="1219895" y="941718"/>
                </a:lnTo>
                <a:lnTo>
                  <a:pt x="1201026" y="943918"/>
                </a:lnTo>
                <a:lnTo>
                  <a:pt x="1182157" y="946128"/>
                </a:lnTo>
                <a:lnTo>
                  <a:pt x="1163288" y="948338"/>
                </a:lnTo>
                <a:lnTo>
                  <a:pt x="1144419" y="950538"/>
                </a:lnTo>
                <a:lnTo>
                  <a:pt x="1125550" y="952748"/>
                </a:lnTo>
                <a:lnTo>
                  <a:pt x="1106681" y="954957"/>
                </a:lnTo>
                <a:lnTo>
                  <a:pt x="1087803" y="957158"/>
                </a:lnTo>
                <a:lnTo>
                  <a:pt x="1068934" y="959368"/>
                </a:lnTo>
                <a:lnTo>
                  <a:pt x="1050065" y="961568"/>
                </a:lnTo>
                <a:lnTo>
                  <a:pt x="1031196" y="963778"/>
                </a:lnTo>
                <a:lnTo>
                  <a:pt x="1012327" y="965987"/>
                </a:lnTo>
                <a:lnTo>
                  <a:pt x="993458" y="968188"/>
                </a:lnTo>
                <a:lnTo>
                  <a:pt x="974588" y="970397"/>
                </a:lnTo>
                <a:lnTo>
                  <a:pt x="955710" y="972607"/>
                </a:lnTo>
                <a:lnTo>
                  <a:pt x="936841" y="974808"/>
                </a:lnTo>
                <a:lnTo>
                  <a:pt x="917972" y="977017"/>
                </a:lnTo>
                <a:lnTo>
                  <a:pt x="899103" y="979218"/>
                </a:lnTo>
                <a:lnTo>
                  <a:pt x="880234" y="981427"/>
                </a:lnTo>
                <a:lnTo>
                  <a:pt x="861365" y="983637"/>
                </a:lnTo>
                <a:lnTo>
                  <a:pt x="842486" y="985838"/>
                </a:lnTo>
                <a:lnTo>
                  <a:pt x="823617" y="988047"/>
                </a:lnTo>
                <a:lnTo>
                  <a:pt x="804748" y="990248"/>
                </a:lnTo>
                <a:lnTo>
                  <a:pt x="785879" y="992457"/>
                </a:lnTo>
                <a:lnTo>
                  <a:pt x="767010" y="994667"/>
                </a:lnTo>
                <a:lnTo>
                  <a:pt x="748141" y="996867"/>
                </a:lnTo>
                <a:lnTo>
                  <a:pt x="729272" y="999077"/>
                </a:lnTo>
                <a:lnTo>
                  <a:pt x="710394" y="1001287"/>
                </a:lnTo>
                <a:lnTo>
                  <a:pt x="691525" y="1003487"/>
                </a:lnTo>
                <a:lnTo>
                  <a:pt x="672656" y="1005697"/>
                </a:lnTo>
                <a:lnTo>
                  <a:pt x="653786" y="1007897"/>
                </a:lnTo>
                <a:lnTo>
                  <a:pt x="634917" y="1010107"/>
                </a:lnTo>
                <a:lnTo>
                  <a:pt x="616048" y="1012317"/>
                </a:lnTo>
                <a:lnTo>
                  <a:pt x="597179" y="1014517"/>
                </a:lnTo>
                <a:lnTo>
                  <a:pt x="578301" y="1016727"/>
                </a:lnTo>
                <a:lnTo>
                  <a:pt x="559432" y="1018927"/>
                </a:lnTo>
                <a:lnTo>
                  <a:pt x="540563" y="1021137"/>
                </a:lnTo>
                <a:lnTo>
                  <a:pt x="521694" y="1023347"/>
                </a:lnTo>
                <a:lnTo>
                  <a:pt x="502825" y="1025547"/>
                </a:lnTo>
                <a:lnTo>
                  <a:pt x="483956" y="1027757"/>
                </a:lnTo>
                <a:lnTo>
                  <a:pt x="465087" y="1029967"/>
                </a:lnTo>
                <a:lnTo>
                  <a:pt x="446208" y="1032167"/>
                </a:lnTo>
                <a:lnTo>
                  <a:pt x="427339" y="1034377"/>
                </a:lnTo>
                <a:lnTo>
                  <a:pt x="408470" y="1036577"/>
                </a:lnTo>
                <a:lnTo>
                  <a:pt x="389601" y="1038787"/>
                </a:lnTo>
                <a:lnTo>
                  <a:pt x="370732" y="1040997"/>
                </a:lnTo>
                <a:lnTo>
                  <a:pt x="351863" y="1043197"/>
                </a:lnTo>
                <a:lnTo>
                  <a:pt x="332994" y="1045407"/>
                </a:lnTo>
                <a:lnTo>
                  <a:pt x="314115" y="1047617"/>
                </a:lnTo>
                <a:lnTo>
                  <a:pt x="295246" y="1049817"/>
                </a:lnTo>
                <a:lnTo>
                  <a:pt x="276377" y="1052027"/>
                </a:lnTo>
                <a:lnTo>
                  <a:pt x="257508" y="1054227"/>
                </a:lnTo>
                <a:lnTo>
                  <a:pt x="238639" y="1056437"/>
                </a:lnTo>
                <a:lnTo>
                  <a:pt x="219770" y="1058647"/>
                </a:lnTo>
                <a:lnTo>
                  <a:pt x="200901" y="1060847"/>
                </a:lnTo>
                <a:lnTo>
                  <a:pt x="182023" y="1063057"/>
                </a:lnTo>
                <a:lnTo>
                  <a:pt x="163154" y="1065266"/>
                </a:lnTo>
                <a:lnTo>
                  <a:pt x="144285" y="1067467"/>
                </a:lnTo>
                <a:lnTo>
                  <a:pt x="125416" y="1069677"/>
                </a:lnTo>
                <a:lnTo>
                  <a:pt x="106547" y="1071877"/>
                </a:lnTo>
                <a:lnTo>
                  <a:pt x="87678" y="1074087"/>
                </a:lnTo>
                <a:lnTo>
                  <a:pt x="68809" y="1076296"/>
                </a:lnTo>
                <a:lnTo>
                  <a:pt x="49930" y="1078497"/>
                </a:lnTo>
                <a:lnTo>
                  <a:pt x="31061" y="1080707"/>
                </a:lnTo>
                <a:lnTo>
                  <a:pt x="12192" y="1082907"/>
                </a:lnTo>
                <a:lnTo>
                  <a:pt x="0" y="1078249"/>
                </a:lnTo>
                <a:lnTo>
                  <a:pt x="1676" y="1059323"/>
                </a:lnTo>
                <a:lnTo>
                  <a:pt x="3362" y="1040406"/>
                </a:lnTo>
                <a:lnTo>
                  <a:pt x="5039" y="1021480"/>
                </a:lnTo>
                <a:lnTo>
                  <a:pt x="6725" y="1002554"/>
                </a:lnTo>
                <a:lnTo>
                  <a:pt x="8401" y="983628"/>
                </a:lnTo>
                <a:lnTo>
                  <a:pt x="10077" y="964702"/>
                </a:lnTo>
                <a:lnTo>
                  <a:pt x="11763" y="945775"/>
                </a:lnTo>
                <a:lnTo>
                  <a:pt x="13440" y="926859"/>
                </a:lnTo>
                <a:lnTo>
                  <a:pt x="15116" y="907933"/>
                </a:lnTo>
                <a:lnTo>
                  <a:pt x="16802" y="889006"/>
                </a:lnTo>
                <a:lnTo>
                  <a:pt x="18479" y="870080"/>
                </a:lnTo>
                <a:lnTo>
                  <a:pt x="20164" y="851154"/>
                </a:lnTo>
                <a:lnTo>
                  <a:pt x="21841" y="832237"/>
                </a:lnTo>
                <a:lnTo>
                  <a:pt x="23517" y="813311"/>
                </a:lnTo>
                <a:lnTo>
                  <a:pt x="25203" y="794385"/>
                </a:lnTo>
                <a:lnTo>
                  <a:pt x="26880" y="775459"/>
                </a:lnTo>
                <a:lnTo>
                  <a:pt x="28556" y="756533"/>
                </a:lnTo>
                <a:lnTo>
                  <a:pt x="30242" y="737606"/>
                </a:lnTo>
                <a:lnTo>
                  <a:pt x="31918" y="718690"/>
                </a:lnTo>
                <a:lnTo>
                  <a:pt x="33604" y="699764"/>
                </a:lnTo>
                <a:lnTo>
                  <a:pt x="35281" y="680837"/>
                </a:lnTo>
                <a:lnTo>
                  <a:pt x="36957" y="661911"/>
                </a:lnTo>
                <a:lnTo>
                  <a:pt x="38643" y="642985"/>
                </a:lnTo>
                <a:lnTo>
                  <a:pt x="40319" y="624059"/>
                </a:lnTo>
                <a:lnTo>
                  <a:pt x="42005" y="605142"/>
                </a:lnTo>
                <a:lnTo>
                  <a:pt x="43682" y="586216"/>
                </a:lnTo>
                <a:lnTo>
                  <a:pt x="45358" y="567290"/>
                </a:lnTo>
                <a:lnTo>
                  <a:pt x="47044" y="548364"/>
                </a:lnTo>
                <a:lnTo>
                  <a:pt x="48720" y="529438"/>
                </a:lnTo>
                <a:lnTo>
                  <a:pt x="50397" y="510511"/>
                </a:lnTo>
                <a:lnTo>
                  <a:pt x="52083" y="491595"/>
                </a:lnTo>
                <a:lnTo>
                  <a:pt x="53759" y="472669"/>
                </a:lnTo>
                <a:lnTo>
                  <a:pt x="55445" y="453742"/>
                </a:lnTo>
                <a:lnTo>
                  <a:pt x="57121" y="434816"/>
                </a:lnTo>
                <a:lnTo>
                  <a:pt x="58798" y="415890"/>
                </a:lnTo>
                <a:lnTo>
                  <a:pt x="60484" y="396973"/>
                </a:lnTo>
                <a:lnTo>
                  <a:pt x="62160" y="378047"/>
                </a:lnTo>
                <a:lnTo>
                  <a:pt x="63837" y="359121"/>
                </a:lnTo>
                <a:lnTo>
                  <a:pt x="65522" y="340195"/>
                </a:lnTo>
                <a:lnTo>
                  <a:pt x="67199" y="321269"/>
                </a:lnTo>
                <a:lnTo>
                  <a:pt x="68885" y="302343"/>
                </a:lnTo>
                <a:lnTo>
                  <a:pt x="70561" y="283426"/>
                </a:lnTo>
                <a:lnTo>
                  <a:pt x="72238" y="264500"/>
                </a:lnTo>
                <a:lnTo>
                  <a:pt x="73924" y="245574"/>
                </a:lnTo>
                <a:lnTo>
                  <a:pt x="75600" y="226647"/>
                </a:lnTo>
                <a:lnTo>
                  <a:pt x="77286" y="207721"/>
                </a:lnTo>
                <a:lnTo>
                  <a:pt x="78962" y="188795"/>
                </a:lnTo>
                <a:lnTo>
                  <a:pt x="80639" y="169878"/>
                </a:lnTo>
                <a:lnTo>
                  <a:pt x="82325" y="150952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DECE4D0A-A319-44EC-9923-1993BA45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8473" y="2229345"/>
            <a:ext cx="1377144" cy="1082907"/>
          </a:xfrm>
          <a:custGeom xmlns:a="http://schemas.openxmlformats.org/drawingml/2006/main">
            <a:pathLst>
              <a:path w="1377144" h="1082907">
                <a:moveTo>
                  <a:pt x="82325" y="150952"/>
                </a:moveTo>
                <a:lnTo>
                  <a:pt x="101194" y="148733"/>
                </a:lnTo>
                <a:lnTo>
                  <a:pt x="120063" y="146514"/>
                </a:lnTo>
                <a:lnTo>
                  <a:pt x="138932" y="144294"/>
                </a:lnTo>
                <a:lnTo>
                  <a:pt x="157801" y="142075"/>
                </a:lnTo>
                <a:lnTo>
                  <a:pt x="176670" y="139856"/>
                </a:lnTo>
                <a:lnTo>
                  <a:pt x="195539" y="137627"/>
                </a:lnTo>
                <a:lnTo>
                  <a:pt x="214398" y="135407"/>
                </a:lnTo>
                <a:lnTo>
                  <a:pt x="233267" y="133188"/>
                </a:lnTo>
                <a:lnTo>
                  <a:pt x="252136" y="130969"/>
                </a:lnTo>
                <a:lnTo>
                  <a:pt x="271005" y="128749"/>
                </a:lnTo>
                <a:lnTo>
                  <a:pt x="289874" y="126530"/>
                </a:lnTo>
                <a:lnTo>
                  <a:pt x="308743" y="124311"/>
                </a:lnTo>
                <a:lnTo>
                  <a:pt x="327612" y="122091"/>
                </a:lnTo>
                <a:lnTo>
                  <a:pt x="346481" y="119872"/>
                </a:lnTo>
                <a:lnTo>
                  <a:pt x="365350" y="117653"/>
                </a:lnTo>
                <a:lnTo>
                  <a:pt x="384219" y="115433"/>
                </a:lnTo>
                <a:lnTo>
                  <a:pt x="403088" y="113214"/>
                </a:lnTo>
                <a:lnTo>
                  <a:pt x="421958" y="110995"/>
                </a:lnTo>
                <a:lnTo>
                  <a:pt x="440827" y="108776"/>
                </a:lnTo>
                <a:lnTo>
                  <a:pt x="459696" y="106556"/>
                </a:lnTo>
                <a:lnTo>
                  <a:pt x="478565" y="104337"/>
                </a:lnTo>
                <a:lnTo>
                  <a:pt x="497434" y="102118"/>
                </a:lnTo>
                <a:lnTo>
                  <a:pt x="516303" y="99898"/>
                </a:lnTo>
                <a:lnTo>
                  <a:pt x="535172" y="97669"/>
                </a:lnTo>
                <a:lnTo>
                  <a:pt x="554041" y="95450"/>
                </a:lnTo>
                <a:lnTo>
                  <a:pt x="572910" y="93231"/>
                </a:lnTo>
                <a:lnTo>
                  <a:pt x="591779" y="91011"/>
                </a:lnTo>
                <a:lnTo>
                  <a:pt x="610648" y="88792"/>
                </a:lnTo>
                <a:lnTo>
                  <a:pt x="629517" y="86573"/>
                </a:lnTo>
                <a:lnTo>
                  <a:pt x="648386" y="84353"/>
                </a:lnTo>
                <a:lnTo>
                  <a:pt x="667255" y="82134"/>
                </a:lnTo>
                <a:lnTo>
                  <a:pt x="686124" y="79915"/>
                </a:lnTo>
                <a:lnTo>
                  <a:pt x="704993" y="77695"/>
                </a:lnTo>
                <a:lnTo>
                  <a:pt x="723862" y="75476"/>
                </a:lnTo>
                <a:lnTo>
                  <a:pt x="742731" y="73257"/>
                </a:lnTo>
                <a:lnTo>
                  <a:pt x="761600" y="71037"/>
                </a:lnTo>
                <a:lnTo>
                  <a:pt x="780469" y="68818"/>
                </a:lnTo>
                <a:lnTo>
                  <a:pt x="799338" y="66599"/>
                </a:lnTo>
                <a:lnTo>
                  <a:pt x="818207" y="64379"/>
                </a:lnTo>
                <a:lnTo>
                  <a:pt x="837076" y="62160"/>
                </a:lnTo>
                <a:lnTo>
                  <a:pt x="855945" y="59941"/>
                </a:lnTo>
                <a:lnTo>
                  <a:pt x="874814" y="57712"/>
                </a:lnTo>
                <a:lnTo>
                  <a:pt x="893683" y="55493"/>
                </a:lnTo>
                <a:lnTo>
                  <a:pt x="912552" y="53273"/>
                </a:lnTo>
                <a:lnTo>
                  <a:pt x="931421" y="51054"/>
                </a:lnTo>
                <a:lnTo>
                  <a:pt x="950290" y="48835"/>
                </a:lnTo>
                <a:lnTo>
                  <a:pt x="969159" y="46615"/>
                </a:lnTo>
                <a:lnTo>
                  <a:pt x="988028" y="44396"/>
                </a:lnTo>
                <a:lnTo>
                  <a:pt x="1006897" y="42177"/>
                </a:lnTo>
                <a:lnTo>
                  <a:pt x="1025757" y="39957"/>
                </a:lnTo>
                <a:lnTo>
                  <a:pt x="1044626" y="37738"/>
                </a:lnTo>
                <a:lnTo>
                  <a:pt x="1063495" y="35519"/>
                </a:lnTo>
                <a:lnTo>
                  <a:pt x="1082364" y="33299"/>
                </a:lnTo>
                <a:lnTo>
                  <a:pt x="1101233" y="31080"/>
                </a:lnTo>
                <a:lnTo>
                  <a:pt x="1120102" y="28861"/>
                </a:lnTo>
                <a:lnTo>
                  <a:pt x="1138971" y="26641"/>
                </a:lnTo>
                <a:lnTo>
                  <a:pt x="1157840" y="24422"/>
                </a:lnTo>
                <a:lnTo>
                  <a:pt x="1176709" y="22203"/>
                </a:lnTo>
                <a:lnTo>
                  <a:pt x="1195578" y="19983"/>
                </a:lnTo>
                <a:lnTo>
                  <a:pt x="1214447" y="17755"/>
                </a:lnTo>
                <a:lnTo>
                  <a:pt x="1233316" y="15535"/>
                </a:lnTo>
                <a:lnTo>
                  <a:pt x="1252185" y="13316"/>
                </a:lnTo>
                <a:lnTo>
                  <a:pt x="1271054" y="11097"/>
                </a:lnTo>
                <a:lnTo>
                  <a:pt x="1289923" y="8877"/>
                </a:lnTo>
                <a:lnTo>
                  <a:pt x="1308792" y="6658"/>
                </a:lnTo>
                <a:lnTo>
                  <a:pt x="1327661" y="4439"/>
                </a:lnTo>
                <a:lnTo>
                  <a:pt x="1346530" y="2219"/>
                </a:lnTo>
                <a:lnTo>
                  <a:pt x="1365399" y="0"/>
                </a:lnTo>
                <a:lnTo>
                  <a:pt x="1377144" y="5115"/>
                </a:lnTo>
                <a:lnTo>
                  <a:pt x="1375458" y="24041"/>
                </a:lnTo>
                <a:lnTo>
                  <a:pt x="1373781" y="42967"/>
                </a:lnTo>
                <a:lnTo>
                  <a:pt x="1372105" y="61893"/>
                </a:lnTo>
                <a:lnTo>
                  <a:pt x="1370428" y="80820"/>
                </a:lnTo>
                <a:lnTo>
                  <a:pt x="1368752" y="99736"/>
                </a:lnTo>
                <a:lnTo>
                  <a:pt x="1367066" y="118662"/>
                </a:lnTo>
                <a:lnTo>
                  <a:pt x="1365390" y="137589"/>
                </a:lnTo>
                <a:lnTo>
                  <a:pt x="1363713" y="156515"/>
                </a:lnTo>
                <a:lnTo>
                  <a:pt x="1362037" y="175441"/>
                </a:lnTo>
                <a:lnTo>
                  <a:pt x="1360351" y="194367"/>
                </a:lnTo>
                <a:lnTo>
                  <a:pt x="1358675" y="213284"/>
                </a:lnTo>
                <a:lnTo>
                  <a:pt x="1356998" y="232210"/>
                </a:lnTo>
                <a:lnTo>
                  <a:pt x="1355322" y="251136"/>
                </a:lnTo>
                <a:lnTo>
                  <a:pt x="1353645" y="270062"/>
                </a:lnTo>
                <a:lnTo>
                  <a:pt x="1351959" y="288989"/>
                </a:lnTo>
                <a:lnTo>
                  <a:pt x="1350283" y="307915"/>
                </a:lnTo>
                <a:lnTo>
                  <a:pt x="1348607" y="326841"/>
                </a:lnTo>
                <a:lnTo>
                  <a:pt x="1346930" y="345758"/>
                </a:lnTo>
                <a:lnTo>
                  <a:pt x="1345254" y="364684"/>
                </a:lnTo>
                <a:lnTo>
                  <a:pt x="1343568" y="383610"/>
                </a:lnTo>
                <a:lnTo>
                  <a:pt x="1341892" y="402536"/>
                </a:lnTo>
                <a:lnTo>
                  <a:pt x="1340215" y="421462"/>
                </a:lnTo>
                <a:lnTo>
                  <a:pt x="1338539" y="440388"/>
                </a:lnTo>
                <a:lnTo>
                  <a:pt x="1336862" y="459305"/>
                </a:lnTo>
                <a:lnTo>
                  <a:pt x="1335176" y="478231"/>
                </a:lnTo>
                <a:lnTo>
                  <a:pt x="1333500" y="497157"/>
                </a:lnTo>
                <a:lnTo>
                  <a:pt x="1331824" y="516084"/>
                </a:lnTo>
                <a:lnTo>
                  <a:pt x="1330147" y="535010"/>
                </a:lnTo>
                <a:lnTo>
                  <a:pt x="1328471" y="553936"/>
                </a:lnTo>
                <a:lnTo>
                  <a:pt x="1326785" y="572853"/>
                </a:lnTo>
                <a:lnTo>
                  <a:pt x="1325108" y="591779"/>
                </a:lnTo>
                <a:lnTo>
                  <a:pt x="1323432" y="610705"/>
                </a:lnTo>
                <a:lnTo>
                  <a:pt x="1321756" y="629631"/>
                </a:lnTo>
                <a:lnTo>
                  <a:pt x="1320079" y="648557"/>
                </a:lnTo>
                <a:lnTo>
                  <a:pt x="1318393" y="667483"/>
                </a:lnTo>
                <a:lnTo>
                  <a:pt x="1316717" y="686400"/>
                </a:lnTo>
                <a:lnTo>
                  <a:pt x="1315041" y="705326"/>
                </a:lnTo>
                <a:lnTo>
                  <a:pt x="1313364" y="724252"/>
                </a:lnTo>
                <a:lnTo>
                  <a:pt x="1311688" y="743179"/>
                </a:lnTo>
                <a:lnTo>
                  <a:pt x="1310002" y="762105"/>
                </a:lnTo>
                <a:lnTo>
                  <a:pt x="1308325" y="781031"/>
                </a:lnTo>
                <a:lnTo>
                  <a:pt x="1306649" y="799957"/>
                </a:lnTo>
                <a:lnTo>
                  <a:pt x="1304973" y="818874"/>
                </a:lnTo>
                <a:lnTo>
                  <a:pt x="1303296" y="837800"/>
                </a:lnTo>
                <a:lnTo>
                  <a:pt x="1301610" y="856726"/>
                </a:lnTo>
                <a:lnTo>
                  <a:pt x="1299934" y="875652"/>
                </a:lnTo>
                <a:lnTo>
                  <a:pt x="1298258" y="894578"/>
                </a:lnTo>
                <a:lnTo>
                  <a:pt x="1296581" y="913505"/>
                </a:lnTo>
                <a:lnTo>
                  <a:pt x="1294905" y="932421"/>
                </a:lnTo>
                <a:lnTo>
                  <a:pt x="1276512" y="935098"/>
                </a:lnTo>
                <a:lnTo>
                  <a:pt x="1257643" y="937308"/>
                </a:lnTo>
                <a:lnTo>
                  <a:pt x="1238774" y="939508"/>
                </a:lnTo>
                <a:lnTo>
                  <a:pt x="1219895" y="941718"/>
                </a:lnTo>
                <a:lnTo>
                  <a:pt x="1201026" y="943918"/>
                </a:lnTo>
                <a:lnTo>
                  <a:pt x="1182157" y="946128"/>
                </a:lnTo>
                <a:lnTo>
                  <a:pt x="1163288" y="948338"/>
                </a:lnTo>
                <a:lnTo>
                  <a:pt x="1144419" y="950538"/>
                </a:lnTo>
                <a:lnTo>
                  <a:pt x="1125550" y="952748"/>
                </a:lnTo>
                <a:lnTo>
                  <a:pt x="1106672" y="954957"/>
                </a:lnTo>
                <a:lnTo>
                  <a:pt x="1087803" y="957158"/>
                </a:lnTo>
                <a:lnTo>
                  <a:pt x="1068934" y="959368"/>
                </a:lnTo>
                <a:lnTo>
                  <a:pt x="1050065" y="961568"/>
                </a:lnTo>
                <a:lnTo>
                  <a:pt x="1031196" y="963778"/>
                </a:lnTo>
                <a:lnTo>
                  <a:pt x="1012327" y="965987"/>
                </a:lnTo>
                <a:lnTo>
                  <a:pt x="993458" y="968188"/>
                </a:lnTo>
                <a:lnTo>
                  <a:pt x="974579" y="970397"/>
                </a:lnTo>
                <a:lnTo>
                  <a:pt x="955710" y="972607"/>
                </a:lnTo>
                <a:lnTo>
                  <a:pt x="936841" y="974808"/>
                </a:lnTo>
                <a:lnTo>
                  <a:pt x="917972" y="977017"/>
                </a:lnTo>
                <a:lnTo>
                  <a:pt x="899103" y="979218"/>
                </a:lnTo>
                <a:lnTo>
                  <a:pt x="880234" y="981427"/>
                </a:lnTo>
                <a:lnTo>
                  <a:pt x="861365" y="983637"/>
                </a:lnTo>
                <a:lnTo>
                  <a:pt x="842486" y="985838"/>
                </a:lnTo>
                <a:lnTo>
                  <a:pt x="823617" y="988047"/>
                </a:lnTo>
                <a:lnTo>
                  <a:pt x="804748" y="990248"/>
                </a:lnTo>
                <a:lnTo>
                  <a:pt x="785879" y="992457"/>
                </a:lnTo>
                <a:lnTo>
                  <a:pt x="767010" y="994667"/>
                </a:lnTo>
                <a:lnTo>
                  <a:pt x="748141" y="996867"/>
                </a:lnTo>
                <a:lnTo>
                  <a:pt x="729272" y="999077"/>
                </a:lnTo>
                <a:lnTo>
                  <a:pt x="710394" y="1001287"/>
                </a:lnTo>
                <a:lnTo>
                  <a:pt x="691525" y="1003487"/>
                </a:lnTo>
                <a:lnTo>
                  <a:pt x="672656" y="1005697"/>
                </a:lnTo>
                <a:lnTo>
                  <a:pt x="653786" y="1007897"/>
                </a:lnTo>
                <a:lnTo>
                  <a:pt x="634917" y="1010107"/>
                </a:lnTo>
                <a:lnTo>
                  <a:pt x="616048" y="1012317"/>
                </a:lnTo>
                <a:lnTo>
                  <a:pt x="597179" y="1014517"/>
                </a:lnTo>
                <a:lnTo>
                  <a:pt x="578301" y="1016727"/>
                </a:lnTo>
                <a:lnTo>
                  <a:pt x="559432" y="1018927"/>
                </a:lnTo>
                <a:lnTo>
                  <a:pt x="540563" y="1021137"/>
                </a:lnTo>
                <a:lnTo>
                  <a:pt x="521694" y="1023347"/>
                </a:lnTo>
                <a:lnTo>
                  <a:pt x="502825" y="1025547"/>
                </a:lnTo>
                <a:lnTo>
                  <a:pt x="483956" y="1027757"/>
                </a:lnTo>
                <a:lnTo>
                  <a:pt x="465087" y="1029967"/>
                </a:lnTo>
                <a:lnTo>
                  <a:pt x="446208" y="1032167"/>
                </a:lnTo>
                <a:lnTo>
                  <a:pt x="427339" y="1034377"/>
                </a:lnTo>
                <a:lnTo>
                  <a:pt x="408470" y="1036577"/>
                </a:lnTo>
                <a:lnTo>
                  <a:pt x="389601" y="1038787"/>
                </a:lnTo>
                <a:lnTo>
                  <a:pt x="370732" y="1040997"/>
                </a:lnTo>
                <a:lnTo>
                  <a:pt x="351863" y="1043197"/>
                </a:lnTo>
                <a:lnTo>
                  <a:pt x="332994" y="1045407"/>
                </a:lnTo>
                <a:lnTo>
                  <a:pt x="314115" y="1047617"/>
                </a:lnTo>
                <a:lnTo>
                  <a:pt x="295246" y="1049817"/>
                </a:lnTo>
                <a:lnTo>
                  <a:pt x="276377" y="1052027"/>
                </a:lnTo>
                <a:lnTo>
                  <a:pt x="257508" y="1054227"/>
                </a:lnTo>
                <a:lnTo>
                  <a:pt x="238639" y="1056437"/>
                </a:lnTo>
                <a:lnTo>
                  <a:pt x="219770" y="1058647"/>
                </a:lnTo>
                <a:lnTo>
                  <a:pt x="200901" y="1060847"/>
                </a:lnTo>
                <a:lnTo>
                  <a:pt x="182023" y="1063057"/>
                </a:lnTo>
                <a:lnTo>
                  <a:pt x="163154" y="1065266"/>
                </a:lnTo>
                <a:lnTo>
                  <a:pt x="144285" y="1067467"/>
                </a:lnTo>
                <a:lnTo>
                  <a:pt x="125416" y="1069677"/>
                </a:lnTo>
                <a:lnTo>
                  <a:pt x="106547" y="1071877"/>
                </a:lnTo>
                <a:lnTo>
                  <a:pt x="87678" y="1074087"/>
                </a:lnTo>
                <a:lnTo>
                  <a:pt x="68809" y="1076296"/>
                </a:lnTo>
                <a:lnTo>
                  <a:pt x="49930" y="1078497"/>
                </a:lnTo>
                <a:lnTo>
                  <a:pt x="31061" y="1080707"/>
                </a:lnTo>
                <a:lnTo>
                  <a:pt x="12192" y="1082907"/>
                </a:lnTo>
                <a:lnTo>
                  <a:pt x="0" y="1078249"/>
                </a:lnTo>
                <a:lnTo>
                  <a:pt x="1676" y="1059323"/>
                </a:lnTo>
                <a:lnTo>
                  <a:pt x="3362" y="1040406"/>
                </a:lnTo>
                <a:lnTo>
                  <a:pt x="5039" y="1021480"/>
                </a:lnTo>
                <a:lnTo>
                  <a:pt x="6725" y="1002554"/>
                </a:lnTo>
                <a:lnTo>
                  <a:pt x="8401" y="983628"/>
                </a:lnTo>
                <a:lnTo>
                  <a:pt x="10077" y="964702"/>
                </a:lnTo>
                <a:lnTo>
                  <a:pt x="11763" y="945775"/>
                </a:lnTo>
                <a:lnTo>
                  <a:pt x="13440" y="926859"/>
                </a:lnTo>
                <a:lnTo>
                  <a:pt x="15116" y="907933"/>
                </a:lnTo>
                <a:lnTo>
                  <a:pt x="16802" y="889006"/>
                </a:lnTo>
                <a:lnTo>
                  <a:pt x="18479" y="870080"/>
                </a:lnTo>
                <a:lnTo>
                  <a:pt x="20164" y="851154"/>
                </a:lnTo>
                <a:lnTo>
                  <a:pt x="21841" y="832237"/>
                </a:lnTo>
                <a:lnTo>
                  <a:pt x="23517" y="813311"/>
                </a:lnTo>
                <a:lnTo>
                  <a:pt x="25203" y="794385"/>
                </a:lnTo>
                <a:lnTo>
                  <a:pt x="26880" y="775459"/>
                </a:lnTo>
                <a:lnTo>
                  <a:pt x="28556" y="756533"/>
                </a:lnTo>
                <a:lnTo>
                  <a:pt x="30242" y="737606"/>
                </a:lnTo>
                <a:lnTo>
                  <a:pt x="31918" y="718690"/>
                </a:lnTo>
                <a:lnTo>
                  <a:pt x="33604" y="699764"/>
                </a:lnTo>
                <a:lnTo>
                  <a:pt x="35281" y="680837"/>
                </a:lnTo>
                <a:lnTo>
                  <a:pt x="36957" y="661911"/>
                </a:lnTo>
                <a:lnTo>
                  <a:pt x="38643" y="642985"/>
                </a:lnTo>
                <a:lnTo>
                  <a:pt x="40319" y="624059"/>
                </a:lnTo>
                <a:lnTo>
                  <a:pt x="42005" y="605142"/>
                </a:lnTo>
                <a:lnTo>
                  <a:pt x="43682" y="586216"/>
                </a:lnTo>
                <a:lnTo>
                  <a:pt x="45358" y="567290"/>
                </a:lnTo>
                <a:lnTo>
                  <a:pt x="47044" y="548364"/>
                </a:lnTo>
                <a:lnTo>
                  <a:pt x="48720" y="529438"/>
                </a:lnTo>
                <a:lnTo>
                  <a:pt x="50397" y="510511"/>
                </a:lnTo>
                <a:lnTo>
                  <a:pt x="52083" y="491595"/>
                </a:lnTo>
                <a:lnTo>
                  <a:pt x="53759" y="472669"/>
                </a:lnTo>
                <a:lnTo>
                  <a:pt x="55445" y="453742"/>
                </a:lnTo>
                <a:lnTo>
                  <a:pt x="57121" y="434816"/>
                </a:lnTo>
                <a:lnTo>
                  <a:pt x="58798" y="415890"/>
                </a:lnTo>
                <a:lnTo>
                  <a:pt x="60484" y="396973"/>
                </a:lnTo>
                <a:lnTo>
                  <a:pt x="62160" y="378047"/>
                </a:lnTo>
                <a:lnTo>
                  <a:pt x="63837" y="359121"/>
                </a:lnTo>
                <a:lnTo>
                  <a:pt x="65522" y="340195"/>
                </a:lnTo>
                <a:lnTo>
                  <a:pt x="67199" y="321269"/>
                </a:lnTo>
                <a:lnTo>
                  <a:pt x="68885" y="302343"/>
                </a:lnTo>
                <a:lnTo>
                  <a:pt x="70561" y="283426"/>
                </a:lnTo>
                <a:lnTo>
                  <a:pt x="72238" y="264500"/>
                </a:lnTo>
                <a:lnTo>
                  <a:pt x="73924" y="245574"/>
                </a:lnTo>
                <a:lnTo>
                  <a:pt x="75600" y="226647"/>
                </a:lnTo>
                <a:lnTo>
                  <a:pt x="77286" y="207721"/>
                </a:lnTo>
                <a:lnTo>
                  <a:pt x="78962" y="188795"/>
                </a:lnTo>
                <a:lnTo>
                  <a:pt x="80639" y="169878"/>
                </a:lnTo>
                <a:lnTo>
                  <a:pt x="82325" y="150952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EDC54C5D-AB28-40A9-96FC-BB28A5E9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7710" y="1814055"/>
            <a:ext cx="1377144" cy="1082907"/>
          </a:xfrm>
          <a:custGeom xmlns:a="http://schemas.openxmlformats.org/drawingml/2006/main">
            <a:pathLst>
              <a:path w="1377144" h="1082907">
                <a:moveTo>
                  <a:pt x="82325" y="150952"/>
                </a:moveTo>
                <a:lnTo>
                  <a:pt x="101194" y="148733"/>
                </a:lnTo>
                <a:lnTo>
                  <a:pt x="120063" y="146514"/>
                </a:lnTo>
                <a:lnTo>
                  <a:pt x="138932" y="144294"/>
                </a:lnTo>
                <a:lnTo>
                  <a:pt x="157801" y="142075"/>
                </a:lnTo>
                <a:lnTo>
                  <a:pt x="176670" y="139856"/>
                </a:lnTo>
                <a:lnTo>
                  <a:pt x="195539" y="137627"/>
                </a:lnTo>
                <a:lnTo>
                  <a:pt x="214398" y="135407"/>
                </a:lnTo>
                <a:lnTo>
                  <a:pt x="233267" y="133188"/>
                </a:lnTo>
                <a:lnTo>
                  <a:pt x="252136" y="130969"/>
                </a:lnTo>
                <a:lnTo>
                  <a:pt x="271005" y="128749"/>
                </a:lnTo>
                <a:lnTo>
                  <a:pt x="289874" y="126530"/>
                </a:lnTo>
                <a:lnTo>
                  <a:pt x="308743" y="124311"/>
                </a:lnTo>
                <a:lnTo>
                  <a:pt x="327612" y="122091"/>
                </a:lnTo>
                <a:lnTo>
                  <a:pt x="346481" y="119872"/>
                </a:lnTo>
                <a:lnTo>
                  <a:pt x="365350" y="117653"/>
                </a:lnTo>
                <a:lnTo>
                  <a:pt x="384219" y="115433"/>
                </a:lnTo>
                <a:lnTo>
                  <a:pt x="403088" y="113214"/>
                </a:lnTo>
                <a:lnTo>
                  <a:pt x="421958" y="110995"/>
                </a:lnTo>
                <a:lnTo>
                  <a:pt x="440827" y="108776"/>
                </a:lnTo>
                <a:lnTo>
                  <a:pt x="459696" y="106556"/>
                </a:lnTo>
                <a:lnTo>
                  <a:pt x="478565" y="104337"/>
                </a:lnTo>
                <a:lnTo>
                  <a:pt x="497434" y="102118"/>
                </a:lnTo>
                <a:lnTo>
                  <a:pt x="516303" y="99898"/>
                </a:lnTo>
                <a:lnTo>
                  <a:pt x="535172" y="97669"/>
                </a:lnTo>
                <a:lnTo>
                  <a:pt x="554041" y="95450"/>
                </a:lnTo>
                <a:lnTo>
                  <a:pt x="572910" y="93231"/>
                </a:lnTo>
                <a:lnTo>
                  <a:pt x="591779" y="91011"/>
                </a:lnTo>
                <a:lnTo>
                  <a:pt x="610648" y="88792"/>
                </a:lnTo>
                <a:lnTo>
                  <a:pt x="629517" y="86573"/>
                </a:lnTo>
                <a:lnTo>
                  <a:pt x="648386" y="84353"/>
                </a:lnTo>
                <a:lnTo>
                  <a:pt x="667255" y="82134"/>
                </a:lnTo>
                <a:lnTo>
                  <a:pt x="686124" y="79915"/>
                </a:lnTo>
                <a:lnTo>
                  <a:pt x="704993" y="77695"/>
                </a:lnTo>
                <a:lnTo>
                  <a:pt x="723862" y="75476"/>
                </a:lnTo>
                <a:lnTo>
                  <a:pt x="742731" y="73257"/>
                </a:lnTo>
                <a:lnTo>
                  <a:pt x="761600" y="71037"/>
                </a:lnTo>
                <a:lnTo>
                  <a:pt x="780469" y="68818"/>
                </a:lnTo>
                <a:lnTo>
                  <a:pt x="799338" y="66599"/>
                </a:lnTo>
                <a:lnTo>
                  <a:pt x="818207" y="64379"/>
                </a:lnTo>
                <a:lnTo>
                  <a:pt x="837076" y="62160"/>
                </a:lnTo>
                <a:lnTo>
                  <a:pt x="855945" y="59941"/>
                </a:lnTo>
                <a:lnTo>
                  <a:pt x="874814" y="57712"/>
                </a:lnTo>
                <a:lnTo>
                  <a:pt x="893683" y="55493"/>
                </a:lnTo>
                <a:lnTo>
                  <a:pt x="912552" y="53273"/>
                </a:lnTo>
                <a:lnTo>
                  <a:pt x="931421" y="51054"/>
                </a:lnTo>
                <a:lnTo>
                  <a:pt x="950290" y="48835"/>
                </a:lnTo>
                <a:lnTo>
                  <a:pt x="969159" y="46615"/>
                </a:lnTo>
                <a:lnTo>
                  <a:pt x="988028" y="44396"/>
                </a:lnTo>
                <a:lnTo>
                  <a:pt x="1006897" y="42177"/>
                </a:lnTo>
                <a:lnTo>
                  <a:pt x="1025766" y="39957"/>
                </a:lnTo>
                <a:lnTo>
                  <a:pt x="1044626" y="37738"/>
                </a:lnTo>
                <a:lnTo>
                  <a:pt x="1063495" y="35519"/>
                </a:lnTo>
                <a:lnTo>
                  <a:pt x="1082364" y="33299"/>
                </a:lnTo>
                <a:lnTo>
                  <a:pt x="1101233" y="31080"/>
                </a:lnTo>
                <a:lnTo>
                  <a:pt x="1120102" y="28861"/>
                </a:lnTo>
                <a:lnTo>
                  <a:pt x="1138971" y="26641"/>
                </a:lnTo>
                <a:lnTo>
                  <a:pt x="1157840" y="24422"/>
                </a:lnTo>
                <a:lnTo>
                  <a:pt x="1176709" y="22203"/>
                </a:lnTo>
                <a:lnTo>
                  <a:pt x="1195578" y="19983"/>
                </a:lnTo>
                <a:lnTo>
                  <a:pt x="1214447" y="17755"/>
                </a:lnTo>
                <a:lnTo>
                  <a:pt x="1233316" y="15535"/>
                </a:lnTo>
                <a:lnTo>
                  <a:pt x="1252185" y="13316"/>
                </a:lnTo>
                <a:lnTo>
                  <a:pt x="1271054" y="11097"/>
                </a:lnTo>
                <a:lnTo>
                  <a:pt x="1289923" y="8877"/>
                </a:lnTo>
                <a:lnTo>
                  <a:pt x="1308792" y="6658"/>
                </a:lnTo>
                <a:lnTo>
                  <a:pt x="1327661" y="4439"/>
                </a:lnTo>
                <a:lnTo>
                  <a:pt x="1346530" y="2219"/>
                </a:lnTo>
                <a:lnTo>
                  <a:pt x="1365399" y="0"/>
                </a:lnTo>
                <a:lnTo>
                  <a:pt x="1377144" y="5115"/>
                </a:lnTo>
                <a:lnTo>
                  <a:pt x="1375458" y="24041"/>
                </a:lnTo>
                <a:lnTo>
                  <a:pt x="1373781" y="42967"/>
                </a:lnTo>
                <a:lnTo>
                  <a:pt x="1372105" y="61893"/>
                </a:lnTo>
                <a:lnTo>
                  <a:pt x="1370428" y="80820"/>
                </a:lnTo>
                <a:lnTo>
                  <a:pt x="1368752" y="99736"/>
                </a:lnTo>
                <a:lnTo>
                  <a:pt x="1367066" y="118662"/>
                </a:lnTo>
                <a:lnTo>
                  <a:pt x="1365390" y="137589"/>
                </a:lnTo>
                <a:lnTo>
                  <a:pt x="1363713" y="156515"/>
                </a:lnTo>
                <a:lnTo>
                  <a:pt x="1362037" y="175441"/>
                </a:lnTo>
                <a:lnTo>
                  <a:pt x="1360361" y="194367"/>
                </a:lnTo>
                <a:lnTo>
                  <a:pt x="1358675" y="213284"/>
                </a:lnTo>
                <a:lnTo>
                  <a:pt x="1356998" y="232210"/>
                </a:lnTo>
                <a:lnTo>
                  <a:pt x="1355322" y="251136"/>
                </a:lnTo>
                <a:lnTo>
                  <a:pt x="1353645" y="270062"/>
                </a:lnTo>
                <a:lnTo>
                  <a:pt x="1351969" y="288989"/>
                </a:lnTo>
                <a:lnTo>
                  <a:pt x="1350283" y="307915"/>
                </a:lnTo>
                <a:lnTo>
                  <a:pt x="1348607" y="326831"/>
                </a:lnTo>
                <a:lnTo>
                  <a:pt x="1346930" y="345758"/>
                </a:lnTo>
                <a:lnTo>
                  <a:pt x="1345254" y="364684"/>
                </a:lnTo>
                <a:lnTo>
                  <a:pt x="1343568" y="383610"/>
                </a:lnTo>
                <a:lnTo>
                  <a:pt x="1341892" y="402536"/>
                </a:lnTo>
                <a:lnTo>
                  <a:pt x="1340215" y="421462"/>
                </a:lnTo>
                <a:lnTo>
                  <a:pt x="1338539" y="440388"/>
                </a:lnTo>
                <a:lnTo>
                  <a:pt x="1336862" y="459305"/>
                </a:lnTo>
                <a:lnTo>
                  <a:pt x="1335176" y="478231"/>
                </a:lnTo>
                <a:lnTo>
                  <a:pt x="1333500" y="497157"/>
                </a:lnTo>
                <a:lnTo>
                  <a:pt x="1331824" y="516084"/>
                </a:lnTo>
                <a:lnTo>
                  <a:pt x="1330147" y="535010"/>
                </a:lnTo>
                <a:lnTo>
                  <a:pt x="1328471" y="553936"/>
                </a:lnTo>
                <a:lnTo>
                  <a:pt x="1326785" y="572853"/>
                </a:lnTo>
                <a:lnTo>
                  <a:pt x="1325108" y="591779"/>
                </a:lnTo>
                <a:lnTo>
                  <a:pt x="1323432" y="610705"/>
                </a:lnTo>
                <a:lnTo>
                  <a:pt x="1321756" y="629631"/>
                </a:lnTo>
                <a:lnTo>
                  <a:pt x="1320079" y="648557"/>
                </a:lnTo>
                <a:lnTo>
                  <a:pt x="1318393" y="667483"/>
                </a:lnTo>
                <a:lnTo>
                  <a:pt x="1316717" y="686400"/>
                </a:lnTo>
                <a:lnTo>
                  <a:pt x="1315041" y="705326"/>
                </a:lnTo>
                <a:lnTo>
                  <a:pt x="1313364" y="724252"/>
                </a:lnTo>
                <a:lnTo>
                  <a:pt x="1311688" y="743179"/>
                </a:lnTo>
                <a:lnTo>
                  <a:pt x="1310002" y="762105"/>
                </a:lnTo>
                <a:lnTo>
                  <a:pt x="1308325" y="781031"/>
                </a:lnTo>
                <a:lnTo>
                  <a:pt x="1306649" y="799957"/>
                </a:lnTo>
                <a:lnTo>
                  <a:pt x="1304973" y="818874"/>
                </a:lnTo>
                <a:lnTo>
                  <a:pt x="1303296" y="837800"/>
                </a:lnTo>
                <a:lnTo>
                  <a:pt x="1301610" y="856726"/>
                </a:lnTo>
                <a:lnTo>
                  <a:pt x="1299934" y="875652"/>
                </a:lnTo>
                <a:lnTo>
                  <a:pt x="1298258" y="894578"/>
                </a:lnTo>
                <a:lnTo>
                  <a:pt x="1296581" y="913505"/>
                </a:lnTo>
                <a:lnTo>
                  <a:pt x="1294905" y="932421"/>
                </a:lnTo>
                <a:lnTo>
                  <a:pt x="1276512" y="935098"/>
                </a:lnTo>
                <a:lnTo>
                  <a:pt x="1257643" y="937308"/>
                </a:lnTo>
                <a:lnTo>
                  <a:pt x="1238774" y="939508"/>
                </a:lnTo>
                <a:lnTo>
                  <a:pt x="1219895" y="941718"/>
                </a:lnTo>
                <a:lnTo>
                  <a:pt x="1201026" y="943918"/>
                </a:lnTo>
                <a:lnTo>
                  <a:pt x="1182157" y="946128"/>
                </a:lnTo>
                <a:lnTo>
                  <a:pt x="1163288" y="948338"/>
                </a:lnTo>
                <a:lnTo>
                  <a:pt x="1144419" y="950538"/>
                </a:lnTo>
                <a:lnTo>
                  <a:pt x="1125550" y="952748"/>
                </a:lnTo>
                <a:lnTo>
                  <a:pt x="1106681" y="954957"/>
                </a:lnTo>
                <a:lnTo>
                  <a:pt x="1087803" y="957158"/>
                </a:lnTo>
                <a:lnTo>
                  <a:pt x="1068934" y="959368"/>
                </a:lnTo>
                <a:lnTo>
                  <a:pt x="1050065" y="961568"/>
                </a:lnTo>
                <a:lnTo>
                  <a:pt x="1031196" y="963778"/>
                </a:lnTo>
                <a:lnTo>
                  <a:pt x="1012327" y="965987"/>
                </a:lnTo>
                <a:lnTo>
                  <a:pt x="993458" y="968188"/>
                </a:lnTo>
                <a:lnTo>
                  <a:pt x="974579" y="970397"/>
                </a:lnTo>
                <a:lnTo>
                  <a:pt x="955710" y="972598"/>
                </a:lnTo>
                <a:lnTo>
                  <a:pt x="936841" y="974808"/>
                </a:lnTo>
                <a:lnTo>
                  <a:pt x="917972" y="977017"/>
                </a:lnTo>
                <a:lnTo>
                  <a:pt x="899103" y="979218"/>
                </a:lnTo>
                <a:lnTo>
                  <a:pt x="880234" y="981427"/>
                </a:lnTo>
                <a:lnTo>
                  <a:pt x="861365" y="983637"/>
                </a:lnTo>
                <a:lnTo>
                  <a:pt x="842486" y="985838"/>
                </a:lnTo>
                <a:lnTo>
                  <a:pt x="823617" y="988047"/>
                </a:lnTo>
                <a:lnTo>
                  <a:pt x="804748" y="990248"/>
                </a:lnTo>
                <a:lnTo>
                  <a:pt x="785879" y="992457"/>
                </a:lnTo>
                <a:lnTo>
                  <a:pt x="767010" y="994667"/>
                </a:lnTo>
                <a:lnTo>
                  <a:pt x="748141" y="996867"/>
                </a:lnTo>
                <a:lnTo>
                  <a:pt x="729272" y="999077"/>
                </a:lnTo>
                <a:lnTo>
                  <a:pt x="710394" y="1001287"/>
                </a:lnTo>
                <a:lnTo>
                  <a:pt x="691525" y="1003487"/>
                </a:lnTo>
                <a:lnTo>
                  <a:pt x="672656" y="1005697"/>
                </a:lnTo>
                <a:lnTo>
                  <a:pt x="653786" y="1007897"/>
                </a:lnTo>
                <a:lnTo>
                  <a:pt x="634917" y="1010107"/>
                </a:lnTo>
                <a:lnTo>
                  <a:pt x="616048" y="1012317"/>
                </a:lnTo>
                <a:lnTo>
                  <a:pt x="597179" y="1014517"/>
                </a:lnTo>
                <a:lnTo>
                  <a:pt x="578301" y="1016727"/>
                </a:lnTo>
                <a:lnTo>
                  <a:pt x="559432" y="1018927"/>
                </a:lnTo>
                <a:lnTo>
                  <a:pt x="540563" y="1021137"/>
                </a:lnTo>
                <a:lnTo>
                  <a:pt x="521694" y="1023347"/>
                </a:lnTo>
                <a:lnTo>
                  <a:pt x="502825" y="1025547"/>
                </a:lnTo>
                <a:lnTo>
                  <a:pt x="483956" y="1027757"/>
                </a:lnTo>
                <a:lnTo>
                  <a:pt x="465087" y="1029967"/>
                </a:lnTo>
                <a:lnTo>
                  <a:pt x="446208" y="1032167"/>
                </a:lnTo>
                <a:lnTo>
                  <a:pt x="427339" y="1034377"/>
                </a:lnTo>
                <a:lnTo>
                  <a:pt x="408470" y="1036577"/>
                </a:lnTo>
                <a:lnTo>
                  <a:pt x="389601" y="1038787"/>
                </a:lnTo>
                <a:lnTo>
                  <a:pt x="370732" y="1040997"/>
                </a:lnTo>
                <a:lnTo>
                  <a:pt x="351863" y="1043197"/>
                </a:lnTo>
                <a:lnTo>
                  <a:pt x="332994" y="1045407"/>
                </a:lnTo>
                <a:lnTo>
                  <a:pt x="314115" y="1047617"/>
                </a:lnTo>
                <a:lnTo>
                  <a:pt x="295246" y="1049817"/>
                </a:lnTo>
                <a:lnTo>
                  <a:pt x="276377" y="1052027"/>
                </a:lnTo>
                <a:lnTo>
                  <a:pt x="257508" y="1054227"/>
                </a:lnTo>
                <a:lnTo>
                  <a:pt x="238639" y="1056437"/>
                </a:lnTo>
                <a:lnTo>
                  <a:pt x="219770" y="1058647"/>
                </a:lnTo>
                <a:lnTo>
                  <a:pt x="200901" y="1060847"/>
                </a:lnTo>
                <a:lnTo>
                  <a:pt x="182023" y="1063057"/>
                </a:lnTo>
                <a:lnTo>
                  <a:pt x="163154" y="1065257"/>
                </a:lnTo>
                <a:lnTo>
                  <a:pt x="144285" y="1067467"/>
                </a:lnTo>
                <a:lnTo>
                  <a:pt x="125416" y="1069677"/>
                </a:lnTo>
                <a:lnTo>
                  <a:pt x="106547" y="1071877"/>
                </a:lnTo>
                <a:lnTo>
                  <a:pt x="87678" y="1074087"/>
                </a:lnTo>
                <a:lnTo>
                  <a:pt x="68809" y="1076296"/>
                </a:lnTo>
                <a:lnTo>
                  <a:pt x="49930" y="1078497"/>
                </a:lnTo>
                <a:lnTo>
                  <a:pt x="31061" y="1080707"/>
                </a:lnTo>
                <a:lnTo>
                  <a:pt x="12192" y="1082907"/>
                </a:lnTo>
                <a:lnTo>
                  <a:pt x="0" y="1078249"/>
                </a:lnTo>
                <a:lnTo>
                  <a:pt x="1676" y="1059323"/>
                </a:lnTo>
                <a:lnTo>
                  <a:pt x="3362" y="1040406"/>
                </a:lnTo>
                <a:lnTo>
                  <a:pt x="5039" y="1021480"/>
                </a:lnTo>
                <a:lnTo>
                  <a:pt x="6725" y="1002554"/>
                </a:lnTo>
                <a:lnTo>
                  <a:pt x="8401" y="983628"/>
                </a:lnTo>
                <a:lnTo>
                  <a:pt x="10077" y="964702"/>
                </a:lnTo>
                <a:lnTo>
                  <a:pt x="11763" y="945775"/>
                </a:lnTo>
                <a:lnTo>
                  <a:pt x="13440" y="926859"/>
                </a:lnTo>
                <a:lnTo>
                  <a:pt x="15116" y="907933"/>
                </a:lnTo>
                <a:lnTo>
                  <a:pt x="16802" y="889006"/>
                </a:lnTo>
                <a:lnTo>
                  <a:pt x="18479" y="870080"/>
                </a:lnTo>
                <a:lnTo>
                  <a:pt x="20164" y="851154"/>
                </a:lnTo>
                <a:lnTo>
                  <a:pt x="21841" y="832228"/>
                </a:lnTo>
                <a:lnTo>
                  <a:pt x="23517" y="813311"/>
                </a:lnTo>
                <a:lnTo>
                  <a:pt x="25203" y="794385"/>
                </a:lnTo>
                <a:lnTo>
                  <a:pt x="26880" y="775459"/>
                </a:lnTo>
                <a:lnTo>
                  <a:pt x="28556" y="756533"/>
                </a:lnTo>
                <a:lnTo>
                  <a:pt x="30242" y="737606"/>
                </a:lnTo>
                <a:lnTo>
                  <a:pt x="31918" y="718690"/>
                </a:lnTo>
                <a:lnTo>
                  <a:pt x="33604" y="699764"/>
                </a:lnTo>
                <a:lnTo>
                  <a:pt x="35281" y="680837"/>
                </a:lnTo>
                <a:lnTo>
                  <a:pt x="36957" y="661911"/>
                </a:lnTo>
                <a:lnTo>
                  <a:pt x="38643" y="642985"/>
                </a:lnTo>
                <a:lnTo>
                  <a:pt x="40319" y="624059"/>
                </a:lnTo>
                <a:lnTo>
                  <a:pt x="42005" y="605142"/>
                </a:lnTo>
                <a:lnTo>
                  <a:pt x="43682" y="586216"/>
                </a:lnTo>
                <a:lnTo>
                  <a:pt x="45358" y="567290"/>
                </a:lnTo>
                <a:lnTo>
                  <a:pt x="47044" y="548364"/>
                </a:lnTo>
                <a:lnTo>
                  <a:pt x="48720" y="529438"/>
                </a:lnTo>
                <a:lnTo>
                  <a:pt x="50397" y="510511"/>
                </a:lnTo>
                <a:lnTo>
                  <a:pt x="52083" y="491595"/>
                </a:lnTo>
                <a:lnTo>
                  <a:pt x="53759" y="472669"/>
                </a:lnTo>
                <a:lnTo>
                  <a:pt x="55445" y="453742"/>
                </a:lnTo>
                <a:lnTo>
                  <a:pt x="57121" y="434816"/>
                </a:lnTo>
                <a:lnTo>
                  <a:pt x="58798" y="415890"/>
                </a:lnTo>
                <a:lnTo>
                  <a:pt x="60484" y="396973"/>
                </a:lnTo>
                <a:lnTo>
                  <a:pt x="62160" y="378047"/>
                </a:lnTo>
                <a:lnTo>
                  <a:pt x="63837" y="359121"/>
                </a:lnTo>
                <a:lnTo>
                  <a:pt x="65522" y="340195"/>
                </a:lnTo>
                <a:lnTo>
                  <a:pt x="67199" y="321269"/>
                </a:lnTo>
                <a:lnTo>
                  <a:pt x="68885" y="302343"/>
                </a:lnTo>
                <a:lnTo>
                  <a:pt x="70561" y="283426"/>
                </a:lnTo>
                <a:lnTo>
                  <a:pt x="72238" y="264500"/>
                </a:lnTo>
                <a:lnTo>
                  <a:pt x="73924" y="245574"/>
                </a:lnTo>
                <a:lnTo>
                  <a:pt x="75600" y="226647"/>
                </a:lnTo>
                <a:lnTo>
                  <a:pt x="77286" y="207721"/>
                </a:lnTo>
                <a:lnTo>
                  <a:pt x="78962" y="188795"/>
                </a:lnTo>
                <a:lnTo>
                  <a:pt x="80639" y="169878"/>
                </a:lnTo>
                <a:lnTo>
                  <a:pt x="82325" y="150952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220ABF82-C419-4090-8F05-3AD4873C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7900" y="1398765"/>
            <a:ext cx="1377144" cy="1082907"/>
          </a:xfrm>
          <a:custGeom xmlns:a="http://schemas.openxmlformats.org/drawingml/2006/main">
            <a:pathLst>
              <a:path w="1377144" h="1082907">
                <a:moveTo>
                  <a:pt x="82325" y="150952"/>
                </a:moveTo>
                <a:lnTo>
                  <a:pt x="101194" y="148733"/>
                </a:lnTo>
                <a:lnTo>
                  <a:pt x="120063" y="146514"/>
                </a:lnTo>
                <a:lnTo>
                  <a:pt x="138932" y="144294"/>
                </a:lnTo>
                <a:lnTo>
                  <a:pt x="157801" y="142075"/>
                </a:lnTo>
                <a:lnTo>
                  <a:pt x="176670" y="139856"/>
                </a:lnTo>
                <a:lnTo>
                  <a:pt x="195539" y="137627"/>
                </a:lnTo>
                <a:lnTo>
                  <a:pt x="214408" y="135407"/>
                </a:lnTo>
                <a:lnTo>
                  <a:pt x="233277" y="133188"/>
                </a:lnTo>
                <a:lnTo>
                  <a:pt x="252136" y="130969"/>
                </a:lnTo>
                <a:lnTo>
                  <a:pt x="271005" y="128749"/>
                </a:lnTo>
                <a:lnTo>
                  <a:pt x="289874" y="126530"/>
                </a:lnTo>
                <a:lnTo>
                  <a:pt x="308743" y="124311"/>
                </a:lnTo>
                <a:lnTo>
                  <a:pt x="327612" y="122091"/>
                </a:lnTo>
                <a:lnTo>
                  <a:pt x="346481" y="119872"/>
                </a:lnTo>
                <a:lnTo>
                  <a:pt x="365350" y="117653"/>
                </a:lnTo>
                <a:lnTo>
                  <a:pt x="384219" y="115433"/>
                </a:lnTo>
                <a:lnTo>
                  <a:pt x="403088" y="113214"/>
                </a:lnTo>
                <a:lnTo>
                  <a:pt x="421958" y="110995"/>
                </a:lnTo>
                <a:lnTo>
                  <a:pt x="440827" y="108776"/>
                </a:lnTo>
                <a:lnTo>
                  <a:pt x="459696" y="106556"/>
                </a:lnTo>
                <a:lnTo>
                  <a:pt x="478565" y="104337"/>
                </a:lnTo>
                <a:lnTo>
                  <a:pt x="497434" y="102118"/>
                </a:lnTo>
                <a:lnTo>
                  <a:pt x="516303" y="99898"/>
                </a:lnTo>
                <a:lnTo>
                  <a:pt x="535172" y="97669"/>
                </a:lnTo>
                <a:lnTo>
                  <a:pt x="554041" y="95450"/>
                </a:lnTo>
                <a:lnTo>
                  <a:pt x="572910" y="93231"/>
                </a:lnTo>
                <a:lnTo>
                  <a:pt x="591779" y="91011"/>
                </a:lnTo>
                <a:lnTo>
                  <a:pt x="610648" y="88792"/>
                </a:lnTo>
                <a:lnTo>
                  <a:pt x="629517" y="86573"/>
                </a:lnTo>
                <a:lnTo>
                  <a:pt x="648386" y="84353"/>
                </a:lnTo>
                <a:lnTo>
                  <a:pt x="667255" y="82134"/>
                </a:lnTo>
                <a:lnTo>
                  <a:pt x="686124" y="79915"/>
                </a:lnTo>
                <a:lnTo>
                  <a:pt x="704993" y="77695"/>
                </a:lnTo>
                <a:lnTo>
                  <a:pt x="723862" y="75476"/>
                </a:lnTo>
                <a:lnTo>
                  <a:pt x="742731" y="73257"/>
                </a:lnTo>
                <a:lnTo>
                  <a:pt x="761600" y="71037"/>
                </a:lnTo>
                <a:lnTo>
                  <a:pt x="780469" y="68818"/>
                </a:lnTo>
                <a:lnTo>
                  <a:pt x="799338" y="66599"/>
                </a:lnTo>
                <a:lnTo>
                  <a:pt x="818207" y="64379"/>
                </a:lnTo>
                <a:lnTo>
                  <a:pt x="837076" y="62160"/>
                </a:lnTo>
                <a:lnTo>
                  <a:pt x="855945" y="59941"/>
                </a:lnTo>
                <a:lnTo>
                  <a:pt x="874814" y="57712"/>
                </a:lnTo>
                <a:lnTo>
                  <a:pt x="893683" y="55493"/>
                </a:lnTo>
                <a:lnTo>
                  <a:pt x="912552" y="53273"/>
                </a:lnTo>
                <a:lnTo>
                  <a:pt x="931421" y="51054"/>
                </a:lnTo>
                <a:lnTo>
                  <a:pt x="950290" y="48835"/>
                </a:lnTo>
                <a:lnTo>
                  <a:pt x="969159" y="46615"/>
                </a:lnTo>
                <a:lnTo>
                  <a:pt x="988028" y="44396"/>
                </a:lnTo>
                <a:lnTo>
                  <a:pt x="1006897" y="42177"/>
                </a:lnTo>
                <a:lnTo>
                  <a:pt x="1025766" y="39957"/>
                </a:lnTo>
                <a:lnTo>
                  <a:pt x="1044626" y="37738"/>
                </a:lnTo>
                <a:lnTo>
                  <a:pt x="1063504" y="35519"/>
                </a:lnTo>
                <a:lnTo>
                  <a:pt x="1082364" y="33299"/>
                </a:lnTo>
                <a:lnTo>
                  <a:pt x="1101233" y="31080"/>
                </a:lnTo>
                <a:lnTo>
                  <a:pt x="1120102" y="28861"/>
                </a:lnTo>
                <a:lnTo>
                  <a:pt x="1138971" y="26641"/>
                </a:lnTo>
                <a:lnTo>
                  <a:pt x="1157840" y="24422"/>
                </a:lnTo>
                <a:lnTo>
                  <a:pt x="1176709" y="22203"/>
                </a:lnTo>
                <a:lnTo>
                  <a:pt x="1195578" y="19983"/>
                </a:lnTo>
                <a:lnTo>
                  <a:pt x="1214447" y="17755"/>
                </a:lnTo>
                <a:lnTo>
                  <a:pt x="1233316" y="15535"/>
                </a:lnTo>
                <a:lnTo>
                  <a:pt x="1252185" y="13316"/>
                </a:lnTo>
                <a:lnTo>
                  <a:pt x="1271054" y="11097"/>
                </a:lnTo>
                <a:lnTo>
                  <a:pt x="1289923" y="8877"/>
                </a:lnTo>
                <a:lnTo>
                  <a:pt x="1308792" y="6658"/>
                </a:lnTo>
                <a:lnTo>
                  <a:pt x="1327661" y="4439"/>
                </a:lnTo>
                <a:lnTo>
                  <a:pt x="1346530" y="2219"/>
                </a:lnTo>
                <a:lnTo>
                  <a:pt x="1365399" y="0"/>
                </a:lnTo>
                <a:lnTo>
                  <a:pt x="1377144" y="5115"/>
                </a:lnTo>
                <a:lnTo>
                  <a:pt x="1375458" y="24041"/>
                </a:lnTo>
                <a:lnTo>
                  <a:pt x="1373781" y="42967"/>
                </a:lnTo>
                <a:lnTo>
                  <a:pt x="1372105" y="61893"/>
                </a:lnTo>
                <a:lnTo>
                  <a:pt x="1370428" y="80820"/>
                </a:lnTo>
                <a:lnTo>
                  <a:pt x="1368752" y="99736"/>
                </a:lnTo>
                <a:lnTo>
                  <a:pt x="1367066" y="118662"/>
                </a:lnTo>
                <a:lnTo>
                  <a:pt x="1365390" y="137589"/>
                </a:lnTo>
                <a:lnTo>
                  <a:pt x="1363713" y="156515"/>
                </a:lnTo>
                <a:lnTo>
                  <a:pt x="1362037" y="175441"/>
                </a:lnTo>
                <a:lnTo>
                  <a:pt x="1360361" y="194367"/>
                </a:lnTo>
                <a:lnTo>
                  <a:pt x="1358675" y="213284"/>
                </a:lnTo>
                <a:lnTo>
                  <a:pt x="1356998" y="232210"/>
                </a:lnTo>
                <a:lnTo>
                  <a:pt x="1355322" y="251136"/>
                </a:lnTo>
                <a:lnTo>
                  <a:pt x="1353645" y="270062"/>
                </a:lnTo>
                <a:lnTo>
                  <a:pt x="1351969" y="288989"/>
                </a:lnTo>
                <a:lnTo>
                  <a:pt x="1350283" y="307915"/>
                </a:lnTo>
                <a:lnTo>
                  <a:pt x="1348607" y="326841"/>
                </a:lnTo>
                <a:lnTo>
                  <a:pt x="1346930" y="345758"/>
                </a:lnTo>
                <a:lnTo>
                  <a:pt x="1345254" y="364684"/>
                </a:lnTo>
                <a:lnTo>
                  <a:pt x="1343568" y="383610"/>
                </a:lnTo>
                <a:lnTo>
                  <a:pt x="1341892" y="402536"/>
                </a:lnTo>
                <a:lnTo>
                  <a:pt x="1340215" y="421462"/>
                </a:lnTo>
                <a:lnTo>
                  <a:pt x="1338539" y="440388"/>
                </a:lnTo>
                <a:lnTo>
                  <a:pt x="1336862" y="459305"/>
                </a:lnTo>
                <a:lnTo>
                  <a:pt x="1335176" y="478231"/>
                </a:lnTo>
                <a:lnTo>
                  <a:pt x="1333500" y="497157"/>
                </a:lnTo>
                <a:lnTo>
                  <a:pt x="1331824" y="516084"/>
                </a:lnTo>
                <a:lnTo>
                  <a:pt x="1330147" y="535010"/>
                </a:lnTo>
                <a:lnTo>
                  <a:pt x="1328471" y="553936"/>
                </a:lnTo>
                <a:lnTo>
                  <a:pt x="1326785" y="572853"/>
                </a:lnTo>
                <a:lnTo>
                  <a:pt x="1325108" y="591779"/>
                </a:lnTo>
                <a:lnTo>
                  <a:pt x="1323432" y="610705"/>
                </a:lnTo>
                <a:lnTo>
                  <a:pt x="1321756" y="629631"/>
                </a:lnTo>
                <a:lnTo>
                  <a:pt x="1320079" y="648557"/>
                </a:lnTo>
                <a:lnTo>
                  <a:pt x="1318393" y="667483"/>
                </a:lnTo>
                <a:lnTo>
                  <a:pt x="1316717" y="686400"/>
                </a:lnTo>
                <a:lnTo>
                  <a:pt x="1315041" y="705326"/>
                </a:lnTo>
                <a:lnTo>
                  <a:pt x="1313364" y="724252"/>
                </a:lnTo>
                <a:lnTo>
                  <a:pt x="1311688" y="743179"/>
                </a:lnTo>
                <a:lnTo>
                  <a:pt x="1310002" y="762105"/>
                </a:lnTo>
                <a:lnTo>
                  <a:pt x="1308325" y="781031"/>
                </a:lnTo>
                <a:lnTo>
                  <a:pt x="1306649" y="799957"/>
                </a:lnTo>
                <a:lnTo>
                  <a:pt x="1304973" y="818874"/>
                </a:lnTo>
                <a:lnTo>
                  <a:pt x="1303296" y="837800"/>
                </a:lnTo>
                <a:lnTo>
                  <a:pt x="1301610" y="856726"/>
                </a:lnTo>
                <a:lnTo>
                  <a:pt x="1299934" y="875652"/>
                </a:lnTo>
                <a:lnTo>
                  <a:pt x="1298258" y="894578"/>
                </a:lnTo>
                <a:lnTo>
                  <a:pt x="1296581" y="913505"/>
                </a:lnTo>
                <a:lnTo>
                  <a:pt x="1294905" y="932421"/>
                </a:lnTo>
                <a:lnTo>
                  <a:pt x="1276512" y="935098"/>
                </a:lnTo>
                <a:lnTo>
                  <a:pt x="1257643" y="937308"/>
                </a:lnTo>
                <a:lnTo>
                  <a:pt x="1238774" y="939508"/>
                </a:lnTo>
                <a:lnTo>
                  <a:pt x="1219895" y="941718"/>
                </a:lnTo>
                <a:lnTo>
                  <a:pt x="1201026" y="943918"/>
                </a:lnTo>
                <a:lnTo>
                  <a:pt x="1182157" y="946128"/>
                </a:lnTo>
                <a:lnTo>
                  <a:pt x="1163288" y="948338"/>
                </a:lnTo>
                <a:lnTo>
                  <a:pt x="1144419" y="950538"/>
                </a:lnTo>
                <a:lnTo>
                  <a:pt x="1125550" y="952748"/>
                </a:lnTo>
                <a:lnTo>
                  <a:pt x="1106672" y="954957"/>
                </a:lnTo>
                <a:lnTo>
                  <a:pt x="1087803" y="957158"/>
                </a:lnTo>
                <a:lnTo>
                  <a:pt x="1068934" y="959368"/>
                </a:lnTo>
                <a:lnTo>
                  <a:pt x="1050065" y="961568"/>
                </a:lnTo>
                <a:lnTo>
                  <a:pt x="1031196" y="963778"/>
                </a:lnTo>
                <a:lnTo>
                  <a:pt x="1012327" y="965987"/>
                </a:lnTo>
                <a:lnTo>
                  <a:pt x="993458" y="968188"/>
                </a:lnTo>
                <a:lnTo>
                  <a:pt x="974579" y="970397"/>
                </a:lnTo>
                <a:lnTo>
                  <a:pt x="955710" y="972607"/>
                </a:lnTo>
                <a:lnTo>
                  <a:pt x="936841" y="974808"/>
                </a:lnTo>
                <a:lnTo>
                  <a:pt x="917972" y="977017"/>
                </a:lnTo>
                <a:lnTo>
                  <a:pt x="899103" y="979218"/>
                </a:lnTo>
                <a:lnTo>
                  <a:pt x="880234" y="981427"/>
                </a:lnTo>
                <a:lnTo>
                  <a:pt x="861365" y="983637"/>
                </a:lnTo>
                <a:lnTo>
                  <a:pt x="842486" y="985838"/>
                </a:lnTo>
                <a:lnTo>
                  <a:pt x="823617" y="988047"/>
                </a:lnTo>
                <a:lnTo>
                  <a:pt x="804748" y="990248"/>
                </a:lnTo>
                <a:lnTo>
                  <a:pt x="785879" y="992457"/>
                </a:lnTo>
                <a:lnTo>
                  <a:pt x="767010" y="994667"/>
                </a:lnTo>
                <a:lnTo>
                  <a:pt x="748141" y="996867"/>
                </a:lnTo>
                <a:lnTo>
                  <a:pt x="729272" y="999077"/>
                </a:lnTo>
                <a:lnTo>
                  <a:pt x="710394" y="1001287"/>
                </a:lnTo>
                <a:lnTo>
                  <a:pt x="691525" y="1003487"/>
                </a:lnTo>
                <a:lnTo>
                  <a:pt x="672656" y="1005697"/>
                </a:lnTo>
                <a:lnTo>
                  <a:pt x="653786" y="1007897"/>
                </a:lnTo>
                <a:lnTo>
                  <a:pt x="634917" y="1010107"/>
                </a:lnTo>
                <a:lnTo>
                  <a:pt x="616048" y="1012317"/>
                </a:lnTo>
                <a:lnTo>
                  <a:pt x="597179" y="1014517"/>
                </a:lnTo>
                <a:lnTo>
                  <a:pt x="578301" y="1016727"/>
                </a:lnTo>
                <a:lnTo>
                  <a:pt x="559432" y="1018937"/>
                </a:lnTo>
                <a:lnTo>
                  <a:pt x="540563" y="1021137"/>
                </a:lnTo>
                <a:lnTo>
                  <a:pt x="521694" y="1023347"/>
                </a:lnTo>
                <a:lnTo>
                  <a:pt x="502825" y="1025547"/>
                </a:lnTo>
                <a:lnTo>
                  <a:pt x="483956" y="1027757"/>
                </a:lnTo>
                <a:lnTo>
                  <a:pt x="465087" y="1029967"/>
                </a:lnTo>
                <a:lnTo>
                  <a:pt x="446208" y="1032167"/>
                </a:lnTo>
                <a:lnTo>
                  <a:pt x="427339" y="1034377"/>
                </a:lnTo>
                <a:lnTo>
                  <a:pt x="408470" y="1036577"/>
                </a:lnTo>
                <a:lnTo>
                  <a:pt x="389601" y="1038787"/>
                </a:lnTo>
                <a:lnTo>
                  <a:pt x="370732" y="1040997"/>
                </a:lnTo>
                <a:lnTo>
                  <a:pt x="351863" y="1043197"/>
                </a:lnTo>
                <a:lnTo>
                  <a:pt x="332994" y="1045407"/>
                </a:lnTo>
                <a:lnTo>
                  <a:pt x="314115" y="1047617"/>
                </a:lnTo>
                <a:lnTo>
                  <a:pt x="295246" y="1049817"/>
                </a:lnTo>
                <a:lnTo>
                  <a:pt x="276377" y="1052027"/>
                </a:lnTo>
                <a:lnTo>
                  <a:pt x="257508" y="1054227"/>
                </a:lnTo>
                <a:lnTo>
                  <a:pt x="238639" y="1056437"/>
                </a:lnTo>
                <a:lnTo>
                  <a:pt x="219770" y="1058647"/>
                </a:lnTo>
                <a:lnTo>
                  <a:pt x="200901" y="1060847"/>
                </a:lnTo>
                <a:lnTo>
                  <a:pt x="182023" y="1063057"/>
                </a:lnTo>
                <a:lnTo>
                  <a:pt x="163154" y="1065266"/>
                </a:lnTo>
                <a:lnTo>
                  <a:pt x="144285" y="1067467"/>
                </a:lnTo>
                <a:lnTo>
                  <a:pt x="125416" y="1069677"/>
                </a:lnTo>
                <a:lnTo>
                  <a:pt x="106547" y="1071877"/>
                </a:lnTo>
                <a:lnTo>
                  <a:pt x="87678" y="1074087"/>
                </a:lnTo>
                <a:lnTo>
                  <a:pt x="68809" y="1076296"/>
                </a:lnTo>
                <a:lnTo>
                  <a:pt x="49930" y="1078497"/>
                </a:lnTo>
                <a:lnTo>
                  <a:pt x="31061" y="1080707"/>
                </a:lnTo>
                <a:lnTo>
                  <a:pt x="12192" y="1082907"/>
                </a:lnTo>
                <a:lnTo>
                  <a:pt x="0" y="1078249"/>
                </a:lnTo>
                <a:lnTo>
                  <a:pt x="1676" y="1059323"/>
                </a:lnTo>
                <a:lnTo>
                  <a:pt x="3362" y="1040406"/>
                </a:lnTo>
                <a:lnTo>
                  <a:pt x="5039" y="1021480"/>
                </a:lnTo>
                <a:lnTo>
                  <a:pt x="6725" y="1002554"/>
                </a:lnTo>
                <a:lnTo>
                  <a:pt x="8401" y="983628"/>
                </a:lnTo>
                <a:lnTo>
                  <a:pt x="10077" y="964702"/>
                </a:lnTo>
                <a:lnTo>
                  <a:pt x="11763" y="945775"/>
                </a:lnTo>
                <a:lnTo>
                  <a:pt x="13440" y="926859"/>
                </a:lnTo>
                <a:lnTo>
                  <a:pt x="15116" y="907933"/>
                </a:lnTo>
                <a:lnTo>
                  <a:pt x="16802" y="889006"/>
                </a:lnTo>
                <a:lnTo>
                  <a:pt x="18479" y="870080"/>
                </a:lnTo>
                <a:lnTo>
                  <a:pt x="20164" y="851154"/>
                </a:lnTo>
                <a:lnTo>
                  <a:pt x="21841" y="832228"/>
                </a:lnTo>
                <a:lnTo>
                  <a:pt x="23517" y="813311"/>
                </a:lnTo>
                <a:lnTo>
                  <a:pt x="25203" y="794385"/>
                </a:lnTo>
                <a:lnTo>
                  <a:pt x="26880" y="775459"/>
                </a:lnTo>
                <a:lnTo>
                  <a:pt x="28556" y="756533"/>
                </a:lnTo>
                <a:lnTo>
                  <a:pt x="30242" y="737606"/>
                </a:lnTo>
                <a:lnTo>
                  <a:pt x="31918" y="718690"/>
                </a:lnTo>
                <a:lnTo>
                  <a:pt x="33604" y="699764"/>
                </a:lnTo>
                <a:lnTo>
                  <a:pt x="35281" y="680837"/>
                </a:lnTo>
                <a:lnTo>
                  <a:pt x="36957" y="661911"/>
                </a:lnTo>
                <a:lnTo>
                  <a:pt x="38643" y="642985"/>
                </a:lnTo>
                <a:lnTo>
                  <a:pt x="40319" y="624059"/>
                </a:lnTo>
                <a:lnTo>
                  <a:pt x="42005" y="605142"/>
                </a:lnTo>
                <a:lnTo>
                  <a:pt x="43682" y="586216"/>
                </a:lnTo>
                <a:lnTo>
                  <a:pt x="45358" y="567290"/>
                </a:lnTo>
                <a:lnTo>
                  <a:pt x="47044" y="548364"/>
                </a:lnTo>
                <a:lnTo>
                  <a:pt x="48720" y="529438"/>
                </a:lnTo>
                <a:lnTo>
                  <a:pt x="50397" y="510511"/>
                </a:lnTo>
                <a:lnTo>
                  <a:pt x="52083" y="491595"/>
                </a:lnTo>
                <a:lnTo>
                  <a:pt x="53759" y="472669"/>
                </a:lnTo>
                <a:lnTo>
                  <a:pt x="55445" y="453742"/>
                </a:lnTo>
                <a:lnTo>
                  <a:pt x="57121" y="434816"/>
                </a:lnTo>
                <a:lnTo>
                  <a:pt x="58798" y="415890"/>
                </a:lnTo>
                <a:lnTo>
                  <a:pt x="60484" y="396973"/>
                </a:lnTo>
                <a:lnTo>
                  <a:pt x="62160" y="378047"/>
                </a:lnTo>
                <a:lnTo>
                  <a:pt x="63846" y="359121"/>
                </a:lnTo>
                <a:lnTo>
                  <a:pt x="65522" y="340195"/>
                </a:lnTo>
                <a:lnTo>
                  <a:pt x="67199" y="321269"/>
                </a:lnTo>
                <a:lnTo>
                  <a:pt x="68885" y="302343"/>
                </a:lnTo>
                <a:lnTo>
                  <a:pt x="70561" y="283426"/>
                </a:lnTo>
                <a:lnTo>
                  <a:pt x="72238" y="264500"/>
                </a:lnTo>
                <a:lnTo>
                  <a:pt x="73924" y="245574"/>
                </a:lnTo>
                <a:lnTo>
                  <a:pt x="75600" y="226647"/>
                </a:lnTo>
                <a:lnTo>
                  <a:pt x="77286" y="207721"/>
                </a:lnTo>
                <a:lnTo>
                  <a:pt x="78962" y="188795"/>
                </a:lnTo>
                <a:lnTo>
                  <a:pt x="80639" y="169878"/>
                </a:lnTo>
                <a:lnTo>
                  <a:pt x="82325" y="150952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maturity-level-support-5">
            <a:extLst xmlns:a="http://schemas.openxmlformats.org/drawingml/2006/main">
              <a:ext uri="{FF2B5EF4-FFF2-40B4-BE49-F238E27FC236}">
                <a16:creationId xmlns:a16="http://schemas.microsoft.com/office/drawing/2014/main" id="{E3C7A2A2-34AE-401E-BD37-EB96352A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109" y="983399"/>
            <a:ext cx="1376115" cy="1083012"/>
          </a:xfrm>
          <a:custGeom xmlns:a="http://schemas.openxmlformats.org/drawingml/2006/main">
            <a:pathLst>
              <a:path w="1376115" h="1083012">
                <a:moveTo>
                  <a:pt x="82306" y="151028"/>
                </a:moveTo>
                <a:lnTo>
                  <a:pt x="101165" y="148800"/>
                </a:lnTo>
                <a:lnTo>
                  <a:pt x="120034" y="146580"/>
                </a:lnTo>
                <a:lnTo>
                  <a:pt x="138894" y="144361"/>
                </a:lnTo>
                <a:lnTo>
                  <a:pt x="157763" y="142142"/>
                </a:lnTo>
                <a:lnTo>
                  <a:pt x="176622" y="139922"/>
                </a:lnTo>
                <a:lnTo>
                  <a:pt x="195491" y="137703"/>
                </a:lnTo>
                <a:lnTo>
                  <a:pt x="214351" y="135474"/>
                </a:lnTo>
                <a:lnTo>
                  <a:pt x="233220" y="133255"/>
                </a:lnTo>
                <a:lnTo>
                  <a:pt x="252079" y="131035"/>
                </a:lnTo>
                <a:lnTo>
                  <a:pt x="270948" y="128816"/>
                </a:lnTo>
                <a:lnTo>
                  <a:pt x="289808" y="126597"/>
                </a:lnTo>
                <a:lnTo>
                  <a:pt x="308677" y="124377"/>
                </a:lnTo>
                <a:lnTo>
                  <a:pt x="327536" y="122149"/>
                </a:lnTo>
                <a:lnTo>
                  <a:pt x="346405" y="119929"/>
                </a:lnTo>
                <a:lnTo>
                  <a:pt x="365265" y="117710"/>
                </a:lnTo>
                <a:lnTo>
                  <a:pt x="384134" y="115491"/>
                </a:lnTo>
                <a:lnTo>
                  <a:pt x="402993" y="113271"/>
                </a:lnTo>
                <a:lnTo>
                  <a:pt x="421862" y="111052"/>
                </a:lnTo>
                <a:lnTo>
                  <a:pt x="440722" y="108823"/>
                </a:lnTo>
                <a:lnTo>
                  <a:pt x="459591" y="106604"/>
                </a:lnTo>
                <a:lnTo>
                  <a:pt x="478450" y="104384"/>
                </a:lnTo>
                <a:lnTo>
                  <a:pt x="497319" y="102165"/>
                </a:lnTo>
                <a:lnTo>
                  <a:pt x="516179" y="99946"/>
                </a:lnTo>
                <a:lnTo>
                  <a:pt x="535048" y="97727"/>
                </a:lnTo>
                <a:lnTo>
                  <a:pt x="553907" y="95498"/>
                </a:lnTo>
                <a:lnTo>
                  <a:pt x="572776" y="93278"/>
                </a:lnTo>
                <a:lnTo>
                  <a:pt x="591636" y="91059"/>
                </a:lnTo>
                <a:lnTo>
                  <a:pt x="610505" y="88840"/>
                </a:lnTo>
                <a:lnTo>
                  <a:pt x="629364" y="86620"/>
                </a:lnTo>
                <a:lnTo>
                  <a:pt x="648233" y="84401"/>
                </a:lnTo>
                <a:lnTo>
                  <a:pt x="667093" y="82172"/>
                </a:lnTo>
                <a:lnTo>
                  <a:pt x="685962" y="79953"/>
                </a:lnTo>
                <a:lnTo>
                  <a:pt x="704821" y="77734"/>
                </a:lnTo>
                <a:lnTo>
                  <a:pt x="723690" y="75514"/>
                </a:lnTo>
                <a:lnTo>
                  <a:pt x="742550" y="73295"/>
                </a:lnTo>
                <a:lnTo>
                  <a:pt x="761419" y="71066"/>
                </a:lnTo>
                <a:lnTo>
                  <a:pt x="780278" y="68847"/>
                </a:lnTo>
                <a:lnTo>
                  <a:pt x="799148" y="66627"/>
                </a:lnTo>
                <a:lnTo>
                  <a:pt x="818007" y="64408"/>
                </a:lnTo>
                <a:lnTo>
                  <a:pt x="836876" y="62189"/>
                </a:lnTo>
                <a:lnTo>
                  <a:pt x="855736" y="59969"/>
                </a:lnTo>
                <a:lnTo>
                  <a:pt x="874605" y="57741"/>
                </a:lnTo>
                <a:lnTo>
                  <a:pt x="893464" y="55521"/>
                </a:lnTo>
                <a:lnTo>
                  <a:pt x="912333" y="53302"/>
                </a:lnTo>
                <a:lnTo>
                  <a:pt x="931193" y="51083"/>
                </a:lnTo>
                <a:lnTo>
                  <a:pt x="950062" y="48863"/>
                </a:lnTo>
                <a:lnTo>
                  <a:pt x="968921" y="46644"/>
                </a:lnTo>
                <a:lnTo>
                  <a:pt x="987790" y="44415"/>
                </a:lnTo>
                <a:lnTo>
                  <a:pt x="1006650" y="42196"/>
                </a:lnTo>
                <a:lnTo>
                  <a:pt x="1025519" y="39976"/>
                </a:lnTo>
                <a:lnTo>
                  <a:pt x="1044378" y="37757"/>
                </a:lnTo>
                <a:lnTo>
                  <a:pt x="1063247" y="35538"/>
                </a:lnTo>
                <a:lnTo>
                  <a:pt x="1082107" y="33318"/>
                </a:lnTo>
                <a:lnTo>
                  <a:pt x="1100976" y="31090"/>
                </a:lnTo>
                <a:lnTo>
                  <a:pt x="1119835" y="28870"/>
                </a:lnTo>
                <a:lnTo>
                  <a:pt x="1138704" y="26651"/>
                </a:lnTo>
                <a:lnTo>
                  <a:pt x="1157564" y="24432"/>
                </a:lnTo>
                <a:lnTo>
                  <a:pt x="1176433" y="22212"/>
                </a:lnTo>
                <a:lnTo>
                  <a:pt x="1195292" y="19993"/>
                </a:lnTo>
                <a:lnTo>
                  <a:pt x="1214161" y="17764"/>
                </a:lnTo>
                <a:lnTo>
                  <a:pt x="1233021" y="15545"/>
                </a:lnTo>
                <a:lnTo>
                  <a:pt x="1251890" y="13325"/>
                </a:lnTo>
                <a:lnTo>
                  <a:pt x="1270749" y="11106"/>
                </a:lnTo>
                <a:lnTo>
                  <a:pt x="1289618" y="8887"/>
                </a:lnTo>
                <a:lnTo>
                  <a:pt x="1308478" y="6668"/>
                </a:lnTo>
                <a:lnTo>
                  <a:pt x="1327347" y="4439"/>
                </a:lnTo>
                <a:lnTo>
                  <a:pt x="1346206" y="2219"/>
                </a:lnTo>
                <a:lnTo>
                  <a:pt x="1365075" y="0"/>
                </a:lnTo>
                <a:lnTo>
                  <a:pt x="1376115" y="5839"/>
                </a:lnTo>
                <a:lnTo>
                  <a:pt x="1374458" y="24755"/>
                </a:lnTo>
                <a:lnTo>
                  <a:pt x="1372800" y="43682"/>
                </a:lnTo>
                <a:lnTo>
                  <a:pt x="1371143" y="62598"/>
                </a:lnTo>
                <a:lnTo>
                  <a:pt x="1369485" y="81524"/>
                </a:lnTo>
                <a:lnTo>
                  <a:pt x="1367828" y="100441"/>
                </a:lnTo>
                <a:lnTo>
                  <a:pt x="1366161" y="119367"/>
                </a:lnTo>
                <a:lnTo>
                  <a:pt x="1364504" y="138284"/>
                </a:lnTo>
                <a:lnTo>
                  <a:pt x="1362847" y="157210"/>
                </a:lnTo>
                <a:lnTo>
                  <a:pt x="1361189" y="176136"/>
                </a:lnTo>
                <a:lnTo>
                  <a:pt x="1359532" y="195053"/>
                </a:lnTo>
                <a:lnTo>
                  <a:pt x="1357874" y="213979"/>
                </a:lnTo>
                <a:lnTo>
                  <a:pt x="1356208" y="232896"/>
                </a:lnTo>
                <a:lnTo>
                  <a:pt x="1354550" y="251822"/>
                </a:lnTo>
                <a:lnTo>
                  <a:pt x="1352893" y="270739"/>
                </a:lnTo>
                <a:lnTo>
                  <a:pt x="1351236" y="289665"/>
                </a:lnTo>
                <a:lnTo>
                  <a:pt x="1349578" y="308591"/>
                </a:lnTo>
                <a:lnTo>
                  <a:pt x="1347921" y="327508"/>
                </a:lnTo>
                <a:lnTo>
                  <a:pt x="1346264" y="346434"/>
                </a:lnTo>
                <a:lnTo>
                  <a:pt x="1344597" y="365350"/>
                </a:lnTo>
                <a:lnTo>
                  <a:pt x="1342939" y="384277"/>
                </a:lnTo>
                <a:lnTo>
                  <a:pt x="1341282" y="403193"/>
                </a:lnTo>
                <a:lnTo>
                  <a:pt x="1339625" y="422119"/>
                </a:lnTo>
                <a:lnTo>
                  <a:pt x="1337967" y="441036"/>
                </a:lnTo>
                <a:lnTo>
                  <a:pt x="1336310" y="459962"/>
                </a:lnTo>
                <a:lnTo>
                  <a:pt x="1334643" y="478888"/>
                </a:lnTo>
                <a:lnTo>
                  <a:pt x="1332986" y="497805"/>
                </a:lnTo>
                <a:lnTo>
                  <a:pt x="1331328" y="516731"/>
                </a:lnTo>
                <a:lnTo>
                  <a:pt x="1329671" y="535648"/>
                </a:lnTo>
                <a:lnTo>
                  <a:pt x="1328014" y="554574"/>
                </a:lnTo>
                <a:lnTo>
                  <a:pt x="1326356" y="573491"/>
                </a:lnTo>
                <a:lnTo>
                  <a:pt x="1324699" y="592417"/>
                </a:lnTo>
                <a:lnTo>
                  <a:pt x="1323032" y="611343"/>
                </a:lnTo>
                <a:lnTo>
                  <a:pt x="1321375" y="630260"/>
                </a:lnTo>
                <a:lnTo>
                  <a:pt x="1319717" y="649186"/>
                </a:lnTo>
                <a:lnTo>
                  <a:pt x="1318060" y="668103"/>
                </a:lnTo>
                <a:lnTo>
                  <a:pt x="1316403" y="687029"/>
                </a:lnTo>
                <a:lnTo>
                  <a:pt x="1314745" y="705945"/>
                </a:lnTo>
                <a:lnTo>
                  <a:pt x="1313088" y="724872"/>
                </a:lnTo>
                <a:lnTo>
                  <a:pt x="1311421" y="743788"/>
                </a:lnTo>
                <a:lnTo>
                  <a:pt x="1309764" y="762714"/>
                </a:lnTo>
                <a:lnTo>
                  <a:pt x="1308106" y="781641"/>
                </a:lnTo>
                <a:lnTo>
                  <a:pt x="1306449" y="800557"/>
                </a:lnTo>
                <a:lnTo>
                  <a:pt x="1304792" y="819483"/>
                </a:lnTo>
                <a:lnTo>
                  <a:pt x="1303134" y="838400"/>
                </a:lnTo>
                <a:lnTo>
                  <a:pt x="1301467" y="857326"/>
                </a:lnTo>
                <a:lnTo>
                  <a:pt x="1299810" y="876243"/>
                </a:lnTo>
                <a:lnTo>
                  <a:pt x="1298153" y="895169"/>
                </a:lnTo>
                <a:lnTo>
                  <a:pt x="1296495" y="914095"/>
                </a:lnTo>
                <a:lnTo>
                  <a:pt x="1294838" y="933012"/>
                </a:lnTo>
                <a:lnTo>
                  <a:pt x="1275988" y="935231"/>
                </a:lnTo>
                <a:lnTo>
                  <a:pt x="1257119" y="937441"/>
                </a:lnTo>
                <a:lnTo>
                  <a:pt x="1238250" y="939641"/>
                </a:lnTo>
                <a:lnTo>
                  <a:pt x="1219381" y="941851"/>
                </a:lnTo>
                <a:lnTo>
                  <a:pt x="1200521" y="944051"/>
                </a:lnTo>
                <a:lnTo>
                  <a:pt x="1181652" y="946261"/>
                </a:lnTo>
                <a:lnTo>
                  <a:pt x="1162783" y="948461"/>
                </a:lnTo>
                <a:lnTo>
                  <a:pt x="1143924" y="950671"/>
                </a:lnTo>
                <a:lnTo>
                  <a:pt x="1125055" y="952881"/>
                </a:lnTo>
                <a:lnTo>
                  <a:pt x="1106186" y="955081"/>
                </a:lnTo>
                <a:lnTo>
                  <a:pt x="1087326" y="957291"/>
                </a:lnTo>
                <a:lnTo>
                  <a:pt x="1068457" y="959491"/>
                </a:lnTo>
                <a:lnTo>
                  <a:pt x="1049588" y="961701"/>
                </a:lnTo>
                <a:lnTo>
                  <a:pt x="1030729" y="963901"/>
                </a:lnTo>
                <a:lnTo>
                  <a:pt x="1011860" y="966111"/>
                </a:lnTo>
                <a:lnTo>
                  <a:pt x="992991" y="968321"/>
                </a:lnTo>
                <a:lnTo>
                  <a:pt x="974131" y="970521"/>
                </a:lnTo>
                <a:lnTo>
                  <a:pt x="955262" y="972731"/>
                </a:lnTo>
                <a:lnTo>
                  <a:pt x="936393" y="974931"/>
                </a:lnTo>
                <a:lnTo>
                  <a:pt x="917524" y="977141"/>
                </a:lnTo>
                <a:lnTo>
                  <a:pt x="898665" y="979341"/>
                </a:lnTo>
                <a:lnTo>
                  <a:pt x="879796" y="981551"/>
                </a:lnTo>
                <a:lnTo>
                  <a:pt x="860927" y="983761"/>
                </a:lnTo>
                <a:lnTo>
                  <a:pt x="842067" y="985961"/>
                </a:lnTo>
                <a:lnTo>
                  <a:pt x="823198" y="988171"/>
                </a:lnTo>
                <a:lnTo>
                  <a:pt x="804329" y="990371"/>
                </a:lnTo>
                <a:lnTo>
                  <a:pt x="785470" y="992581"/>
                </a:lnTo>
                <a:lnTo>
                  <a:pt x="766601" y="994781"/>
                </a:lnTo>
                <a:lnTo>
                  <a:pt x="747732" y="996991"/>
                </a:lnTo>
                <a:lnTo>
                  <a:pt x="728872" y="999192"/>
                </a:lnTo>
                <a:lnTo>
                  <a:pt x="710003" y="1001401"/>
                </a:lnTo>
                <a:lnTo>
                  <a:pt x="691134" y="1003611"/>
                </a:lnTo>
                <a:lnTo>
                  <a:pt x="672265" y="1005811"/>
                </a:lnTo>
                <a:lnTo>
                  <a:pt x="653405" y="1008021"/>
                </a:lnTo>
                <a:lnTo>
                  <a:pt x="634536" y="1010222"/>
                </a:lnTo>
                <a:lnTo>
                  <a:pt x="615667" y="1012431"/>
                </a:lnTo>
                <a:lnTo>
                  <a:pt x="596808" y="1014632"/>
                </a:lnTo>
                <a:lnTo>
                  <a:pt x="577939" y="1016841"/>
                </a:lnTo>
                <a:lnTo>
                  <a:pt x="559070" y="1019051"/>
                </a:lnTo>
                <a:lnTo>
                  <a:pt x="540210" y="1021251"/>
                </a:lnTo>
                <a:lnTo>
                  <a:pt x="521341" y="1023461"/>
                </a:lnTo>
                <a:lnTo>
                  <a:pt x="502472" y="1025662"/>
                </a:lnTo>
                <a:lnTo>
                  <a:pt x="483613" y="1027871"/>
                </a:lnTo>
                <a:lnTo>
                  <a:pt x="464744" y="1030072"/>
                </a:lnTo>
                <a:lnTo>
                  <a:pt x="445875" y="1032281"/>
                </a:lnTo>
                <a:lnTo>
                  <a:pt x="427015" y="1034491"/>
                </a:lnTo>
                <a:lnTo>
                  <a:pt x="408146" y="1036691"/>
                </a:lnTo>
                <a:lnTo>
                  <a:pt x="389277" y="1038901"/>
                </a:lnTo>
                <a:lnTo>
                  <a:pt x="370408" y="1041102"/>
                </a:lnTo>
                <a:lnTo>
                  <a:pt x="351549" y="1043311"/>
                </a:lnTo>
                <a:lnTo>
                  <a:pt x="332680" y="1045512"/>
                </a:lnTo>
                <a:lnTo>
                  <a:pt x="313811" y="1047721"/>
                </a:lnTo>
                <a:lnTo>
                  <a:pt x="294951" y="1049922"/>
                </a:lnTo>
                <a:lnTo>
                  <a:pt x="276082" y="1052132"/>
                </a:lnTo>
                <a:lnTo>
                  <a:pt x="257213" y="1054341"/>
                </a:lnTo>
                <a:lnTo>
                  <a:pt x="238354" y="1056542"/>
                </a:lnTo>
                <a:lnTo>
                  <a:pt x="219485" y="1058751"/>
                </a:lnTo>
                <a:lnTo>
                  <a:pt x="200616" y="1060952"/>
                </a:lnTo>
                <a:lnTo>
                  <a:pt x="181756" y="1063161"/>
                </a:lnTo>
                <a:lnTo>
                  <a:pt x="162887" y="1065362"/>
                </a:lnTo>
                <a:lnTo>
                  <a:pt x="144018" y="1067572"/>
                </a:lnTo>
                <a:lnTo>
                  <a:pt x="125149" y="1069781"/>
                </a:lnTo>
                <a:lnTo>
                  <a:pt x="106289" y="1071982"/>
                </a:lnTo>
                <a:lnTo>
                  <a:pt x="87420" y="1074191"/>
                </a:lnTo>
                <a:lnTo>
                  <a:pt x="68551" y="1076392"/>
                </a:lnTo>
                <a:lnTo>
                  <a:pt x="49692" y="1078601"/>
                </a:lnTo>
                <a:lnTo>
                  <a:pt x="30823" y="1080802"/>
                </a:lnTo>
                <a:lnTo>
                  <a:pt x="11954" y="1083012"/>
                </a:lnTo>
                <a:lnTo>
                  <a:pt x="0" y="1078116"/>
                </a:lnTo>
                <a:lnTo>
                  <a:pt x="1676" y="1059190"/>
                </a:lnTo>
                <a:lnTo>
                  <a:pt x="3362" y="1040273"/>
                </a:lnTo>
                <a:lnTo>
                  <a:pt x="5039" y="1021356"/>
                </a:lnTo>
                <a:lnTo>
                  <a:pt x="6715" y="1002430"/>
                </a:lnTo>
                <a:lnTo>
                  <a:pt x="8401" y="983513"/>
                </a:lnTo>
                <a:lnTo>
                  <a:pt x="10077" y="964597"/>
                </a:lnTo>
                <a:lnTo>
                  <a:pt x="11754" y="945671"/>
                </a:lnTo>
                <a:lnTo>
                  <a:pt x="13440" y="926754"/>
                </a:lnTo>
                <a:lnTo>
                  <a:pt x="15116" y="907828"/>
                </a:lnTo>
                <a:lnTo>
                  <a:pt x="16793" y="888911"/>
                </a:lnTo>
                <a:lnTo>
                  <a:pt x="18479" y="869994"/>
                </a:lnTo>
                <a:lnTo>
                  <a:pt x="20155" y="851068"/>
                </a:lnTo>
                <a:lnTo>
                  <a:pt x="21831" y="832152"/>
                </a:lnTo>
                <a:lnTo>
                  <a:pt x="23517" y="813235"/>
                </a:lnTo>
                <a:lnTo>
                  <a:pt x="25194" y="794309"/>
                </a:lnTo>
                <a:lnTo>
                  <a:pt x="26870" y="775392"/>
                </a:lnTo>
                <a:lnTo>
                  <a:pt x="28556" y="756466"/>
                </a:lnTo>
                <a:lnTo>
                  <a:pt x="30232" y="737549"/>
                </a:lnTo>
                <a:lnTo>
                  <a:pt x="31909" y="718633"/>
                </a:lnTo>
                <a:lnTo>
                  <a:pt x="33595" y="699706"/>
                </a:lnTo>
                <a:lnTo>
                  <a:pt x="35271" y="680790"/>
                </a:lnTo>
                <a:lnTo>
                  <a:pt x="36947" y="661873"/>
                </a:lnTo>
                <a:lnTo>
                  <a:pt x="38633" y="642947"/>
                </a:lnTo>
                <a:lnTo>
                  <a:pt x="40310" y="624030"/>
                </a:lnTo>
                <a:lnTo>
                  <a:pt x="41986" y="605114"/>
                </a:lnTo>
                <a:lnTo>
                  <a:pt x="43672" y="586188"/>
                </a:lnTo>
                <a:lnTo>
                  <a:pt x="45349" y="567271"/>
                </a:lnTo>
                <a:lnTo>
                  <a:pt x="47034" y="548345"/>
                </a:lnTo>
                <a:lnTo>
                  <a:pt x="48711" y="529428"/>
                </a:lnTo>
                <a:lnTo>
                  <a:pt x="50387" y="510511"/>
                </a:lnTo>
                <a:lnTo>
                  <a:pt x="52064" y="491585"/>
                </a:lnTo>
                <a:lnTo>
                  <a:pt x="53750" y="472669"/>
                </a:lnTo>
                <a:lnTo>
                  <a:pt x="55426" y="453752"/>
                </a:lnTo>
                <a:lnTo>
                  <a:pt x="57112" y="434826"/>
                </a:lnTo>
                <a:lnTo>
                  <a:pt x="58788" y="415909"/>
                </a:lnTo>
                <a:lnTo>
                  <a:pt x="60465" y="396983"/>
                </a:lnTo>
                <a:lnTo>
                  <a:pt x="62151" y="378066"/>
                </a:lnTo>
                <a:lnTo>
                  <a:pt x="63827" y="359150"/>
                </a:lnTo>
                <a:lnTo>
                  <a:pt x="65503" y="340223"/>
                </a:lnTo>
                <a:lnTo>
                  <a:pt x="67189" y="321307"/>
                </a:lnTo>
                <a:lnTo>
                  <a:pt x="68866" y="302390"/>
                </a:lnTo>
                <a:lnTo>
                  <a:pt x="70542" y="283464"/>
                </a:lnTo>
                <a:lnTo>
                  <a:pt x="72228" y="264547"/>
                </a:lnTo>
                <a:lnTo>
                  <a:pt x="73904" y="245631"/>
                </a:lnTo>
                <a:lnTo>
                  <a:pt x="75581" y="226705"/>
                </a:lnTo>
                <a:lnTo>
                  <a:pt x="77267" y="207788"/>
                </a:lnTo>
                <a:lnTo>
                  <a:pt x="78943" y="188862"/>
                </a:lnTo>
                <a:lnTo>
                  <a:pt x="80620" y="169945"/>
                </a:lnTo>
                <a:lnTo>
                  <a:pt x="82306" y="151028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maturity-level-support-6">
            <a:extLst xmlns:a="http://schemas.openxmlformats.org/drawingml/2006/main">
              <a:ext uri="{FF2B5EF4-FFF2-40B4-BE49-F238E27FC236}">
                <a16:creationId xmlns:a16="http://schemas.microsoft.com/office/drawing/2014/main" id="{D824291C-81DE-4D0F-824A-F780B4F5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7328" y="568185"/>
            <a:ext cx="1377134" cy="1082907"/>
          </a:xfrm>
          <a:custGeom xmlns:a="http://schemas.openxmlformats.org/drawingml/2006/main">
            <a:pathLst>
              <a:path w="1377134" h="1082907">
                <a:moveTo>
                  <a:pt x="82325" y="150952"/>
                </a:moveTo>
                <a:lnTo>
                  <a:pt x="101194" y="148733"/>
                </a:lnTo>
                <a:lnTo>
                  <a:pt x="120063" y="146514"/>
                </a:lnTo>
                <a:lnTo>
                  <a:pt x="138932" y="144294"/>
                </a:lnTo>
                <a:lnTo>
                  <a:pt x="157801" y="142075"/>
                </a:lnTo>
                <a:lnTo>
                  <a:pt x="176670" y="139856"/>
                </a:lnTo>
                <a:lnTo>
                  <a:pt x="195539" y="137627"/>
                </a:lnTo>
                <a:lnTo>
                  <a:pt x="214398" y="135407"/>
                </a:lnTo>
                <a:lnTo>
                  <a:pt x="233267" y="133188"/>
                </a:lnTo>
                <a:lnTo>
                  <a:pt x="252136" y="130969"/>
                </a:lnTo>
                <a:lnTo>
                  <a:pt x="271005" y="128749"/>
                </a:lnTo>
                <a:lnTo>
                  <a:pt x="289874" y="126530"/>
                </a:lnTo>
                <a:lnTo>
                  <a:pt x="308743" y="124311"/>
                </a:lnTo>
                <a:lnTo>
                  <a:pt x="327612" y="122091"/>
                </a:lnTo>
                <a:lnTo>
                  <a:pt x="346481" y="119872"/>
                </a:lnTo>
                <a:lnTo>
                  <a:pt x="365350" y="117653"/>
                </a:lnTo>
                <a:lnTo>
                  <a:pt x="384219" y="115433"/>
                </a:lnTo>
                <a:lnTo>
                  <a:pt x="403088" y="113214"/>
                </a:lnTo>
                <a:lnTo>
                  <a:pt x="421958" y="110995"/>
                </a:lnTo>
                <a:lnTo>
                  <a:pt x="440827" y="108776"/>
                </a:lnTo>
                <a:lnTo>
                  <a:pt x="459696" y="106556"/>
                </a:lnTo>
                <a:lnTo>
                  <a:pt x="478565" y="104337"/>
                </a:lnTo>
                <a:lnTo>
                  <a:pt x="497434" y="102118"/>
                </a:lnTo>
                <a:lnTo>
                  <a:pt x="516303" y="99898"/>
                </a:lnTo>
                <a:lnTo>
                  <a:pt x="535172" y="97669"/>
                </a:lnTo>
                <a:lnTo>
                  <a:pt x="554041" y="95450"/>
                </a:lnTo>
                <a:lnTo>
                  <a:pt x="572910" y="93231"/>
                </a:lnTo>
                <a:lnTo>
                  <a:pt x="591779" y="91011"/>
                </a:lnTo>
                <a:lnTo>
                  <a:pt x="610648" y="88792"/>
                </a:lnTo>
                <a:lnTo>
                  <a:pt x="629517" y="86573"/>
                </a:lnTo>
                <a:lnTo>
                  <a:pt x="648386" y="84353"/>
                </a:lnTo>
                <a:lnTo>
                  <a:pt x="667255" y="82134"/>
                </a:lnTo>
                <a:lnTo>
                  <a:pt x="686124" y="79915"/>
                </a:lnTo>
                <a:lnTo>
                  <a:pt x="704993" y="77695"/>
                </a:lnTo>
                <a:lnTo>
                  <a:pt x="723862" y="75476"/>
                </a:lnTo>
                <a:lnTo>
                  <a:pt x="742731" y="73257"/>
                </a:lnTo>
                <a:lnTo>
                  <a:pt x="761600" y="71037"/>
                </a:lnTo>
                <a:lnTo>
                  <a:pt x="780469" y="68818"/>
                </a:lnTo>
                <a:lnTo>
                  <a:pt x="799338" y="66599"/>
                </a:lnTo>
                <a:lnTo>
                  <a:pt x="818207" y="64379"/>
                </a:lnTo>
                <a:lnTo>
                  <a:pt x="837076" y="62160"/>
                </a:lnTo>
                <a:lnTo>
                  <a:pt x="855945" y="59941"/>
                </a:lnTo>
                <a:lnTo>
                  <a:pt x="874814" y="57712"/>
                </a:lnTo>
                <a:lnTo>
                  <a:pt x="893683" y="55493"/>
                </a:lnTo>
                <a:lnTo>
                  <a:pt x="912552" y="53273"/>
                </a:lnTo>
                <a:lnTo>
                  <a:pt x="931421" y="51054"/>
                </a:lnTo>
                <a:lnTo>
                  <a:pt x="950290" y="48835"/>
                </a:lnTo>
                <a:lnTo>
                  <a:pt x="969159" y="46615"/>
                </a:lnTo>
                <a:lnTo>
                  <a:pt x="988019" y="44396"/>
                </a:lnTo>
                <a:lnTo>
                  <a:pt x="1006888" y="42177"/>
                </a:lnTo>
                <a:lnTo>
                  <a:pt x="1025757" y="39957"/>
                </a:lnTo>
                <a:lnTo>
                  <a:pt x="1044626" y="37738"/>
                </a:lnTo>
                <a:lnTo>
                  <a:pt x="1063495" y="35519"/>
                </a:lnTo>
                <a:lnTo>
                  <a:pt x="1082364" y="33299"/>
                </a:lnTo>
                <a:lnTo>
                  <a:pt x="1101233" y="31080"/>
                </a:lnTo>
                <a:lnTo>
                  <a:pt x="1120102" y="28861"/>
                </a:lnTo>
                <a:lnTo>
                  <a:pt x="1138971" y="26641"/>
                </a:lnTo>
                <a:lnTo>
                  <a:pt x="1157840" y="24422"/>
                </a:lnTo>
                <a:lnTo>
                  <a:pt x="1176709" y="22203"/>
                </a:lnTo>
                <a:lnTo>
                  <a:pt x="1195578" y="19983"/>
                </a:lnTo>
                <a:lnTo>
                  <a:pt x="1214447" y="17755"/>
                </a:lnTo>
                <a:lnTo>
                  <a:pt x="1233316" y="15535"/>
                </a:lnTo>
                <a:lnTo>
                  <a:pt x="1252185" y="13316"/>
                </a:lnTo>
                <a:lnTo>
                  <a:pt x="1271054" y="11097"/>
                </a:lnTo>
                <a:lnTo>
                  <a:pt x="1289923" y="8877"/>
                </a:lnTo>
                <a:lnTo>
                  <a:pt x="1308792" y="6658"/>
                </a:lnTo>
                <a:lnTo>
                  <a:pt x="1327661" y="4439"/>
                </a:lnTo>
                <a:lnTo>
                  <a:pt x="1346530" y="2219"/>
                </a:lnTo>
                <a:lnTo>
                  <a:pt x="1365399" y="0"/>
                </a:lnTo>
                <a:lnTo>
                  <a:pt x="1377134" y="5115"/>
                </a:lnTo>
                <a:lnTo>
                  <a:pt x="1375458" y="24041"/>
                </a:lnTo>
                <a:lnTo>
                  <a:pt x="1373781" y="42967"/>
                </a:lnTo>
                <a:lnTo>
                  <a:pt x="1372105" y="61893"/>
                </a:lnTo>
                <a:lnTo>
                  <a:pt x="1370428" y="80820"/>
                </a:lnTo>
                <a:lnTo>
                  <a:pt x="1368752" y="99736"/>
                </a:lnTo>
                <a:lnTo>
                  <a:pt x="1367066" y="118662"/>
                </a:lnTo>
                <a:lnTo>
                  <a:pt x="1365390" y="137589"/>
                </a:lnTo>
                <a:lnTo>
                  <a:pt x="1363713" y="156515"/>
                </a:lnTo>
                <a:lnTo>
                  <a:pt x="1362037" y="175441"/>
                </a:lnTo>
                <a:lnTo>
                  <a:pt x="1360361" y="194367"/>
                </a:lnTo>
                <a:lnTo>
                  <a:pt x="1358675" y="213284"/>
                </a:lnTo>
                <a:lnTo>
                  <a:pt x="1356998" y="232210"/>
                </a:lnTo>
                <a:lnTo>
                  <a:pt x="1355322" y="251136"/>
                </a:lnTo>
                <a:lnTo>
                  <a:pt x="1353645" y="270062"/>
                </a:lnTo>
                <a:lnTo>
                  <a:pt x="1351959" y="288989"/>
                </a:lnTo>
                <a:lnTo>
                  <a:pt x="1350283" y="307915"/>
                </a:lnTo>
                <a:lnTo>
                  <a:pt x="1348607" y="326841"/>
                </a:lnTo>
                <a:lnTo>
                  <a:pt x="1346930" y="345758"/>
                </a:lnTo>
                <a:lnTo>
                  <a:pt x="1345254" y="364684"/>
                </a:lnTo>
                <a:lnTo>
                  <a:pt x="1343568" y="383610"/>
                </a:lnTo>
                <a:lnTo>
                  <a:pt x="1341892" y="402536"/>
                </a:lnTo>
                <a:lnTo>
                  <a:pt x="1340215" y="421462"/>
                </a:lnTo>
                <a:lnTo>
                  <a:pt x="1338539" y="440388"/>
                </a:lnTo>
                <a:lnTo>
                  <a:pt x="1336862" y="459305"/>
                </a:lnTo>
                <a:lnTo>
                  <a:pt x="1335176" y="478231"/>
                </a:lnTo>
                <a:lnTo>
                  <a:pt x="1333500" y="497157"/>
                </a:lnTo>
                <a:lnTo>
                  <a:pt x="1331824" y="516084"/>
                </a:lnTo>
                <a:lnTo>
                  <a:pt x="1330147" y="535010"/>
                </a:lnTo>
                <a:lnTo>
                  <a:pt x="1328471" y="553936"/>
                </a:lnTo>
                <a:lnTo>
                  <a:pt x="1326785" y="572853"/>
                </a:lnTo>
                <a:lnTo>
                  <a:pt x="1325108" y="591779"/>
                </a:lnTo>
                <a:lnTo>
                  <a:pt x="1323432" y="610705"/>
                </a:lnTo>
                <a:lnTo>
                  <a:pt x="1321756" y="629631"/>
                </a:lnTo>
                <a:lnTo>
                  <a:pt x="1320079" y="648557"/>
                </a:lnTo>
                <a:lnTo>
                  <a:pt x="1318393" y="667483"/>
                </a:lnTo>
                <a:lnTo>
                  <a:pt x="1316717" y="686400"/>
                </a:lnTo>
                <a:lnTo>
                  <a:pt x="1315041" y="705326"/>
                </a:lnTo>
                <a:lnTo>
                  <a:pt x="1313364" y="724252"/>
                </a:lnTo>
                <a:lnTo>
                  <a:pt x="1311688" y="743179"/>
                </a:lnTo>
                <a:lnTo>
                  <a:pt x="1310002" y="762105"/>
                </a:lnTo>
                <a:lnTo>
                  <a:pt x="1308325" y="781031"/>
                </a:lnTo>
                <a:lnTo>
                  <a:pt x="1306649" y="799957"/>
                </a:lnTo>
                <a:lnTo>
                  <a:pt x="1304973" y="818874"/>
                </a:lnTo>
                <a:lnTo>
                  <a:pt x="1303296" y="837800"/>
                </a:lnTo>
                <a:lnTo>
                  <a:pt x="1301610" y="856726"/>
                </a:lnTo>
                <a:lnTo>
                  <a:pt x="1299934" y="875652"/>
                </a:lnTo>
                <a:lnTo>
                  <a:pt x="1298258" y="894578"/>
                </a:lnTo>
                <a:lnTo>
                  <a:pt x="1296581" y="913505"/>
                </a:lnTo>
                <a:lnTo>
                  <a:pt x="1294905" y="932421"/>
                </a:lnTo>
                <a:lnTo>
                  <a:pt x="1276512" y="935098"/>
                </a:lnTo>
                <a:lnTo>
                  <a:pt x="1257643" y="937308"/>
                </a:lnTo>
                <a:lnTo>
                  <a:pt x="1238774" y="939508"/>
                </a:lnTo>
                <a:lnTo>
                  <a:pt x="1219895" y="941718"/>
                </a:lnTo>
                <a:lnTo>
                  <a:pt x="1201026" y="943918"/>
                </a:lnTo>
                <a:lnTo>
                  <a:pt x="1182157" y="946128"/>
                </a:lnTo>
                <a:lnTo>
                  <a:pt x="1163288" y="948338"/>
                </a:lnTo>
                <a:lnTo>
                  <a:pt x="1144419" y="950538"/>
                </a:lnTo>
                <a:lnTo>
                  <a:pt x="1125550" y="952748"/>
                </a:lnTo>
                <a:lnTo>
                  <a:pt x="1106681" y="954957"/>
                </a:lnTo>
                <a:lnTo>
                  <a:pt x="1087803" y="957158"/>
                </a:lnTo>
                <a:lnTo>
                  <a:pt x="1068934" y="959368"/>
                </a:lnTo>
                <a:lnTo>
                  <a:pt x="1050065" y="961568"/>
                </a:lnTo>
                <a:lnTo>
                  <a:pt x="1031196" y="963778"/>
                </a:lnTo>
                <a:lnTo>
                  <a:pt x="1012327" y="965987"/>
                </a:lnTo>
                <a:lnTo>
                  <a:pt x="993458" y="968188"/>
                </a:lnTo>
                <a:lnTo>
                  <a:pt x="974579" y="970397"/>
                </a:lnTo>
                <a:lnTo>
                  <a:pt x="955710" y="972607"/>
                </a:lnTo>
                <a:lnTo>
                  <a:pt x="936841" y="974808"/>
                </a:lnTo>
                <a:lnTo>
                  <a:pt x="917972" y="977017"/>
                </a:lnTo>
                <a:lnTo>
                  <a:pt x="899103" y="979218"/>
                </a:lnTo>
                <a:lnTo>
                  <a:pt x="880234" y="981427"/>
                </a:lnTo>
                <a:lnTo>
                  <a:pt x="861365" y="983637"/>
                </a:lnTo>
                <a:lnTo>
                  <a:pt x="842486" y="985838"/>
                </a:lnTo>
                <a:lnTo>
                  <a:pt x="823617" y="988047"/>
                </a:lnTo>
                <a:lnTo>
                  <a:pt x="804748" y="990248"/>
                </a:lnTo>
                <a:lnTo>
                  <a:pt x="785879" y="992457"/>
                </a:lnTo>
                <a:lnTo>
                  <a:pt x="767010" y="994667"/>
                </a:lnTo>
                <a:lnTo>
                  <a:pt x="748141" y="996867"/>
                </a:lnTo>
                <a:lnTo>
                  <a:pt x="729272" y="999077"/>
                </a:lnTo>
                <a:lnTo>
                  <a:pt x="710394" y="1001287"/>
                </a:lnTo>
                <a:lnTo>
                  <a:pt x="691525" y="1003487"/>
                </a:lnTo>
                <a:lnTo>
                  <a:pt x="672656" y="1005697"/>
                </a:lnTo>
                <a:lnTo>
                  <a:pt x="653786" y="1007897"/>
                </a:lnTo>
                <a:lnTo>
                  <a:pt x="634917" y="1010107"/>
                </a:lnTo>
                <a:lnTo>
                  <a:pt x="616048" y="1012317"/>
                </a:lnTo>
                <a:lnTo>
                  <a:pt x="597179" y="1014517"/>
                </a:lnTo>
                <a:lnTo>
                  <a:pt x="578301" y="1016727"/>
                </a:lnTo>
                <a:lnTo>
                  <a:pt x="559432" y="1018937"/>
                </a:lnTo>
                <a:lnTo>
                  <a:pt x="540563" y="1021137"/>
                </a:lnTo>
                <a:lnTo>
                  <a:pt x="521694" y="1023347"/>
                </a:lnTo>
                <a:lnTo>
                  <a:pt x="502825" y="1025547"/>
                </a:lnTo>
                <a:lnTo>
                  <a:pt x="483956" y="1027757"/>
                </a:lnTo>
                <a:lnTo>
                  <a:pt x="465087" y="1029967"/>
                </a:lnTo>
                <a:lnTo>
                  <a:pt x="446208" y="1032167"/>
                </a:lnTo>
                <a:lnTo>
                  <a:pt x="427339" y="1034377"/>
                </a:lnTo>
                <a:lnTo>
                  <a:pt x="408470" y="1036577"/>
                </a:lnTo>
                <a:lnTo>
                  <a:pt x="389601" y="1038787"/>
                </a:lnTo>
                <a:lnTo>
                  <a:pt x="370732" y="1040997"/>
                </a:lnTo>
                <a:lnTo>
                  <a:pt x="351863" y="1043197"/>
                </a:lnTo>
                <a:lnTo>
                  <a:pt x="332994" y="1045407"/>
                </a:lnTo>
                <a:lnTo>
                  <a:pt x="314115" y="1047617"/>
                </a:lnTo>
                <a:lnTo>
                  <a:pt x="295246" y="1049817"/>
                </a:lnTo>
                <a:lnTo>
                  <a:pt x="276377" y="1052027"/>
                </a:lnTo>
                <a:lnTo>
                  <a:pt x="257508" y="1054227"/>
                </a:lnTo>
                <a:lnTo>
                  <a:pt x="238639" y="1056437"/>
                </a:lnTo>
                <a:lnTo>
                  <a:pt x="219770" y="1058647"/>
                </a:lnTo>
                <a:lnTo>
                  <a:pt x="200901" y="1060847"/>
                </a:lnTo>
                <a:lnTo>
                  <a:pt x="182023" y="1063057"/>
                </a:lnTo>
                <a:lnTo>
                  <a:pt x="163154" y="1065266"/>
                </a:lnTo>
                <a:lnTo>
                  <a:pt x="144285" y="1067467"/>
                </a:lnTo>
                <a:lnTo>
                  <a:pt x="125416" y="1069677"/>
                </a:lnTo>
                <a:lnTo>
                  <a:pt x="106547" y="1071877"/>
                </a:lnTo>
                <a:lnTo>
                  <a:pt x="87678" y="1074087"/>
                </a:lnTo>
                <a:lnTo>
                  <a:pt x="68809" y="1076296"/>
                </a:lnTo>
                <a:lnTo>
                  <a:pt x="49930" y="1078497"/>
                </a:lnTo>
                <a:lnTo>
                  <a:pt x="31061" y="1080707"/>
                </a:lnTo>
                <a:lnTo>
                  <a:pt x="12192" y="1082907"/>
                </a:lnTo>
                <a:lnTo>
                  <a:pt x="0" y="1078249"/>
                </a:lnTo>
                <a:lnTo>
                  <a:pt x="1676" y="1059323"/>
                </a:lnTo>
                <a:lnTo>
                  <a:pt x="3362" y="1040406"/>
                </a:lnTo>
                <a:lnTo>
                  <a:pt x="5039" y="1021480"/>
                </a:lnTo>
                <a:lnTo>
                  <a:pt x="6725" y="1002554"/>
                </a:lnTo>
                <a:lnTo>
                  <a:pt x="8401" y="983628"/>
                </a:lnTo>
                <a:lnTo>
                  <a:pt x="10077" y="964702"/>
                </a:lnTo>
                <a:lnTo>
                  <a:pt x="11763" y="945775"/>
                </a:lnTo>
                <a:lnTo>
                  <a:pt x="13440" y="926859"/>
                </a:lnTo>
                <a:lnTo>
                  <a:pt x="15116" y="907933"/>
                </a:lnTo>
                <a:lnTo>
                  <a:pt x="16802" y="889006"/>
                </a:lnTo>
                <a:lnTo>
                  <a:pt x="18479" y="870080"/>
                </a:lnTo>
                <a:lnTo>
                  <a:pt x="20164" y="851154"/>
                </a:lnTo>
                <a:lnTo>
                  <a:pt x="21841" y="832228"/>
                </a:lnTo>
                <a:lnTo>
                  <a:pt x="23517" y="813311"/>
                </a:lnTo>
                <a:lnTo>
                  <a:pt x="25203" y="794385"/>
                </a:lnTo>
                <a:lnTo>
                  <a:pt x="26880" y="775459"/>
                </a:lnTo>
                <a:lnTo>
                  <a:pt x="28556" y="756533"/>
                </a:lnTo>
                <a:lnTo>
                  <a:pt x="30242" y="737606"/>
                </a:lnTo>
                <a:lnTo>
                  <a:pt x="31918" y="718690"/>
                </a:lnTo>
                <a:lnTo>
                  <a:pt x="33604" y="699764"/>
                </a:lnTo>
                <a:lnTo>
                  <a:pt x="35281" y="680837"/>
                </a:lnTo>
                <a:lnTo>
                  <a:pt x="36957" y="661911"/>
                </a:lnTo>
                <a:lnTo>
                  <a:pt x="38643" y="642985"/>
                </a:lnTo>
                <a:lnTo>
                  <a:pt x="40319" y="624059"/>
                </a:lnTo>
                <a:lnTo>
                  <a:pt x="41996" y="605142"/>
                </a:lnTo>
                <a:lnTo>
                  <a:pt x="43682" y="586216"/>
                </a:lnTo>
                <a:lnTo>
                  <a:pt x="45358" y="567290"/>
                </a:lnTo>
                <a:lnTo>
                  <a:pt x="47044" y="548364"/>
                </a:lnTo>
                <a:lnTo>
                  <a:pt x="48720" y="529438"/>
                </a:lnTo>
                <a:lnTo>
                  <a:pt x="50397" y="510511"/>
                </a:lnTo>
                <a:lnTo>
                  <a:pt x="52083" y="491595"/>
                </a:lnTo>
                <a:lnTo>
                  <a:pt x="53759" y="472669"/>
                </a:lnTo>
                <a:lnTo>
                  <a:pt x="55445" y="453742"/>
                </a:lnTo>
                <a:lnTo>
                  <a:pt x="57121" y="434816"/>
                </a:lnTo>
                <a:lnTo>
                  <a:pt x="58798" y="415890"/>
                </a:lnTo>
                <a:lnTo>
                  <a:pt x="60484" y="396973"/>
                </a:lnTo>
                <a:lnTo>
                  <a:pt x="62160" y="378047"/>
                </a:lnTo>
                <a:lnTo>
                  <a:pt x="63837" y="359121"/>
                </a:lnTo>
                <a:lnTo>
                  <a:pt x="65522" y="340195"/>
                </a:lnTo>
                <a:lnTo>
                  <a:pt x="67199" y="321269"/>
                </a:lnTo>
                <a:lnTo>
                  <a:pt x="68885" y="302343"/>
                </a:lnTo>
                <a:lnTo>
                  <a:pt x="70561" y="283426"/>
                </a:lnTo>
                <a:lnTo>
                  <a:pt x="72238" y="264500"/>
                </a:lnTo>
                <a:lnTo>
                  <a:pt x="73924" y="245574"/>
                </a:lnTo>
                <a:lnTo>
                  <a:pt x="75600" y="226647"/>
                </a:lnTo>
                <a:lnTo>
                  <a:pt x="77286" y="207721"/>
                </a:lnTo>
                <a:lnTo>
                  <a:pt x="78962" y="188795"/>
                </a:lnTo>
                <a:lnTo>
                  <a:pt x="80639" y="169878"/>
                </a:lnTo>
                <a:lnTo>
                  <a:pt x="82325" y="150952"/>
                </a:lnTo>
              </a:path>
            </a:pathLst>
          </a:custGeom>
          <a:solidFill xmlns:a="http://schemas.openxmlformats.org/drawingml/2006/main">
            <a:srgbClr val="E9EE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8B456D7C-05B6-4621-91EF-0EE14330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3118" y="3459356"/>
            <a:ext cx="667703" cy="636394"/>
          </a:xfrm>
          <a:custGeom xmlns:a="http://schemas.openxmlformats.org/drawingml/2006/main">
            <a:pathLst>
              <a:path w="667703" h="636394">
                <a:moveTo>
                  <a:pt x="0" y="636394"/>
                </a:moveTo>
                <a:lnTo>
                  <a:pt x="0" y="617420"/>
                </a:lnTo>
                <a:lnTo>
                  <a:pt x="0" y="598437"/>
                </a:lnTo>
                <a:lnTo>
                  <a:pt x="0" y="579463"/>
                </a:lnTo>
                <a:lnTo>
                  <a:pt x="0" y="560489"/>
                </a:lnTo>
                <a:lnTo>
                  <a:pt x="0" y="541506"/>
                </a:lnTo>
                <a:lnTo>
                  <a:pt x="0" y="522532"/>
                </a:lnTo>
                <a:lnTo>
                  <a:pt x="0" y="503558"/>
                </a:lnTo>
                <a:lnTo>
                  <a:pt x="0" y="484575"/>
                </a:lnTo>
                <a:lnTo>
                  <a:pt x="0" y="465601"/>
                </a:lnTo>
                <a:lnTo>
                  <a:pt x="0" y="446627"/>
                </a:lnTo>
                <a:lnTo>
                  <a:pt x="0" y="427644"/>
                </a:lnTo>
                <a:lnTo>
                  <a:pt x="0" y="408670"/>
                </a:lnTo>
                <a:lnTo>
                  <a:pt x="0" y="389696"/>
                </a:lnTo>
                <a:lnTo>
                  <a:pt x="0" y="370723"/>
                </a:lnTo>
                <a:lnTo>
                  <a:pt x="0" y="351739"/>
                </a:lnTo>
                <a:lnTo>
                  <a:pt x="0" y="332765"/>
                </a:lnTo>
                <a:lnTo>
                  <a:pt x="0" y="313792"/>
                </a:lnTo>
                <a:lnTo>
                  <a:pt x="0" y="294808"/>
                </a:lnTo>
                <a:lnTo>
                  <a:pt x="0" y="275834"/>
                </a:lnTo>
                <a:lnTo>
                  <a:pt x="0" y="256861"/>
                </a:lnTo>
                <a:lnTo>
                  <a:pt x="0" y="237877"/>
                </a:lnTo>
                <a:lnTo>
                  <a:pt x="0" y="218904"/>
                </a:lnTo>
                <a:lnTo>
                  <a:pt x="7477" y="205407"/>
                </a:lnTo>
                <a:lnTo>
                  <a:pt x="25575" y="199701"/>
                </a:lnTo>
                <a:lnTo>
                  <a:pt x="43672" y="193996"/>
                </a:lnTo>
                <a:lnTo>
                  <a:pt x="61770" y="188290"/>
                </a:lnTo>
                <a:lnTo>
                  <a:pt x="79867" y="182585"/>
                </a:lnTo>
                <a:lnTo>
                  <a:pt x="97974" y="176879"/>
                </a:lnTo>
                <a:lnTo>
                  <a:pt x="116072" y="171174"/>
                </a:lnTo>
                <a:lnTo>
                  <a:pt x="134169" y="165468"/>
                </a:lnTo>
                <a:lnTo>
                  <a:pt x="152267" y="159763"/>
                </a:lnTo>
                <a:lnTo>
                  <a:pt x="170364" y="154057"/>
                </a:lnTo>
                <a:lnTo>
                  <a:pt x="188462" y="148352"/>
                </a:lnTo>
                <a:lnTo>
                  <a:pt x="206559" y="142646"/>
                </a:lnTo>
                <a:lnTo>
                  <a:pt x="224657" y="136941"/>
                </a:lnTo>
                <a:lnTo>
                  <a:pt x="242754" y="131235"/>
                </a:lnTo>
                <a:lnTo>
                  <a:pt x="260861" y="125530"/>
                </a:lnTo>
                <a:lnTo>
                  <a:pt x="278959" y="119825"/>
                </a:lnTo>
                <a:lnTo>
                  <a:pt x="297056" y="114119"/>
                </a:lnTo>
                <a:lnTo>
                  <a:pt x="315154" y="108414"/>
                </a:lnTo>
                <a:lnTo>
                  <a:pt x="333251" y="102708"/>
                </a:lnTo>
                <a:lnTo>
                  <a:pt x="351349" y="97003"/>
                </a:lnTo>
                <a:lnTo>
                  <a:pt x="369446" y="91297"/>
                </a:lnTo>
                <a:lnTo>
                  <a:pt x="387544" y="85592"/>
                </a:lnTo>
                <a:lnTo>
                  <a:pt x="405651" y="79886"/>
                </a:lnTo>
                <a:lnTo>
                  <a:pt x="423748" y="74181"/>
                </a:lnTo>
                <a:lnTo>
                  <a:pt x="441846" y="68466"/>
                </a:lnTo>
                <a:lnTo>
                  <a:pt x="459943" y="62760"/>
                </a:lnTo>
                <a:lnTo>
                  <a:pt x="478041" y="57055"/>
                </a:lnTo>
                <a:lnTo>
                  <a:pt x="496138" y="51349"/>
                </a:lnTo>
                <a:lnTo>
                  <a:pt x="514236" y="45644"/>
                </a:lnTo>
                <a:lnTo>
                  <a:pt x="532333" y="39938"/>
                </a:lnTo>
                <a:lnTo>
                  <a:pt x="550431" y="34233"/>
                </a:lnTo>
                <a:lnTo>
                  <a:pt x="568538" y="28527"/>
                </a:lnTo>
                <a:lnTo>
                  <a:pt x="586635" y="22822"/>
                </a:lnTo>
                <a:lnTo>
                  <a:pt x="604733" y="17116"/>
                </a:lnTo>
                <a:lnTo>
                  <a:pt x="622830" y="11411"/>
                </a:lnTo>
                <a:lnTo>
                  <a:pt x="640928" y="5705"/>
                </a:lnTo>
                <a:lnTo>
                  <a:pt x="659025" y="0"/>
                </a:lnTo>
                <a:lnTo>
                  <a:pt x="667703" y="7144"/>
                </a:lnTo>
                <a:lnTo>
                  <a:pt x="667703" y="26118"/>
                </a:lnTo>
                <a:lnTo>
                  <a:pt x="667703" y="45101"/>
                </a:lnTo>
                <a:lnTo>
                  <a:pt x="667703" y="64075"/>
                </a:lnTo>
                <a:lnTo>
                  <a:pt x="667703" y="83048"/>
                </a:lnTo>
                <a:lnTo>
                  <a:pt x="667703" y="102032"/>
                </a:lnTo>
                <a:lnTo>
                  <a:pt x="667703" y="121006"/>
                </a:lnTo>
                <a:lnTo>
                  <a:pt x="667703" y="139979"/>
                </a:lnTo>
                <a:lnTo>
                  <a:pt x="667703" y="158963"/>
                </a:lnTo>
                <a:lnTo>
                  <a:pt x="667703" y="177937"/>
                </a:lnTo>
                <a:lnTo>
                  <a:pt x="667703" y="196910"/>
                </a:lnTo>
                <a:lnTo>
                  <a:pt x="667703" y="215884"/>
                </a:lnTo>
                <a:lnTo>
                  <a:pt x="667703" y="234867"/>
                </a:lnTo>
                <a:lnTo>
                  <a:pt x="667703" y="253841"/>
                </a:lnTo>
                <a:lnTo>
                  <a:pt x="667703" y="272815"/>
                </a:lnTo>
                <a:lnTo>
                  <a:pt x="667703" y="291798"/>
                </a:lnTo>
                <a:lnTo>
                  <a:pt x="667703" y="310772"/>
                </a:lnTo>
                <a:lnTo>
                  <a:pt x="667703" y="329746"/>
                </a:lnTo>
                <a:lnTo>
                  <a:pt x="667703" y="348729"/>
                </a:lnTo>
                <a:lnTo>
                  <a:pt x="667703" y="367703"/>
                </a:lnTo>
                <a:lnTo>
                  <a:pt x="667703" y="386677"/>
                </a:lnTo>
                <a:lnTo>
                  <a:pt x="661635" y="401374"/>
                </a:lnTo>
                <a:lnTo>
                  <a:pt x="643757" y="407727"/>
                </a:lnTo>
                <a:lnTo>
                  <a:pt x="625878" y="414080"/>
                </a:lnTo>
                <a:lnTo>
                  <a:pt x="607990" y="420434"/>
                </a:lnTo>
                <a:lnTo>
                  <a:pt x="590112" y="426777"/>
                </a:lnTo>
                <a:lnTo>
                  <a:pt x="572224" y="433130"/>
                </a:lnTo>
                <a:lnTo>
                  <a:pt x="554345" y="439484"/>
                </a:lnTo>
                <a:lnTo>
                  <a:pt x="536467" y="445837"/>
                </a:lnTo>
                <a:lnTo>
                  <a:pt x="518579" y="452190"/>
                </a:lnTo>
                <a:lnTo>
                  <a:pt x="500701" y="458543"/>
                </a:lnTo>
                <a:lnTo>
                  <a:pt x="482813" y="464896"/>
                </a:lnTo>
                <a:lnTo>
                  <a:pt x="464934" y="471240"/>
                </a:lnTo>
                <a:lnTo>
                  <a:pt x="447056" y="477593"/>
                </a:lnTo>
                <a:lnTo>
                  <a:pt x="429168" y="483946"/>
                </a:lnTo>
                <a:lnTo>
                  <a:pt x="411290" y="490299"/>
                </a:lnTo>
                <a:lnTo>
                  <a:pt x="393411" y="496653"/>
                </a:lnTo>
                <a:lnTo>
                  <a:pt x="375523" y="503006"/>
                </a:lnTo>
                <a:lnTo>
                  <a:pt x="357645" y="509359"/>
                </a:lnTo>
                <a:lnTo>
                  <a:pt x="339757" y="515703"/>
                </a:lnTo>
                <a:lnTo>
                  <a:pt x="321878" y="522056"/>
                </a:lnTo>
                <a:lnTo>
                  <a:pt x="304000" y="528409"/>
                </a:lnTo>
                <a:lnTo>
                  <a:pt x="286112" y="534762"/>
                </a:lnTo>
                <a:lnTo>
                  <a:pt x="268234" y="541115"/>
                </a:lnTo>
                <a:lnTo>
                  <a:pt x="250346" y="547468"/>
                </a:lnTo>
                <a:lnTo>
                  <a:pt x="232467" y="553822"/>
                </a:lnTo>
                <a:lnTo>
                  <a:pt x="214589" y="560175"/>
                </a:lnTo>
                <a:lnTo>
                  <a:pt x="196701" y="566518"/>
                </a:lnTo>
                <a:lnTo>
                  <a:pt x="178822" y="572872"/>
                </a:lnTo>
                <a:lnTo>
                  <a:pt x="160934" y="579225"/>
                </a:lnTo>
                <a:lnTo>
                  <a:pt x="143056" y="585578"/>
                </a:lnTo>
                <a:lnTo>
                  <a:pt x="125178" y="591931"/>
                </a:lnTo>
                <a:lnTo>
                  <a:pt x="107290" y="598284"/>
                </a:lnTo>
                <a:lnTo>
                  <a:pt x="89411" y="604637"/>
                </a:lnTo>
                <a:lnTo>
                  <a:pt x="71533" y="610981"/>
                </a:lnTo>
                <a:lnTo>
                  <a:pt x="53645" y="617334"/>
                </a:lnTo>
                <a:lnTo>
                  <a:pt x="35766" y="623687"/>
                </a:lnTo>
                <a:lnTo>
                  <a:pt x="17878" y="630041"/>
                </a:lnTo>
                <a:lnTo>
                  <a:pt x="0" y="636394"/>
                </a:lnTo>
              </a:path>
            </a:pathLst>
          </a:custGeom>
          <a:solidFill xmlns:a="http://schemas.openxmlformats.org/drawingml/2006/main">
            <a:srgbClr val="9DB7C7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8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AF304A55-E582-4B55-A4F3-64546A99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3858578"/>
            <a:ext cx="2229441" cy="237173"/>
          </a:xfrm>
          <a:custGeom xmlns:a="http://schemas.openxmlformats.org/drawingml/2006/main">
            <a:pathLst>
              <a:path w="2229441" h="237173">
                <a:moveTo>
                  <a:pt x="0" y="237173"/>
                </a:moveTo>
                <a:lnTo>
                  <a:pt x="19040" y="237173"/>
                </a:lnTo>
                <a:lnTo>
                  <a:pt x="38071" y="237173"/>
                </a:lnTo>
                <a:lnTo>
                  <a:pt x="57112" y="237173"/>
                </a:lnTo>
                <a:lnTo>
                  <a:pt x="76143" y="237173"/>
                </a:lnTo>
                <a:lnTo>
                  <a:pt x="95183" y="237173"/>
                </a:lnTo>
                <a:lnTo>
                  <a:pt x="114214" y="237173"/>
                </a:lnTo>
                <a:lnTo>
                  <a:pt x="133255" y="237173"/>
                </a:lnTo>
                <a:lnTo>
                  <a:pt x="152295" y="237173"/>
                </a:lnTo>
                <a:lnTo>
                  <a:pt x="171326" y="237173"/>
                </a:lnTo>
                <a:lnTo>
                  <a:pt x="190367" y="237173"/>
                </a:lnTo>
                <a:lnTo>
                  <a:pt x="209398" y="237173"/>
                </a:lnTo>
                <a:lnTo>
                  <a:pt x="228438" y="237173"/>
                </a:lnTo>
                <a:lnTo>
                  <a:pt x="247469" y="237173"/>
                </a:lnTo>
                <a:lnTo>
                  <a:pt x="266510" y="237173"/>
                </a:lnTo>
                <a:lnTo>
                  <a:pt x="285550" y="237173"/>
                </a:lnTo>
                <a:lnTo>
                  <a:pt x="304581" y="237173"/>
                </a:lnTo>
                <a:lnTo>
                  <a:pt x="323621" y="237173"/>
                </a:lnTo>
                <a:lnTo>
                  <a:pt x="342652" y="237173"/>
                </a:lnTo>
                <a:lnTo>
                  <a:pt x="361693" y="237173"/>
                </a:lnTo>
                <a:lnTo>
                  <a:pt x="380724" y="237173"/>
                </a:lnTo>
                <a:lnTo>
                  <a:pt x="399764" y="237173"/>
                </a:lnTo>
                <a:lnTo>
                  <a:pt x="418805" y="237173"/>
                </a:lnTo>
                <a:lnTo>
                  <a:pt x="437836" y="237173"/>
                </a:lnTo>
                <a:lnTo>
                  <a:pt x="456876" y="237173"/>
                </a:lnTo>
                <a:lnTo>
                  <a:pt x="475907" y="237173"/>
                </a:lnTo>
                <a:lnTo>
                  <a:pt x="494948" y="237173"/>
                </a:lnTo>
                <a:lnTo>
                  <a:pt x="513979" y="237173"/>
                </a:lnTo>
                <a:lnTo>
                  <a:pt x="533019" y="237173"/>
                </a:lnTo>
                <a:lnTo>
                  <a:pt x="552059" y="237173"/>
                </a:lnTo>
                <a:lnTo>
                  <a:pt x="571090" y="237173"/>
                </a:lnTo>
                <a:lnTo>
                  <a:pt x="590131" y="237173"/>
                </a:lnTo>
                <a:lnTo>
                  <a:pt x="609162" y="237173"/>
                </a:lnTo>
                <a:lnTo>
                  <a:pt x="628202" y="237173"/>
                </a:lnTo>
                <a:lnTo>
                  <a:pt x="647233" y="237173"/>
                </a:lnTo>
                <a:lnTo>
                  <a:pt x="666274" y="237173"/>
                </a:lnTo>
                <a:lnTo>
                  <a:pt x="685314" y="237173"/>
                </a:lnTo>
                <a:lnTo>
                  <a:pt x="704345" y="237173"/>
                </a:lnTo>
                <a:lnTo>
                  <a:pt x="723386" y="237173"/>
                </a:lnTo>
                <a:lnTo>
                  <a:pt x="742417" y="237173"/>
                </a:lnTo>
                <a:lnTo>
                  <a:pt x="761457" y="237173"/>
                </a:lnTo>
                <a:lnTo>
                  <a:pt x="780488" y="237173"/>
                </a:lnTo>
                <a:lnTo>
                  <a:pt x="799529" y="237173"/>
                </a:lnTo>
                <a:lnTo>
                  <a:pt x="818569" y="237173"/>
                </a:lnTo>
                <a:lnTo>
                  <a:pt x="837600" y="237173"/>
                </a:lnTo>
                <a:lnTo>
                  <a:pt x="856640" y="237173"/>
                </a:lnTo>
                <a:lnTo>
                  <a:pt x="875671" y="237173"/>
                </a:lnTo>
                <a:lnTo>
                  <a:pt x="894712" y="237173"/>
                </a:lnTo>
                <a:lnTo>
                  <a:pt x="913743" y="237173"/>
                </a:lnTo>
                <a:lnTo>
                  <a:pt x="932783" y="237173"/>
                </a:lnTo>
                <a:lnTo>
                  <a:pt x="951824" y="237173"/>
                </a:lnTo>
                <a:lnTo>
                  <a:pt x="970855" y="237173"/>
                </a:lnTo>
                <a:lnTo>
                  <a:pt x="989895" y="237173"/>
                </a:lnTo>
                <a:lnTo>
                  <a:pt x="1008926" y="237173"/>
                </a:lnTo>
                <a:lnTo>
                  <a:pt x="1027967" y="237173"/>
                </a:lnTo>
                <a:lnTo>
                  <a:pt x="1046998" y="237173"/>
                </a:lnTo>
                <a:lnTo>
                  <a:pt x="1066038" y="237173"/>
                </a:lnTo>
                <a:lnTo>
                  <a:pt x="1085078" y="237173"/>
                </a:lnTo>
                <a:lnTo>
                  <a:pt x="1104109" y="237173"/>
                </a:lnTo>
                <a:lnTo>
                  <a:pt x="1123150" y="237173"/>
                </a:lnTo>
                <a:lnTo>
                  <a:pt x="1142181" y="237173"/>
                </a:lnTo>
                <a:lnTo>
                  <a:pt x="1161221" y="237173"/>
                </a:lnTo>
                <a:lnTo>
                  <a:pt x="1180252" y="237173"/>
                </a:lnTo>
                <a:lnTo>
                  <a:pt x="1199293" y="237173"/>
                </a:lnTo>
                <a:lnTo>
                  <a:pt x="1218333" y="237173"/>
                </a:lnTo>
                <a:lnTo>
                  <a:pt x="1237364" y="237173"/>
                </a:lnTo>
                <a:lnTo>
                  <a:pt x="1256405" y="237173"/>
                </a:lnTo>
                <a:lnTo>
                  <a:pt x="1275436" y="237173"/>
                </a:lnTo>
                <a:lnTo>
                  <a:pt x="1294476" y="237173"/>
                </a:lnTo>
                <a:lnTo>
                  <a:pt x="1313507" y="237173"/>
                </a:lnTo>
                <a:lnTo>
                  <a:pt x="1332548" y="237173"/>
                </a:lnTo>
                <a:lnTo>
                  <a:pt x="1351588" y="237173"/>
                </a:lnTo>
                <a:lnTo>
                  <a:pt x="1370619" y="237173"/>
                </a:lnTo>
                <a:lnTo>
                  <a:pt x="1389659" y="237173"/>
                </a:lnTo>
                <a:lnTo>
                  <a:pt x="1408690" y="237173"/>
                </a:lnTo>
                <a:lnTo>
                  <a:pt x="1427731" y="237173"/>
                </a:lnTo>
                <a:lnTo>
                  <a:pt x="1446762" y="237173"/>
                </a:lnTo>
                <a:lnTo>
                  <a:pt x="1465802" y="237173"/>
                </a:lnTo>
                <a:lnTo>
                  <a:pt x="1484843" y="237173"/>
                </a:lnTo>
                <a:lnTo>
                  <a:pt x="1503874" y="237173"/>
                </a:lnTo>
                <a:lnTo>
                  <a:pt x="1522914" y="237173"/>
                </a:lnTo>
                <a:lnTo>
                  <a:pt x="1541945" y="237173"/>
                </a:lnTo>
                <a:lnTo>
                  <a:pt x="1560986" y="237173"/>
                </a:lnTo>
                <a:lnTo>
                  <a:pt x="1579369" y="233410"/>
                </a:lnTo>
                <a:lnTo>
                  <a:pt x="1597314" y="227038"/>
                </a:lnTo>
                <a:lnTo>
                  <a:pt x="1615250" y="220666"/>
                </a:lnTo>
                <a:lnTo>
                  <a:pt x="1633185" y="214293"/>
                </a:lnTo>
                <a:lnTo>
                  <a:pt x="1651121" y="207921"/>
                </a:lnTo>
                <a:lnTo>
                  <a:pt x="1669066" y="201549"/>
                </a:lnTo>
                <a:lnTo>
                  <a:pt x="1687001" y="195177"/>
                </a:lnTo>
                <a:lnTo>
                  <a:pt x="1704937" y="188805"/>
                </a:lnTo>
                <a:lnTo>
                  <a:pt x="1722882" y="182432"/>
                </a:lnTo>
                <a:lnTo>
                  <a:pt x="1740818" y="176060"/>
                </a:lnTo>
                <a:lnTo>
                  <a:pt x="1758753" y="169688"/>
                </a:lnTo>
                <a:lnTo>
                  <a:pt x="1776689" y="163316"/>
                </a:lnTo>
                <a:lnTo>
                  <a:pt x="1794634" y="156943"/>
                </a:lnTo>
                <a:lnTo>
                  <a:pt x="1812569" y="150571"/>
                </a:lnTo>
                <a:lnTo>
                  <a:pt x="1830505" y="144199"/>
                </a:lnTo>
                <a:lnTo>
                  <a:pt x="1848450" y="137827"/>
                </a:lnTo>
                <a:lnTo>
                  <a:pt x="1866386" y="131455"/>
                </a:lnTo>
                <a:lnTo>
                  <a:pt x="1884321" y="125082"/>
                </a:lnTo>
                <a:lnTo>
                  <a:pt x="1902257" y="118710"/>
                </a:lnTo>
                <a:lnTo>
                  <a:pt x="1920202" y="112338"/>
                </a:lnTo>
                <a:lnTo>
                  <a:pt x="1938137" y="105966"/>
                </a:lnTo>
                <a:lnTo>
                  <a:pt x="1956073" y="99593"/>
                </a:lnTo>
                <a:lnTo>
                  <a:pt x="1974018" y="93231"/>
                </a:lnTo>
                <a:lnTo>
                  <a:pt x="1991954" y="86858"/>
                </a:lnTo>
                <a:lnTo>
                  <a:pt x="2009889" y="80486"/>
                </a:lnTo>
                <a:lnTo>
                  <a:pt x="2027834" y="74114"/>
                </a:lnTo>
                <a:lnTo>
                  <a:pt x="2045770" y="67742"/>
                </a:lnTo>
                <a:lnTo>
                  <a:pt x="2063706" y="61370"/>
                </a:lnTo>
                <a:lnTo>
                  <a:pt x="2081641" y="54997"/>
                </a:lnTo>
                <a:lnTo>
                  <a:pt x="2099586" y="48625"/>
                </a:lnTo>
                <a:lnTo>
                  <a:pt x="2117522" y="42253"/>
                </a:lnTo>
                <a:lnTo>
                  <a:pt x="2135457" y="35881"/>
                </a:lnTo>
                <a:lnTo>
                  <a:pt x="2153402" y="29508"/>
                </a:lnTo>
                <a:lnTo>
                  <a:pt x="2171338" y="23136"/>
                </a:lnTo>
                <a:lnTo>
                  <a:pt x="2189274" y="16764"/>
                </a:lnTo>
                <a:lnTo>
                  <a:pt x="2207209" y="10392"/>
                </a:lnTo>
                <a:lnTo>
                  <a:pt x="2225154" y="4020"/>
                </a:lnTo>
                <a:lnTo>
                  <a:pt x="2229441" y="0"/>
                </a:lnTo>
                <a:lnTo>
                  <a:pt x="2210410" y="0"/>
                </a:lnTo>
                <a:lnTo>
                  <a:pt x="2191369" y="0"/>
                </a:lnTo>
                <a:lnTo>
                  <a:pt x="2172338" y="0"/>
                </a:lnTo>
                <a:lnTo>
                  <a:pt x="2153298" y="0"/>
                </a:lnTo>
                <a:lnTo>
                  <a:pt x="2134267" y="0"/>
                </a:lnTo>
                <a:lnTo>
                  <a:pt x="2115226" y="0"/>
                </a:lnTo>
                <a:lnTo>
                  <a:pt x="2096186" y="0"/>
                </a:lnTo>
                <a:lnTo>
                  <a:pt x="2077155" y="0"/>
                </a:lnTo>
                <a:lnTo>
                  <a:pt x="2058114" y="0"/>
                </a:lnTo>
                <a:lnTo>
                  <a:pt x="2039083" y="0"/>
                </a:lnTo>
                <a:lnTo>
                  <a:pt x="2020043" y="0"/>
                </a:lnTo>
                <a:lnTo>
                  <a:pt x="2001012" y="0"/>
                </a:lnTo>
                <a:lnTo>
                  <a:pt x="1981972" y="0"/>
                </a:lnTo>
                <a:lnTo>
                  <a:pt x="1962931" y="0"/>
                </a:lnTo>
                <a:lnTo>
                  <a:pt x="1943900" y="0"/>
                </a:lnTo>
                <a:lnTo>
                  <a:pt x="1924860" y="0"/>
                </a:lnTo>
                <a:lnTo>
                  <a:pt x="1905829" y="0"/>
                </a:lnTo>
                <a:lnTo>
                  <a:pt x="1886788" y="0"/>
                </a:lnTo>
                <a:lnTo>
                  <a:pt x="1867757" y="0"/>
                </a:lnTo>
                <a:lnTo>
                  <a:pt x="1848717" y="0"/>
                </a:lnTo>
                <a:lnTo>
                  <a:pt x="1829676" y="0"/>
                </a:lnTo>
                <a:lnTo>
                  <a:pt x="1810645" y="0"/>
                </a:lnTo>
                <a:lnTo>
                  <a:pt x="1791605" y="0"/>
                </a:lnTo>
                <a:lnTo>
                  <a:pt x="1772574" y="0"/>
                </a:lnTo>
                <a:lnTo>
                  <a:pt x="1753533" y="0"/>
                </a:lnTo>
                <a:lnTo>
                  <a:pt x="1734503" y="0"/>
                </a:lnTo>
                <a:lnTo>
                  <a:pt x="1715462" y="0"/>
                </a:lnTo>
                <a:lnTo>
                  <a:pt x="1696422" y="0"/>
                </a:lnTo>
                <a:lnTo>
                  <a:pt x="1677391" y="0"/>
                </a:lnTo>
                <a:lnTo>
                  <a:pt x="1658350" y="0"/>
                </a:lnTo>
                <a:lnTo>
                  <a:pt x="1639319" y="0"/>
                </a:lnTo>
                <a:lnTo>
                  <a:pt x="1620279" y="0"/>
                </a:lnTo>
                <a:lnTo>
                  <a:pt x="1601248" y="0"/>
                </a:lnTo>
                <a:lnTo>
                  <a:pt x="1582207" y="0"/>
                </a:lnTo>
                <a:lnTo>
                  <a:pt x="1563167" y="0"/>
                </a:lnTo>
                <a:lnTo>
                  <a:pt x="1544136" y="0"/>
                </a:lnTo>
                <a:lnTo>
                  <a:pt x="1525095" y="0"/>
                </a:lnTo>
                <a:lnTo>
                  <a:pt x="1506064" y="0"/>
                </a:lnTo>
                <a:lnTo>
                  <a:pt x="1487024" y="0"/>
                </a:lnTo>
                <a:lnTo>
                  <a:pt x="1467993" y="0"/>
                </a:lnTo>
                <a:lnTo>
                  <a:pt x="1448953" y="0"/>
                </a:lnTo>
                <a:lnTo>
                  <a:pt x="1429912" y="0"/>
                </a:lnTo>
                <a:lnTo>
                  <a:pt x="1410881" y="0"/>
                </a:lnTo>
                <a:lnTo>
                  <a:pt x="1391841" y="0"/>
                </a:lnTo>
                <a:lnTo>
                  <a:pt x="1372810" y="0"/>
                </a:lnTo>
                <a:lnTo>
                  <a:pt x="1353769" y="0"/>
                </a:lnTo>
                <a:lnTo>
                  <a:pt x="1334738" y="0"/>
                </a:lnTo>
                <a:lnTo>
                  <a:pt x="1315698" y="0"/>
                </a:lnTo>
                <a:lnTo>
                  <a:pt x="1296657" y="0"/>
                </a:lnTo>
                <a:lnTo>
                  <a:pt x="1277626" y="0"/>
                </a:lnTo>
                <a:lnTo>
                  <a:pt x="1258586" y="0"/>
                </a:lnTo>
                <a:lnTo>
                  <a:pt x="1239555" y="0"/>
                </a:lnTo>
                <a:lnTo>
                  <a:pt x="1220514" y="0"/>
                </a:lnTo>
                <a:lnTo>
                  <a:pt x="1201484" y="0"/>
                </a:lnTo>
                <a:lnTo>
                  <a:pt x="1182443" y="0"/>
                </a:lnTo>
                <a:lnTo>
                  <a:pt x="1163403" y="0"/>
                </a:lnTo>
                <a:lnTo>
                  <a:pt x="1144372" y="0"/>
                </a:lnTo>
                <a:lnTo>
                  <a:pt x="1125331" y="0"/>
                </a:lnTo>
                <a:lnTo>
                  <a:pt x="1106300" y="0"/>
                </a:lnTo>
                <a:lnTo>
                  <a:pt x="1087260" y="0"/>
                </a:lnTo>
                <a:lnTo>
                  <a:pt x="1068229" y="0"/>
                </a:lnTo>
                <a:lnTo>
                  <a:pt x="1049188" y="0"/>
                </a:lnTo>
                <a:lnTo>
                  <a:pt x="1030148" y="0"/>
                </a:lnTo>
                <a:lnTo>
                  <a:pt x="1011117" y="0"/>
                </a:lnTo>
                <a:lnTo>
                  <a:pt x="992076" y="0"/>
                </a:lnTo>
                <a:lnTo>
                  <a:pt x="973045" y="0"/>
                </a:lnTo>
                <a:lnTo>
                  <a:pt x="954005" y="0"/>
                </a:lnTo>
                <a:lnTo>
                  <a:pt x="934974" y="0"/>
                </a:lnTo>
                <a:lnTo>
                  <a:pt x="915934" y="0"/>
                </a:lnTo>
                <a:lnTo>
                  <a:pt x="896893" y="0"/>
                </a:lnTo>
                <a:lnTo>
                  <a:pt x="877862" y="0"/>
                </a:lnTo>
                <a:lnTo>
                  <a:pt x="858822" y="0"/>
                </a:lnTo>
                <a:lnTo>
                  <a:pt x="839791" y="0"/>
                </a:lnTo>
                <a:lnTo>
                  <a:pt x="820750" y="0"/>
                </a:lnTo>
                <a:lnTo>
                  <a:pt x="801719" y="0"/>
                </a:lnTo>
                <a:lnTo>
                  <a:pt x="782679" y="0"/>
                </a:lnTo>
                <a:lnTo>
                  <a:pt x="763743" y="638"/>
                </a:lnTo>
                <a:lnTo>
                  <a:pt x="745560" y="6277"/>
                </a:lnTo>
                <a:lnTo>
                  <a:pt x="727367" y="11906"/>
                </a:lnTo>
                <a:lnTo>
                  <a:pt x="709184" y="17536"/>
                </a:lnTo>
                <a:lnTo>
                  <a:pt x="691001" y="23165"/>
                </a:lnTo>
                <a:lnTo>
                  <a:pt x="672817" y="28804"/>
                </a:lnTo>
                <a:lnTo>
                  <a:pt x="654634" y="34433"/>
                </a:lnTo>
                <a:lnTo>
                  <a:pt x="636451" y="40062"/>
                </a:lnTo>
                <a:lnTo>
                  <a:pt x="618268" y="45691"/>
                </a:lnTo>
                <a:lnTo>
                  <a:pt x="600085" y="51330"/>
                </a:lnTo>
                <a:lnTo>
                  <a:pt x="581901" y="56960"/>
                </a:lnTo>
                <a:lnTo>
                  <a:pt x="563709" y="62589"/>
                </a:lnTo>
                <a:lnTo>
                  <a:pt x="545525" y="68218"/>
                </a:lnTo>
                <a:lnTo>
                  <a:pt x="527342" y="73857"/>
                </a:lnTo>
                <a:lnTo>
                  <a:pt x="509159" y="79486"/>
                </a:lnTo>
                <a:lnTo>
                  <a:pt x="490976" y="85115"/>
                </a:lnTo>
                <a:lnTo>
                  <a:pt x="472792" y="90745"/>
                </a:lnTo>
                <a:lnTo>
                  <a:pt x="454609" y="96383"/>
                </a:lnTo>
                <a:lnTo>
                  <a:pt x="436426" y="102013"/>
                </a:lnTo>
                <a:lnTo>
                  <a:pt x="418243" y="107642"/>
                </a:lnTo>
                <a:lnTo>
                  <a:pt x="400050" y="113271"/>
                </a:lnTo>
                <a:lnTo>
                  <a:pt x="381867" y="118910"/>
                </a:lnTo>
                <a:lnTo>
                  <a:pt x="363684" y="124539"/>
                </a:lnTo>
                <a:lnTo>
                  <a:pt x="345500" y="130169"/>
                </a:lnTo>
                <a:lnTo>
                  <a:pt x="327317" y="135798"/>
                </a:lnTo>
                <a:lnTo>
                  <a:pt x="309134" y="141437"/>
                </a:lnTo>
                <a:lnTo>
                  <a:pt x="290951" y="147066"/>
                </a:lnTo>
                <a:lnTo>
                  <a:pt x="272767" y="152695"/>
                </a:lnTo>
                <a:lnTo>
                  <a:pt x="254584" y="158325"/>
                </a:lnTo>
                <a:lnTo>
                  <a:pt x="236391" y="163963"/>
                </a:lnTo>
                <a:lnTo>
                  <a:pt x="218208" y="169593"/>
                </a:lnTo>
                <a:lnTo>
                  <a:pt x="200025" y="175222"/>
                </a:lnTo>
                <a:lnTo>
                  <a:pt x="181842" y="180851"/>
                </a:lnTo>
                <a:lnTo>
                  <a:pt x="163659" y="186490"/>
                </a:lnTo>
                <a:lnTo>
                  <a:pt x="145475" y="192119"/>
                </a:lnTo>
                <a:lnTo>
                  <a:pt x="127292" y="197749"/>
                </a:lnTo>
                <a:lnTo>
                  <a:pt x="109109" y="203378"/>
                </a:lnTo>
                <a:lnTo>
                  <a:pt x="90926" y="209017"/>
                </a:lnTo>
                <a:lnTo>
                  <a:pt x="72733" y="214646"/>
                </a:lnTo>
                <a:lnTo>
                  <a:pt x="54550" y="220275"/>
                </a:lnTo>
                <a:lnTo>
                  <a:pt x="36366" y="225904"/>
                </a:lnTo>
                <a:lnTo>
                  <a:pt x="18183" y="231543"/>
                </a:lnTo>
                <a:lnTo>
                  <a:pt x="0" y="237173"/>
                </a:lnTo>
              </a:path>
            </a:pathLst>
          </a:custGeom>
          <a:solidFill xmlns:a="http://schemas.openxmlformats.org/drawingml/2006/main">
            <a:srgbClr val="C8D9E3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9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4EB273DF-FABD-42A2-BF65-E15C31D2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3858578"/>
            <a:ext cx="1996440" cy="237173"/>
          </a:xfrm>
          <a:custGeom xmlns:a="http://schemas.openxmlformats.org/drawingml/2006/main">
            <a:pathLst>
              <a:path w="1996440" h="237173">
                <a:moveTo>
                  <a:pt x="0" y="237173"/>
                </a:moveTo>
                <a:lnTo>
                  <a:pt x="19040" y="237173"/>
                </a:lnTo>
                <a:lnTo>
                  <a:pt x="38071" y="237173"/>
                </a:lnTo>
                <a:lnTo>
                  <a:pt x="57112" y="237173"/>
                </a:lnTo>
                <a:lnTo>
                  <a:pt x="76143" y="237173"/>
                </a:lnTo>
                <a:lnTo>
                  <a:pt x="95183" y="237173"/>
                </a:lnTo>
                <a:lnTo>
                  <a:pt x="114214" y="237173"/>
                </a:lnTo>
                <a:lnTo>
                  <a:pt x="133255" y="237173"/>
                </a:lnTo>
                <a:lnTo>
                  <a:pt x="152286" y="237173"/>
                </a:lnTo>
                <a:lnTo>
                  <a:pt x="171326" y="237173"/>
                </a:lnTo>
                <a:lnTo>
                  <a:pt x="190367" y="237173"/>
                </a:lnTo>
                <a:lnTo>
                  <a:pt x="209398" y="237173"/>
                </a:lnTo>
                <a:lnTo>
                  <a:pt x="228438" y="237173"/>
                </a:lnTo>
                <a:lnTo>
                  <a:pt x="247469" y="237173"/>
                </a:lnTo>
                <a:lnTo>
                  <a:pt x="266510" y="237173"/>
                </a:lnTo>
                <a:lnTo>
                  <a:pt x="285540" y="237173"/>
                </a:lnTo>
                <a:lnTo>
                  <a:pt x="304581" y="237173"/>
                </a:lnTo>
                <a:lnTo>
                  <a:pt x="323612" y="237173"/>
                </a:lnTo>
                <a:lnTo>
                  <a:pt x="342652" y="237173"/>
                </a:lnTo>
                <a:lnTo>
                  <a:pt x="361693" y="237173"/>
                </a:lnTo>
                <a:lnTo>
                  <a:pt x="380724" y="237173"/>
                </a:lnTo>
                <a:lnTo>
                  <a:pt x="399764" y="237173"/>
                </a:lnTo>
                <a:lnTo>
                  <a:pt x="418795" y="237173"/>
                </a:lnTo>
                <a:lnTo>
                  <a:pt x="437836" y="237173"/>
                </a:lnTo>
                <a:lnTo>
                  <a:pt x="456867" y="237173"/>
                </a:lnTo>
                <a:lnTo>
                  <a:pt x="475907" y="237173"/>
                </a:lnTo>
                <a:lnTo>
                  <a:pt x="494938" y="237173"/>
                </a:lnTo>
                <a:lnTo>
                  <a:pt x="513979" y="237173"/>
                </a:lnTo>
                <a:lnTo>
                  <a:pt x="533019" y="237173"/>
                </a:lnTo>
                <a:lnTo>
                  <a:pt x="552050" y="237173"/>
                </a:lnTo>
                <a:lnTo>
                  <a:pt x="571090" y="237173"/>
                </a:lnTo>
                <a:lnTo>
                  <a:pt x="590121" y="237173"/>
                </a:lnTo>
                <a:lnTo>
                  <a:pt x="609162" y="237173"/>
                </a:lnTo>
                <a:lnTo>
                  <a:pt x="628193" y="237173"/>
                </a:lnTo>
                <a:lnTo>
                  <a:pt x="647233" y="237173"/>
                </a:lnTo>
                <a:lnTo>
                  <a:pt x="666264" y="237173"/>
                </a:lnTo>
                <a:lnTo>
                  <a:pt x="685305" y="237173"/>
                </a:lnTo>
                <a:lnTo>
                  <a:pt x="704345" y="237173"/>
                </a:lnTo>
                <a:lnTo>
                  <a:pt x="723376" y="237173"/>
                </a:lnTo>
                <a:lnTo>
                  <a:pt x="742417" y="237173"/>
                </a:lnTo>
                <a:lnTo>
                  <a:pt x="761448" y="237173"/>
                </a:lnTo>
                <a:lnTo>
                  <a:pt x="780488" y="237173"/>
                </a:lnTo>
                <a:lnTo>
                  <a:pt x="799519" y="237173"/>
                </a:lnTo>
                <a:lnTo>
                  <a:pt x="818559" y="237173"/>
                </a:lnTo>
                <a:lnTo>
                  <a:pt x="837590" y="237173"/>
                </a:lnTo>
                <a:lnTo>
                  <a:pt x="856631" y="237173"/>
                </a:lnTo>
                <a:lnTo>
                  <a:pt x="875671" y="237173"/>
                </a:lnTo>
                <a:lnTo>
                  <a:pt x="894702" y="237173"/>
                </a:lnTo>
                <a:lnTo>
                  <a:pt x="913743" y="237173"/>
                </a:lnTo>
                <a:lnTo>
                  <a:pt x="932774" y="237173"/>
                </a:lnTo>
                <a:lnTo>
                  <a:pt x="951814" y="237173"/>
                </a:lnTo>
                <a:lnTo>
                  <a:pt x="970845" y="237173"/>
                </a:lnTo>
                <a:lnTo>
                  <a:pt x="989886" y="237173"/>
                </a:lnTo>
                <a:lnTo>
                  <a:pt x="1008917" y="237173"/>
                </a:lnTo>
                <a:lnTo>
                  <a:pt x="1027957" y="237173"/>
                </a:lnTo>
                <a:lnTo>
                  <a:pt x="1046998" y="237173"/>
                </a:lnTo>
                <a:lnTo>
                  <a:pt x="1066028" y="237173"/>
                </a:lnTo>
                <a:lnTo>
                  <a:pt x="1085069" y="237173"/>
                </a:lnTo>
                <a:lnTo>
                  <a:pt x="1104100" y="237173"/>
                </a:lnTo>
                <a:lnTo>
                  <a:pt x="1123140" y="237173"/>
                </a:lnTo>
                <a:lnTo>
                  <a:pt x="1142171" y="237173"/>
                </a:lnTo>
                <a:lnTo>
                  <a:pt x="1161212" y="237173"/>
                </a:lnTo>
                <a:lnTo>
                  <a:pt x="1180243" y="237173"/>
                </a:lnTo>
                <a:lnTo>
                  <a:pt x="1199283" y="237173"/>
                </a:lnTo>
                <a:lnTo>
                  <a:pt x="1218324" y="237173"/>
                </a:lnTo>
                <a:lnTo>
                  <a:pt x="1237355" y="237173"/>
                </a:lnTo>
                <a:lnTo>
                  <a:pt x="1256395" y="237173"/>
                </a:lnTo>
                <a:lnTo>
                  <a:pt x="1275426" y="237173"/>
                </a:lnTo>
                <a:lnTo>
                  <a:pt x="1294467" y="237173"/>
                </a:lnTo>
                <a:lnTo>
                  <a:pt x="1313498" y="237173"/>
                </a:lnTo>
                <a:lnTo>
                  <a:pt x="1331890" y="233391"/>
                </a:lnTo>
                <a:lnTo>
                  <a:pt x="1349854" y="227086"/>
                </a:lnTo>
                <a:lnTo>
                  <a:pt x="1367809" y="220770"/>
                </a:lnTo>
                <a:lnTo>
                  <a:pt x="1385773" y="214465"/>
                </a:lnTo>
                <a:lnTo>
                  <a:pt x="1403737" y="208159"/>
                </a:lnTo>
                <a:lnTo>
                  <a:pt x="1421692" y="201854"/>
                </a:lnTo>
                <a:lnTo>
                  <a:pt x="1439656" y="195539"/>
                </a:lnTo>
                <a:lnTo>
                  <a:pt x="1457620" y="189233"/>
                </a:lnTo>
                <a:lnTo>
                  <a:pt x="1475575" y="182928"/>
                </a:lnTo>
                <a:lnTo>
                  <a:pt x="1493539" y="176622"/>
                </a:lnTo>
                <a:lnTo>
                  <a:pt x="1511503" y="170307"/>
                </a:lnTo>
                <a:lnTo>
                  <a:pt x="1529458" y="164001"/>
                </a:lnTo>
                <a:lnTo>
                  <a:pt x="1547422" y="157696"/>
                </a:lnTo>
                <a:lnTo>
                  <a:pt x="1565377" y="151390"/>
                </a:lnTo>
                <a:lnTo>
                  <a:pt x="1583341" y="145075"/>
                </a:lnTo>
                <a:lnTo>
                  <a:pt x="1601305" y="138770"/>
                </a:lnTo>
                <a:lnTo>
                  <a:pt x="1619260" y="132464"/>
                </a:lnTo>
                <a:lnTo>
                  <a:pt x="1637224" y="126159"/>
                </a:lnTo>
                <a:lnTo>
                  <a:pt x="1655188" y="119844"/>
                </a:lnTo>
                <a:lnTo>
                  <a:pt x="1673142" y="113538"/>
                </a:lnTo>
                <a:lnTo>
                  <a:pt x="1691107" y="107232"/>
                </a:lnTo>
                <a:lnTo>
                  <a:pt x="1709071" y="100927"/>
                </a:lnTo>
                <a:lnTo>
                  <a:pt x="1727025" y="94621"/>
                </a:lnTo>
                <a:lnTo>
                  <a:pt x="1744990" y="88306"/>
                </a:lnTo>
                <a:lnTo>
                  <a:pt x="1762954" y="82001"/>
                </a:lnTo>
                <a:lnTo>
                  <a:pt x="1780908" y="75695"/>
                </a:lnTo>
                <a:lnTo>
                  <a:pt x="1798872" y="69390"/>
                </a:lnTo>
                <a:lnTo>
                  <a:pt x="1816837" y="63075"/>
                </a:lnTo>
                <a:lnTo>
                  <a:pt x="1834791" y="56769"/>
                </a:lnTo>
                <a:lnTo>
                  <a:pt x="1852755" y="50463"/>
                </a:lnTo>
                <a:lnTo>
                  <a:pt x="1870710" y="44158"/>
                </a:lnTo>
                <a:lnTo>
                  <a:pt x="1888674" y="37843"/>
                </a:lnTo>
                <a:lnTo>
                  <a:pt x="1906638" y="31537"/>
                </a:lnTo>
                <a:lnTo>
                  <a:pt x="1924593" y="25232"/>
                </a:lnTo>
                <a:lnTo>
                  <a:pt x="1942557" y="18926"/>
                </a:lnTo>
                <a:lnTo>
                  <a:pt x="1960521" y="12611"/>
                </a:lnTo>
                <a:lnTo>
                  <a:pt x="1978476" y="6306"/>
                </a:lnTo>
                <a:lnTo>
                  <a:pt x="19964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0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E962AAA0-D1C4-4824-9434-D60108E8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413" y="3858578"/>
            <a:ext cx="12392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1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9583E661-3EE6-4708-BA45-42CCFC98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0933" y="3057420"/>
            <a:ext cx="571500" cy="609705"/>
          </a:xfrm>
          <a:custGeom xmlns:a="http://schemas.openxmlformats.org/drawingml/2006/main">
            <a:pathLst>
              <a:path w="571500" h="609705">
                <a:moveTo>
                  <a:pt x="0" y="609705"/>
                </a:moveTo>
                <a:lnTo>
                  <a:pt x="0" y="590817"/>
                </a:lnTo>
                <a:lnTo>
                  <a:pt x="0" y="571929"/>
                </a:lnTo>
                <a:lnTo>
                  <a:pt x="0" y="553041"/>
                </a:lnTo>
                <a:lnTo>
                  <a:pt x="0" y="534152"/>
                </a:lnTo>
                <a:lnTo>
                  <a:pt x="0" y="515264"/>
                </a:lnTo>
                <a:lnTo>
                  <a:pt x="0" y="496376"/>
                </a:lnTo>
                <a:lnTo>
                  <a:pt x="0" y="477488"/>
                </a:lnTo>
                <a:lnTo>
                  <a:pt x="0" y="458600"/>
                </a:lnTo>
                <a:lnTo>
                  <a:pt x="0" y="439712"/>
                </a:lnTo>
                <a:lnTo>
                  <a:pt x="0" y="420824"/>
                </a:lnTo>
                <a:lnTo>
                  <a:pt x="0" y="401936"/>
                </a:lnTo>
                <a:lnTo>
                  <a:pt x="0" y="383048"/>
                </a:lnTo>
                <a:lnTo>
                  <a:pt x="0" y="364160"/>
                </a:lnTo>
                <a:lnTo>
                  <a:pt x="0" y="345272"/>
                </a:lnTo>
                <a:lnTo>
                  <a:pt x="0" y="326374"/>
                </a:lnTo>
                <a:lnTo>
                  <a:pt x="0" y="307486"/>
                </a:lnTo>
                <a:lnTo>
                  <a:pt x="0" y="288598"/>
                </a:lnTo>
                <a:lnTo>
                  <a:pt x="0" y="269710"/>
                </a:lnTo>
                <a:lnTo>
                  <a:pt x="0" y="250822"/>
                </a:lnTo>
                <a:lnTo>
                  <a:pt x="0" y="231934"/>
                </a:lnTo>
                <a:lnTo>
                  <a:pt x="0" y="213046"/>
                </a:lnTo>
                <a:lnTo>
                  <a:pt x="0" y="194158"/>
                </a:lnTo>
                <a:lnTo>
                  <a:pt x="5534" y="179299"/>
                </a:lnTo>
                <a:lnTo>
                  <a:pt x="23508" y="173517"/>
                </a:lnTo>
                <a:lnTo>
                  <a:pt x="41491" y="167735"/>
                </a:lnTo>
                <a:lnTo>
                  <a:pt x="59474" y="161954"/>
                </a:lnTo>
                <a:lnTo>
                  <a:pt x="77457" y="156162"/>
                </a:lnTo>
                <a:lnTo>
                  <a:pt x="95441" y="150381"/>
                </a:lnTo>
                <a:lnTo>
                  <a:pt x="113414" y="144599"/>
                </a:lnTo>
                <a:lnTo>
                  <a:pt x="131397" y="138817"/>
                </a:lnTo>
                <a:lnTo>
                  <a:pt x="149381" y="133026"/>
                </a:lnTo>
                <a:lnTo>
                  <a:pt x="167364" y="127244"/>
                </a:lnTo>
                <a:lnTo>
                  <a:pt x="185337" y="121463"/>
                </a:lnTo>
                <a:lnTo>
                  <a:pt x="203321" y="115681"/>
                </a:lnTo>
                <a:lnTo>
                  <a:pt x="221304" y="109890"/>
                </a:lnTo>
                <a:lnTo>
                  <a:pt x="239287" y="104108"/>
                </a:lnTo>
                <a:lnTo>
                  <a:pt x="257270" y="98327"/>
                </a:lnTo>
                <a:lnTo>
                  <a:pt x="275244" y="92545"/>
                </a:lnTo>
                <a:lnTo>
                  <a:pt x="293227" y="86763"/>
                </a:lnTo>
                <a:lnTo>
                  <a:pt x="311210" y="80972"/>
                </a:lnTo>
                <a:lnTo>
                  <a:pt x="329194" y="75190"/>
                </a:lnTo>
                <a:lnTo>
                  <a:pt x="347167" y="69409"/>
                </a:lnTo>
                <a:lnTo>
                  <a:pt x="365150" y="63627"/>
                </a:lnTo>
                <a:lnTo>
                  <a:pt x="383134" y="57836"/>
                </a:lnTo>
                <a:lnTo>
                  <a:pt x="401117" y="52054"/>
                </a:lnTo>
                <a:lnTo>
                  <a:pt x="419100" y="46272"/>
                </a:lnTo>
                <a:lnTo>
                  <a:pt x="437074" y="40491"/>
                </a:lnTo>
                <a:lnTo>
                  <a:pt x="455057" y="34700"/>
                </a:lnTo>
                <a:lnTo>
                  <a:pt x="473040" y="28918"/>
                </a:lnTo>
                <a:lnTo>
                  <a:pt x="491023" y="23136"/>
                </a:lnTo>
                <a:lnTo>
                  <a:pt x="508997" y="17355"/>
                </a:lnTo>
                <a:lnTo>
                  <a:pt x="526980" y="11563"/>
                </a:lnTo>
                <a:lnTo>
                  <a:pt x="544963" y="5782"/>
                </a:lnTo>
                <a:lnTo>
                  <a:pt x="562947" y="0"/>
                </a:lnTo>
                <a:lnTo>
                  <a:pt x="571500" y="7153"/>
                </a:lnTo>
                <a:lnTo>
                  <a:pt x="571500" y="26041"/>
                </a:lnTo>
                <a:lnTo>
                  <a:pt x="571500" y="44929"/>
                </a:lnTo>
                <a:lnTo>
                  <a:pt x="571500" y="63818"/>
                </a:lnTo>
                <a:lnTo>
                  <a:pt x="571500" y="82706"/>
                </a:lnTo>
                <a:lnTo>
                  <a:pt x="571500" y="101594"/>
                </a:lnTo>
                <a:lnTo>
                  <a:pt x="571500" y="120482"/>
                </a:lnTo>
                <a:lnTo>
                  <a:pt x="571500" y="139370"/>
                </a:lnTo>
                <a:lnTo>
                  <a:pt x="571500" y="158258"/>
                </a:lnTo>
                <a:lnTo>
                  <a:pt x="571500" y="177146"/>
                </a:lnTo>
                <a:lnTo>
                  <a:pt x="571500" y="196034"/>
                </a:lnTo>
                <a:lnTo>
                  <a:pt x="571500" y="214922"/>
                </a:lnTo>
                <a:lnTo>
                  <a:pt x="571500" y="233810"/>
                </a:lnTo>
                <a:lnTo>
                  <a:pt x="571500" y="252698"/>
                </a:lnTo>
                <a:lnTo>
                  <a:pt x="571500" y="271586"/>
                </a:lnTo>
                <a:lnTo>
                  <a:pt x="571500" y="290474"/>
                </a:lnTo>
                <a:lnTo>
                  <a:pt x="571500" y="309362"/>
                </a:lnTo>
                <a:lnTo>
                  <a:pt x="571500" y="328251"/>
                </a:lnTo>
                <a:lnTo>
                  <a:pt x="571500" y="347139"/>
                </a:lnTo>
                <a:lnTo>
                  <a:pt x="571500" y="366027"/>
                </a:lnTo>
                <a:lnTo>
                  <a:pt x="571500" y="384915"/>
                </a:lnTo>
                <a:lnTo>
                  <a:pt x="567176" y="400793"/>
                </a:lnTo>
                <a:lnTo>
                  <a:pt x="549459" y="407327"/>
                </a:lnTo>
                <a:lnTo>
                  <a:pt x="531733" y="413852"/>
                </a:lnTo>
                <a:lnTo>
                  <a:pt x="514007" y="420376"/>
                </a:lnTo>
                <a:lnTo>
                  <a:pt x="496281" y="426911"/>
                </a:lnTo>
                <a:lnTo>
                  <a:pt x="478555" y="433435"/>
                </a:lnTo>
                <a:lnTo>
                  <a:pt x="460829" y="439969"/>
                </a:lnTo>
                <a:lnTo>
                  <a:pt x="443113" y="446494"/>
                </a:lnTo>
                <a:lnTo>
                  <a:pt x="425386" y="453019"/>
                </a:lnTo>
                <a:lnTo>
                  <a:pt x="407660" y="459553"/>
                </a:lnTo>
                <a:lnTo>
                  <a:pt x="389934" y="466077"/>
                </a:lnTo>
                <a:lnTo>
                  <a:pt x="372208" y="472611"/>
                </a:lnTo>
                <a:lnTo>
                  <a:pt x="354482" y="479136"/>
                </a:lnTo>
                <a:lnTo>
                  <a:pt x="336766" y="485661"/>
                </a:lnTo>
                <a:lnTo>
                  <a:pt x="319040" y="492195"/>
                </a:lnTo>
                <a:lnTo>
                  <a:pt x="301314" y="498719"/>
                </a:lnTo>
                <a:lnTo>
                  <a:pt x="283588" y="505254"/>
                </a:lnTo>
                <a:lnTo>
                  <a:pt x="265862" y="511778"/>
                </a:lnTo>
                <a:lnTo>
                  <a:pt x="248145" y="518303"/>
                </a:lnTo>
                <a:lnTo>
                  <a:pt x="230419" y="524837"/>
                </a:lnTo>
                <a:lnTo>
                  <a:pt x="212693" y="531362"/>
                </a:lnTo>
                <a:lnTo>
                  <a:pt x="194967" y="537896"/>
                </a:lnTo>
                <a:lnTo>
                  <a:pt x="177241" y="544420"/>
                </a:lnTo>
                <a:lnTo>
                  <a:pt x="159515" y="550945"/>
                </a:lnTo>
                <a:lnTo>
                  <a:pt x="141799" y="557479"/>
                </a:lnTo>
                <a:lnTo>
                  <a:pt x="124073" y="564004"/>
                </a:lnTo>
                <a:lnTo>
                  <a:pt x="106347" y="570538"/>
                </a:lnTo>
                <a:lnTo>
                  <a:pt x="88621" y="577063"/>
                </a:lnTo>
                <a:lnTo>
                  <a:pt x="70895" y="583587"/>
                </a:lnTo>
                <a:lnTo>
                  <a:pt x="53169" y="590121"/>
                </a:lnTo>
                <a:lnTo>
                  <a:pt x="35452" y="596646"/>
                </a:lnTo>
                <a:lnTo>
                  <a:pt x="17726" y="603180"/>
                </a:lnTo>
                <a:lnTo>
                  <a:pt x="0" y="609705"/>
                </a:lnTo>
              </a:path>
            </a:pathLst>
          </a:custGeom>
          <a:solidFill xmlns:a="http://schemas.openxmlformats.org/drawingml/2006/main">
            <a:srgbClr val="84A5B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2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46458982-DD2B-4544-87C0-599CA469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3118" y="3456623"/>
            <a:ext cx="2132390" cy="210503"/>
          </a:xfrm>
          <a:custGeom xmlns:a="http://schemas.openxmlformats.org/drawingml/2006/main">
            <a:pathLst>
              <a:path w="2132390" h="210503">
                <a:moveTo>
                  <a:pt x="0" y="210503"/>
                </a:moveTo>
                <a:lnTo>
                  <a:pt x="18993" y="210503"/>
                </a:lnTo>
                <a:lnTo>
                  <a:pt x="37976" y="210503"/>
                </a:lnTo>
                <a:lnTo>
                  <a:pt x="56969" y="210503"/>
                </a:lnTo>
                <a:lnTo>
                  <a:pt x="75962" y="210503"/>
                </a:lnTo>
                <a:lnTo>
                  <a:pt x="94945" y="210503"/>
                </a:lnTo>
                <a:lnTo>
                  <a:pt x="113938" y="210503"/>
                </a:lnTo>
                <a:lnTo>
                  <a:pt x="132921" y="210503"/>
                </a:lnTo>
                <a:lnTo>
                  <a:pt x="151914" y="210503"/>
                </a:lnTo>
                <a:lnTo>
                  <a:pt x="170907" y="210503"/>
                </a:lnTo>
                <a:lnTo>
                  <a:pt x="189890" y="210503"/>
                </a:lnTo>
                <a:lnTo>
                  <a:pt x="208883" y="210503"/>
                </a:lnTo>
                <a:lnTo>
                  <a:pt x="227876" y="210503"/>
                </a:lnTo>
                <a:lnTo>
                  <a:pt x="246859" y="210503"/>
                </a:lnTo>
                <a:lnTo>
                  <a:pt x="265852" y="210503"/>
                </a:lnTo>
                <a:lnTo>
                  <a:pt x="284836" y="210503"/>
                </a:lnTo>
                <a:lnTo>
                  <a:pt x="303828" y="210503"/>
                </a:lnTo>
                <a:lnTo>
                  <a:pt x="322821" y="210503"/>
                </a:lnTo>
                <a:lnTo>
                  <a:pt x="341805" y="210503"/>
                </a:lnTo>
                <a:lnTo>
                  <a:pt x="360797" y="210503"/>
                </a:lnTo>
                <a:lnTo>
                  <a:pt x="379790" y="210503"/>
                </a:lnTo>
                <a:lnTo>
                  <a:pt x="398774" y="210503"/>
                </a:lnTo>
                <a:lnTo>
                  <a:pt x="417767" y="210503"/>
                </a:lnTo>
                <a:lnTo>
                  <a:pt x="436759" y="210503"/>
                </a:lnTo>
                <a:lnTo>
                  <a:pt x="455743" y="210503"/>
                </a:lnTo>
                <a:lnTo>
                  <a:pt x="474736" y="210503"/>
                </a:lnTo>
                <a:lnTo>
                  <a:pt x="493719" y="210503"/>
                </a:lnTo>
                <a:lnTo>
                  <a:pt x="512712" y="210503"/>
                </a:lnTo>
                <a:lnTo>
                  <a:pt x="531705" y="210503"/>
                </a:lnTo>
                <a:lnTo>
                  <a:pt x="550688" y="210503"/>
                </a:lnTo>
                <a:lnTo>
                  <a:pt x="569681" y="210503"/>
                </a:lnTo>
                <a:lnTo>
                  <a:pt x="588674" y="210503"/>
                </a:lnTo>
                <a:lnTo>
                  <a:pt x="607657" y="210503"/>
                </a:lnTo>
                <a:lnTo>
                  <a:pt x="626650" y="210503"/>
                </a:lnTo>
                <a:lnTo>
                  <a:pt x="645633" y="210503"/>
                </a:lnTo>
                <a:lnTo>
                  <a:pt x="664626" y="210503"/>
                </a:lnTo>
                <a:lnTo>
                  <a:pt x="683619" y="210503"/>
                </a:lnTo>
                <a:lnTo>
                  <a:pt x="702602" y="210503"/>
                </a:lnTo>
                <a:lnTo>
                  <a:pt x="721595" y="210503"/>
                </a:lnTo>
                <a:lnTo>
                  <a:pt x="740588" y="210503"/>
                </a:lnTo>
                <a:lnTo>
                  <a:pt x="759571" y="210503"/>
                </a:lnTo>
                <a:lnTo>
                  <a:pt x="778564" y="210503"/>
                </a:lnTo>
                <a:lnTo>
                  <a:pt x="797557" y="210503"/>
                </a:lnTo>
                <a:lnTo>
                  <a:pt x="816540" y="210503"/>
                </a:lnTo>
                <a:lnTo>
                  <a:pt x="835533" y="210503"/>
                </a:lnTo>
                <a:lnTo>
                  <a:pt x="854516" y="210503"/>
                </a:lnTo>
                <a:lnTo>
                  <a:pt x="873509" y="210503"/>
                </a:lnTo>
                <a:lnTo>
                  <a:pt x="892502" y="210503"/>
                </a:lnTo>
                <a:lnTo>
                  <a:pt x="911485" y="210503"/>
                </a:lnTo>
                <a:lnTo>
                  <a:pt x="930478" y="210503"/>
                </a:lnTo>
                <a:lnTo>
                  <a:pt x="949471" y="210503"/>
                </a:lnTo>
                <a:lnTo>
                  <a:pt x="968454" y="210503"/>
                </a:lnTo>
                <a:lnTo>
                  <a:pt x="987447" y="210503"/>
                </a:lnTo>
                <a:lnTo>
                  <a:pt x="1006440" y="210503"/>
                </a:lnTo>
                <a:lnTo>
                  <a:pt x="1025423" y="210503"/>
                </a:lnTo>
                <a:lnTo>
                  <a:pt x="1044416" y="210503"/>
                </a:lnTo>
                <a:lnTo>
                  <a:pt x="1063400" y="210503"/>
                </a:lnTo>
                <a:lnTo>
                  <a:pt x="1082392" y="210503"/>
                </a:lnTo>
                <a:lnTo>
                  <a:pt x="1101385" y="210503"/>
                </a:lnTo>
                <a:lnTo>
                  <a:pt x="1120369" y="210503"/>
                </a:lnTo>
                <a:lnTo>
                  <a:pt x="1139361" y="210503"/>
                </a:lnTo>
                <a:lnTo>
                  <a:pt x="1158354" y="210503"/>
                </a:lnTo>
                <a:lnTo>
                  <a:pt x="1177338" y="210503"/>
                </a:lnTo>
                <a:lnTo>
                  <a:pt x="1196330" y="210503"/>
                </a:lnTo>
                <a:lnTo>
                  <a:pt x="1215314" y="210503"/>
                </a:lnTo>
                <a:lnTo>
                  <a:pt x="1234307" y="210503"/>
                </a:lnTo>
                <a:lnTo>
                  <a:pt x="1253300" y="210503"/>
                </a:lnTo>
                <a:lnTo>
                  <a:pt x="1272283" y="210503"/>
                </a:lnTo>
                <a:lnTo>
                  <a:pt x="1291276" y="210503"/>
                </a:lnTo>
                <a:lnTo>
                  <a:pt x="1310269" y="210503"/>
                </a:lnTo>
                <a:lnTo>
                  <a:pt x="1329252" y="210503"/>
                </a:lnTo>
                <a:lnTo>
                  <a:pt x="1348245" y="210503"/>
                </a:lnTo>
                <a:lnTo>
                  <a:pt x="1367238" y="210503"/>
                </a:lnTo>
                <a:lnTo>
                  <a:pt x="1386221" y="210503"/>
                </a:lnTo>
                <a:lnTo>
                  <a:pt x="1405214" y="210503"/>
                </a:lnTo>
                <a:lnTo>
                  <a:pt x="1424197" y="210503"/>
                </a:lnTo>
                <a:lnTo>
                  <a:pt x="1443190" y="210503"/>
                </a:lnTo>
                <a:lnTo>
                  <a:pt x="1462183" y="210503"/>
                </a:lnTo>
                <a:lnTo>
                  <a:pt x="1481166" y="210503"/>
                </a:lnTo>
                <a:lnTo>
                  <a:pt x="1500159" y="210503"/>
                </a:lnTo>
                <a:lnTo>
                  <a:pt x="1519152" y="210503"/>
                </a:lnTo>
                <a:lnTo>
                  <a:pt x="1538135" y="210503"/>
                </a:lnTo>
                <a:lnTo>
                  <a:pt x="1557128" y="210503"/>
                </a:lnTo>
                <a:lnTo>
                  <a:pt x="1575606" y="207635"/>
                </a:lnTo>
                <a:lnTo>
                  <a:pt x="1593428" y="201073"/>
                </a:lnTo>
                <a:lnTo>
                  <a:pt x="1611239" y="194510"/>
                </a:lnTo>
                <a:lnTo>
                  <a:pt x="1629061" y="187947"/>
                </a:lnTo>
                <a:lnTo>
                  <a:pt x="1646882" y="181385"/>
                </a:lnTo>
                <a:lnTo>
                  <a:pt x="1664703" y="174812"/>
                </a:lnTo>
                <a:lnTo>
                  <a:pt x="1682515" y="168250"/>
                </a:lnTo>
                <a:lnTo>
                  <a:pt x="1700336" y="161687"/>
                </a:lnTo>
                <a:lnTo>
                  <a:pt x="1718158" y="155124"/>
                </a:lnTo>
                <a:lnTo>
                  <a:pt x="1735979" y="148561"/>
                </a:lnTo>
                <a:lnTo>
                  <a:pt x="1753791" y="141999"/>
                </a:lnTo>
                <a:lnTo>
                  <a:pt x="1771612" y="135436"/>
                </a:lnTo>
                <a:lnTo>
                  <a:pt x="1789433" y="128873"/>
                </a:lnTo>
                <a:lnTo>
                  <a:pt x="1807254" y="122311"/>
                </a:lnTo>
                <a:lnTo>
                  <a:pt x="1825066" y="115748"/>
                </a:lnTo>
                <a:lnTo>
                  <a:pt x="1842887" y="109185"/>
                </a:lnTo>
                <a:lnTo>
                  <a:pt x="1860709" y="102622"/>
                </a:lnTo>
                <a:lnTo>
                  <a:pt x="1878530" y="96060"/>
                </a:lnTo>
                <a:lnTo>
                  <a:pt x="1896351" y="89497"/>
                </a:lnTo>
                <a:lnTo>
                  <a:pt x="1914163" y="82934"/>
                </a:lnTo>
                <a:lnTo>
                  <a:pt x="1931984" y="76362"/>
                </a:lnTo>
                <a:lnTo>
                  <a:pt x="1949806" y="69799"/>
                </a:lnTo>
                <a:lnTo>
                  <a:pt x="1967627" y="63236"/>
                </a:lnTo>
                <a:lnTo>
                  <a:pt x="1985439" y="56674"/>
                </a:lnTo>
                <a:lnTo>
                  <a:pt x="2003260" y="50111"/>
                </a:lnTo>
                <a:lnTo>
                  <a:pt x="2021081" y="43548"/>
                </a:lnTo>
                <a:lnTo>
                  <a:pt x="2038902" y="36986"/>
                </a:lnTo>
                <a:lnTo>
                  <a:pt x="2056714" y="30423"/>
                </a:lnTo>
                <a:lnTo>
                  <a:pt x="2074535" y="23860"/>
                </a:lnTo>
                <a:lnTo>
                  <a:pt x="2092357" y="17297"/>
                </a:lnTo>
                <a:lnTo>
                  <a:pt x="2110178" y="10735"/>
                </a:lnTo>
                <a:lnTo>
                  <a:pt x="2127990" y="4172"/>
                </a:lnTo>
                <a:lnTo>
                  <a:pt x="2132390" y="0"/>
                </a:lnTo>
                <a:lnTo>
                  <a:pt x="2113397" y="0"/>
                </a:lnTo>
                <a:lnTo>
                  <a:pt x="2094414" y="0"/>
                </a:lnTo>
                <a:lnTo>
                  <a:pt x="2075421" y="0"/>
                </a:lnTo>
                <a:lnTo>
                  <a:pt x="2056428" y="0"/>
                </a:lnTo>
                <a:lnTo>
                  <a:pt x="2037445" y="0"/>
                </a:lnTo>
                <a:lnTo>
                  <a:pt x="2018452" y="0"/>
                </a:lnTo>
                <a:lnTo>
                  <a:pt x="1999459" y="0"/>
                </a:lnTo>
                <a:lnTo>
                  <a:pt x="1980476" y="0"/>
                </a:lnTo>
                <a:lnTo>
                  <a:pt x="1961483" y="0"/>
                </a:lnTo>
                <a:lnTo>
                  <a:pt x="1942500" y="0"/>
                </a:lnTo>
                <a:lnTo>
                  <a:pt x="1923507" y="0"/>
                </a:lnTo>
                <a:lnTo>
                  <a:pt x="1904514" y="0"/>
                </a:lnTo>
                <a:lnTo>
                  <a:pt x="1885531" y="0"/>
                </a:lnTo>
                <a:lnTo>
                  <a:pt x="1866538" y="0"/>
                </a:lnTo>
                <a:lnTo>
                  <a:pt x="1847545" y="0"/>
                </a:lnTo>
                <a:lnTo>
                  <a:pt x="1828562" y="0"/>
                </a:lnTo>
                <a:lnTo>
                  <a:pt x="1809569" y="0"/>
                </a:lnTo>
                <a:lnTo>
                  <a:pt x="1790586" y="0"/>
                </a:lnTo>
                <a:lnTo>
                  <a:pt x="1771593" y="0"/>
                </a:lnTo>
                <a:lnTo>
                  <a:pt x="1752600" y="0"/>
                </a:lnTo>
                <a:lnTo>
                  <a:pt x="1733617" y="0"/>
                </a:lnTo>
                <a:lnTo>
                  <a:pt x="1714624" y="0"/>
                </a:lnTo>
                <a:lnTo>
                  <a:pt x="1695631" y="0"/>
                </a:lnTo>
                <a:lnTo>
                  <a:pt x="1676648" y="0"/>
                </a:lnTo>
                <a:lnTo>
                  <a:pt x="1657655" y="0"/>
                </a:lnTo>
                <a:lnTo>
                  <a:pt x="1638662" y="0"/>
                </a:lnTo>
                <a:lnTo>
                  <a:pt x="1619679" y="0"/>
                </a:lnTo>
                <a:lnTo>
                  <a:pt x="1600686" y="0"/>
                </a:lnTo>
                <a:lnTo>
                  <a:pt x="1581702" y="0"/>
                </a:lnTo>
                <a:lnTo>
                  <a:pt x="1562710" y="0"/>
                </a:lnTo>
                <a:lnTo>
                  <a:pt x="1543717" y="0"/>
                </a:lnTo>
                <a:lnTo>
                  <a:pt x="1524733" y="0"/>
                </a:lnTo>
                <a:lnTo>
                  <a:pt x="1505741" y="0"/>
                </a:lnTo>
                <a:lnTo>
                  <a:pt x="1486748" y="0"/>
                </a:lnTo>
                <a:lnTo>
                  <a:pt x="1467764" y="0"/>
                </a:lnTo>
                <a:lnTo>
                  <a:pt x="1448772" y="0"/>
                </a:lnTo>
                <a:lnTo>
                  <a:pt x="1429788" y="0"/>
                </a:lnTo>
                <a:lnTo>
                  <a:pt x="1410795" y="0"/>
                </a:lnTo>
                <a:lnTo>
                  <a:pt x="1391803" y="0"/>
                </a:lnTo>
                <a:lnTo>
                  <a:pt x="1372819" y="0"/>
                </a:lnTo>
                <a:lnTo>
                  <a:pt x="1353826" y="0"/>
                </a:lnTo>
                <a:lnTo>
                  <a:pt x="1334833" y="0"/>
                </a:lnTo>
                <a:lnTo>
                  <a:pt x="1315850" y="0"/>
                </a:lnTo>
                <a:lnTo>
                  <a:pt x="1296857" y="0"/>
                </a:lnTo>
                <a:lnTo>
                  <a:pt x="1277864" y="0"/>
                </a:lnTo>
                <a:lnTo>
                  <a:pt x="1258881" y="0"/>
                </a:lnTo>
                <a:lnTo>
                  <a:pt x="1239888" y="0"/>
                </a:lnTo>
                <a:lnTo>
                  <a:pt x="1220905" y="0"/>
                </a:lnTo>
                <a:lnTo>
                  <a:pt x="1201912" y="0"/>
                </a:lnTo>
                <a:lnTo>
                  <a:pt x="1182919" y="0"/>
                </a:lnTo>
                <a:lnTo>
                  <a:pt x="1163936" y="0"/>
                </a:lnTo>
                <a:lnTo>
                  <a:pt x="1144943" y="0"/>
                </a:lnTo>
                <a:lnTo>
                  <a:pt x="1125950" y="0"/>
                </a:lnTo>
                <a:lnTo>
                  <a:pt x="1106967" y="0"/>
                </a:lnTo>
                <a:lnTo>
                  <a:pt x="1087974" y="0"/>
                </a:lnTo>
                <a:lnTo>
                  <a:pt x="1068991" y="0"/>
                </a:lnTo>
                <a:lnTo>
                  <a:pt x="1049998" y="0"/>
                </a:lnTo>
                <a:lnTo>
                  <a:pt x="1031005" y="0"/>
                </a:lnTo>
                <a:lnTo>
                  <a:pt x="1012022" y="0"/>
                </a:lnTo>
                <a:lnTo>
                  <a:pt x="993029" y="0"/>
                </a:lnTo>
                <a:lnTo>
                  <a:pt x="974036" y="0"/>
                </a:lnTo>
                <a:lnTo>
                  <a:pt x="955053" y="0"/>
                </a:lnTo>
                <a:lnTo>
                  <a:pt x="936060" y="0"/>
                </a:lnTo>
                <a:lnTo>
                  <a:pt x="917067" y="0"/>
                </a:lnTo>
                <a:lnTo>
                  <a:pt x="898084" y="0"/>
                </a:lnTo>
                <a:lnTo>
                  <a:pt x="879091" y="0"/>
                </a:lnTo>
                <a:lnTo>
                  <a:pt x="860108" y="0"/>
                </a:lnTo>
                <a:lnTo>
                  <a:pt x="841115" y="0"/>
                </a:lnTo>
                <a:lnTo>
                  <a:pt x="822122" y="0"/>
                </a:lnTo>
                <a:lnTo>
                  <a:pt x="803138" y="0"/>
                </a:lnTo>
                <a:lnTo>
                  <a:pt x="784146" y="0"/>
                </a:lnTo>
                <a:lnTo>
                  <a:pt x="765153" y="0"/>
                </a:lnTo>
                <a:lnTo>
                  <a:pt x="746169" y="0"/>
                </a:lnTo>
                <a:lnTo>
                  <a:pt x="727177" y="0"/>
                </a:lnTo>
                <a:lnTo>
                  <a:pt x="708184" y="0"/>
                </a:lnTo>
                <a:lnTo>
                  <a:pt x="689200" y="0"/>
                </a:lnTo>
                <a:lnTo>
                  <a:pt x="670208" y="0"/>
                </a:lnTo>
                <a:lnTo>
                  <a:pt x="651986" y="4953"/>
                </a:lnTo>
                <a:lnTo>
                  <a:pt x="633870" y="10668"/>
                </a:lnTo>
                <a:lnTo>
                  <a:pt x="615763" y="16373"/>
                </a:lnTo>
                <a:lnTo>
                  <a:pt x="597656" y="22088"/>
                </a:lnTo>
                <a:lnTo>
                  <a:pt x="579539" y="27794"/>
                </a:lnTo>
                <a:lnTo>
                  <a:pt x="561432" y="33499"/>
                </a:lnTo>
                <a:lnTo>
                  <a:pt x="543316" y="39214"/>
                </a:lnTo>
                <a:lnTo>
                  <a:pt x="525209" y="44920"/>
                </a:lnTo>
                <a:lnTo>
                  <a:pt x="507101" y="50635"/>
                </a:lnTo>
                <a:lnTo>
                  <a:pt x="488985" y="56340"/>
                </a:lnTo>
                <a:lnTo>
                  <a:pt x="470878" y="62055"/>
                </a:lnTo>
                <a:lnTo>
                  <a:pt x="452771" y="67761"/>
                </a:lnTo>
                <a:lnTo>
                  <a:pt x="434654" y="73476"/>
                </a:lnTo>
                <a:lnTo>
                  <a:pt x="416547" y="79181"/>
                </a:lnTo>
                <a:lnTo>
                  <a:pt x="398431" y="84887"/>
                </a:lnTo>
                <a:lnTo>
                  <a:pt x="380324" y="90602"/>
                </a:lnTo>
                <a:lnTo>
                  <a:pt x="362217" y="96307"/>
                </a:lnTo>
                <a:lnTo>
                  <a:pt x="344100" y="102022"/>
                </a:lnTo>
                <a:lnTo>
                  <a:pt x="325993" y="107728"/>
                </a:lnTo>
                <a:lnTo>
                  <a:pt x="307877" y="113443"/>
                </a:lnTo>
                <a:lnTo>
                  <a:pt x="289770" y="119148"/>
                </a:lnTo>
                <a:lnTo>
                  <a:pt x="271663" y="124854"/>
                </a:lnTo>
                <a:lnTo>
                  <a:pt x="253546" y="130569"/>
                </a:lnTo>
                <a:lnTo>
                  <a:pt x="235439" y="136274"/>
                </a:lnTo>
                <a:lnTo>
                  <a:pt x="217332" y="141989"/>
                </a:lnTo>
                <a:lnTo>
                  <a:pt x="199215" y="147695"/>
                </a:lnTo>
                <a:lnTo>
                  <a:pt x="181108" y="153410"/>
                </a:lnTo>
                <a:lnTo>
                  <a:pt x="162992" y="159115"/>
                </a:lnTo>
                <a:lnTo>
                  <a:pt x="144885" y="164830"/>
                </a:lnTo>
                <a:lnTo>
                  <a:pt x="126778" y="170536"/>
                </a:lnTo>
                <a:lnTo>
                  <a:pt x="108661" y="176241"/>
                </a:lnTo>
                <a:lnTo>
                  <a:pt x="90554" y="181956"/>
                </a:lnTo>
                <a:lnTo>
                  <a:pt x="72447" y="187662"/>
                </a:lnTo>
                <a:lnTo>
                  <a:pt x="54331" y="193377"/>
                </a:lnTo>
                <a:lnTo>
                  <a:pt x="36224" y="199082"/>
                </a:lnTo>
                <a:lnTo>
                  <a:pt x="18107" y="204797"/>
                </a:lnTo>
                <a:lnTo>
                  <a:pt x="0" y="210503"/>
                </a:lnTo>
              </a:path>
            </a:pathLst>
          </a:custGeom>
          <a:solidFill xmlns:a="http://schemas.openxmlformats.org/drawingml/2006/main">
            <a:srgbClr val="ADC6D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3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5BF85A34-74F2-4D56-A59C-C9A3E337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6943" y="3456623"/>
            <a:ext cx="1899285" cy="210503"/>
          </a:xfrm>
          <a:custGeom xmlns:a="http://schemas.openxmlformats.org/drawingml/2006/main">
            <a:pathLst>
              <a:path w="1899285" h="210503">
                <a:moveTo>
                  <a:pt x="0" y="210503"/>
                </a:moveTo>
                <a:lnTo>
                  <a:pt x="18983" y="210503"/>
                </a:lnTo>
                <a:lnTo>
                  <a:pt x="37967" y="210503"/>
                </a:lnTo>
                <a:lnTo>
                  <a:pt x="56950" y="210503"/>
                </a:lnTo>
                <a:lnTo>
                  <a:pt x="75933" y="210503"/>
                </a:lnTo>
                <a:lnTo>
                  <a:pt x="94917" y="210503"/>
                </a:lnTo>
                <a:lnTo>
                  <a:pt x="113900" y="210503"/>
                </a:lnTo>
                <a:lnTo>
                  <a:pt x="132883" y="210503"/>
                </a:lnTo>
                <a:lnTo>
                  <a:pt x="151867" y="210503"/>
                </a:lnTo>
                <a:lnTo>
                  <a:pt x="170859" y="210503"/>
                </a:lnTo>
                <a:lnTo>
                  <a:pt x="189843" y="210503"/>
                </a:lnTo>
                <a:lnTo>
                  <a:pt x="208826" y="210503"/>
                </a:lnTo>
                <a:lnTo>
                  <a:pt x="227809" y="210503"/>
                </a:lnTo>
                <a:lnTo>
                  <a:pt x="246793" y="210503"/>
                </a:lnTo>
                <a:lnTo>
                  <a:pt x="265776" y="210503"/>
                </a:lnTo>
                <a:lnTo>
                  <a:pt x="284759" y="210503"/>
                </a:lnTo>
                <a:lnTo>
                  <a:pt x="303743" y="210503"/>
                </a:lnTo>
                <a:lnTo>
                  <a:pt x="322726" y="210503"/>
                </a:lnTo>
                <a:lnTo>
                  <a:pt x="341709" y="210503"/>
                </a:lnTo>
                <a:lnTo>
                  <a:pt x="360693" y="210503"/>
                </a:lnTo>
                <a:lnTo>
                  <a:pt x="379676" y="210503"/>
                </a:lnTo>
                <a:lnTo>
                  <a:pt x="398659" y="210503"/>
                </a:lnTo>
                <a:lnTo>
                  <a:pt x="417643" y="210503"/>
                </a:lnTo>
                <a:lnTo>
                  <a:pt x="436626" y="210503"/>
                </a:lnTo>
                <a:lnTo>
                  <a:pt x="455609" y="210503"/>
                </a:lnTo>
                <a:lnTo>
                  <a:pt x="474593" y="210503"/>
                </a:lnTo>
                <a:lnTo>
                  <a:pt x="493586" y="210503"/>
                </a:lnTo>
                <a:lnTo>
                  <a:pt x="512569" y="210503"/>
                </a:lnTo>
                <a:lnTo>
                  <a:pt x="531552" y="210503"/>
                </a:lnTo>
                <a:lnTo>
                  <a:pt x="550535" y="210503"/>
                </a:lnTo>
                <a:lnTo>
                  <a:pt x="569519" y="210503"/>
                </a:lnTo>
                <a:lnTo>
                  <a:pt x="588502" y="210503"/>
                </a:lnTo>
                <a:lnTo>
                  <a:pt x="607485" y="210503"/>
                </a:lnTo>
                <a:lnTo>
                  <a:pt x="626469" y="210503"/>
                </a:lnTo>
                <a:lnTo>
                  <a:pt x="645452" y="210503"/>
                </a:lnTo>
                <a:lnTo>
                  <a:pt x="664435" y="210503"/>
                </a:lnTo>
                <a:lnTo>
                  <a:pt x="683419" y="210503"/>
                </a:lnTo>
                <a:lnTo>
                  <a:pt x="702402" y="210503"/>
                </a:lnTo>
                <a:lnTo>
                  <a:pt x="721385" y="210503"/>
                </a:lnTo>
                <a:lnTo>
                  <a:pt x="740369" y="210503"/>
                </a:lnTo>
                <a:lnTo>
                  <a:pt x="759352" y="210503"/>
                </a:lnTo>
                <a:lnTo>
                  <a:pt x="778335" y="210503"/>
                </a:lnTo>
                <a:lnTo>
                  <a:pt x="797319" y="210503"/>
                </a:lnTo>
                <a:lnTo>
                  <a:pt x="816312" y="210503"/>
                </a:lnTo>
                <a:lnTo>
                  <a:pt x="835295" y="210503"/>
                </a:lnTo>
                <a:lnTo>
                  <a:pt x="854278" y="210503"/>
                </a:lnTo>
                <a:lnTo>
                  <a:pt x="873262" y="210503"/>
                </a:lnTo>
                <a:lnTo>
                  <a:pt x="892245" y="210503"/>
                </a:lnTo>
                <a:lnTo>
                  <a:pt x="911228" y="210503"/>
                </a:lnTo>
                <a:lnTo>
                  <a:pt x="930212" y="210503"/>
                </a:lnTo>
                <a:lnTo>
                  <a:pt x="949195" y="210503"/>
                </a:lnTo>
                <a:lnTo>
                  <a:pt x="968178" y="210503"/>
                </a:lnTo>
                <a:lnTo>
                  <a:pt x="987161" y="210503"/>
                </a:lnTo>
                <a:lnTo>
                  <a:pt x="1006145" y="210503"/>
                </a:lnTo>
                <a:lnTo>
                  <a:pt x="1025128" y="210503"/>
                </a:lnTo>
                <a:lnTo>
                  <a:pt x="1044111" y="210503"/>
                </a:lnTo>
                <a:lnTo>
                  <a:pt x="1063095" y="210503"/>
                </a:lnTo>
                <a:lnTo>
                  <a:pt x="1082078" y="210503"/>
                </a:lnTo>
                <a:lnTo>
                  <a:pt x="1101061" y="210503"/>
                </a:lnTo>
                <a:lnTo>
                  <a:pt x="1120045" y="210503"/>
                </a:lnTo>
                <a:lnTo>
                  <a:pt x="1139038" y="210503"/>
                </a:lnTo>
                <a:lnTo>
                  <a:pt x="1158021" y="210503"/>
                </a:lnTo>
                <a:lnTo>
                  <a:pt x="1177004" y="210503"/>
                </a:lnTo>
                <a:lnTo>
                  <a:pt x="1195988" y="210503"/>
                </a:lnTo>
                <a:lnTo>
                  <a:pt x="1214971" y="210503"/>
                </a:lnTo>
                <a:lnTo>
                  <a:pt x="1233954" y="210503"/>
                </a:lnTo>
                <a:lnTo>
                  <a:pt x="1252938" y="210503"/>
                </a:lnTo>
                <a:lnTo>
                  <a:pt x="1271921" y="210503"/>
                </a:lnTo>
                <a:lnTo>
                  <a:pt x="1290904" y="210503"/>
                </a:lnTo>
                <a:lnTo>
                  <a:pt x="1309888" y="210503"/>
                </a:lnTo>
                <a:lnTo>
                  <a:pt x="1328347" y="207531"/>
                </a:lnTo>
                <a:lnTo>
                  <a:pt x="1346187" y="201044"/>
                </a:lnTo>
                <a:lnTo>
                  <a:pt x="1364028" y="194558"/>
                </a:lnTo>
                <a:lnTo>
                  <a:pt x="1381877" y="188071"/>
                </a:lnTo>
                <a:lnTo>
                  <a:pt x="1399718" y="181585"/>
                </a:lnTo>
                <a:lnTo>
                  <a:pt x="1417558" y="175098"/>
                </a:lnTo>
                <a:lnTo>
                  <a:pt x="1435398" y="168621"/>
                </a:lnTo>
                <a:lnTo>
                  <a:pt x="1453239" y="162135"/>
                </a:lnTo>
                <a:lnTo>
                  <a:pt x="1471079" y="155648"/>
                </a:lnTo>
                <a:lnTo>
                  <a:pt x="1488919" y="149162"/>
                </a:lnTo>
                <a:lnTo>
                  <a:pt x="1506769" y="142675"/>
                </a:lnTo>
                <a:lnTo>
                  <a:pt x="1524610" y="136188"/>
                </a:lnTo>
                <a:lnTo>
                  <a:pt x="1542450" y="129702"/>
                </a:lnTo>
                <a:lnTo>
                  <a:pt x="1560290" y="123215"/>
                </a:lnTo>
                <a:lnTo>
                  <a:pt x="1578131" y="116738"/>
                </a:lnTo>
                <a:lnTo>
                  <a:pt x="1595971" y="110252"/>
                </a:lnTo>
                <a:lnTo>
                  <a:pt x="1613821" y="103765"/>
                </a:lnTo>
                <a:lnTo>
                  <a:pt x="1631661" y="97279"/>
                </a:lnTo>
                <a:lnTo>
                  <a:pt x="1649501" y="90792"/>
                </a:lnTo>
                <a:lnTo>
                  <a:pt x="1667342" y="84306"/>
                </a:lnTo>
                <a:lnTo>
                  <a:pt x="1685182" y="77819"/>
                </a:lnTo>
                <a:lnTo>
                  <a:pt x="1703022" y="71342"/>
                </a:lnTo>
                <a:lnTo>
                  <a:pt x="1720863" y="64856"/>
                </a:lnTo>
                <a:lnTo>
                  <a:pt x="1738713" y="58369"/>
                </a:lnTo>
                <a:lnTo>
                  <a:pt x="1756553" y="51883"/>
                </a:lnTo>
                <a:lnTo>
                  <a:pt x="1774393" y="45396"/>
                </a:lnTo>
                <a:lnTo>
                  <a:pt x="1792234" y="38910"/>
                </a:lnTo>
                <a:lnTo>
                  <a:pt x="1810074" y="32423"/>
                </a:lnTo>
                <a:lnTo>
                  <a:pt x="1827914" y="25937"/>
                </a:lnTo>
                <a:lnTo>
                  <a:pt x="1845764" y="19460"/>
                </a:lnTo>
                <a:lnTo>
                  <a:pt x="1863604" y="12973"/>
                </a:lnTo>
                <a:lnTo>
                  <a:pt x="1881445" y="6487"/>
                </a:lnTo>
                <a:lnTo>
                  <a:pt x="18992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4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36FA5B6A-1BEA-4CC5-A4F1-FB9F8427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456623"/>
            <a:ext cx="12392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5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DE893DDB-2D3F-4F46-B4DE-F2E3C5B4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2652741"/>
            <a:ext cx="473393" cy="585759"/>
          </a:xfrm>
          <a:custGeom xmlns:a="http://schemas.openxmlformats.org/drawingml/2006/main">
            <a:pathLst>
              <a:path w="473393" h="585759">
                <a:moveTo>
                  <a:pt x="0" y="585759"/>
                </a:moveTo>
                <a:lnTo>
                  <a:pt x="0" y="566804"/>
                </a:lnTo>
                <a:lnTo>
                  <a:pt x="0" y="547849"/>
                </a:lnTo>
                <a:lnTo>
                  <a:pt x="0" y="528895"/>
                </a:lnTo>
                <a:lnTo>
                  <a:pt x="0" y="509940"/>
                </a:lnTo>
                <a:lnTo>
                  <a:pt x="0" y="490985"/>
                </a:lnTo>
                <a:lnTo>
                  <a:pt x="0" y="472040"/>
                </a:lnTo>
                <a:lnTo>
                  <a:pt x="0" y="453085"/>
                </a:lnTo>
                <a:lnTo>
                  <a:pt x="0" y="434130"/>
                </a:lnTo>
                <a:lnTo>
                  <a:pt x="0" y="415176"/>
                </a:lnTo>
                <a:lnTo>
                  <a:pt x="0" y="396221"/>
                </a:lnTo>
                <a:lnTo>
                  <a:pt x="0" y="377266"/>
                </a:lnTo>
                <a:lnTo>
                  <a:pt x="0" y="358321"/>
                </a:lnTo>
                <a:lnTo>
                  <a:pt x="0" y="339366"/>
                </a:lnTo>
                <a:lnTo>
                  <a:pt x="0" y="320411"/>
                </a:lnTo>
                <a:lnTo>
                  <a:pt x="0" y="301457"/>
                </a:lnTo>
                <a:lnTo>
                  <a:pt x="0" y="282502"/>
                </a:lnTo>
                <a:lnTo>
                  <a:pt x="0" y="263547"/>
                </a:lnTo>
                <a:lnTo>
                  <a:pt x="0" y="244592"/>
                </a:lnTo>
                <a:lnTo>
                  <a:pt x="0" y="225647"/>
                </a:lnTo>
                <a:lnTo>
                  <a:pt x="0" y="206693"/>
                </a:lnTo>
                <a:lnTo>
                  <a:pt x="0" y="187738"/>
                </a:lnTo>
                <a:lnTo>
                  <a:pt x="0" y="168783"/>
                </a:lnTo>
                <a:lnTo>
                  <a:pt x="6925" y="154819"/>
                </a:lnTo>
                <a:lnTo>
                  <a:pt x="24898" y="148809"/>
                </a:lnTo>
                <a:lnTo>
                  <a:pt x="42882" y="142808"/>
                </a:lnTo>
                <a:lnTo>
                  <a:pt x="60855" y="136808"/>
                </a:lnTo>
                <a:lnTo>
                  <a:pt x="78829" y="130797"/>
                </a:lnTo>
                <a:lnTo>
                  <a:pt x="96812" y="124797"/>
                </a:lnTo>
                <a:lnTo>
                  <a:pt x="114786" y="118796"/>
                </a:lnTo>
                <a:lnTo>
                  <a:pt x="132759" y="112786"/>
                </a:lnTo>
                <a:lnTo>
                  <a:pt x="150743" y="106785"/>
                </a:lnTo>
                <a:lnTo>
                  <a:pt x="168716" y="100775"/>
                </a:lnTo>
                <a:lnTo>
                  <a:pt x="186690" y="94774"/>
                </a:lnTo>
                <a:lnTo>
                  <a:pt x="204673" y="88773"/>
                </a:lnTo>
                <a:lnTo>
                  <a:pt x="222647" y="82763"/>
                </a:lnTo>
                <a:lnTo>
                  <a:pt x="240630" y="76762"/>
                </a:lnTo>
                <a:lnTo>
                  <a:pt x="258604" y="70752"/>
                </a:lnTo>
                <a:lnTo>
                  <a:pt x="276577" y="64751"/>
                </a:lnTo>
                <a:lnTo>
                  <a:pt x="294561" y="58750"/>
                </a:lnTo>
                <a:lnTo>
                  <a:pt x="312534" y="52740"/>
                </a:lnTo>
                <a:lnTo>
                  <a:pt x="330508" y="46739"/>
                </a:lnTo>
                <a:lnTo>
                  <a:pt x="348491" y="40738"/>
                </a:lnTo>
                <a:lnTo>
                  <a:pt x="366465" y="34728"/>
                </a:lnTo>
                <a:lnTo>
                  <a:pt x="384439" y="28727"/>
                </a:lnTo>
                <a:lnTo>
                  <a:pt x="402422" y="22717"/>
                </a:lnTo>
                <a:lnTo>
                  <a:pt x="420395" y="16716"/>
                </a:lnTo>
                <a:lnTo>
                  <a:pt x="438369" y="10716"/>
                </a:lnTo>
                <a:lnTo>
                  <a:pt x="456352" y="4705"/>
                </a:lnTo>
                <a:lnTo>
                  <a:pt x="473393" y="0"/>
                </a:lnTo>
                <a:lnTo>
                  <a:pt x="473393" y="18955"/>
                </a:lnTo>
                <a:lnTo>
                  <a:pt x="473393" y="37910"/>
                </a:lnTo>
                <a:lnTo>
                  <a:pt x="473393" y="56864"/>
                </a:lnTo>
                <a:lnTo>
                  <a:pt x="473393" y="75809"/>
                </a:lnTo>
                <a:lnTo>
                  <a:pt x="473393" y="94764"/>
                </a:lnTo>
                <a:lnTo>
                  <a:pt x="473393" y="113719"/>
                </a:lnTo>
                <a:lnTo>
                  <a:pt x="473393" y="132674"/>
                </a:lnTo>
                <a:lnTo>
                  <a:pt x="473393" y="151628"/>
                </a:lnTo>
                <a:lnTo>
                  <a:pt x="473393" y="170583"/>
                </a:lnTo>
                <a:lnTo>
                  <a:pt x="473393" y="189528"/>
                </a:lnTo>
                <a:lnTo>
                  <a:pt x="473393" y="208483"/>
                </a:lnTo>
                <a:lnTo>
                  <a:pt x="473393" y="227438"/>
                </a:lnTo>
                <a:lnTo>
                  <a:pt x="473393" y="246393"/>
                </a:lnTo>
                <a:lnTo>
                  <a:pt x="473393" y="265347"/>
                </a:lnTo>
                <a:lnTo>
                  <a:pt x="473393" y="284302"/>
                </a:lnTo>
                <a:lnTo>
                  <a:pt x="473393" y="303247"/>
                </a:lnTo>
                <a:lnTo>
                  <a:pt x="473393" y="322202"/>
                </a:lnTo>
                <a:lnTo>
                  <a:pt x="473393" y="341157"/>
                </a:lnTo>
                <a:lnTo>
                  <a:pt x="473393" y="360112"/>
                </a:lnTo>
                <a:lnTo>
                  <a:pt x="473393" y="379066"/>
                </a:lnTo>
                <a:lnTo>
                  <a:pt x="473393" y="398021"/>
                </a:lnTo>
                <a:lnTo>
                  <a:pt x="459362" y="407375"/>
                </a:lnTo>
                <a:lnTo>
                  <a:pt x="441693" y="414233"/>
                </a:lnTo>
                <a:lnTo>
                  <a:pt x="424024" y="421091"/>
                </a:lnTo>
                <a:lnTo>
                  <a:pt x="406365" y="427958"/>
                </a:lnTo>
                <a:lnTo>
                  <a:pt x="388696" y="434816"/>
                </a:lnTo>
                <a:lnTo>
                  <a:pt x="371027" y="441674"/>
                </a:lnTo>
                <a:lnTo>
                  <a:pt x="353358" y="448532"/>
                </a:lnTo>
                <a:lnTo>
                  <a:pt x="335690" y="455400"/>
                </a:lnTo>
                <a:lnTo>
                  <a:pt x="318021" y="462258"/>
                </a:lnTo>
                <a:lnTo>
                  <a:pt x="300352" y="469116"/>
                </a:lnTo>
                <a:lnTo>
                  <a:pt x="282683" y="475983"/>
                </a:lnTo>
                <a:lnTo>
                  <a:pt x="265014" y="482841"/>
                </a:lnTo>
                <a:lnTo>
                  <a:pt x="247355" y="489699"/>
                </a:lnTo>
                <a:lnTo>
                  <a:pt x="229686" y="496567"/>
                </a:lnTo>
                <a:lnTo>
                  <a:pt x="212017" y="503425"/>
                </a:lnTo>
                <a:lnTo>
                  <a:pt x="194348" y="510283"/>
                </a:lnTo>
                <a:lnTo>
                  <a:pt x="176679" y="517150"/>
                </a:lnTo>
                <a:lnTo>
                  <a:pt x="159010" y="524008"/>
                </a:lnTo>
                <a:lnTo>
                  <a:pt x="141341" y="530866"/>
                </a:lnTo>
                <a:lnTo>
                  <a:pt x="123673" y="537724"/>
                </a:lnTo>
                <a:lnTo>
                  <a:pt x="106004" y="544592"/>
                </a:lnTo>
                <a:lnTo>
                  <a:pt x="88335" y="551450"/>
                </a:lnTo>
                <a:lnTo>
                  <a:pt x="70676" y="558308"/>
                </a:lnTo>
                <a:lnTo>
                  <a:pt x="53007" y="565175"/>
                </a:lnTo>
                <a:lnTo>
                  <a:pt x="35338" y="572033"/>
                </a:lnTo>
                <a:lnTo>
                  <a:pt x="17669" y="578891"/>
                </a:lnTo>
                <a:lnTo>
                  <a:pt x="0" y="585759"/>
                </a:lnTo>
              </a:path>
            </a:pathLst>
          </a:custGeom>
          <a:solidFill xmlns:a="http://schemas.openxmlformats.org/drawingml/2006/main">
            <a:srgbClr val="6B91AA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6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A802A159-88BE-4EFF-8554-8C785CF1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0933" y="3054668"/>
            <a:ext cx="2039550" cy="183833"/>
          </a:xfrm>
          <a:custGeom xmlns:a="http://schemas.openxmlformats.org/drawingml/2006/main">
            <a:pathLst>
              <a:path w="2039550" h="183833">
                <a:moveTo>
                  <a:pt x="0" y="183833"/>
                </a:moveTo>
                <a:lnTo>
                  <a:pt x="19021" y="183833"/>
                </a:lnTo>
                <a:lnTo>
                  <a:pt x="38052" y="183833"/>
                </a:lnTo>
                <a:lnTo>
                  <a:pt x="57074" y="183833"/>
                </a:lnTo>
                <a:lnTo>
                  <a:pt x="76105" y="183833"/>
                </a:lnTo>
                <a:lnTo>
                  <a:pt x="95126" y="183833"/>
                </a:lnTo>
                <a:lnTo>
                  <a:pt x="114157" y="183833"/>
                </a:lnTo>
                <a:lnTo>
                  <a:pt x="133179" y="183833"/>
                </a:lnTo>
                <a:lnTo>
                  <a:pt x="152210" y="183833"/>
                </a:lnTo>
                <a:lnTo>
                  <a:pt x="171231" y="183833"/>
                </a:lnTo>
                <a:lnTo>
                  <a:pt x="190252" y="183833"/>
                </a:lnTo>
                <a:lnTo>
                  <a:pt x="209283" y="183833"/>
                </a:lnTo>
                <a:lnTo>
                  <a:pt x="228305" y="183833"/>
                </a:lnTo>
                <a:lnTo>
                  <a:pt x="247336" y="183833"/>
                </a:lnTo>
                <a:lnTo>
                  <a:pt x="266357" y="183833"/>
                </a:lnTo>
                <a:lnTo>
                  <a:pt x="285388" y="183833"/>
                </a:lnTo>
                <a:lnTo>
                  <a:pt x="304409" y="183833"/>
                </a:lnTo>
                <a:lnTo>
                  <a:pt x="323440" y="183833"/>
                </a:lnTo>
                <a:lnTo>
                  <a:pt x="342462" y="183833"/>
                </a:lnTo>
                <a:lnTo>
                  <a:pt x="361493" y="183833"/>
                </a:lnTo>
                <a:lnTo>
                  <a:pt x="380514" y="183833"/>
                </a:lnTo>
                <a:lnTo>
                  <a:pt x="399536" y="183833"/>
                </a:lnTo>
                <a:lnTo>
                  <a:pt x="418567" y="183833"/>
                </a:lnTo>
                <a:lnTo>
                  <a:pt x="437588" y="183833"/>
                </a:lnTo>
                <a:lnTo>
                  <a:pt x="456619" y="183833"/>
                </a:lnTo>
                <a:lnTo>
                  <a:pt x="475640" y="183833"/>
                </a:lnTo>
                <a:lnTo>
                  <a:pt x="494671" y="183833"/>
                </a:lnTo>
                <a:lnTo>
                  <a:pt x="513693" y="183833"/>
                </a:lnTo>
                <a:lnTo>
                  <a:pt x="532724" y="183833"/>
                </a:lnTo>
                <a:lnTo>
                  <a:pt x="551745" y="183833"/>
                </a:lnTo>
                <a:lnTo>
                  <a:pt x="570767" y="183833"/>
                </a:lnTo>
                <a:lnTo>
                  <a:pt x="589798" y="183833"/>
                </a:lnTo>
                <a:lnTo>
                  <a:pt x="608819" y="183833"/>
                </a:lnTo>
                <a:lnTo>
                  <a:pt x="627850" y="183833"/>
                </a:lnTo>
                <a:lnTo>
                  <a:pt x="646871" y="183833"/>
                </a:lnTo>
                <a:lnTo>
                  <a:pt x="665902" y="183833"/>
                </a:lnTo>
                <a:lnTo>
                  <a:pt x="684924" y="183833"/>
                </a:lnTo>
                <a:lnTo>
                  <a:pt x="703955" y="183833"/>
                </a:lnTo>
                <a:lnTo>
                  <a:pt x="722976" y="183833"/>
                </a:lnTo>
                <a:lnTo>
                  <a:pt x="741998" y="183833"/>
                </a:lnTo>
                <a:lnTo>
                  <a:pt x="761028" y="183833"/>
                </a:lnTo>
                <a:lnTo>
                  <a:pt x="780050" y="183833"/>
                </a:lnTo>
                <a:lnTo>
                  <a:pt x="799081" y="183833"/>
                </a:lnTo>
                <a:lnTo>
                  <a:pt x="818102" y="183833"/>
                </a:lnTo>
                <a:lnTo>
                  <a:pt x="837133" y="183833"/>
                </a:lnTo>
                <a:lnTo>
                  <a:pt x="856155" y="183833"/>
                </a:lnTo>
                <a:lnTo>
                  <a:pt x="875186" y="183833"/>
                </a:lnTo>
                <a:lnTo>
                  <a:pt x="894207" y="183833"/>
                </a:lnTo>
                <a:lnTo>
                  <a:pt x="913238" y="183833"/>
                </a:lnTo>
                <a:lnTo>
                  <a:pt x="932259" y="183833"/>
                </a:lnTo>
                <a:lnTo>
                  <a:pt x="951281" y="183833"/>
                </a:lnTo>
                <a:lnTo>
                  <a:pt x="970312" y="183833"/>
                </a:lnTo>
                <a:lnTo>
                  <a:pt x="989333" y="183833"/>
                </a:lnTo>
                <a:lnTo>
                  <a:pt x="1008364" y="183833"/>
                </a:lnTo>
                <a:lnTo>
                  <a:pt x="1027386" y="183833"/>
                </a:lnTo>
                <a:lnTo>
                  <a:pt x="1046417" y="183833"/>
                </a:lnTo>
                <a:lnTo>
                  <a:pt x="1065438" y="183833"/>
                </a:lnTo>
                <a:lnTo>
                  <a:pt x="1084469" y="183833"/>
                </a:lnTo>
                <a:lnTo>
                  <a:pt x="1103490" y="183833"/>
                </a:lnTo>
                <a:lnTo>
                  <a:pt x="1122512" y="183833"/>
                </a:lnTo>
                <a:lnTo>
                  <a:pt x="1141543" y="183833"/>
                </a:lnTo>
                <a:lnTo>
                  <a:pt x="1160564" y="183833"/>
                </a:lnTo>
                <a:lnTo>
                  <a:pt x="1179595" y="183833"/>
                </a:lnTo>
                <a:lnTo>
                  <a:pt x="1198616" y="183833"/>
                </a:lnTo>
                <a:lnTo>
                  <a:pt x="1217647" y="183833"/>
                </a:lnTo>
                <a:lnTo>
                  <a:pt x="1236669" y="183833"/>
                </a:lnTo>
                <a:lnTo>
                  <a:pt x="1255700" y="183833"/>
                </a:lnTo>
                <a:lnTo>
                  <a:pt x="1274721" y="183833"/>
                </a:lnTo>
                <a:lnTo>
                  <a:pt x="1293743" y="183833"/>
                </a:lnTo>
                <a:lnTo>
                  <a:pt x="1312774" y="183833"/>
                </a:lnTo>
                <a:lnTo>
                  <a:pt x="1331795" y="183833"/>
                </a:lnTo>
                <a:lnTo>
                  <a:pt x="1350826" y="183833"/>
                </a:lnTo>
                <a:lnTo>
                  <a:pt x="1369847" y="183833"/>
                </a:lnTo>
                <a:lnTo>
                  <a:pt x="1388878" y="183833"/>
                </a:lnTo>
                <a:lnTo>
                  <a:pt x="1407900" y="183833"/>
                </a:lnTo>
                <a:lnTo>
                  <a:pt x="1426931" y="183833"/>
                </a:lnTo>
                <a:lnTo>
                  <a:pt x="1445952" y="183833"/>
                </a:lnTo>
                <a:lnTo>
                  <a:pt x="1464974" y="183833"/>
                </a:lnTo>
                <a:lnTo>
                  <a:pt x="1484005" y="183833"/>
                </a:lnTo>
                <a:lnTo>
                  <a:pt x="1503026" y="183833"/>
                </a:lnTo>
                <a:lnTo>
                  <a:pt x="1522057" y="183833"/>
                </a:lnTo>
                <a:lnTo>
                  <a:pt x="1541078" y="183833"/>
                </a:lnTo>
                <a:lnTo>
                  <a:pt x="1560109" y="183833"/>
                </a:lnTo>
                <a:lnTo>
                  <a:pt x="1578426" y="180080"/>
                </a:lnTo>
                <a:lnTo>
                  <a:pt x="1596161" y="173193"/>
                </a:lnTo>
                <a:lnTo>
                  <a:pt x="1613897" y="166307"/>
                </a:lnTo>
                <a:lnTo>
                  <a:pt x="1631633" y="159420"/>
                </a:lnTo>
                <a:lnTo>
                  <a:pt x="1649368" y="152533"/>
                </a:lnTo>
                <a:lnTo>
                  <a:pt x="1667104" y="145647"/>
                </a:lnTo>
                <a:lnTo>
                  <a:pt x="1684839" y="138760"/>
                </a:lnTo>
                <a:lnTo>
                  <a:pt x="1702575" y="131874"/>
                </a:lnTo>
                <a:lnTo>
                  <a:pt x="1720310" y="124987"/>
                </a:lnTo>
                <a:lnTo>
                  <a:pt x="1738046" y="118100"/>
                </a:lnTo>
                <a:lnTo>
                  <a:pt x="1755781" y="111204"/>
                </a:lnTo>
                <a:lnTo>
                  <a:pt x="1773517" y="104318"/>
                </a:lnTo>
                <a:lnTo>
                  <a:pt x="1791252" y="97431"/>
                </a:lnTo>
                <a:lnTo>
                  <a:pt x="1808988" y="90545"/>
                </a:lnTo>
                <a:lnTo>
                  <a:pt x="1826724" y="83658"/>
                </a:lnTo>
                <a:lnTo>
                  <a:pt x="1844459" y="76772"/>
                </a:lnTo>
                <a:lnTo>
                  <a:pt x="1862195" y="69885"/>
                </a:lnTo>
                <a:lnTo>
                  <a:pt x="1879930" y="62998"/>
                </a:lnTo>
                <a:lnTo>
                  <a:pt x="1897666" y="56112"/>
                </a:lnTo>
                <a:lnTo>
                  <a:pt x="1915401" y="49225"/>
                </a:lnTo>
                <a:lnTo>
                  <a:pt x="1933137" y="42339"/>
                </a:lnTo>
                <a:lnTo>
                  <a:pt x="1950872" y="35452"/>
                </a:lnTo>
                <a:lnTo>
                  <a:pt x="1968608" y="28565"/>
                </a:lnTo>
                <a:lnTo>
                  <a:pt x="1986344" y="21679"/>
                </a:lnTo>
                <a:lnTo>
                  <a:pt x="2004079" y="14792"/>
                </a:lnTo>
                <a:lnTo>
                  <a:pt x="2021815" y="7906"/>
                </a:lnTo>
                <a:lnTo>
                  <a:pt x="2039550" y="1010"/>
                </a:lnTo>
                <a:lnTo>
                  <a:pt x="2025939" y="0"/>
                </a:lnTo>
                <a:lnTo>
                  <a:pt x="2006908" y="0"/>
                </a:lnTo>
                <a:lnTo>
                  <a:pt x="1987887" y="0"/>
                </a:lnTo>
                <a:lnTo>
                  <a:pt x="1968856" y="0"/>
                </a:lnTo>
                <a:lnTo>
                  <a:pt x="1949834" y="0"/>
                </a:lnTo>
                <a:lnTo>
                  <a:pt x="1930803" y="0"/>
                </a:lnTo>
                <a:lnTo>
                  <a:pt x="1911782" y="0"/>
                </a:lnTo>
                <a:lnTo>
                  <a:pt x="1892760" y="0"/>
                </a:lnTo>
                <a:lnTo>
                  <a:pt x="1873729" y="0"/>
                </a:lnTo>
                <a:lnTo>
                  <a:pt x="1854708" y="0"/>
                </a:lnTo>
                <a:lnTo>
                  <a:pt x="1835677" y="0"/>
                </a:lnTo>
                <a:lnTo>
                  <a:pt x="1816656" y="0"/>
                </a:lnTo>
                <a:lnTo>
                  <a:pt x="1797625" y="0"/>
                </a:lnTo>
                <a:lnTo>
                  <a:pt x="1778603" y="0"/>
                </a:lnTo>
                <a:lnTo>
                  <a:pt x="1759572" y="0"/>
                </a:lnTo>
                <a:lnTo>
                  <a:pt x="1740551" y="0"/>
                </a:lnTo>
                <a:lnTo>
                  <a:pt x="1721520" y="0"/>
                </a:lnTo>
                <a:lnTo>
                  <a:pt x="1702499" y="0"/>
                </a:lnTo>
                <a:lnTo>
                  <a:pt x="1683477" y="0"/>
                </a:lnTo>
                <a:lnTo>
                  <a:pt x="1664446" y="0"/>
                </a:lnTo>
                <a:lnTo>
                  <a:pt x="1645425" y="0"/>
                </a:lnTo>
                <a:lnTo>
                  <a:pt x="1626394" y="0"/>
                </a:lnTo>
                <a:lnTo>
                  <a:pt x="1607372" y="0"/>
                </a:lnTo>
                <a:lnTo>
                  <a:pt x="1588341" y="0"/>
                </a:lnTo>
                <a:lnTo>
                  <a:pt x="1569320" y="0"/>
                </a:lnTo>
                <a:lnTo>
                  <a:pt x="1550289" y="0"/>
                </a:lnTo>
                <a:lnTo>
                  <a:pt x="1531268" y="0"/>
                </a:lnTo>
                <a:lnTo>
                  <a:pt x="1512246" y="0"/>
                </a:lnTo>
                <a:lnTo>
                  <a:pt x="1493215" y="0"/>
                </a:lnTo>
                <a:lnTo>
                  <a:pt x="1474194" y="0"/>
                </a:lnTo>
                <a:lnTo>
                  <a:pt x="1455163" y="0"/>
                </a:lnTo>
                <a:lnTo>
                  <a:pt x="1436141" y="0"/>
                </a:lnTo>
                <a:lnTo>
                  <a:pt x="1417110" y="0"/>
                </a:lnTo>
                <a:lnTo>
                  <a:pt x="1398089" y="0"/>
                </a:lnTo>
                <a:lnTo>
                  <a:pt x="1379058" y="0"/>
                </a:lnTo>
                <a:lnTo>
                  <a:pt x="1360037" y="0"/>
                </a:lnTo>
                <a:lnTo>
                  <a:pt x="1341015" y="0"/>
                </a:lnTo>
                <a:lnTo>
                  <a:pt x="1321984" y="0"/>
                </a:lnTo>
                <a:lnTo>
                  <a:pt x="1302963" y="0"/>
                </a:lnTo>
                <a:lnTo>
                  <a:pt x="1283932" y="0"/>
                </a:lnTo>
                <a:lnTo>
                  <a:pt x="1264910" y="0"/>
                </a:lnTo>
                <a:lnTo>
                  <a:pt x="1245880" y="0"/>
                </a:lnTo>
                <a:lnTo>
                  <a:pt x="1226858" y="0"/>
                </a:lnTo>
                <a:lnTo>
                  <a:pt x="1207827" y="0"/>
                </a:lnTo>
                <a:lnTo>
                  <a:pt x="1188806" y="0"/>
                </a:lnTo>
                <a:lnTo>
                  <a:pt x="1169784" y="0"/>
                </a:lnTo>
                <a:lnTo>
                  <a:pt x="1150753" y="0"/>
                </a:lnTo>
                <a:lnTo>
                  <a:pt x="1131732" y="0"/>
                </a:lnTo>
                <a:lnTo>
                  <a:pt x="1112701" y="0"/>
                </a:lnTo>
                <a:lnTo>
                  <a:pt x="1093680" y="0"/>
                </a:lnTo>
                <a:lnTo>
                  <a:pt x="1074649" y="0"/>
                </a:lnTo>
                <a:lnTo>
                  <a:pt x="1055627" y="0"/>
                </a:lnTo>
                <a:lnTo>
                  <a:pt x="1036596" y="0"/>
                </a:lnTo>
                <a:lnTo>
                  <a:pt x="1017575" y="0"/>
                </a:lnTo>
                <a:lnTo>
                  <a:pt x="998553" y="0"/>
                </a:lnTo>
                <a:lnTo>
                  <a:pt x="979522" y="0"/>
                </a:lnTo>
                <a:lnTo>
                  <a:pt x="960501" y="0"/>
                </a:lnTo>
                <a:lnTo>
                  <a:pt x="941470" y="0"/>
                </a:lnTo>
                <a:lnTo>
                  <a:pt x="922449" y="0"/>
                </a:lnTo>
                <a:lnTo>
                  <a:pt x="903418" y="0"/>
                </a:lnTo>
                <a:lnTo>
                  <a:pt x="884396" y="0"/>
                </a:lnTo>
                <a:lnTo>
                  <a:pt x="865365" y="0"/>
                </a:lnTo>
                <a:lnTo>
                  <a:pt x="846344" y="0"/>
                </a:lnTo>
                <a:lnTo>
                  <a:pt x="827313" y="0"/>
                </a:lnTo>
                <a:lnTo>
                  <a:pt x="808292" y="0"/>
                </a:lnTo>
                <a:lnTo>
                  <a:pt x="789270" y="0"/>
                </a:lnTo>
                <a:lnTo>
                  <a:pt x="770239" y="0"/>
                </a:lnTo>
                <a:lnTo>
                  <a:pt x="751218" y="0"/>
                </a:lnTo>
                <a:lnTo>
                  <a:pt x="732187" y="0"/>
                </a:lnTo>
                <a:lnTo>
                  <a:pt x="713165" y="0"/>
                </a:lnTo>
                <a:lnTo>
                  <a:pt x="694134" y="0"/>
                </a:lnTo>
                <a:lnTo>
                  <a:pt x="675113" y="0"/>
                </a:lnTo>
                <a:lnTo>
                  <a:pt x="656082" y="0"/>
                </a:lnTo>
                <a:lnTo>
                  <a:pt x="637061" y="0"/>
                </a:lnTo>
                <a:lnTo>
                  <a:pt x="618039" y="0"/>
                </a:lnTo>
                <a:lnTo>
                  <a:pt x="599008" y="0"/>
                </a:lnTo>
                <a:lnTo>
                  <a:pt x="579987" y="0"/>
                </a:lnTo>
                <a:lnTo>
                  <a:pt x="561461" y="3229"/>
                </a:lnTo>
                <a:lnTo>
                  <a:pt x="543354" y="9058"/>
                </a:lnTo>
                <a:lnTo>
                  <a:pt x="525237" y="14878"/>
                </a:lnTo>
                <a:lnTo>
                  <a:pt x="507130" y="20707"/>
                </a:lnTo>
                <a:lnTo>
                  <a:pt x="489014" y="26527"/>
                </a:lnTo>
                <a:lnTo>
                  <a:pt x="470906" y="32356"/>
                </a:lnTo>
                <a:lnTo>
                  <a:pt x="452790" y="38186"/>
                </a:lnTo>
                <a:lnTo>
                  <a:pt x="434683" y="44006"/>
                </a:lnTo>
                <a:lnTo>
                  <a:pt x="416566" y="49835"/>
                </a:lnTo>
                <a:lnTo>
                  <a:pt x="398459" y="55664"/>
                </a:lnTo>
                <a:lnTo>
                  <a:pt x="380343" y="61484"/>
                </a:lnTo>
                <a:lnTo>
                  <a:pt x="362236" y="67313"/>
                </a:lnTo>
                <a:lnTo>
                  <a:pt x="344119" y="73142"/>
                </a:lnTo>
                <a:lnTo>
                  <a:pt x="326012" y="78962"/>
                </a:lnTo>
                <a:lnTo>
                  <a:pt x="307896" y="84792"/>
                </a:lnTo>
                <a:lnTo>
                  <a:pt x="289789" y="90621"/>
                </a:lnTo>
                <a:lnTo>
                  <a:pt x="271672" y="96441"/>
                </a:lnTo>
                <a:lnTo>
                  <a:pt x="253565" y="102270"/>
                </a:lnTo>
                <a:lnTo>
                  <a:pt x="235448" y="108099"/>
                </a:lnTo>
                <a:lnTo>
                  <a:pt x="217341" y="113919"/>
                </a:lnTo>
                <a:lnTo>
                  <a:pt x="199225" y="119748"/>
                </a:lnTo>
                <a:lnTo>
                  <a:pt x="181118" y="125578"/>
                </a:lnTo>
                <a:lnTo>
                  <a:pt x="163001" y="131397"/>
                </a:lnTo>
                <a:lnTo>
                  <a:pt x="144894" y="137227"/>
                </a:lnTo>
                <a:lnTo>
                  <a:pt x="126778" y="143046"/>
                </a:lnTo>
                <a:lnTo>
                  <a:pt x="108671" y="148876"/>
                </a:lnTo>
                <a:lnTo>
                  <a:pt x="90554" y="154705"/>
                </a:lnTo>
                <a:lnTo>
                  <a:pt x="72447" y="160525"/>
                </a:lnTo>
                <a:lnTo>
                  <a:pt x="54331" y="166354"/>
                </a:lnTo>
                <a:lnTo>
                  <a:pt x="36224" y="172183"/>
                </a:lnTo>
                <a:lnTo>
                  <a:pt x="18107" y="178003"/>
                </a:lnTo>
                <a:lnTo>
                  <a:pt x="0" y="183833"/>
                </a:lnTo>
              </a:path>
            </a:pathLst>
          </a:custGeom>
          <a:solidFill xmlns:a="http://schemas.openxmlformats.org/drawingml/2006/main">
            <a:srgbClr val="91B1C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7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4B970437-C6A7-4810-9A2A-CDFB984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4758" y="3054668"/>
            <a:ext cx="1802130" cy="183833"/>
          </a:xfrm>
          <a:custGeom xmlns:a="http://schemas.openxmlformats.org/drawingml/2006/main">
            <a:pathLst>
              <a:path w="1802130" h="183833">
                <a:moveTo>
                  <a:pt x="0" y="183833"/>
                </a:moveTo>
                <a:lnTo>
                  <a:pt x="18926" y="183833"/>
                </a:lnTo>
                <a:lnTo>
                  <a:pt x="37852" y="183833"/>
                </a:lnTo>
                <a:lnTo>
                  <a:pt x="56788" y="183833"/>
                </a:lnTo>
                <a:lnTo>
                  <a:pt x="75714" y="183833"/>
                </a:lnTo>
                <a:lnTo>
                  <a:pt x="94640" y="183833"/>
                </a:lnTo>
                <a:lnTo>
                  <a:pt x="113567" y="183833"/>
                </a:lnTo>
                <a:lnTo>
                  <a:pt x="132502" y="183833"/>
                </a:lnTo>
                <a:lnTo>
                  <a:pt x="151428" y="183833"/>
                </a:lnTo>
                <a:lnTo>
                  <a:pt x="170355" y="183833"/>
                </a:lnTo>
                <a:lnTo>
                  <a:pt x="189281" y="183833"/>
                </a:lnTo>
                <a:lnTo>
                  <a:pt x="208217" y="183833"/>
                </a:lnTo>
                <a:lnTo>
                  <a:pt x="227143" y="183833"/>
                </a:lnTo>
                <a:lnTo>
                  <a:pt x="246069" y="183833"/>
                </a:lnTo>
                <a:lnTo>
                  <a:pt x="264995" y="183833"/>
                </a:lnTo>
                <a:lnTo>
                  <a:pt x="283931" y="183833"/>
                </a:lnTo>
                <a:lnTo>
                  <a:pt x="302857" y="183833"/>
                </a:lnTo>
                <a:lnTo>
                  <a:pt x="321783" y="183833"/>
                </a:lnTo>
                <a:lnTo>
                  <a:pt x="340709" y="183833"/>
                </a:lnTo>
                <a:lnTo>
                  <a:pt x="359645" y="183833"/>
                </a:lnTo>
                <a:lnTo>
                  <a:pt x="378571" y="183833"/>
                </a:lnTo>
                <a:lnTo>
                  <a:pt x="397497" y="183833"/>
                </a:lnTo>
                <a:lnTo>
                  <a:pt x="416423" y="183833"/>
                </a:lnTo>
                <a:lnTo>
                  <a:pt x="435359" y="183833"/>
                </a:lnTo>
                <a:lnTo>
                  <a:pt x="454285" y="183833"/>
                </a:lnTo>
                <a:lnTo>
                  <a:pt x="473212" y="183833"/>
                </a:lnTo>
                <a:lnTo>
                  <a:pt x="492138" y="183833"/>
                </a:lnTo>
                <a:lnTo>
                  <a:pt x="511073" y="183833"/>
                </a:lnTo>
                <a:lnTo>
                  <a:pt x="530000" y="183833"/>
                </a:lnTo>
                <a:lnTo>
                  <a:pt x="548926" y="183833"/>
                </a:lnTo>
                <a:lnTo>
                  <a:pt x="567852" y="183833"/>
                </a:lnTo>
                <a:lnTo>
                  <a:pt x="586778" y="183833"/>
                </a:lnTo>
                <a:lnTo>
                  <a:pt x="605714" y="183833"/>
                </a:lnTo>
                <a:lnTo>
                  <a:pt x="624640" y="183833"/>
                </a:lnTo>
                <a:lnTo>
                  <a:pt x="643566" y="183833"/>
                </a:lnTo>
                <a:lnTo>
                  <a:pt x="662492" y="183833"/>
                </a:lnTo>
                <a:lnTo>
                  <a:pt x="681428" y="183833"/>
                </a:lnTo>
                <a:lnTo>
                  <a:pt x="700354" y="183833"/>
                </a:lnTo>
                <a:lnTo>
                  <a:pt x="719280" y="183833"/>
                </a:lnTo>
                <a:lnTo>
                  <a:pt x="738207" y="183833"/>
                </a:lnTo>
                <a:lnTo>
                  <a:pt x="757142" y="183833"/>
                </a:lnTo>
                <a:lnTo>
                  <a:pt x="776068" y="183833"/>
                </a:lnTo>
                <a:lnTo>
                  <a:pt x="794995" y="183833"/>
                </a:lnTo>
                <a:lnTo>
                  <a:pt x="813921" y="183833"/>
                </a:lnTo>
                <a:lnTo>
                  <a:pt x="832856" y="183833"/>
                </a:lnTo>
                <a:lnTo>
                  <a:pt x="851783" y="183833"/>
                </a:lnTo>
                <a:lnTo>
                  <a:pt x="870709" y="183833"/>
                </a:lnTo>
                <a:lnTo>
                  <a:pt x="889635" y="183833"/>
                </a:lnTo>
                <a:lnTo>
                  <a:pt x="908571" y="183833"/>
                </a:lnTo>
                <a:lnTo>
                  <a:pt x="927497" y="183833"/>
                </a:lnTo>
                <a:lnTo>
                  <a:pt x="946423" y="183833"/>
                </a:lnTo>
                <a:lnTo>
                  <a:pt x="965349" y="183833"/>
                </a:lnTo>
                <a:lnTo>
                  <a:pt x="984285" y="183833"/>
                </a:lnTo>
                <a:lnTo>
                  <a:pt x="1003211" y="183833"/>
                </a:lnTo>
                <a:lnTo>
                  <a:pt x="1022137" y="183833"/>
                </a:lnTo>
                <a:lnTo>
                  <a:pt x="1041063" y="183833"/>
                </a:lnTo>
                <a:lnTo>
                  <a:pt x="1059990" y="183833"/>
                </a:lnTo>
                <a:lnTo>
                  <a:pt x="1078925" y="183833"/>
                </a:lnTo>
                <a:lnTo>
                  <a:pt x="1097852" y="183833"/>
                </a:lnTo>
                <a:lnTo>
                  <a:pt x="1116778" y="183833"/>
                </a:lnTo>
                <a:lnTo>
                  <a:pt x="1135704" y="183833"/>
                </a:lnTo>
                <a:lnTo>
                  <a:pt x="1154640" y="183833"/>
                </a:lnTo>
                <a:lnTo>
                  <a:pt x="1173566" y="183833"/>
                </a:lnTo>
                <a:lnTo>
                  <a:pt x="1192492" y="183833"/>
                </a:lnTo>
                <a:lnTo>
                  <a:pt x="1211418" y="183833"/>
                </a:lnTo>
                <a:lnTo>
                  <a:pt x="1230354" y="183833"/>
                </a:lnTo>
                <a:lnTo>
                  <a:pt x="1249280" y="183833"/>
                </a:lnTo>
                <a:lnTo>
                  <a:pt x="1268206" y="183833"/>
                </a:lnTo>
                <a:lnTo>
                  <a:pt x="1287132" y="183833"/>
                </a:lnTo>
                <a:lnTo>
                  <a:pt x="1306068" y="183833"/>
                </a:lnTo>
                <a:lnTo>
                  <a:pt x="1324737" y="182451"/>
                </a:lnTo>
                <a:lnTo>
                  <a:pt x="1342415" y="175689"/>
                </a:lnTo>
                <a:lnTo>
                  <a:pt x="1360103" y="168935"/>
                </a:lnTo>
                <a:lnTo>
                  <a:pt x="1377782" y="162173"/>
                </a:lnTo>
                <a:lnTo>
                  <a:pt x="1395460" y="155419"/>
                </a:lnTo>
                <a:lnTo>
                  <a:pt x="1413148" y="148666"/>
                </a:lnTo>
                <a:lnTo>
                  <a:pt x="1430826" y="141903"/>
                </a:lnTo>
                <a:lnTo>
                  <a:pt x="1448505" y="135150"/>
                </a:lnTo>
                <a:lnTo>
                  <a:pt x="1466183" y="128387"/>
                </a:lnTo>
                <a:lnTo>
                  <a:pt x="1483871" y="121634"/>
                </a:lnTo>
                <a:lnTo>
                  <a:pt x="1501550" y="114872"/>
                </a:lnTo>
                <a:lnTo>
                  <a:pt x="1519228" y="108118"/>
                </a:lnTo>
                <a:lnTo>
                  <a:pt x="1536916" y="101365"/>
                </a:lnTo>
                <a:lnTo>
                  <a:pt x="1554594" y="94602"/>
                </a:lnTo>
                <a:lnTo>
                  <a:pt x="1572273" y="87849"/>
                </a:lnTo>
                <a:lnTo>
                  <a:pt x="1589951" y="81086"/>
                </a:lnTo>
                <a:lnTo>
                  <a:pt x="1607639" y="74333"/>
                </a:lnTo>
                <a:lnTo>
                  <a:pt x="1625317" y="67570"/>
                </a:lnTo>
                <a:lnTo>
                  <a:pt x="1642996" y="60817"/>
                </a:lnTo>
                <a:lnTo>
                  <a:pt x="1660684" y="54054"/>
                </a:lnTo>
                <a:lnTo>
                  <a:pt x="1678362" y="47301"/>
                </a:lnTo>
                <a:lnTo>
                  <a:pt x="1696041" y="40548"/>
                </a:lnTo>
                <a:lnTo>
                  <a:pt x="1713728" y="33785"/>
                </a:lnTo>
                <a:lnTo>
                  <a:pt x="1731407" y="27032"/>
                </a:lnTo>
                <a:lnTo>
                  <a:pt x="1749085" y="20269"/>
                </a:lnTo>
                <a:lnTo>
                  <a:pt x="1766764" y="13516"/>
                </a:lnTo>
                <a:lnTo>
                  <a:pt x="1784452" y="6753"/>
                </a:lnTo>
                <a:lnTo>
                  <a:pt x="18021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8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9D61DC23-FDD0-436F-9BBC-42D285B1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8638" y="3054668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9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7EADC783-AB42-4700-91D3-DF92DD7F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8468" y="2252624"/>
            <a:ext cx="376238" cy="557251"/>
          </a:xfrm>
          <a:custGeom xmlns:a="http://schemas.openxmlformats.org/drawingml/2006/main">
            <a:pathLst>
              <a:path w="376238" h="557251">
                <a:moveTo>
                  <a:pt x="0" y="557251"/>
                </a:moveTo>
                <a:lnTo>
                  <a:pt x="0" y="538210"/>
                </a:lnTo>
                <a:lnTo>
                  <a:pt x="0" y="519179"/>
                </a:lnTo>
                <a:lnTo>
                  <a:pt x="0" y="500139"/>
                </a:lnTo>
                <a:lnTo>
                  <a:pt x="0" y="481098"/>
                </a:lnTo>
                <a:lnTo>
                  <a:pt x="0" y="462067"/>
                </a:lnTo>
                <a:lnTo>
                  <a:pt x="0" y="443027"/>
                </a:lnTo>
                <a:lnTo>
                  <a:pt x="0" y="423986"/>
                </a:lnTo>
                <a:lnTo>
                  <a:pt x="0" y="404946"/>
                </a:lnTo>
                <a:lnTo>
                  <a:pt x="0" y="385915"/>
                </a:lnTo>
                <a:lnTo>
                  <a:pt x="0" y="366874"/>
                </a:lnTo>
                <a:lnTo>
                  <a:pt x="0" y="347834"/>
                </a:lnTo>
                <a:lnTo>
                  <a:pt x="0" y="328803"/>
                </a:lnTo>
                <a:lnTo>
                  <a:pt x="0" y="309763"/>
                </a:lnTo>
                <a:lnTo>
                  <a:pt x="0" y="290722"/>
                </a:lnTo>
                <a:lnTo>
                  <a:pt x="0" y="271691"/>
                </a:lnTo>
                <a:lnTo>
                  <a:pt x="0" y="252651"/>
                </a:lnTo>
                <a:lnTo>
                  <a:pt x="0" y="233610"/>
                </a:lnTo>
                <a:lnTo>
                  <a:pt x="0" y="214579"/>
                </a:lnTo>
                <a:lnTo>
                  <a:pt x="0" y="195539"/>
                </a:lnTo>
                <a:lnTo>
                  <a:pt x="0" y="176498"/>
                </a:lnTo>
                <a:lnTo>
                  <a:pt x="0" y="157458"/>
                </a:lnTo>
                <a:lnTo>
                  <a:pt x="0" y="138427"/>
                </a:lnTo>
                <a:lnTo>
                  <a:pt x="8725" y="125578"/>
                </a:lnTo>
                <a:lnTo>
                  <a:pt x="26699" y="119301"/>
                </a:lnTo>
                <a:lnTo>
                  <a:pt x="44663" y="113024"/>
                </a:lnTo>
                <a:lnTo>
                  <a:pt x="62636" y="106737"/>
                </a:lnTo>
                <a:lnTo>
                  <a:pt x="80610" y="100460"/>
                </a:lnTo>
                <a:lnTo>
                  <a:pt x="98584" y="94183"/>
                </a:lnTo>
                <a:lnTo>
                  <a:pt x="116557" y="87906"/>
                </a:lnTo>
                <a:lnTo>
                  <a:pt x="134531" y="81629"/>
                </a:lnTo>
                <a:lnTo>
                  <a:pt x="152495" y="75343"/>
                </a:lnTo>
                <a:lnTo>
                  <a:pt x="170469" y="69066"/>
                </a:lnTo>
                <a:lnTo>
                  <a:pt x="188443" y="62789"/>
                </a:lnTo>
                <a:lnTo>
                  <a:pt x="206416" y="56512"/>
                </a:lnTo>
                <a:lnTo>
                  <a:pt x="224390" y="50235"/>
                </a:lnTo>
                <a:lnTo>
                  <a:pt x="242364" y="43948"/>
                </a:lnTo>
                <a:lnTo>
                  <a:pt x="260337" y="37671"/>
                </a:lnTo>
                <a:lnTo>
                  <a:pt x="278311" y="31394"/>
                </a:lnTo>
                <a:lnTo>
                  <a:pt x="296275" y="25117"/>
                </a:lnTo>
                <a:lnTo>
                  <a:pt x="314249" y="18840"/>
                </a:lnTo>
                <a:lnTo>
                  <a:pt x="332222" y="12554"/>
                </a:lnTo>
                <a:lnTo>
                  <a:pt x="350196" y="6277"/>
                </a:lnTo>
                <a:lnTo>
                  <a:pt x="368170" y="0"/>
                </a:lnTo>
                <a:lnTo>
                  <a:pt x="376238" y="7668"/>
                </a:lnTo>
                <a:lnTo>
                  <a:pt x="376238" y="26708"/>
                </a:lnTo>
                <a:lnTo>
                  <a:pt x="376238" y="45749"/>
                </a:lnTo>
                <a:lnTo>
                  <a:pt x="376238" y="64780"/>
                </a:lnTo>
                <a:lnTo>
                  <a:pt x="376238" y="83820"/>
                </a:lnTo>
                <a:lnTo>
                  <a:pt x="376238" y="102860"/>
                </a:lnTo>
                <a:lnTo>
                  <a:pt x="376238" y="121891"/>
                </a:lnTo>
                <a:lnTo>
                  <a:pt x="376238" y="140932"/>
                </a:lnTo>
                <a:lnTo>
                  <a:pt x="376238" y="159972"/>
                </a:lnTo>
                <a:lnTo>
                  <a:pt x="376238" y="179013"/>
                </a:lnTo>
                <a:lnTo>
                  <a:pt x="376238" y="198044"/>
                </a:lnTo>
                <a:lnTo>
                  <a:pt x="376238" y="217084"/>
                </a:lnTo>
                <a:lnTo>
                  <a:pt x="376238" y="236125"/>
                </a:lnTo>
                <a:lnTo>
                  <a:pt x="376238" y="255156"/>
                </a:lnTo>
                <a:lnTo>
                  <a:pt x="376238" y="274196"/>
                </a:lnTo>
                <a:lnTo>
                  <a:pt x="376238" y="293237"/>
                </a:lnTo>
                <a:lnTo>
                  <a:pt x="376238" y="312268"/>
                </a:lnTo>
                <a:lnTo>
                  <a:pt x="376238" y="331308"/>
                </a:lnTo>
                <a:lnTo>
                  <a:pt x="376238" y="350349"/>
                </a:lnTo>
                <a:lnTo>
                  <a:pt x="376238" y="369380"/>
                </a:lnTo>
                <a:lnTo>
                  <a:pt x="376238" y="388420"/>
                </a:lnTo>
                <a:lnTo>
                  <a:pt x="368560" y="402365"/>
                </a:lnTo>
                <a:lnTo>
                  <a:pt x="351015" y="409737"/>
                </a:lnTo>
                <a:lnTo>
                  <a:pt x="333461" y="417109"/>
                </a:lnTo>
                <a:lnTo>
                  <a:pt x="315916" y="424491"/>
                </a:lnTo>
                <a:lnTo>
                  <a:pt x="298361" y="431864"/>
                </a:lnTo>
                <a:lnTo>
                  <a:pt x="280816" y="439236"/>
                </a:lnTo>
                <a:lnTo>
                  <a:pt x="263261" y="446618"/>
                </a:lnTo>
                <a:lnTo>
                  <a:pt x="245707" y="453990"/>
                </a:lnTo>
                <a:lnTo>
                  <a:pt x="228162" y="461362"/>
                </a:lnTo>
                <a:lnTo>
                  <a:pt x="210607" y="468744"/>
                </a:lnTo>
                <a:lnTo>
                  <a:pt x="193053" y="476117"/>
                </a:lnTo>
                <a:lnTo>
                  <a:pt x="175508" y="483489"/>
                </a:lnTo>
                <a:lnTo>
                  <a:pt x="157953" y="490871"/>
                </a:lnTo>
                <a:lnTo>
                  <a:pt x="140408" y="498243"/>
                </a:lnTo>
                <a:lnTo>
                  <a:pt x="122853" y="505625"/>
                </a:lnTo>
                <a:lnTo>
                  <a:pt x="105308" y="512997"/>
                </a:lnTo>
                <a:lnTo>
                  <a:pt x="87754" y="520370"/>
                </a:lnTo>
                <a:lnTo>
                  <a:pt x="70199" y="527752"/>
                </a:lnTo>
                <a:lnTo>
                  <a:pt x="52654" y="535124"/>
                </a:lnTo>
                <a:lnTo>
                  <a:pt x="35100" y="542496"/>
                </a:lnTo>
                <a:lnTo>
                  <a:pt x="17555" y="549878"/>
                </a:lnTo>
                <a:lnTo>
                  <a:pt x="0" y="557251"/>
                </a:lnTo>
              </a:path>
            </a:pathLst>
          </a:custGeom>
          <a:solidFill xmlns:a="http://schemas.openxmlformats.org/drawingml/2006/main">
            <a:srgbClr val="537B9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8A706B46-CF66-4660-96C7-1323A151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2651760"/>
            <a:ext cx="1942167" cy="158115"/>
          </a:xfrm>
          <a:custGeom xmlns:a="http://schemas.openxmlformats.org/drawingml/2006/main">
            <a:pathLst>
              <a:path w="1942167" h="158115">
                <a:moveTo>
                  <a:pt x="0" y="158115"/>
                </a:moveTo>
                <a:lnTo>
                  <a:pt x="18983" y="158115"/>
                </a:lnTo>
                <a:lnTo>
                  <a:pt x="37957" y="158115"/>
                </a:lnTo>
                <a:lnTo>
                  <a:pt x="56940" y="158115"/>
                </a:lnTo>
                <a:lnTo>
                  <a:pt x="75914" y="158115"/>
                </a:lnTo>
                <a:lnTo>
                  <a:pt x="94898" y="158115"/>
                </a:lnTo>
                <a:lnTo>
                  <a:pt x="113871" y="158115"/>
                </a:lnTo>
                <a:lnTo>
                  <a:pt x="132855" y="158115"/>
                </a:lnTo>
                <a:lnTo>
                  <a:pt x="151829" y="158115"/>
                </a:lnTo>
                <a:lnTo>
                  <a:pt x="170812" y="158115"/>
                </a:lnTo>
                <a:lnTo>
                  <a:pt x="189786" y="158115"/>
                </a:lnTo>
                <a:lnTo>
                  <a:pt x="208769" y="158115"/>
                </a:lnTo>
                <a:lnTo>
                  <a:pt x="227743" y="158115"/>
                </a:lnTo>
                <a:lnTo>
                  <a:pt x="246726" y="158115"/>
                </a:lnTo>
                <a:lnTo>
                  <a:pt x="265700" y="158115"/>
                </a:lnTo>
                <a:lnTo>
                  <a:pt x="284683" y="158115"/>
                </a:lnTo>
                <a:lnTo>
                  <a:pt x="303657" y="158115"/>
                </a:lnTo>
                <a:lnTo>
                  <a:pt x="322640" y="158115"/>
                </a:lnTo>
                <a:lnTo>
                  <a:pt x="341614" y="158115"/>
                </a:lnTo>
                <a:lnTo>
                  <a:pt x="360597" y="158115"/>
                </a:lnTo>
                <a:lnTo>
                  <a:pt x="379581" y="158115"/>
                </a:lnTo>
                <a:lnTo>
                  <a:pt x="398555" y="158115"/>
                </a:lnTo>
                <a:lnTo>
                  <a:pt x="417538" y="158115"/>
                </a:lnTo>
                <a:lnTo>
                  <a:pt x="436512" y="158115"/>
                </a:lnTo>
                <a:lnTo>
                  <a:pt x="455495" y="158115"/>
                </a:lnTo>
                <a:lnTo>
                  <a:pt x="474469" y="158115"/>
                </a:lnTo>
                <a:lnTo>
                  <a:pt x="493452" y="158115"/>
                </a:lnTo>
                <a:lnTo>
                  <a:pt x="512426" y="158115"/>
                </a:lnTo>
                <a:lnTo>
                  <a:pt x="531409" y="158115"/>
                </a:lnTo>
                <a:lnTo>
                  <a:pt x="550383" y="158115"/>
                </a:lnTo>
                <a:lnTo>
                  <a:pt x="569366" y="158115"/>
                </a:lnTo>
                <a:lnTo>
                  <a:pt x="588340" y="158115"/>
                </a:lnTo>
                <a:lnTo>
                  <a:pt x="607324" y="158115"/>
                </a:lnTo>
                <a:lnTo>
                  <a:pt x="626297" y="158115"/>
                </a:lnTo>
                <a:lnTo>
                  <a:pt x="645281" y="158115"/>
                </a:lnTo>
                <a:lnTo>
                  <a:pt x="664254" y="158115"/>
                </a:lnTo>
                <a:lnTo>
                  <a:pt x="683238" y="158115"/>
                </a:lnTo>
                <a:lnTo>
                  <a:pt x="702212" y="158115"/>
                </a:lnTo>
                <a:lnTo>
                  <a:pt x="721195" y="158115"/>
                </a:lnTo>
                <a:lnTo>
                  <a:pt x="740169" y="158115"/>
                </a:lnTo>
                <a:lnTo>
                  <a:pt x="759152" y="158115"/>
                </a:lnTo>
                <a:lnTo>
                  <a:pt x="778135" y="158115"/>
                </a:lnTo>
                <a:lnTo>
                  <a:pt x="797109" y="158115"/>
                </a:lnTo>
                <a:lnTo>
                  <a:pt x="816092" y="158115"/>
                </a:lnTo>
                <a:lnTo>
                  <a:pt x="835066" y="158115"/>
                </a:lnTo>
                <a:lnTo>
                  <a:pt x="854050" y="158115"/>
                </a:lnTo>
                <a:lnTo>
                  <a:pt x="873023" y="158115"/>
                </a:lnTo>
                <a:lnTo>
                  <a:pt x="892007" y="158115"/>
                </a:lnTo>
                <a:lnTo>
                  <a:pt x="910981" y="158115"/>
                </a:lnTo>
                <a:lnTo>
                  <a:pt x="929964" y="158115"/>
                </a:lnTo>
                <a:lnTo>
                  <a:pt x="948938" y="158115"/>
                </a:lnTo>
                <a:lnTo>
                  <a:pt x="967921" y="158115"/>
                </a:lnTo>
                <a:lnTo>
                  <a:pt x="986895" y="158115"/>
                </a:lnTo>
                <a:lnTo>
                  <a:pt x="1005878" y="158115"/>
                </a:lnTo>
                <a:lnTo>
                  <a:pt x="1024852" y="158115"/>
                </a:lnTo>
                <a:lnTo>
                  <a:pt x="1043835" y="158115"/>
                </a:lnTo>
                <a:lnTo>
                  <a:pt x="1062809" y="158115"/>
                </a:lnTo>
                <a:lnTo>
                  <a:pt x="1081792" y="158115"/>
                </a:lnTo>
                <a:lnTo>
                  <a:pt x="1100766" y="158115"/>
                </a:lnTo>
                <a:lnTo>
                  <a:pt x="1119749" y="158115"/>
                </a:lnTo>
                <a:lnTo>
                  <a:pt x="1138733" y="158115"/>
                </a:lnTo>
                <a:lnTo>
                  <a:pt x="1157707" y="158115"/>
                </a:lnTo>
                <a:lnTo>
                  <a:pt x="1176690" y="158115"/>
                </a:lnTo>
                <a:lnTo>
                  <a:pt x="1195664" y="158115"/>
                </a:lnTo>
                <a:lnTo>
                  <a:pt x="1214647" y="158115"/>
                </a:lnTo>
                <a:lnTo>
                  <a:pt x="1233621" y="158115"/>
                </a:lnTo>
                <a:lnTo>
                  <a:pt x="1252604" y="158115"/>
                </a:lnTo>
                <a:lnTo>
                  <a:pt x="1271578" y="158115"/>
                </a:lnTo>
                <a:lnTo>
                  <a:pt x="1290561" y="158115"/>
                </a:lnTo>
                <a:lnTo>
                  <a:pt x="1309535" y="158115"/>
                </a:lnTo>
                <a:lnTo>
                  <a:pt x="1328518" y="158115"/>
                </a:lnTo>
                <a:lnTo>
                  <a:pt x="1347492" y="158115"/>
                </a:lnTo>
                <a:lnTo>
                  <a:pt x="1366476" y="158115"/>
                </a:lnTo>
                <a:lnTo>
                  <a:pt x="1385449" y="158115"/>
                </a:lnTo>
                <a:lnTo>
                  <a:pt x="1404433" y="158115"/>
                </a:lnTo>
                <a:lnTo>
                  <a:pt x="1423406" y="158115"/>
                </a:lnTo>
                <a:lnTo>
                  <a:pt x="1442390" y="158115"/>
                </a:lnTo>
                <a:lnTo>
                  <a:pt x="1461364" y="158115"/>
                </a:lnTo>
                <a:lnTo>
                  <a:pt x="1480347" y="158115"/>
                </a:lnTo>
                <a:lnTo>
                  <a:pt x="1499330" y="158115"/>
                </a:lnTo>
                <a:lnTo>
                  <a:pt x="1518304" y="158115"/>
                </a:lnTo>
                <a:lnTo>
                  <a:pt x="1537287" y="158115"/>
                </a:lnTo>
                <a:lnTo>
                  <a:pt x="1556261" y="158115"/>
                </a:lnTo>
                <a:lnTo>
                  <a:pt x="1574740" y="155610"/>
                </a:lnTo>
                <a:lnTo>
                  <a:pt x="1592228" y="148257"/>
                </a:lnTo>
                <a:lnTo>
                  <a:pt x="1609725" y="140903"/>
                </a:lnTo>
                <a:lnTo>
                  <a:pt x="1627222" y="133550"/>
                </a:lnTo>
                <a:lnTo>
                  <a:pt x="1644720" y="126197"/>
                </a:lnTo>
                <a:lnTo>
                  <a:pt x="1662217" y="118843"/>
                </a:lnTo>
                <a:lnTo>
                  <a:pt x="1679715" y="111490"/>
                </a:lnTo>
                <a:lnTo>
                  <a:pt x="1697212" y="104137"/>
                </a:lnTo>
                <a:lnTo>
                  <a:pt x="1714710" y="96784"/>
                </a:lnTo>
                <a:lnTo>
                  <a:pt x="1732207" y="89430"/>
                </a:lnTo>
                <a:lnTo>
                  <a:pt x="1749704" y="82077"/>
                </a:lnTo>
                <a:lnTo>
                  <a:pt x="1767202" y="74724"/>
                </a:lnTo>
                <a:lnTo>
                  <a:pt x="1784690" y="67370"/>
                </a:lnTo>
                <a:lnTo>
                  <a:pt x="1802187" y="60017"/>
                </a:lnTo>
                <a:lnTo>
                  <a:pt x="1819685" y="52664"/>
                </a:lnTo>
                <a:lnTo>
                  <a:pt x="1837182" y="45310"/>
                </a:lnTo>
                <a:lnTo>
                  <a:pt x="1854679" y="37957"/>
                </a:lnTo>
                <a:lnTo>
                  <a:pt x="1872177" y="30604"/>
                </a:lnTo>
                <a:lnTo>
                  <a:pt x="1889674" y="23251"/>
                </a:lnTo>
                <a:lnTo>
                  <a:pt x="1907172" y="15897"/>
                </a:lnTo>
                <a:lnTo>
                  <a:pt x="1924669" y="8544"/>
                </a:lnTo>
                <a:lnTo>
                  <a:pt x="1942167" y="1191"/>
                </a:lnTo>
                <a:lnTo>
                  <a:pt x="1929108" y="0"/>
                </a:lnTo>
                <a:lnTo>
                  <a:pt x="1910134" y="0"/>
                </a:lnTo>
                <a:lnTo>
                  <a:pt x="1891151" y="0"/>
                </a:lnTo>
                <a:lnTo>
                  <a:pt x="1872177" y="0"/>
                </a:lnTo>
                <a:lnTo>
                  <a:pt x="1853194" y="0"/>
                </a:lnTo>
                <a:lnTo>
                  <a:pt x="1834220" y="0"/>
                </a:lnTo>
                <a:lnTo>
                  <a:pt x="1815236" y="0"/>
                </a:lnTo>
                <a:lnTo>
                  <a:pt x="1796253" y="0"/>
                </a:lnTo>
                <a:lnTo>
                  <a:pt x="1777279" y="0"/>
                </a:lnTo>
                <a:lnTo>
                  <a:pt x="1758296" y="0"/>
                </a:lnTo>
                <a:lnTo>
                  <a:pt x="1739322" y="0"/>
                </a:lnTo>
                <a:lnTo>
                  <a:pt x="1720339" y="0"/>
                </a:lnTo>
                <a:lnTo>
                  <a:pt x="1701365" y="0"/>
                </a:lnTo>
                <a:lnTo>
                  <a:pt x="1682382" y="0"/>
                </a:lnTo>
                <a:lnTo>
                  <a:pt x="1663408" y="0"/>
                </a:lnTo>
                <a:lnTo>
                  <a:pt x="1644425" y="0"/>
                </a:lnTo>
                <a:lnTo>
                  <a:pt x="1625451" y="0"/>
                </a:lnTo>
                <a:lnTo>
                  <a:pt x="1606467" y="0"/>
                </a:lnTo>
                <a:lnTo>
                  <a:pt x="1587494" y="0"/>
                </a:lnTo>
                <a:lnTo>
                  <a:pt x="1568510" y="0"/>
                </a:lnTo>
                <a:lnTo>
                  <a:pt x="1549537" y="0"/>
                </a:lnTo>
                <a:lnTo>
                  <a:pt x="1530553" y="0"/>
                </a:lnTo>
                <a:lnTo>
                  <a:pt x="1511579" y="0"/>
                </a:lnTo>
                <a:lnTo>
                  <a:pt x="1492596" y="0"/>
                </a:lnTo>
                <a:lnTo>
                  <a:pt x="1473622" y="0"/>
                </a:lnTo>
                <a:lnTo>
                  <a:pt x="1454639" y="0"/>
                </a:lnTo>
                <a:lnTo>
                  <a:pt x="1435665" y="0"/>
                </a:lnTo>
                <a:lnTo>
                  <a:pt x="1416682" y="0"/>
                </a:lnTo>
                <a:lnTo>
                  <a:pt x="1397699" y="0"/>
                </a:lnTo>
                <a:lnTo>
                  <a:pt x="1378725" y="0"/>
                </a:lnTo>
                <a:lnTo>
                  <a:pt x="1359741" y="0"/>
                </a:lnTo>
                <a:lnTo>
                  <a:pt x="1340768" y="0"/>
                </a:lnTo>
                <a:lnTo>
                  <a:pt x="1321784" y="0"/>
                </a:lnTo>
                <a:lnTo>
                  <a:pt x="1302810" y="0"/>
                </a:lnTo>
                <a:lnTo>
                  <a:pt x="1283827" y="0"/>
                </a:lnTo>
                <a:lnTo>
                  <a:pt x="1264853" y="0"/>
                </a:lnTo>
                <a:lnTo>
                  <a:pt x="1245870" y="0"/>
                </a:lnTo>
                <a:lnTo>
                  <a:pt x="1226896" y="0"/>
                </a:lnTo>
                <a:lnTo>
                  <a:pt x="1207913" y="0"/>
                </a:lnTo>
                <a:lnTo>
                  <a:pt x="1188939" y="0"/>
                </a:lnTo>
                <a:lnTo>
                  <a:pt x="1169956" y="0"/>
                </a:lnTo>
                <a:lnTo>
                  <a:pt x="1150982" y="0"/>
                </a:lnTo>
                <a:lnTo>
                  <a:pt x="1131999" y="0"/>
                </a:lnTo>
                <a:lnTo>
                  <a:pt x="1113025" y="0"/>
                </a:lnTo>
                <a:lnTo>
                  <a:pt x="1094042" y="0"/>
                </a:lnTo>
                <a:lnTo>
                  <a:pt x="1075068" y="0"/>
                </a:lnTo>
                <a:lnTo>
                  <a:pt x="1056084" y="0"/>
                </a:lnTo>
                <a:lnTo>
                  <a:pt x="1037111" y="0"/>
                </a:lnTo>
                <a:lnTo>
                  <a:pt x="1018127" y="0"/>
                </a:lnTo>
                <a:lnTo>
                  <a:pt x="999144" y="0"/>
                </a:lnTo>
                <a:lnTo>
                  <a:pt x="980170" y="0"/>
                </a:lnTo>
                <a:lnTo>
                  <a:pt x="961187" y="0"/>
                </a:lnTo>
                <a:lnTo>
                  <a:pt x="942213" y="0"/>
                </a:lnTo>
                <a:lnTo>
                  <a:pt x="923230" y="0"/>
                </a:lnTo>
                <a:lnTo>
                  <a:pt x="904256" y="0"/>
                </a:lnTo>
                <a:lnTo>
                  <a:pt x="885273" y="0"/>
                </a:lnTo>
                <a:lnTo>
                  <a:pt x="866299" y="0"/>
                </a:lnTo>
                <a:lnTo>
                  <a:pt x="847315" y="0"/>
                </a:lnTo>
                <a:lnTo>
                  <a:pt x="828342" y="0"/>
                </a:lnTo>
                <a:lnTo>
                  <a:pt x="809358" y="0"/>
                </a:lnTo>
                <a:lnTo>
                  <a:pt x="790385" y="0"/>
                </a:lnTo>
                <a:lnTo>
                  <a:pt x="771401" y="0"/>
                </a:lnTo>
                <a:lnTo>
                  <a:pt x="752427" y="0"/>
                </a:lnTo>
                <a:lnTo>
                  <a:pt x="733444" y="0"/>
                </a:lnTo>
                <a:lnTo>
                  <a:pt x="714470" y="0"/>
                </a:lnTo>
                <a:lnTo>
                  <a:pt x="695487" y="0"/>
                </a:lnTo>
                <a:lnTo>
                  <a:pt x="676513" y="0"/>
                </a:lnTo>
                <a:lnTo>
                  <a:pt x="657530" y="0"/>
                </a:lnTo>
                <a:lnTo>
                  <a:pt x="638546" y="0"/>
                </a:lnTo>
                <a:lnTo>
                  <a:pt x="619573" y="0"/>
                </a:lnTo>
                <a:lnTo>
                  <a:pt x="600589" y="0"/>
                </a:lnTo>
                <a:lnTo>
                  <a:pt x="581616" y="0"/>
                </a:lnTo>
                <a:lnTo>
                  <a:pt x="562632" y="0"/>
                </a:lnTo>
                <a:lnTo>
                  <a:pt x="543658" y="0"/>
                </a:lnTo>
                <a:lnTo>
                  <a:pt x="524675" y="0"/>
                </a:lnTo>
                <a:lnTo>
                  <a:pt x="505701" y="0"/>
                </a:lnTo>
                <a:lnTo>
                  <a:pt x="486718" y="0"/>
                </a:lnTo>
                <a:lnTo>
                  <a:pt x="468030" y="1791"/>
                </a:lnTo>
                <a:lnTo>
                  <a:pt x="450028" y="7801"/>
                </a:lnTo>
                <a:lnTo>
                  <a:pt x="432025" y="13811"/>
                </a:lnTo>
                <a:lnTo>
                  <a:pt x="414033" y="19831"/>
                </a:lnTo>
                <a:lnTo>
                  <a:pt x="396030" y="25841"/>
                </a:lnTo>
                <a:lnTo>
                  <a:pt x="378028" y="31852"/>
                </a:lnTo>
                <a:lnTo>
                  <a:pt x="360026" y="37862"/>
                </a:lnTo>
                <a:lnTo>
                  <a:pt x="342024" y="43882"/>
                </a:lnTo>
                <a:lnTo>
                  <a:pt x="324021" y="49892"/>
                </a:lnTo>
                <a:lnTo>
                  <a:pt x="306019" y="55902"/>
                </a:lnTo>
                <a:lnTo>
                  <a:pt x="288017" y="61913"/>
                </a:lnTo>
                <a:lnTo>
                  <a:pt x="270015" y="67932"/>
                </a:lnTo>
                <a:lnTo>
                  <a:pt x="252022" y="73943"/>
                </a:lnTo>
                <a:lnTo>
                  <a:pt x="234020" y="79953"/>
                </a:lnTo>
                <a:lnTo>
                  <a:pt x="216017" y="85963"/>
                </a:lnTo>
                <a:lnTo>
                  <a:pt x="198015" y="91973"/>
                </a:lnTo>
                <a:lnTo>
                  <a:pt x="180013" y="97993"/>
                </a:lnTo>
                <a:lnTo>
                  <a:pt x="162011" y="104003"/>
                </a:lnTo>
                <a:lnTo>
                  <a:pt x="144008" y="110014"/>
                </a:lnTo>
                <a:lnTo>
                  <a:pt x="126006" y="116024"/>
                </a:lnTo>
                <a:lnTo>
                  <a:pt x="108004" y="122044"/>
                </a:lnTo>
                <a:lnTo>
                  <a:pt x="90002" y="128054"/>
                </a:lnTo>
                <a:lnTo>
                  <a:pt x="72009" y="134064"/>
                </a:lnTo>
                <a:lnTo>
                  <a:pt x="54007" y="140075"/>
                </a:lnTo>
                <a:lnTo>
                  <a:pt x="36005" y="146094"/>
                </a:lnTo>
                <a:lnTo>
                  <a:pt x="18002" y="152105"/>
                </a:lnTo>
                <a:lnTo>
                  <a:pt x="0" y="158115"/>
                </a:lnTo>
              </a:path>
            </a:pathLst>
          </a:custGeom>
          <a:solidFill xmlns:a="http://schemas.openxmlformats.org/drawingml/2006/main">
            <a:srgbClr val="7398B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1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EF39A70B-1E31-4D15-B251-983387CF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3525" y="2651760"/>
            <a:ext cx="1704975" cy="158115"/>
          </a:xfrm>
          <a:custGeom xmlns:a="http://schemas.openxmlformats.org/drawingml/2006/main">
            <a:pathLst>
              <a:path w="1704975" h="158115">
                <a:moveTo>
                  <a:pt x="0" y="158115"/>
                </a:moveTo>
                <a:lnTo>
                  <a:pt x="18869" y="158115"/>
                </a:lnTo>
                <a:lnTo>
                  <a:pt x="37748" y="158115"/>
                </a:lnTo>
                <a:lnTo>
                  <a:pt x="56617" y="158115"/>
                </a:lnTo>
                <a:lnTo>
                  <a:pt x="75486" y="158115"/>
                </a:lnTo>
                <a:lnTo>
                  <a:pt x="94364" y="158115"/>
                </a:lnTo>
                <a:lnTo>
                  <a:pt x="113233" y="158115"/>
                </a:lnTo>
                <a:lnTo>
                  <a:pt x="132112" y="158115"/>
                </a:lnTo>
                <a:lnTo>
                  <a:pt x="150981" y="158115"/>
                </a:lnTo>
                <a:lnTo>
                  <a:pt x="169850" y="158115"/>
                </a:lnTo>
                <a:lnTo>
                  <a:pt x="188728" y="158115"/>
                </a:lnTo>
                <a:lnTo>
                  <a:pt x="207597" y="158115"/>
                </a:lnTo>
                <a:lnTo>
                  <a:pt x="226466" y="158115"/>
                </a:lnTo>
                <a:lnTo>
                  <a:pt x="245345" y="158115"/>
                </a:lnTo>
                <a:lnTo>
                  <a:pt x="264214" y="158115"/>
                </a:lnTo>
                <a:lnTo>
                  <a:pt x="283083" y="158115"/>
                </a:lnTo>
                <a:lnTo>
                  <a:pt x="301962" y="158115"/>
                </a:lnTo>
                <a:lnTo>
                  <a:pt x="320831" y="158115"/>
                </a:lnTo>
                <a:lnTo>
                  <a:pt x="339700" y="158115"/>
                </a:lnTo>
                <a:lnTo>
                  <a:pt x="358578" y="158115"/>
                </a:lnTo>
                <a:lnTo>
                  <a:pt x="377447" y="158115"/>
                </a:lnTo>
                <a:lnTo>
                  <a:pt x="396326" y="158115"/>
                </a:lnTo>
                <a:lnTo>
                  <a:pt x="415195" y="158115"/>
                </a:lnTo>
                <a:lnTo>
                  <a:pt x="434064" y="158115"/>
                </a:lnTo>
                <a:lnTo>
                  <a:pt x="452942" y="158115"/>
                </a:lnTo>
                <a:lnTo>
                  <a:pt x="471811" y="158115"/>
                </a:lnTo>
                <a:lnTo>
                  <a:pt x="490680" y="158115"/>
                </a:lnTo>
                <a:lnTo>
                  <a:pt x="509559" y="158115"/>
                </a:lnTo>
                <a:lnTo>
                  <a:pt x="528428" y="158115"/>
                </a:lnTo>
                <a:lnTo>
                  <a:pt x="547297" y="158115"/>
                </a:lnTo>
                <a:lnTo>
                  <a:pt x="566176" y="158115"/>
                </a:lnTo>
                <a:lnTo>
                  <a:pt x="585045" y="158115"/>
                </a:lnTo>
                <a:lnTo>
                  <a:pt x="603914" y="158115"/>
                </a:lnTo>
                <a:lnTo>
                  <a:pt x="622792" y="158115"/>
                </a:lnTo>
                <a:lnTo>
                  <a:pt x="641661" y="158115"/>
                </a:lnTo>
                <a:lnTo>
                  <a:pt x="660540" y="158115"/>
                </a:lnTo>
                <a:lnTo>
                  <a:pt x="679409" y="158115"/>
                </a:lnTo>
                <a:lnTo>
                  <a:pt x="698278" y="158115"/>
                </a:lnTo>
                <a:lnTo>
                  <a:pt x="717156" y="158115"/>
                </a:lnTo>
                <a:lnTo>
                  <a:pt x="736025" y="158115"/>
                </a:lnTo>
                <a:lnTo>
                  <a:pt x="754894" y="158115"/>
                </a:lnTo>
                <a:lnTo>
                  <a:pt x="773773" y="158115"/>
                </a:lnTo>
                <a:lnTo>
                  <a:pt x="792642" y="158115"/>
                </a:lnTo>
                <a:lnTo>
                  <a:pt x="811511" y="158115"/>
                </a:lnTo>
                <a:lnTo>
                  <a:pt x="830390" y="158115"/>
                </a:lnTo>
                <a:lnTo>
                  <a:pt x="849259" y="158115"/>
                </a:lnTo>
                <a:lnTo>
                  <a:pt x="868128" y="158115"/>
                </a:lnTo>
                <a:lnTo>
                  <a:pt x="887006" y="158115"/>
                </a:lnTo>
                <a:lnTo>
                  <a:pt x="905875" y="158115"/>
                </a:lnTo>
                <a:lnTo>
                  <a:pt x="924754" y="158115"/>
                </a:lnTo>
                <a:lnTo>
                  <a:pt x="943623" y="158115"/>
                </a:lnTo>
                <a:lnTo>
                  <a:pt x="962492" y="158115"/>
                </a:lnTo>
                <a:lnTo>
                  <a:pt x="981370" y="158115"/>
                </a:lnTo>
                <a:lnTo>
                  <a:pt x="1000239" y="158115"/>
                </a:lnTo>
                <a:lnTo>
                  <a:pt x="1019108" y="158115"/>
                </a:lnTo>
                <a:lnTo>
                  <a:pt x="1037987" y="158115"/>
                </a:lnTo>
                <a:lnTo>
                  <a:pt x="1056856" y="158115"/>
                </a:lnTo>
                <a:lnTo>
                  <a:pt x="1075725" y="158115"/>
                </a:lnTo>
                <a:lnTo>
                  <a:pt x="1094603" y="158115"/>
                </a:lnTo>
                <a:lnTo>
                  <a:pt x="1113473" y="158115"/>
                </a:lnTo>
                <a:lnTo>
                  <a:pt x="1132351" y="158115"/>
                </a:lnTo>
                <a:lnTo>
                  <a:pt x="1151220" y="158115"/>
                </a:lnTo>
                <a:lnTo>
                  <a:pt x="1170089" y="158115"/>
                </a:lnTo>
                <a:lnTo>
                  <a:pt x="1188968" y="158115"/>
                </a:lnTo>
                <a:lnTo>
                  <a:pt x="1207837" y="158115"/>
                </a:lnTo>
                <a:lnTo>
                  <a:pt x="1226706" y="158115"/>
                </a:lnTo>
                <a:lnTo>
                  <a:pt x="1245584" y="158115"/>
                </a:lnTo>
                <a:lnTo>
                  <a:pt x="1264453" y="158115"/>
                </a:lnTo>
                <a:lnTo>
                  <a:pt x="1283322" y="158115"/>
                </a:lnTo>
                <a:lnTo>
                  <a:pt x="1302201" y="158115"/>
                </a:lnTo>
                <a:lnTo>
                  <a:pt x="1321070" y="158115"/>
                </a:lnTo>
                <a:lnTo>
                  <a:pt x="1338520" y="150943"/>
                </a:lnTo>
                <a:lnTo>
                  <a:pt x="1355969" y="143761"/>
                </a:lnTo>
                <a:lnTo>
                  <a:pt x="1373429" y="136569"/>
                </a:lnTo>
                <a:lnTo>
                  <a:pt x="1390879" y="129378"/>
                </a:lnTo>
                <a:lnTo>
                  <a:pt x="1408328" y="122196"/>
                </a:lnTo>
                <a:lnTo>
                  <a:pt x="1425778" y="115005"/>
                </a:lnTo>
                <a:lnTo>
                  <a:pt x="1443228" y="107813"/>
                </a:lnTo>
                <a:lnTo>
                  <a:pt x="1460678" y="100632"/>
                </a:lnTo>
                <a:lnTo>
                  <a:pt x="1478128" y="93440"/>
                </a:lnTo>
                <a:lnTo>
                  <a:pt x="1495577" y="86258"/>
                </a:lnTo>
                <a:lnTo>
                  <a:pt x="1513027" y="79067"/>
                </a:lnTo>
                <a:lnTo>
                  <a:pt x="1530477" y="71876"/>
                </a:lnTo>
                <a:lnTo>
                  <a:pt x="1547927" y="64694"/>
                </a:lnTo>
                <a:lnTo>
                  <a:pt x="1565377" y="57502"/>
                </a:lnTo>
                <a:lnTo>
                  <a:pt x="1582826" y="50311"/>
                </a:lnTo>
                <a:lnTo>
                  <a:pt x="1600276" y="43129"/>
                </a:lnTo>
                <a:lnTo>
                  <a:pt x="1617726" y="35938"/>
                </a:lnTo>
                <a:lnTo>
                  <a:pt x="1635176" y="28756"/>
                </a:lnTo>
                <a:lnTo>
                  <a:pt x="1652626" y="21565"/>
                </a:lnTo>
                <a:lnTo>
                  <a:pt x="1670075" y="14373"/>
                </a:lnTo>
                <a:lnTo>
                  <a:pt x="1687525" y="7191"/>
                </a:lnTo>
                <a:lnTo>
                  <a:pt x="1704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E67B74A1-CBAE-4191-9724-8BACFA67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9298" y="2651760"/>
            <a:ext cx="12392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3" name="maturity-step-riser-5">
            <a:extLst xmlns:a="http://schemas.openxmlformats.org/drawingml/2006/main">
              <a:ext uri="{FF2B5EF4-FFF2-40B4-BE49-F238E27FC236}">
                <a16:creationId xmlns:a16="http://schemas.microsoft.com/office/drawing/2014/main" id="{7531DFB8-6AD1-4281-9224-0112367A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6283" y="1850708"/>
            <a:ext cx="279083" cy="530543"/>
          </a:xfrm>
          <a:custGeom xmlns:a="http://schemas.openxmlformats.org/drawingml/2006/main">
            <a:pathLst>
              <a:path w="279083" h="530543">
                <a:moveTo>
                  <a:pt x="0" y="530543"/>
                </a:moveTo>
                <a:lnTo>
                  <a:pt x="0" y="511626"/>
                </a:lnTo>
                <a:lnTo>
                  <a:pt x="0" y="492719"/>
                </a:lnTo>
                <a:lnTo>
                  <a:pt x="0" y="473812"/>
                </a:lnTo>
                <a:lnTo>
                  <a:pt x="0" y="454895"/>
                </a:lnTo>
                <a:lnTo>
                  <a:pt x="0" y="435988"/>
                </a:lnTo>
                <a:lnTo>
                  <a:pt x="0" y="417081"/>
                </a:lnTo>
                <a:lnTo>
                  <a:pt x="0" y="398164"/>
                </a:lnTo>
                <a:lnTo>
                  <a:pt x="0" y="379257"/>
                </a:lnTo>
                <a:lnTo>
                  <a:pt x="0" y="360350"/>
                </a:lnTo>
                <a:lnTo>
                  <a:pt x="0" y="341433"/>
                </a:lnTo>
                <a:lnTo>
                  <a:pt x="0" y="322526"/>
                </a:lnTo>
                <a:lnTo>
                  <a:pt x="0" y="303619"/>
                </a:lnTo>
                <a:lnTo>
                  <a:pt x="0" y="284702"/>
                </a:lnTo>
                <a:lnTo>
                  <a:pt x="0" y="265795"/>
                </a:lnTo>
                <a:lnTo>
                  <a:pt x="0" y="246888"/>
                </a:lnTo>
                <a:lnTo>
                  <a:pt x="0" y="227981"/>
                </a:lnTo>
                <a:lnTo>
                  <a:pt x="0" y="209064"/>
                </a:lnTo>
                <a:lnTo>
                  <a:pt x="0" y="190157"/>
                </a:lnTo>
                <a:lnTo>
                  <a:pt x="0" y="171250"/>
                </a:lnTo>
                <a:lnTo>
                  <a:pt x="0" y="152333"/>
                </a:lnTo>
                <a:lnTo>
                  <a:pt x="0" y="133426"/>
                </a:lnTo>
                <a:lnTo>
                  <a:pt x="0" y="114519"/>
                </a:lnTo>
                <a:lnTo>
                  <a:pt x="5906" y="99698"/>
                </a:lnTo>
                <a:lnTo>
                  <a:pt x="23612" y="93050"/>
                </a:lnTo>
                <a:lnTo>
                  <a:pt x="41310" y="86401"/>
                </a:lnTo>
                <a:lnTo>
                  <a:pt x="59017" y="79753"/>
                </a:lnTo>
                <a:lnTo>
                  <a:pt x="76724" y="73114"/>
                </a:lnTo>
                <a:lnTo>
                  <a:pt x="94421" y="66465"/>
                </a:lnTo>
                <a:lnTo>
                  <a:pt x="112128" y="59817"/>
                </a:lnTo>
                <a:lnTo>
                  <a:pt x="129835" y="53169"/>
                </a:lnTo>
                <a:lnTo>
                  <a:pt x="147533" y="46530"/>
                </a:lnTo>
                <a:lnTo>
                  <a:pt x="165240" y="39881"/>
                </a:lnTo>
                <a:lnTo>
                  <a:pt x="182937" y="33233"/>
                </a:lnTo>
                <a:lnTo>
                  <a:pt x="200644" y="26584"/>
                </a:lnTo>
                <a:lnTo>
                  <a:pt x="218351" y="19936"/>
                </a:lnTo>
                <a:lnTo>
                  <a:pt x="236049" y="13297"/>
                </a:lnTo>
                <a:lnTo>
                  <a:pt x="253756" y="6648"/>
                </a:lnTo>
                <a:lnTo>
                  <a:pt x="271463" y="0"/>
                </a:lnTo>
                <a:lnTo>
                  <a:pt x="279083" y="7906"/>
                </a:lnTo>
                <a:lnTo>
                  <a:pt x="279083" y="26813"/>
                </a:lnTo>
                <a:lnTo>
                  <a:pt x="279083" y="45730"/>
                </a:lnTo>
                <a:lnTo>
                  <a:pt x="279083" y="64637"/>
                </a:lnTo>
                <a:lnTo>
                  <a:pt x="279083" y="83544"/>
                </a:lnTo>
                <a:lnTo>
                  <a:pt x="279083" y="102460"/>
                </a:lnTo>
                <a:lnTo>
                  <a:pt x="279083" y="121368"/>
                </a:lnTo>
                <a:lnTo>
                  <a:pt x="279083" y="140275"/>
                </a:lnTo>
                <a:lnTo>
                  <a:pt x="279083" y="159191"/>
                </a:lnTo>
                <a:lnTo>
                  <a:pt x="279083" y="178098"/>
                </a:lnTo>
                <a:lnTo>
                  <a:pt x="279083" y="197006"/>
                </a:lnTo>
                <a:lnTo>
                  <a:pt x="279083" y="215922"/>
                </a:lnTo>
                <a:lnTo>
                  <a:pt x="279083" y="234829"/>
                </a:lnTo>
                <a:lnTo>
                  <a:pt x="279083" y="253736"/>
                </a:lnTo>
                <a:lnTo>
                  <a:pt x="279083" y="272644"/>
                </a:lnTo>
                <a:lnTo>
                  <a:pt x="279083" y="291560"/>
                </a:lnTo>
                <a:lnTo>
                  <a:pt x="279083" y="310467"/>
                </a:lnTo>
                <a:lnTo>
                  <a:pt x="279083" y="329375"/>
                </a:lnTo>
                <a:lnTo>
                  <a:pt x="279083" y="348291"/>
                </a:lnTo>
                <a:lnTo>
                  <a:pt x="279083" y="367198"/>
                </a:lnTo>
                <a:lnTo>
                  <a:pt x="279083" y="386105"/>
                </a:lnTo>
                <a:lnTo>
                  <a:pt x="273720" y="401622"/>
                </a:lnTo>
                <a:lnTo>
                  <a:pt x="256613" y="409680"/>
                </a:lnTo>
                <a:lnTo>
                  <a:pt x="239506" y="417738"/>
                </a:lnTo>
                <a:lnTo>
                  <a:pt x="222399" y="425787"/>
                </a:lnTo>
                <a:lnTo>
                  <a:pt x="205292" y="433845"/>
                </a:lnTo>
                <a:lnTo>
                  <a:pt x="188185" y="441903"/>
                </a:lnTo>
                <a:lnTo>
                  <a:pt x="171079" y="449961"/>
                </a:lnTo>
                <a:lnTo>
                  <a:pt x="153972" y="458019"/>
                </a:lnTo>
                <a:lnTo>
                  <a:pt x="136865" y="466077"/>
                </a:lnTo>
                <a:lnTo>
                  <a:pt x="119758" y="474135"/>
                </a:lnTo>
                <a:lnTo>
                  <a:pt x="102641" y="482194"/>
                </a:lnTo>
                <a:lnTo>
                  <a:pt x="85535" y="490252"/>
                </a:lnTo>
                <a:lnTo>
                  <a:pt x="68428" y="498310"/>
                </a:lnTo>
                <a:lnTo>
                  <a:pt x="51321" y="506368"/>
                </a:lnTo>
                <a:lnTo>
                  <a:pt x="34214" y="514426"/>
                </a:lnTo>
                <a:lnTo>
                  <a:pt x="17107" y="522484"/>
                </a:lnTo>
                <a:lnTo>
                  <a:pt x="0" y="530543"/>
                </a:lnTo>
              </a:path>
            </a:pathLst>
          </a:custGeom>
          <a:solidFill xmlns:a="http://schemas.openxmlformats.org/drawingml/2006/main">
            <a:srgbClr val="3F6687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top-5">
            <a:extLst xmlns:a="http://schemas.openxmlformats.org/drawingml/2006/main">
              <a:ext uri="{FF2B5EF4-FFF2-40B4-BE49-F238E27FC236}">
                <a16:creationId xmlns:a16="http://schemas.microsoft.com/office/drawing/2014/main" id="{C5940C96-0077-4637-81B2-4F20EEB1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8468" y="2249805"/>
            <a:ext cx="1840944" cy="131445"/>
          </a:xfrm>
          <a:custGeom xmlns:a="http://schemas.openxmlformats.org/drawingml/2006/main">
            <a:pathLst>
              <a:path w="1840944" h="131445">
                <a:moveTo>
                  <a:pt x="0" y="131445"/>
                </a:moveTo>
                <a:lnTo>
                  <a:pt x="19012" y="131445"/>
                </a:lnTo>
                <a:lnTo>
                  <a:pt x="38024" y="131445"/>
                </a:lnTo>
                <a:lnTo>
                  <a:pt x="57036" y="131445"/>
                </a:lnTo>
                <a:lnTo>
                  <a:pt x="76048" y="131445"/>
                </a:lnTo>
                <a:lnTo>
                  <a:pt x="95060" y="131445"/>
                </a:lnTo>
                <a:lnTo>
                  <a:pt x="114081" y="131445"/>
                </a:lnTo>
                <a:lnTo>
                  <a:pt x="133093" y="131445"/>
                </a:lnTo>
                <a:lnTo>
                  <a:pt x="152105" y="131445"/>
                </a:lnTo>
                <a:lnTo>
                  <a:pt x="171117" y="131445"/>
                </a:lnTo>
                <a:lnTo>
                  <a:pt x="190129" y="131445"/>
                </a:lnTo>
                <a:lnTo>
                  <a:pt x="209140" y="131445"/>
                </a:lnTo>
                <a:lnTo>
                  <a:pt x="228152" y="131445"/>
                </a:lnTo>
                <a:lnTo>
                  <a:pt x="247164" y="131445"/>
                </a:lnTo>
                <a:lnTo>
                  <a:pt x="266176" y="131445"/>
                </a:lnTo>
                <a:lnTo>
                  <a:pt x="285188" y="131445"/>
                </a:lnTo>
                <a:lnTo>
                  <a:pt x="304200" y="131445"/>
                </a:lnTo>
                <a:lnTo>
                  <a:pt x="323212" y="131445"/>
                </a:lnTo>
                <a:lnTo>
                  <a:pt x="342233" y="131445"/>
                </a:lnTo>
                <a:lnTo>
                  <a:pt x="361245" y="131445"/>
                </a:lnTo>
                <a:lnTo>
                  <a:pt x="380257" y="131445"/>
                </a:lnTo>
                <a:lnTo>
                  <a:pt x="399269" y="131445"/>
                </a:lnTo>
                <a:lnTo>
                  <a:pt x="418281" y="131445"/>
                </a:lnTo>
                <a:lnTo>
                  <a:pt x="437293" y="131445"/>
                </a:lnTo>
                <a:lnTo>
                  <a:pt x="456305" y="131445"/>
                </a:lnTo>
                <a:lnTo>
                  <a:pt x="475317" y="131445"/>
                </a:lnTo>
                <a:lnTo>
                  <a:pt x="494328" y="131445"/>
                </a:lnTo>
                <a:lnTo>
                  <a:pt x="513340" y="131445"/>
                </a:lnTo>
                <a:lnTo>
                  <a:pt x="532352" y="131445"/>
                </a:lnTo>
                <a:lnTo>
                  <a:pt x="551364" y="131445"/>
                </a:lnTo>
                <a:lnTo>
                  <a:pt x="570386" y="131445"/>
                </a:lnTo>
                <a:lnTo>
                  <a:pt x="589397" y="131445"/>
                </a:lnTo>
                <a:lnTo>
                  <a:pt x="608409" y="131445"/>
                </a:lnTo>
                <a:lnTo>
                  <a:pt x="627421" y="131445"/>
                </a:lnTo>
                <a:lnTo>
                  <a:pt x="646433" y="131445"/>
                </a:lnTo>
                <a:lnTo>
                  <a:pt x="665445" y="131445"/>
                </a:lnTo>
                <a:lnTo>
                  <a:pt x="684457" y="131445"/>
                </a:lnTo>
                <a:lnTo>
                  <a:pt x="703469" y="131445"/>
                </a:lnTo>
                <a:lnTo>
                  <a:pt x="722481" y="131445"/>
                </a:lnTo>
                <a:lnTo>
                  <a:pt x="741493" y="131445"/>
                </a:lnTo>
                <a:lnTo>
                  <a:pt x="760505" y="131445"/>
                </a:lnTo>
                <a:lnTo>
                  <a:pt x="779516" y="131445"/>
                </a:lnTo>
                <a:lnTo>
                  <a:pt x="798538" y="131445"/>
                </a:lnTo>
                <a:lnTo>
                  <a:pt x="817550" y="131445"/>
                </a:lnTo>
                <a:lnTo>
                  <a:pt x="836562" y="131445"/>
                </a:lnTo>
                <a:lnTo>
                  <a:pt x="855574" y="131445"/>
                </a:lnTo>
                <a:lnTo>
                  <a:pt x="874585" y="131445"/>
                </a:lnTo>
                <a:lnTo>
                  <a:pt x="893597" y="131445"/>
                </a:lnTo>
                <a:lnTo>
                  <a:pt x="912609" y="131445"/>
                </a:lnTo>
                <a:lnTo>
                  <a:pt x="931621" y="131445"/>
                </a:lnTo>
                <a:lnTo>
                  <a:pt x="950633" y="131445"/>
                </a:lnTo>
                <a:lnTo>
                  <a:pt x="969645" y="131445"/>
                </a:lnTo>
                <a:lnTo>
                  <a:pt x="988657" y="131445"/>
                </a:lnTo>
                <a:lnTo>
                  <a:pt x="1007669" y="131445"/>
                </a:lnTo>
                <a:lnTo>
                  <a:pt x="1026690" y="131445"/>
                </a:lnTo>
                <a:lnTo>
                  <a:pt x="1045702" y="131445"/>
                </a:lnTo>
                <a:lnTo>
                  <a:pt x="1064714" y="131445"/>
                </a:lnTo>
                <a:lnTo>
                  <a:pt x="1083726" y="131445"/>
                </a:lnTo>
                <a:lnTo>
                  <a:pt x="1102738" y="131445"/>
                </a:lnTo>
                <a:lnTo>
                  <a:pt x="1121750" y="131445"/>
                </a:lnTo>
                <a:lnTo>
                  <a:pt x="1140762" y="131445"/>
                </a:lnTo>
                <a:lnTo>
                  <a:pt x="1159774" y="131445"/>
                </a:lnTo>
                <a:lnTo>
                  <a:pt x="1178785" y="131445"/>
                </a:lnTo>
                <a:lnTo>
                  <a:pt x="1197797" y="131445"/>
                </a:lnTo>
                <a:lnTo>
                  <a:pt x="1216809" y="131445"/>
                </a:lnTo>
                <a:lnTo>
                  <a:pt x="1235821" y="131445"/>
                </a:lnTo>
                <a:lnTo>
                  <a:pt x="1254843" y="131445"/>
                </a:lnTo>
                <a:lnTo>
                  <a:pt x="1273854" y="131445"/>
                </a:lnTo>
                <a:lnTo>
                  <a:pt x="1292866" y="131445"/>
                </a:lnTo>
                <a:lnTo>
                  <a:pt x="1311878" y="131445"/>
                </a:lnTo>
                <a:lnTo>
                  <a:pt x="1330890" y="131445"/>
                </a:lnTo>
                <a:lnTo>
                  <a:pt x="1349902" y="131445"/>
                </a:lnTo>
                <a:lnTo>
                  <a:pt x="1368914" y="131445"/>
                </a:lnTo>
                <a:lnTo>
                  <a:pt x="1387926" y="131445"/>
                </a:lnTo>
                <a:lnTo>
                  <a:pt x="1406938" y="131445"/>
                </a:lnTo>
                <a:lnTo>
                  <a:pt x="1425950" y="131445"/>
                </a:lnTo>
                <a:lnTo>
                  <a:pt x="1444962" y="131445"/>
                </a:lnTo>
                <a:lnTo>
                  <a:pt x="1463973" y="131445"/>
                </a:lnTo>
                <a:lnTo>
                  <a:pt x="1482985" y="131445"/>
                </a:lnTo>
                <a:lnTo>
                  <a:pt x="1502007" y="131445"/>
                </a:lnTo>
                <a:lnTo>
                  <a:pt x="1521019" y="131445"/>
                </a:lnTo>
                <a:lnTo>
                  <a:pt x="1540031" y="131445"/>
                </a:lnTo>
                <a:lnTo>
                  <a:pt x="1559042" y="131445"/>
                </a:lnTo>
                <a:lnTo>
                  <a:pt x="1577073" y="127083"/>
                </a:lnTo>
                <a:lnTo>
                  <a:pt x="1594275" y="118977"/>
                </a:lnTo>
                <a:lnTo>
                  <a:pt x="1611478" y="110881"/>
                </a:lnTo>
                <a:lnTo>
                  <a:pt x="1628680" y="102775"/>
                </a:lnTo>
                <a:lnTo>
                  <a:pt x="1645882" y="94679"/>
                </a:lnTo>
                <a:lnTo>
                  <a:pt x="1663084" y="86573"/>
                </a:lnTo>
                <a:lnTo>
                  <a:pt x="1680277" y="78476"/>
                </a:lnTo>
                <a:lnTo>
                  <a:pt x="1697479" y="70371"/>
                </a:lnTo>
                <a:lnTo>
                  <a:pt x="1714681" y="62274"/>
                </a:lnTo>
                <a:lnTo>
                  <a:pt x="1731883" y="54169"/>
                </a:lnTo>
                <a:lnTo>
                  <a:pt x="1749085" y="46072"/>
                </a:lnTo>
                <a:lnTo>
                  <a:pt x="1766278" y="37967"/>
                </a:lnTo>
                <a:lnTo>
                  <a:pt x="1783480" y="29870"/>
                </a:lnTo>
                <a:lnTo>
                  <a:pt x="1800682" y="21765"/>
                </a:lnTo>
                <a:lnTo>
                  <a:pt x="1817884" y="13668"/>
                </a:lnTo>
                <a:lnTo>
                  <a:pt x="1835087" y="5563"/>
                </a:lnTo>
                <a:lnTo>
                  <a:pt x="1840944" y="0"/>
                </a:lnTo>
                <a:lnTo>
                  <a:pt x="1821932" y="0"/>
                </a:lnTo>
                <a:lnTo>
                  <a:pt x="1802921" y="0"/>
                </a:lnTo>
                <a:lnTo>
                  <a:pt x="1783909" y="0"/>
                </a:lnTo>
                <a:lnTo>
                  <a:pt x="1764897" y="0"/>
                </a:lnTo>
                <a:lnTo>
                  <a:pt x="1745875" y="0"/>
                </a:lnTo>
                <a:lnTo>
                  <a:pt x="1726863" y="0"/>
                </a:lnTo>
                <a:lnTo>
                  <a:pt x="1707852" y="0"/>
                </a:lnTo>
                <a:lnTo>
                  <a:pt x="1688840" y="0"/>
                </a:lnTo>
                <a:lnTo>
                  <a:pt x="1669828" y="0"/>
                </a:lnTo>
                <a:lnTo>
                  <a:pt x="1650816" y="0"/>
                </a:lnTo>
                <a:lnTo>
                  <a:pt x="1631804" y="0"/>
                </a:lnTo>
                <a:lnTo>
                  <a:pt x="1612792" y="0"/>
                </a:lnTo>
                <a:lnTo>
                  <a:pt x="1593780" y="0"/>
                </a:lnTo>
                <a:lnTo>
                  <a:pt x="1574768" y="0"/>
                </a:lnTo>
                <a:lnTo>
                  <a:pt x="1555756" y="0"/>
                </a:lnTo>
                <a:lnTo>
                  <a:pt x="1536744" y="0"/>
                </a:lnTo>
                <a:lnTo>
                  <a:pt x="1517723" y="0"/>
                </a:lnTo>
                <a:lnTo>
                  <a:pt x="1498711" y="0"/>
                </a:lnTo>
                <a:lnTo>
                  <a:pt x="1479699" y="0"/>
                </a:lnTo>
                <a:lnTo>
                  <a:pt x="1460687" y="0"/>
                </a:lnTo>
                <a:lnTo>
                  <a:pt x="1441675" y="0"/>
                </a:lnTo>
                <a:lnTo>
                  <a:pt x="1422664" y="0"/>
                </a:lnTo>
                <a:lnTo>
                  <a:pt x="1403652" y="0"/>
                </a:lnTo>
                <a:lnTo>
                  <a:pt x="1384640" y="0"/>
                </a:lnTo>
                <a:lnTo>
                  <a:pt x="1365628" y="0"/>
                </a:lnTo>
                <a:lnTo>
                  <a:pt x="1346616" y="0"/>
                </a:lnTo>
                <a:lnTo>
                  <a:pt x="1327604" y="0"/>
                </a:lnTo>
                <a:lnTo>
                  <a:pt x="1308592" y="0"/>
                </a:lnTo>
                <a:lnTo>
                  <a:pt x="1289571" y="0"/>
                </a:lnTo>
                <a:lnTo>
                  <a:pt x="1270559" y="0"/>
                </a:lnTo>
                <a:lnTo>
                  <a:pt x="1251547" y="0"/>
                </a:lnTo>
                <a:lnTo>
                  <a:pt x="1232535" y="0"/>
                </a:lnTo>
                <a:lnTo>
                  <a:pt x="1213523" y="0"/>
                </a:lnTo>
                <a:lnTo>
                  <a:pt x="1194511" y="0"/>
                </a:lnTo>
                <a:lnTo>
                  <a:pt x="1175499" y="0"/>
                </a:lnTo>
                <a:lnTo>
                  <a:pt x="1156487" y="0"/>
                </a:lnTo>
                <a:lnTo>
                  <a:pt x="1137476" y="0"/>
                </a:lnTo>
                <a:lnTo>
                  <a:pt x="1118464" y="0"/>
                </a:lnTo>
                <a:lnTo>
                  <a:pt x="1099452" y="0"/>
                </a:lnTo>
                <a:lnTo>
                  <a:pt x="1080440" y="0"/>
                </a:lnTo>
                <a:lnTo>
                  <a:pt x="1061418" y="0"/>
                </a:lnTo>
                <a:lnTo>
                  <a:pt x="1042406" y="0"/>
                </a:lnTo>
                <a:lnTo>
                  <a:pt x="1023395" y="0"/>
                </a:lnTo>
                <a:lnTo>
                  <a:pt x="1004383" y="0"/>
                </a:lnTo>
                <a:lnTo>
                  <a:pt x="985371" y="0"/>
                </a:lnTo>
                <a:lnTo>
                  <a:pt x="966359" y="0"/>
                </a:lnTo>
                <a:lnTo>
                  <a:pt x="947347" y="0"/>
                </a:lnTo>
                <a:lnTo>
                  <a:pt x="928335" y="0"/>
                </a:lnTo>
                <a:lnTo>
                  <a:pt x="909323" y="0"/>
                </a:lnTo>
                <a:lnTo>
                  <a:pt x="890311" y="0"/>
                </a:lnTo>
                <a:lnTo>
                  <a:pt x="871299" y="0"/>
                </a:lnTo>
                <a:lnTo>
                  <a:pt x="852287" y="0"/>
                </a:lnTo>
                <a:lnTo>
                  <a:pt x="833266" y="0"/>
                </a:lnTo>
                <a:lnTo>
                  <a:pt x="814254" y="0"/>
                </a:lnTo>
                <a:lnTo>
                  <a:pt x="795242" y="0"/>
                </a:lnTo>
                <a:lnTo>
                  <a:pt x="776230" y="0"/>
                </a:lnTo>
                <a:lnTo>
                  <a:pt x="757218" y="0"/>
                </a:lnTo>
                <a:lnTo>
                  <a:pt x="738207" y="0"/>
                </a:lnTo>
                <a:lnTo>
                  <a:pt x="719195" y="0"/>
                </a:lnTo>
                <a:lnTo>
                  <a:pt x="700183" y="0"/>
                </a:lnTo>
                <a:lnTo>
                  <a:pt x="681171" y="0"/>
                </a:lnTo>
                <a:lnTo>
                  <a:pt x="662159" y="0"/>
                </a:lnTo>
                <a:lnTo>
                  <a:pt x="643147" y="0"/>
                </a:lnTo>
                <a:lnTo>
                  <a:pt x="624135" y="0"/>
                </a:lnTo>
                <a:lnTo>
                  <a:pt x="605114" y="0"/>
                </a:lnTo>
                <a:lnTo>
                  <a:pt x="586102" y="0"/>
                </a:lnTo>
                <a:lnTo>
                  <a:pt x="567090" y="0"/>
                </a:lnTo>
                <a:lnTo>
                  <a:pt x="548078" y="0"/>
                </a:lnTo>
                <a:lnTo>
                  <a:pt x="529066" y="0"/>
                </a:lnTo>
                <a:lnTo>
                  <a:pt x="510054" y="0"/>
                </a:lnTo>
                <a:lnTo>
                  <a:pt x="491042" y="0"/>
                </a:lnTo>
                <a:lnTo>
                  <a:pt x="472030" y="0"/>
                </a:lnTo>
                <a:lnTo>
                  <a:pt x="453019" y="0"/>
                </a:lnTo>
                <a:lnTo>
                  <a:pt x="434007" y="0"/>
                </a:lnTo>
                <a:lnTo>
                  <a:pt x="414995" y="0"/>
                </a:lnTo>
                <a:lnTo>
                  <a:pt x="395983" y="0"/>
                </a:lnTo>
                <a:lnTo>
                  <a:pt x="376961" y="0"/>
                </a:lnTo>
                <a:lnTo>
                  <a:pt x="358978" y="6029"/>
                </a:lnTo>
                <a:lnTo>
                  <a:pt x="341024" y="12297"/>
                </a:lnTo>
                <a:lnTo>
                  <a:pt x="323078" y="18574"/>
                </a:lnTo>
                <a:lnTo>
                  <a:pt x="305133" y="24841"/>
                </a:lnTo>
                <a:lnTo>
                  <a:pt x="287179" y="31109"/>
                </a:lnTo>
                <a:lnTo>
                  <a:pt x="269234" y="37386"/>
                </a:lnTo>
                <a:lnTo>
                  <a:pt x="251279" y="43653"/>
                </a:lnTo>
                <a:lnTo>
                  <a:pt x="233334" y="49930"/>
                </a:lnTo>
                <a:lnTo>
                  <a:pt x="215389" y="56198"/>
                </a:lnTo>
                <a:lnTo>
                  <a:pt x="197434" y="62465"/>
                </a:lnTo>
                <a:lnTo>
                  <a:pt x="179489" y="68742"/>
                </a:lnTo>
                <a:lnTo>
                  <a:pt x="161544" y="75009"/>
                </a:lnTo>
                <a:lnTo>
                  <a:pt x="143589" y="81277"/>
                </a:lnTo>
                <a:lnTo>
                  <a:pt x="125644" y="87554"/>
                </a:lnTo>
                <a:lnTo>
                  <a:pt x="107690" y="93821"/>
                </a:lnTo>
                <a:lnTo>
                  <a:pt x="89745" y="100089"/>
                </a:lnTo>
                <a:lnTo>
                  <a:pt x="71799" y="106366"/>
                </a:lnTo>
                <a:lnTo>
                  <a:pt x="53845" y="112633"/>
                </a:lnTo>
                <a:lnTo>
                  <a:pt x="35900" y="118901"/>
                </a:lnTo>
                <a:lnTo>
                  <a:pt x="17945" y="125178"/>
                </a:lnTo>
                <a:lnTo>
                  <a:pt x="0" y="131445"/>
                </a:lnTo>
              </a:path>
            </a:pathLst>
          </a:custGeom>
          <a:solidFill xmlns:a="http://schemas.openxmlformats.org/drawingml/2006/main">
            <a:srgbClr val="557F9F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5" name="maturity-step-inset-5">
            <a:extLst xmlns:a="http://schemas.openxmlformats.org/drawingml/2006/main">
              <a:ext uri="{FF2B5EF4-FFF2-40B4-BE49-F238E27FC236}">
                <a16:creationId xmlns:a16="http://schemas.microsoft.com/office/drawing/2014/main" id="{F8580E5C-724E-4B71-B608-43BE7033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2293" y="2249805"/>
            <a:ext cx="1606868" cy="131445"/>
          </a:xfrm>
          <a:custGeom xmlns:a="http://schemas.openxmlformats.org/drawingml/2006/main">
            <a:pathLst>
              <a:path w="1606868" h="131445">
                <a:moveTo>
                  <a:pt x="0" y="131445"/>
                </a:moveTo>
                <a:lnTo>
                  <a:pt x="19021" y="131445"/>
                </a:lnTo>
                <a:lnTo>
                  <a:pt x="38033" y="131445"/>
                </a:lnTo>
                <a:lnTo>
                  <a:pt x="57055" y="131445"/>
                </a:lnTo>
                <a:lnTo>
                  <a:pt x="76076" y="131445"/>
                </a:lnTo>
                <a:lnTo>
                  <a:pt x="95088" y="131445"/>
                </a:lnTo>
                <a:lnTo>
                  <a:pt x="114110" y="131445"/>
                </a:lnTo>
                <a:lnTo>
                  <a:pt x="133131" y="131445"/>
                </a:lnTo>
                <a:lnTo>
                  <a:pt x="152143" y="131445"/>
                </a:lnTo>
                <a:lnTo>
                  <a:pt x="171164" y="131445"/>
                </a:lnTo>
                <a:lnTo>
                  <a:pt x="190186" y="131445"/>
                </a:lnTo>
                <a:lnTo>
                  <a:pt x="209198" y="131445"/>
                </a:lnTo>
                <a:lnTo>
                  <a:pt x="228219" y="131445"/>
                </a:lnTo>
                <a:lnTo>
                  <a:pt x="247240" y="131445"/>
                </a:lnTo>
                <a:lnTo>
                  <a:pt x="266252" y="131445"/>
                </a:lnTo>
                <a:lnTo>
                  <a:pt x="285274" y="131445"/>
                </a:lnTo>
                <a:lnTo>
                  <a:pt x="304295" y="131445"/>
                </a:lnTo>
                <a:lnTo>
                  <a:pt x="323307" y="131445"/>
                </a:lnTo>
                <a:lnTo>
                  <a:pt x="342329" y="131445"/>
                </a:lnTo>
                <a:lnTo>
                  <a:pt x="361350" y="131445"/>
                </a:lnTo>
                <a:lnTo>
                  <a:pt x="380362" y="131445"/>
                </a:lnTo>
                <a:lnTo>
                  <a:pt x="399383" y="131445"/>
                </a:lnTo>
                <a:lnTo>
                  <a:pt x="418405" y="131445"/>
                </a:lnTo>
                <a:lnTo>
                  <a:pt x="437417" y="131445"/>
                </a:lnTo>
                <a:lnTo>
                  <a:pt x="456438" y="131445"/>
                </a:lnTo>
                <a:lnTo>
                  <a:pt x="475459" y="131445"/>
                </a:lnTo>
                <a:lnTo>
                  <a:pt x="494471" y="131445"/>
                </a:lnTo>
                <a:lnTo>
                  <a:pt x="513493" y="131445"/>
                </a:lnTo>
                <a:lnTo>
                  <a:pt x="532505" y="131445"/>
                </a:lnTo>
                <a:lnTo>
                  <a:pt x="551526" y="131445"/>
                </a:lnTo>
                <a:lnTo>
                  <a:pt x="570548" y="131445"/>
                </a:lnTo>
                <a:lnTo>
                  <a:pt x="589559" y="131445"/>
                </a:lnTo>
                <a:lnTo>
                  <a:pt x="608581" y="131445"/>
                </a:lnTo>
                <a:lnTo>
                  <a:pt x="627602" y="131445"/>
                </a:lnTo>
                <a:lnTo>
                  <a:pt x="646614" y="131445"/>
                </a:lnTo>
                <a:lnTo>
                  <a:pt x="665636" y="131445"/>
                </a:lnTo>
                <a:lnTo>
                  <a:pt x="684657" y="131445"/>
                </a:lnTo>
                <a:lnTo>
                  <a:pt x="703669" y="131445"/>
                </a:lnTo>
                <a:lnTo>
                  <a:pt x="722690" y="131445"/>
                </a:lnTo>
                <a:lnTo>
                  <a:pt x="741712" y="131445"/>
                </a:lnTo>
                <a:lnTo>
                  <a:pt x="760724" y="131445"/>
                </a:lnTo>
                <a:lnTo>
                  <a:pt x="779745" y="131445"/>
                </a:lnTo>
                <a:lnTo>
                  <a:pt x="798767" y="131445"/>
                </a:lnTo>
                <a:lnTo>
                  <a:pt x="817778" y="131445"/>
                </a:lnTo>
                <a:lnTo>
                  <a:pt x="836800" y="131445"/>
                </a:lnTo>
                <a:lnTo>
                  <a:pt x="855821" y="131445"/>
                </a:lnTo>
                <a:lnTo>
                  <a:pt x="874833" y="131445"/>
                </a:lnTo>
                <a:lnTo>
                  <a:pt x="893855" y="131445"/>
                </a:lnTo>
                <a:lnTo>
                  <a:pt x="912876" y="131445"/>
                </a:lnTo>
                <a:lnTo>
                  <a:pt x="931888" y="131445"/>
                </a:lnTo>
                <a:lnTo>
                  <a:pt x="950909" y="131445"/>
                </a:lnTo>
                <a:lnTo>
                  <a:pt x="969931" y="131445"/>
                </a:lnTo>
                <a:lnTo>
                  <a:pt x="988943" y="131445"/>
                </a:lnTo>
                <a:lnTo>
                  <a:pt x="1007964" y="131445"/>
                </a:lnTo>
                <a:lnTo>
                  <a:pt x="1026985" y="131445"/>
                </a:lnTo>
                <a:lnTo>
                  <a:pt x="1045997" y="131445"/>
                </a:lnTo>
                <a:lnTo>
                  <a:pt x="1065019" y="131445"/>
                </a:lnTo>
                <a:lnTo>
                  <a:pt x="1084040" y="131445"/>
                </a:lnTo>
                <a:lnTo>
                  <a:pt x="1103052" y="131445"/>
                </a:lnTo>
                <a:lnTo>
                  <a:pt x="1122074" y="131445"/>
                </a:lnTo>
                <a:lnTo>
                  <a:pt x="1141095" y="131445"/>
                </a:lnTo>
                <a:lnTo>
                  <a:pt x="1160107" y="131445"/>
                </a:lnTo>
                <a:lnTo>
                  <a:pt x="1179128" y="131445"/>
                </a:lnTo>
                <a:lnTo>
                  <a:pt x="1198150" y="131445"/>
                </a:lnTo>
                <a:lnTo>
                  <a:pt x="1217162" y="131445"/>
                </a:lnTo>
                <a:lnTo>
                  <a:pt x="1236183" y="131445"/>
                </a:lnTo>
                <a:lnTo>
                  <a:pt x="1255195" y="131445"/>
                </a:lnTo>
                <a:lnTo>
                  <a:pt x="1274216" y="131445"/>
                </a:lnTo>
                <a:lnTo>
                  <a:pt x="1293238" y="131445"/>
                </a:lnTo>
                <a:lnTo>
                  <a:pt x="1312250" y="131445"/>
                </a:lnTo>
                <a:lnTo>
                  <a:pt x="1330262" y="126816"/>
                </a:lnTo>
                <a:lnTo>
                  <a:pt x="1347549" y="118891"/>
                </a:lnTo>
                <a:lnTo>
                  <a:pt x="1364837" y="110966"/>
                </a:lnTo>
                <a:lnTo>
                  <a:pt x="1382125" y="103041"/>
                </a:lnTo>
                <a:lnTo>
                  <a:pt x="1399413" y="95107"/>
                </a:lnTo>
                <a:lnTo>
                  <a:pt x="1416701" y="87182"/>
                </a:lnTo>
                <a:lnTo>
                  <a:pt x="1433989" y="79258"/>
                </a:lnTo>
                <a:lnTo>
                  <a:pt x="1451277" y="71333"/>
                </a:lnTo>
                <a:lnTo>
                  <a:pt x="1468565" y="63408"/>
                </a:lnTo>
                <a:lnTo>
                  <a:pt x="1485852" y="55483"/>
                </a:lnTo>
                <a:lnTo>
                  <a:pt x="1503140" y="47558"/>
                </a:lnTo>
                <a:lnTo>
                  <a:pt x="1520428" y="39634"/>
                </a:lnTo>
                <a:lnTo>
                  <a:pt x="1537716" y="31699"/>
                </a:lnTo>
                <a:lnTo>
                  <a:pt x="1555004" y="23774"/>
                </a:lnTo>
                <a:lnTo>
                  <a:pt x="1572292" y="15850"/>
                </a:lnTo>
                <a:lnTo>
                  <a:pt x="1589580" y="7925"/>
                </a:lnTo>
                <a:lnTo>
                  <a:pt x="16068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projection-5">
            <a:extLst xmlns:a="http://schemas.openxmlformats.org/drawingml/2006/main">
              <a:ext uri="{FF2B5EF4-FFF2-40B4-BE49-F238E27FC236}">
                <a16:creationId xmlns:a16="http://schemas.microsoft.com/office/drawing/2014/main" id="{87AA7551-D06E-4643-A73F-26AF46B4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0910" y="224980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7" name="maturity-step-riser-6">
            <a:extLst xmlns:a="http://schemas.openxmlformats.org/drawingml/2006/main">
              <a:ext uri="{FF2B5EF4-FFF2-40B4-BE49-F238E27FC236}">
                <a16:creationId xmlns:a16="http://schemas.microsoft.com/office/drawing/2014/main" id="{CAC57302-9952-4D6F-9950-FF1867E0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050" y="1850488"/>
            <a:ext cx="181928" cy="269577"/>
          </a:xfrm>
          <a:custGeom xmlns:a="http://schemas.openxmlformats.org/drawingml/2006/main">
            <a:pathLst>
              <a:path w="181928" h="269577">
                <a:moveTo>
                  <a:pt x="0" y="102137"/>
                </a:moveTo>
                <a:lnTo>
                  <a:pt x="0" y="120739"/>
                </a:lnTo>
                <a:lnTo>
                  <a:pt x="0" y="139341"/>
                </a:lnTo>
                <a:lnTo>
                  <a:pt x="0" y="157944"/>
                </a:lnTo>
                <a:lnTo>
                  <a:pt x="0" y="176555"/>
                </a:lnTo>
                <a:lnTo>
                  <a:pt x="0" y="195158"/>
                </a:lnTo>
                <a:lnTo>
                  <a:pt x="0" y="213760"/>
                </a:lnTo>
                <a:lnTo>
                  <a:pt x="0" y="232362"/>
                </a:lnTo>
                <a:lnTo>
                  <a:pt x="0" y="250965"/>
                </a:lnTo>
                <a:lnTo>
                  <a:pt x="0" y="269577"/>
                </a:lnTo>
                <a:lnTo>
                  <a:pt x="12649" y="266300"/>
                </a:lnTo>
                <a:lnTo>
                  <a:pt x="28766" y="257013"/>
                </a:lnTo>
                <a:lnTo>
                  <a:pt x="44891" y="247726"/>
                </a:lnTo>
                <a:lnTo>
                  <a:pt x="61017" y="238449"/>
                </a:lnTo>
                <a:lnTo>
                  <a:pt x="77133" y="229162"/>
                </a:lnTo>
                <a:lnTo>
                  <a:pt x="93259" y="219875"/>
                </a:lnTo>
                <a:lnTo>
                  <a:pt x="109376" y="210588"/>
                </a:lnTo>
                <a:lnTo>
                  <a:pt x="125501" y="201301"/>
                </a:lnTo>
                <a:lnTo>
                  <a:pt x="141627" y="192024"/>
                </a:lnTo>
                <a:lnTo>
                  <a:pt x="157744" y="182737"/>
                </a:lnTo>
                <a:lnTo>
                  <a:pt x="173869" y="173450"/>
                </a:lnTo>
                <a:lnTo>
                  <a:pt x="181928" y="159506"/>
                </a:lnTo>
                <a:lnTo>
                  <a:pt x="181928" y="140903"/>
                </a:lnTo>
                <a:lnTo>
                  <a:pt x="181928" y="122301"/>
                </a:lnTo>
                <a:lnTo>
                  <a:pt x="181928" y="103689"/>
                </a:lnTo>
                <a:lnTo>
                  <a:pt x="181928" y="85087"/>
                </a:lnTo>
                <a:lnTo>
                  <a:pt x="181928" y="66485"/>
                </a:lnTo>
                <a:lnTo>
                  <a:pt x="181928" y="47882"/>
                </a:lnTo>
                <a:lnTo>
                  <a:pt x="181928" y="29280"/>
                </a:lnTo>
                <a:lnTo>
                  <a:pt x="181928" y="10668"/>
                </a:lnTo>
                <a:lnTo>
                  <a:pt x="177346" y="0"/>
                </a:lnTo>
                <a:lnTo>
                  <a:pt x="161220" y="9287"/>
                </a:lnTo>
                <a:lnTo>
                  <a:pt x="145094" y="18574"/>
                </a:lnTo>
                <a:lnTo>
                  <a:pt x="128978" y="27851"/>
                </a:lnTo>
                <a:lnTo>
                  <a:pt x="112852" y="37138"/>
                </a:lnTo>
                <a:lnTo>
                  <a:pt x="96736" y="46425"/>
                </a:lnTo>
                <a:lnTo>
                  <a:pt x="80610" y="55712"/>
                </a:lnTo>
                <a:lnTo>
                  <a:pt x="64484" y="64999"/>
                </a:lnTo>
                <a:lnTo>
                  <a:pt x="48368" y="74276"/>
                </a:lnTo>
                <a:lnTo>
                  <a:pt x="32242" y="83563"/>
                </a:lnTo>
                <a:lnTo>
                  <a:pt x="16126" y="92850"/>
                </a:lnTo>
                <a:lnTo>
                  <a:pt x="0" y="102137"/>
                </a:lnTo>
              </a:path>
            </a:pathLst>
          </a:custGeom>
          <a:solidFill xmlns:a="http://schemas.openxmlformats.org/drawingml/2006/main">
            <a:srgbClr val="315775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top-6">
            <a:extLst xmlns:a="http://schemas.openxmlformats.org/drawingml/2006/main">
              <a:ext uri="{FF2B5EF4-FFF2-40B4-BE49-F238E27FC236}">
                <a16:creationId xmlns:a16="http://schemas.microsoft.com/office/drawing/2014/main" id="{141D8D5C-329D-42D7-B7E9-D9202246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6283" y="1847850"/>
            <a:ext cx="1745704" cy="104775"/>
          </a:xfrm>
          <a:custGeom xmlns:a="http://schemas.openxmlformats.org/drawingml/2006/main">
            <a:pathLst>
              <a:path w="1745704" h="104775">
                <a:moveTo>
                  <a:pt x="0" y="104775"/>
                </a:moveTo>
                <a:lnTo>
                  <a:pt x="18974" y="104775"/>
                </a:lnTo>
                <a:lnTo>
                  <a:pt x="37948" y="104775"/>
                </a:lnTo>
                <a:lnTo>
                  <a:pt x="56931" y="104775"/>
                </a:lnTo>
                <a:lnTo>
                  <a:pt x="75905" y="104775"/>
                </a:lnTo>
                <a:lnTo>
                  <a:pt x="94879" y="104775"/>
                </a:lnTo>
                <a:lnTo>
                  <a:pt x="113852" y="104775"/>
                </a:lnTo>
                <a:lnTo>
                  <a:pt x="132826" y="104775"/>
                </a:lnTo>
                <a:lnTo>
                  <a:pt x="151800" y="104775"/>
                </a:lnTo>
                <a:lnTo>
                  <a:pt x="170783" y="104775"/>
                </a:lnTo>
                <a:lnTo>
                  <a:pt x="189757" y="104775"/>
                </a:lnTo>
                <a:lnTo>
                  <a:pt x="208731" y="104775"/>
                </a:lnTo>
                <a:lnTo>
                  <a:pt x="227705" y="104775"/>
                </a:lnTo>
                <a:lnTo>
                  <a:pt x="246678" y="104775"/>
                </a:lnTo>
                <a:lnTo>
                  <a:pt x="265662" y="104775"/>
                </a:lnTo>
                <a:lnTo>
                  <a:pt x="284636" y="104775"/>
                </a:lnTo>
                <a:lnTo>
                  <a:pt x="303609" y="104775"/>
                </a:lnTo>
                <a:lnTo>
                  <a:pt x="322583" y="104775"/>
                </a:lnTo>
                <a:lnTo>
                  <a:pt x="341557" y="104775"/>
                </a:lnTo>
                <a:lnTo>
                  <a:pt x="360531" y="104775"/>
                </a:lnTo>
                <a:lnTo>
                  <a:pt x="379514" y="104775"/>
                </a:lnTo>
                <a:lnTo>
                  <a:pt x="398488" y="104775"/>
                </a:lnTo>
                <a:lnTo>
                  <a:pt x="417462" y="104775"/>
                </a:lnTo>
                <a:lnTo>
                  <a:pt x="436436" y="104775"/>
                </a:lnTo>
                <a:lnTo>
                  <a:pt x="455409" y="104775"/>
                </a:lnTo>
                <a:lnTo>
                  <a:pt x="474393" y="104775"/>
                </a:lnTo>
                <a:lnTo>
                  <a:pt x="493366" y="104775"/>
                </a:lnTo>
                <a:lnTo>
                  <a:pt x="512340" y="104775"/>
                </a:lnTo>
                <a:lnTo>
                  <a:pt x="531314" y="104775"/>
                </a:lnTo>
                <a:lnTo>
                  <a:pt x="550288" y="104775"/>
                </a:lnTo>
                <a:lnTo>
                  <a:pt x="569262" y="104775"/>
                </a:lnTo>
                <a:lnTo>
                  <a:pt x="588245" y="104775"/>
                </a:lnTo>
                <a:lnTo>
                  <a:pt x="607219" y="104775"/>
                </a:lnTo>
                <a:lnTo>
                  <a:pt x="626193" y="104775"/>
                </a:lnTo>
                <a:lnTo>
                  <a:pt x="645166" y="104775"/>
                </a:lnTo>
                <a:lnTo>
                  <a:pt x="664140" y="104775"/>
                </a:lnTo>
                <a:lnTo>
                  <a:pt x="683123" y="104775"/>
                </a:lnTo>
                <a:lnTo>
                  <a:pt x="702097" y="104775"/>
                </a:lnTo>
                <a:lnTo>
                  <a:pt x="721071" y="104775"/>
                </a:lnTo>
                <a:lnTo>
                  <a:pt x="740045" y="104775"/>
                </a:lnTo>
                <a:lnTo>
                  <a:pt x="759019" y="104775"/>
                </a:lnTo>
                <a:lnTo>
                  <a:pt x="777992" y="104775"/>
                </a:lnTo>
                <a:lnTo>
                  <a:pt x="796976" y="104775"/>
                </a:lnTo>
                <a:lnTo>
                  <a:pt x="815950" y="104775"/>
                </a:lnTo>
                <a:lnTo>
                  <a:pt x="834923" y="104775"/>
                </a:lnTo>
                <a:lnTo>
                  <a:pt x="853897" y="104775"/>
                </a:lnTo>
                <a:lnTo>
                  <a:pt x="872871" y="104775"/>
                </a:lnTo>
                <a:lnTo>
                  <a:pt x="891854" y="104775"/>
                </a:lnTo>
                <a:lnTo>
                  <a:pt x="910828" y="104775"/>
                </a:lnTo>
                <a:lnTo>
                  <a:pt x="929802" y="104775"/>
                </a:lnTo>
                <a:lnTo>
                  <a:pt x="948776" y="104775"/>
                </a:lnTo>
                <a:lnTo>
                  <a:pt x="967750" y="104775"/>
                </a:lnTo>
                <a:lnTo>
                  <a:pt x="986723" y="104775"/>
                </a:lnTo>
                <a:lnTo>
                  <a:pt x="1005707" y="104775"/>
                </a:lnTo>
                <a:lnTo>
                  <a:pt x="1024680" y="104775"/>
                </a:lnTo>
                <a:lnTo>
                  <a:pt x="1043654" y="104775"/>
                </a:lnTo>
                <a:lnTo>
                  <a:pt x="1062628" y="104775"/>
                </a:lnTo>
                <a:lnTo>
                  <a:pt x="1081602" y="104775"/>
                </a:lnTo>
                <a:lnTo>
                  <a:pt x="1100585" y="104775"/>
                </a:lnTo>
                <a:lnTo>
                  <a:pt x="1119559" y="104775"/>
                </a:lnTo>
                <a:lnTo>
                  <a:pt x="1138533" y="104775"/>
                </a:lnTo>
                <a:lnTo>
                  <a:pt x="1157507" y="104775"/>
                </a:lnTo>
                <a:lnTo>
                  <a:pt x="1176480" y="104775"/>
                </a:lnTo>
                <a:lnTo>
                  <a:pt x="1195454" y="104775"/>
                </a:lnTo>
                <a:lnTo>
                  <a:pt x="1214438" y="104775"/>
                </a:lnTo>
                <a:lnTo>
                  <a:pt x="1233411" y="104775"/>
                </a:lnTo>
                <a:lnTo>
                  <a:pt x="1252385" y="104775"/>
                </a:lnTo>
                <a:lnTo>
                  <a:pt x="1271359" y="104775"/>
                </a:lnTo>
                <a:lnTo>
                  <a:pt x="1290333" y="104775"/>
                </a:lnTo>
                <a:lnTo>
                  <a:pt x="1309316" y="104775"/>
                </a:lnTo>
                <a:lnTo>
                  <a:pt x="1328290" y="104775"/>
                </a:lnTo>
                <a:lnTo>
                  <a:pt x="1347264" y="104775"/>
                </a:lnTo>
                <a:lnTo>
                  <a:pt x="1366237" y="104775"/>
                </a:lnTo>
                <a:lnTo>
                  <a:pt x="1385211" y="104775"/>
                </a:lnTo>
                <a:lnTo>
                  <a:pt x="1404185" y="104775"/>
                </a:lnTo>
                <a:lnTo>
                  <a:pt x="1423168" y="104775"/>
                </a:lnTo>
                <a:lnTo>
                  <a:pt x="1442142" y="104775"/>
                </a:lnTo>
                <a:lnTo>
                  <a:pt x="1461116" y="104775"/>
                </a:lnTo>
                <a:lnTo>
                  <a:pt x="1480090" y="104775"/>
                </a:lnTo>
                <a:lnTo>
                  <a:pt x="1499064" y="104775"/>
                </a:lnTo>
                <a:lnTo>
                  <a:pt x="1518037" y="104775"/>
                </a:lnTo>
                <a:lnTo>
                  <a:pt x="1537021" y="104775"/>
                </a:lnTo>
                <a:lnTo>
                  <a:pt x="1555994" y="104775"/>
                </a:lnTo>
                <a:lnTo>
                  <a:pt x="1574140" y="101679"/>
                </a:lnTo>
                <a:lnTo>
                  <a:pt x="1590589" y="92212"/>
                </a:lnTo>
                <a:lnTo>
                  <a:pt x="1607029" y="82744"/>
                </a:lnTo>
                <a:lnTo>
                  <a:pt x="1623470" y="73266"/>
                </a:lnTo>
                <a:lnTo>
                  <a:pt x="1639919" y="63798"/>
                </a:lnTo>
                <a:lnTo>
                  <a:pt x="1656359" y="54331"/>
                </a:lnTo>
                <a:lnTo>
                  <a:pt x="1672800" y="44863"/>
                </a:lnTo>
                <a:lnTo>
                  <a:pt x="1689249" y="35385"/>
                </a:lnTo>
                <a:lnTo>
                  <a:pt x="1705689" y="25918"/>
                </a:lnTo>
                <a:lnTo>
                  <a:pt x="1722130" y="16450"/>
                </a:lnTo>
                <a:lnTo>
                  <a:pt x="1738579" y="6982"/>
                </a:lnTo>
                <a:lnTo>
                  <a:pt x="1745704" y="0"/>
                </a:lnTo>
                <a:lnTo>
                  <a:pt x="1726730" y="0"/>
                </a:lnTo>
                <a:lnTo>
                  <a:pt x="1707756" y="0"/>
                </a:lnTo>
                <a:lnTo>
                  <a:pt x="1688773" y="0"/>
                </a:lnTo>
                <a:lnTo>
                  <a:pt x="1669799" y="0"/>
                </a:lnTo>
                <a:lnTo>
                  <a:pt x="1650825" y="0"/>
                </a:lnTo>
                <a:lnTo>
                  <a:pt x="1631852" y="0"/>
                </a:lnTo>
                <a:lnTo>
                  <a:pt x="1612878" y="0"/>
                </a:lnTo>
                <a:lnTo>
                  <a:pt x="1593904" y="0"/>
                </a:lnTo>
                <a:lnTo>
                  <a:pt x="1574921" y="0"/>
                </a:lnTo>
                <a:lnTo>
                  <a:pt x="1555947" y="0"/>
                </a:lnTo>
                <a:lnTo>
                  <a:pt x="1536973" y="0"/>
                </a:lnTo>
                <a:lnTo>
                  <a:pt x="1517999" y="0"/>
                </a:lnTo>
                <a:lnTo>
                  <a:pt x="1499025" y="0"/>
                </a:lnTo>
                <a:lnTo>
                  <a:pt x="1480052" y="0"/>
                </a:lnTo>
                <a:lnTo>
                  <a:pt x="1461068" y="0"/>
                </a:lnTo>
                <a:lnTo>
                  <a:pt x="1442095" y="0"/>
                </a:lnTo>
                <a:lnTo>
                  <a:pt x="1423121" y="0"/>
                </a:lnTo>
                <a:lnTo>
                  <a:pt x="1404147" y="0"/>
                </a:lnTo>
                <a:lnTo>
                  <a:pt x="1385173" y="0"/>
                </a:lnTo>
                <a:lnTo>
                  <a:pt x="1366190" y="0"/>
                </a:lnTo>
                <a:lnTo>
                  <a:pt x="1347216" y="0"/>
                </a:lnTo>
                <a:lnTo>
                  <a:pt x="1328242" y="0"/>
                </a:lnTo>
                <a:lnTo>
                  <a:pt x="1309268" y="0"/>
                </a:lnTo>
                <a:lnTo>
                  <a:pt x="1290295" y="0"/>
                </a:lnTo>
                <a:lnTo>
                  <a:pt x="1271311" y="0"/>
                </a:lnTo>
                <a:lnTo>
                  <a:pt x="1252337" y="0"/>
                </a:lnTo>
                <a:lnTo>
                  <a:pt x="1233364" y="0"/>
                </a:lnTo>
                <a:lnTo>
                  <a:pt x="1214390" y="0"/>
                </a:lnTo>
                <a:lnTo>
                  <a:pt x="1195416" y="0"/>
                </a:lnTo>
                <a:lnTo>
                  <a:pt x="1176442" y="0"/>
                </a:lnTo>
                <a:lnTo>
                  <a:pt x="1157459" y="0"/>
                </a:lnTo>
                <a:lnTo>
                  <a:pt x="1138485" y="0"/>
                </a:lnTo>
                <a:lnTo>
                  <a:pt x="1119511" y="0"/>
                </a:lnTo>
                <a:lnTo>
                  <a:pt x="1100538" y="0"/>
                </a:lnTo>
                <a:lnTo>
                  <a:pt x="1081564" y="0"/>
                </a:lnTo>
                <a:lnTo>
                  <a:pt x="1062590" y="0"/>
                </a:lnTo>
                <a:lnTo>
                  <a:pt x="1043607" y="0"/>
                </a:lnTo>
                <a:lnTo>
                  <a:pt x="1024633" y="0"/>
                </a:lnTo>
                <a:lnTo>
                  <a:pt x="1005659" y="0"/>
                </a:lnTo>
                <a:lnTo>
                  <a:pt x="986685" y="0"/>
                </a:lnTo>
                <a:lnTo>
                  <a:pt x="967711" y="0"/>
                </a:lnTo>
                <a:lnTo>
                  <a:pt x="948728" y="0"/>
                </a:lnTo>
                <a:lnTo>
                  <a:pt x="929754" y="0"/>
                </a:lnTo>
                <a:lnTo>
                  <a:pt x="910781" y="0"/>
                </a:lnTo>
                <a:lnTo>
                  <a:pt x="891807" y="0"/>
                </a:lnTo>
                <a:lnTo>
                  <a:pt x="872833" y="0"/>
                </a:lnTo>
                <a:lnTo>
                  <a:pt x="853850" y="0"/>
                </a:lnTo>
                <a:lnTo>
                  <a:pt x="834876" y="0"/>
                </a:lnTo>
                <a:lnTo>
                  <a:pt x="815902" y="0"/>
                </a:lnTo>
                <a:lnTo>
                  <a:pt x="796928" y="0"/>
                </a:lnTo>
                <a:lnTo>
                  <a:pt x="777954" y="0"/>
                </a:lnTo>
                <a:lnTo>
                  <a:pt x="758981" y="0"/>
                </a:lnTo>
                <a:lnTo>
                  <a:pt x="739997" y="0"/>
                </a:lnTo>
                <a:lnTo>
                  <a:pt x="721023" y="0"/>
                </a:lnTo>
                <a:lnTo>
                  <a:pt x="702050" y="0"/>
                </a:lnTo>
                <a:lnTo>
                  <a:pt x="683076" y="0"/>
                </a:lnTo>
                <a:lnTo>
                  <a:pt x="664102" y="0"/>
                </a:lnTo>
                <a:lnTo>
                  <a:pt x="645128" y="0"/>
                </a:lnTo>
                <a:lnTo>
                  <a:pt x="626145" y="0"/>
                </a:lnTo>
                <a:lnTo>
                  <a:pt x="607171" y="0"/>
                </a:lnTo>
                <a:lnTo>
                  <a:pt x="588197" y="0"/>
                </a:lnTo>
                <a:lnTo>
                  <a:pt x="569224" y="0"/>
                </a:lnTo>
                <a:lnTo>
                  <a:pt x="550250" y="0"/>
                </a:lnTo>
                <a:lnTo>
                  <a:pt x="531266" y="0"/>
                </a:lnTo>
                <a:lnTo>
                  <a:pt x="512293" y="0"/>
                </a:lnTo>
                <a:lnTo>
                  <a:pt x="493319" y="0"/>
                </a:lnTo>
                <a:lnTo>
                  <a:pt x="474345" y="0"/>
                </a:lnTo>
                <a:lnTo>
                  <a:pt x="455371" y="0"/>
                </a:lnTo>
                <a:lnTo>
                  <a:pt x="436397" y="0"/>
                </a:lnTo>
                <a:lnTo>
                  <a:pt x="417414" y="0"/>
                </a:lnTo>
                <a:lnTo>
                  <a:pt x="398440" y="0"/>
                </a:lnTo>
                <a:lnTo>
                  <a:pt x="379466" y="0"/>
                </a:lnTo>
                <a:lnTo>
                  <a:pt x="360493" y="0"/>
                </a:lnTo>
                <a:lnTo>
                  <a:pt x="341519" y="0"/>
                </a:lnTo>
                <a:lnTo>
                  <a:pt x="322536" y="0"/>
                </a:lnTo>
                <a:lnTo>
                  <a:pt x="303562" y="0"/>
                </a:lnTo>
                <a:lnTo>
                  <a:pt x="284588" y="0"/>
                </a:lnTo>
                <a:lnTo>
                  <a:pt x="266471" y="4734"/>
                </a:lnTo>
                <a:lnTo>
                  <a:pt x="248707" y="11401"/>
                </a:lnTo>
                <a:lnTo>
                  <a:pt x="230943" y="18069"/>
                </a:lnTo>
                <a:lnTo>
                  <a:pt x="213179" y="24746"/>
                </a:lnTo>
                <a:lnTo>
                  <a:pt x="195415" y="31413"/>
                </a:lnTo>
                <a:lnTo>
                  <a:pt x="177651" y="38081"/>
                </a:lnTo>
                <a:lnTo>
                  <a:pt x="159887" y="44748"/>
                </a:lnTo>
                <a:lnTo>
                  <a:pt x="142123" y="51416"/>
                </a:lnTo>
                <a:lnTo>
                  <a:pt x="124358" y="58093"/>
                </a:lnTo>
                <a:lnTo>
                  <a:pt x="106585" y="64760"/>
                </a:lnTo>
                <a:lnTo>
                  <a:pt x="88821" y="71428"/>
                </a:lnTo>
                <a:lnTo>
                  <a:pt x="71057" y="78095"/>
                </a:lnTo>
                <a:lnTo>
                  <a:pt x="53292" y="84763"/>
                </a:lnTo>
                <a:lnTo>
                  <a:pt x="35528" y="91440"/>
                </a:lnTo>
                <a:lnTo>
                  <a:pt x="17764" y="98108"/>
                </a:lnTo>
                <a:lnTo>
                  <a:pt x="0" y="104775"/>
                </a:lnTo>
              </a:path>
            </a:pathLst>
          </a:custGeom>
          <a:solidFill xmlns:a="http://schemas.openxmlformats.org/drawingml/2006/main">
            <a:srgbClr val="3D698B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9" name="maturity-step-inset-6">
            <a:extLst xmlns:a="http://schemas.openxmlformats.org/drawingml/2006/main">
              <a:ext uri="{FF2B5EF4-FFF2-40B4-BE49-F238E27FC236}">
                <a16:creationId xmlns:a16="http://schemas.microsoft.com/office/drawing/2014/main" id="{AE06B8B5-0EF0-4698-B232-316D75A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0108" y="1847850"/>
            <a:ext cx="1510665" cy="104775"/>
          </a:xfrm>
          <a:custGeom xmlns:a="http://schemas.openxmlformats.org/drawingml/2006/main">
            <a:pathLst>
              <a:path w="1510665" h="104775">
                <a:moveTo>
                  <a:pt x="0" y="104775"/>
                </a:moveTo>
                <a:lnTo>
                  <a:pt x="18983" y="104775"/>
                </a:lnTo>
                <a:lnTo>
                  <a:pt x="37967" y="104775"/>
                </a:lnTo>
                <a:lnTo>
                  <a:pt x="56950" y="104775"/>
                </a:lnTo>
                <a:lnTo>
                  <a:pt x="75933" y="104775"/>
                </a:lnTo>
                <a:lnTo>
                  <a:pt x="94917" y="104775"/>
                </a:lnTo>
                <a:lnTo>
                  <a:pt x="113900" y="104775"/>
                </a:lnTo>
                <a:lnTo>
                  <a:pt x="132883" y="104775"/>
                </a:lnTo>
                <a:lnTo>
                  <a:pt x="151867" y="104775"/>
                </a:lnTo>
                <a:lnTo>
                  <a:pt x="170859" y="104775"/>
                </a:lnTo>
                <a:lnTo>
                  <a:pt x="189843" y="104775"/>
                </a:lnTo>
                <a:lnTo>
                  <a:pt x="208826" y="104775"/>
                </a:lnTo>
                <a:lnTo>
                  <a:pt x="227809" y="104775"/>
                </a:lnTo>
                <a:lnTo>
                  <a:pt x="246793" y="104775"/>
                </a:lnTo>
                <a:lnTo>
                  <a:pt x="265776" y="104775"/>
                </a:lnTo>
                <a:lnTo>
                  <a:pt x="284759" y="104775"/>
                </a:lnTo>
                <a:lnTo>
                  <a:pt x="303743" y="104775"/>
                </a:lnTo>
                <a:lnTo>
                  <a:pt x="322726" y="104775"/>
                </a:lnTo>
                <a:lnTo>
                  <a:pt x="341709" y="104775"/>
                </a:lnTo>
                <a:lnTo>
                  <a:pt x="360693" y="104775"/>
                </a:lnTo>
                <a:lnTo>
                  <a:pt x="379676" y="104775"/>
                </a:lnTo>
                <a:lnTo>
                  <a:pt x="398659" y="104775"/>
                </a:lnTo>
                <a:lnTo>
                  <a:pt x="417643" y="104775"/>
                </a:lnTo>
                <a:lnTo>
                  <a:pt x="436626" y="104775"/>
                </a:lnTo>
                <a:lnTo>
                  <a:pt x="455609" y="104775"/>
                </a:lnTo>
                <a:lnTo>
                  <a:pt x="474593" y="104775"/>
                </a:lnTo>
                <a:lnTo>
                  <a:pt x="493586" y="104775"/>
                </a:lnTo>
                <a:lnTo>
                  <a:pt x="512569" y="104775"/>
                </a:lnTo>
                <a:lnTo>
                  <a:pt x="531552" y="104775"/>
                </a:lnTo>
                <a:lnTo>
                  <a:pt x="550535" y="104775"/>
                </a:lnTo>
                <a:lnTo>
                  <a:pt x="569519" y="104775"/>
                </a:lnTo>
                <a:lnTo>
                  <a:pt x="588502" y="104775"/>
                </a:lnTo>
                <a:lnTo>
                  <a:pt x="607485" y="104775"/>
                </a:lnTo>
                <a:lnTo>
                  <a:pt x="626469" y="104775"/>
                </a:lnTo>
                <a:lnTo>
                  <a:pt x="645452" y="104775"/>
                </a:lnTo>
                <a:lnTo>
                  <a:pt x="664435" y="104775"/>
                </a:lnTo>
                <a:lnTo>
                  <a:pt x="683419" y="104775"/>
                </a:lnTo>
                <a:lnTo>
                  <a:pt x="702402" y="104775"/>
                </a:lnTo>
                <a:lnTo>
                  <a:pt x="721385" y="104775"/>
                </a:lnTo>
                <a:lnTo>
                  <a:pt x="740369" y="104775"/>
                </a:lnTo>
                <a:lnTo>
                  <a:pt x="759352" y="104775"/>
                </a:lnTo>
                <a:lnTo>
                  <a:pt x="778335" y="104775"/>
                </a:lnTo>
                <a:lnTo>
                  <a:pt x="797328" y="104775"/>
                </a:lnTo>
                <a:lnTo>
                  <a:pt x="816312" y="104775"/>
                </a:lnTo>
                <a:lnTo>
                  <a:pt x="835295" y="104775"/>
                </a:lnTo>
                <a:lnTo>
                  <a:pt x="854278" y="104775"/>
                </a:lnTo>
                <a:lnTo>
                  <a:pt x="873262" y="104775"/>
                </a:lnTo>
                <a:lnTo>
                  <a:pt x="892245" y="104775"/>
                </a:lnTo>
                <a:lnTo>
                  <a:pt x="911228" y="104775"/>
                </a:lnTo>
                <a:lnTo>
                  <a:pt x="930212" y="104775"/>
                </a:lnTo>
                <a:lnTo>
                  <a:pt x="949195" y="104775"/>
                </a:lnTo>
                <a:lnTo>
                  <a:pt x="968178" y="104775"/>
                </a:lnTo>
                <a:lnTo>
                  <a:pt x="987161" y="104775"/>
                </a:lnTo>
                <a:lnTo>
                  <a:pt x="1006145" y="104775"/>
                </a:lnTo>
                <a:lnTo>
                  <a:pt x="1025128" y="104775"/>
                </a:lnTo>
                <a:lnTo>
                  <a:pt x="1044111" y="104775"/>
                </a:lnTo>
                <a:lnTo>
                  <a:pt x="1063095" y="104775"/>
                </a:lnTo>
                <a:lnTo>
                  <a:pt x="1082078" y="104775"/>
                </a:lnTo>
                <a:lnTo>
                  <a:pt x="1101061" y="104775"/>
                </a:lnTo>
                <a:lnTo>
                  <a:pt x="1120054" y="104775"/>
                </a:lnTo>
                <a:lnTo>
                  <a:pt x="1139038" y="104775"/>
                </a:lnTo>
                <a:lnTo>
                  <a:pt x="1158021" y="104775"/>
                </a:lnTo>
                <a:lnTo>
                  <a:pt x="1177004" y="104775"/>
                </a:lnTo>
                <a:lnTo>
                  <a:pt x="1195988" y="104775"/>
                </a:lnTo>
                <a:lnTo>
                  <a:pt x="1214971" y="104775"/>
                </a:lnTo>
                <a:lnTo>
                  <a:pt x="1233954" y="104775"/>
                </a:lnTo>
                <a:lnTo>
                  <a:pt x="1252938" y="104775"/>
                </a:lnTo>
                <a:lnTo>
                  <a:pt x="1271921" y="104775"/>
                </a:lnTo>
                <a:lnTo>
                  <a:pt x="1290904" y="104775"/>
                </a:lnTo>
                <a:lnTo>
                  <a:pt x="1309888" y="104775"/>
                </a:lnTo>
                <a:lnTo>
                  <a:pt x="1327909" y="101022"/>
                </a:lnTo>
                <a:lnTo>
                  <a:pt x="1344520" y="91840"/>
                </a:lnTo>
                <a:lnTo>
                  <a:pt x="1361132" y="82658"/>
                </a:lnTo>
                <a:lnTo>
                  <a:pt x="1377753" y="73476"/>
                </a:lnTo>
                <a:lnTo>
                  <a:pt x="1394365" y="64284"/>
                </a:lnTo>
                <a:lnTo>
                  <a:pt x="1410976" y="55102"/>
                </a:lnTo>
                <a:lnTo>
                  <a:pt x="1427588" y="45920"/>
                </a:lnTo>
                <a:lnTo>
                  <a:pt x="1444209" y="36738"/>
                </a:lnTo>
                <a:lnTo>
                  <a:pt x="1460821" y="27556"/>
                </a:lnTo>
                <a:lnTo>
                  <a:pt x="1477432" y="18364"/>
                </a:lnTo>
                <a:lnTo>
                  <a:pt x="1494053" y="9182"/>
                </a:lnTo>
                <a:lnTo>
                  <a:pt x="1510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maturity-step-projection-6">
            <a:extLst xmlns:a="http://schemas.openxmlformats.org/drawingml/2006/main">
              <a:ext uri="{FF2B5EF4-FFF2-40B4-BE49-F238E27FC236}">
                <a16:creationId xmlns:a16="http://schemas.microsoft.com/office/drawing/2014/main" id="{13FAD129-CF98-412C-9AB3-612E9962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1570" y="1847850"/>
            <a:ext cx="12392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1" name="l1-text-heading">
            <a:extLst xmlns:a="http://schemas.openxmlformats.org/drawingml/2006/main">
              <a:ext uri="{FF2B5EF4-FFF2-40B4-BE49-F238E27FC236}">
                <a16:creationId xmlns:a16="http://schemas.microsoft.com/office/drawing/2014/main" id="{6116A976-406D-484C-90B8-FCDB6D1E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651" y="2986688"/>
            <a:ext cx="1130198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起步</a:t>
            </a:r>
          </a:p>
        </p:txBody>
      </p:sp>
      <p:sp>
        <p:nvSpPr>
          <p:cNvPr id="32" name="l1-text-body">
            <a:extLst xmlns:a="http://schemas.openxmlformats.org/drawingml/2006/main">
              <a:ext uri="{FF2B5EF4-FFF2-40B4-BE49-F238E27FC236}">
                <a16:creationId xmlns:a16="http://schemas.microsoft.com/office/drawing/2014/main" id="{91F1AF34-248F-48D6-99CE-F74C00EF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651" y="3253683"/>
            <a:ext cx="1130198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形成可重复的基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础动作</a:t>
            </a:r>
          </a:p>
        </p:txBody>
      </p:sp>
      <p:sp>
        <p:nvSpPr>
          <p:cNvPr id="33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7036E961-1CDA-4E7F-8158-24004D97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6877" y="377695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4" name="l2-text-heading">
            <a:extLst xmlns:a="http://schemas.openxmlformats.org/drawingml/2006/main">
              <a:ext uri="{FF2B5EF4-FFF2-40B4-BE49-F238E27FC236}">
                <a16:creationId xmlns:a16="http://schemas.microsoft.com/office/drawing/2014/main" id="{9A4689EA-4D73-4424-92FC-B7081C2E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1488" y="2571302"/>
            <a:ext cx="1130198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35" name="l2-text-body">
            <a:extLst xmlns:a="http://schemas.openxmlformats.org/drawingml/2006/main">
              <a:ext uri="{FF2B5EF4-FFF2-40B4-BE49-F238E27FC236}">
                <a16:creationId xmlns:a16="http://schemas.microsoft.com/office/drawing/2014/main" id="{301282FA-B4E1-4BF4-8E49-CCC23C66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1488" y="2838298"/>
            <a:ext cx="1130198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建立统一标准与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职责边界</a:t>
            </a:r>
          </a:p>
        </p:txBody>
      </p:sp>
      <p:sp>
        <p:nvSpPr>
          <p:cNvPr id="36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8D54B789-7D0B-4DED-A790-63B77C4D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6715" y="336158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7" name="l3-text-heading">
            <a:extLst xmlns:a="http://schemas.openxmlformats.org/drawingml/2006/main">
              <a:ext uri="{FF2B5EF4-FFF2-40B4-BE49-F238E27FC236}">
                <a16:creationId xmlns:a16="http://schemas.microsoft.com/office/drawing/2014/main" id="{E3B574FA-F942-49B8-BE21-32839B74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316" y="2155927"/>
            <a:ext cx="1130198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复用</a:t>
            </a:r>
          </a:p>
        </p:txBody>
      </p:sp>
      <p:sp>
        <p:nvSpPr>
          <p:cNvPr id="38" name="l3-text-body">
            <a:extLst xmlns:a="http://schemas.openxmlformats.org/drawingml/2006/main">
              <a:ext uri="{FF2B5EF4-FFF2-40B4-BE49-F238E27FC236}">
                <a16:creationId xmlns:a16="http://schemas.microsoft.com/office/drawing/2014/main" id="{917DCFFF-76D2-4579-A81B-B937AADA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316" y="2422922"/>
            <a:ext cx="1130198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把成熟方法沉淀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为共享能力</a:t>
            </a:r>
          </a:p>
        </p:txBody>
      </p:sp>
      <p:sp>
        <p:nvSpPr>
          <p:cNvPr id="39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1672B768-8DB3-45CD-9B4D-512F8299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6543" y="2946206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l4-text-heading">
            <a:extLst xmlns:a="http://schemas.openxmlformats.org/drawingml/2006/main">
              <a:ext uri="{FF2B5EF4-FFF2-40B4-BE49-F238E27FC236}">
                <a16:creationId xmlns:a16="http://schemas.microsoft.com/office/drawing/2014/main" id="{9C4033ED-046D-4E62-A6F2-EE629E3A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1154" y="1740694"/>
            <a:ext cx="1130198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41" name="l4-text-body">
            <a:extLst xmlns:a="http://schemas.openxmlformats.org/drawingml/2006/main">
              <a:ext uri="{FF2B5EF4-FFF2-40B4-BE49-F238E27FC236}">
                <a16:creationId xmlns:a16="http://schemas.microsoft.com/office/drawing/2014/main" id="{1243E341-630E-4535-A520-940A6469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1154" y="2007689"/>
            <a:ext cx="1130198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跨角色形成稳定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配合机制</a:t>
            </a:r>
          </a:p>
        </p:txBody>
      </p:sp>
      <p:sp>
        <p:nvSpPr>
          <p:cNvPr id="42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7B22A692-0B06-43A3-9612-EF42EACD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6381" y="2530973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3" name="l5-text-heading">
            <a:extLst xmlns:a="http://schemas.openxmlformats.org/drawingml/2006/main">
              <a:ext uri="{FF2B5EF4-FFF2-40B4-BE49-F238E27FC236}">
                <a16:creationId xmlns:a16="http://schemas.microsoft.com/office/drawing/2014/main" id="{F234665F-862A-4AFE-AB1C-E9170B28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0982" y="1325318"/>
            <a:ext cx="1130198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优化</a:t>
            </a:r>
          </a:p>
        </p:txBody>
      </p:sp>
      <p:sp>
        <p:nvSpPr>
          <p:cNvPr id="44" name="l5-text-body">
            <a:extLst xmlns:a="http://schemas.openxmlformats.org/drawingml/2006/main">
              <a:ext uri="{FF2B5EF4-FFF2-40B4-BE49-F238E27FC236}">
                <a16:creationId xmlns:a16="http://schemas.microsoft.com/office/drawing/2014/main" id="{178B0468-C897-4B47-B625-4CB8E7B1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0982" y="1592313"/>
            <a:ext cx="1130198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依据反馈持续校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准效率</a:t>
            </a:r>
          </a:p>
        </p:txBody>
      </p:sp>
      <p:sp>
        <p:nvSpPr>
          <p:cNvPr id="45" name="maturity-level-index-5">
            <a:extLst xmlns:a="http://schemas.openxmlformats.org/drawingml/2006/main">
              <a:ext uri="{FF2B5EF4-FFF2-40B4-BE49-F238E27FC236}">
                <a16:creationId xmlns:a16="http://schemas.microsoft.com/office/drawing/2014/main" id="{758F1525-5F59-43BC-9797-C8B3515B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6209" y="211558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6" name="l6-text-heading">
            <a:extLst xmlns:a="http://schemas.openxmlformats.org/drawingml/2006/main">
              <a:ext uri="{FF2B5EF4-FFF2-40B4-BE49-F238E27FC236}">
                <a16:creationId xmlns:a16="http://schemas.microsoft.com/office/drawing/2014/main" id="{B5AA8DC9-5750-486D-8AA6-AF9C252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0820" y="909933"/>
            <a:ext cx="1130198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9465E"/>
                </a:solidFill>
                <a:latin typeface="Microsoft YaHei"/>
                <a:ea typeface="Microsoft YaHei"/>
                <a:cs typeface="Microsoft YaHei"/>
              </a:rPr>
              <a:t>引领</a:t>
            </a:r>
          </a:p>
        </p:txBody>
      </p:sp>
      <p:sp>
        <p:nvSpPr>
          <p:cNvPr id="47" name="l6-text-body">
            <a:extLst xmlns:a="http://schemas.openxmlformats.org/drawingml/2006/main">
              <a:ext uri="{FF2B5EF4-FFF2-40B4-BE49-F238E27FC236}">
                <a16:creationId xmlns:a16="http://schemas.microsoft.com/office/drawing/2014/main" id="{4D2A1425-6AF0-4F52-B540-66B4622B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0820" y="1176938"/>
            <a:ext cx="1130198" cy="389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形成可扩散的领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57B8D"/>
                </a:solidFill>
                <a:latin typeface="Microsoft YaHei"/>
                <a:ea typeface="Microsoft YaHei"/>
                <a:cs typeface="Microsoft YaHei"/>
              </a:rPr>
              <a:t>先实践</a:t>
            </a:r>
          </a:p>
        </p:txBody>
      </p:sp>
      <p:sp>
        <p:nvSpPr>
          <p:cNvPr id="48" name="maturity-level-index-6">
            <a:extLst xmlns:a="http://schemas.openxmlformats.org/drawingml/2006/main">
              <a:ext uri="{FF2B5EF4-FFF2-40B4-BE49-F238E27FC236}">
                <a16:creationId xmlns:a16="http://schemas.microsoft.com/office/drawing/2014/main" id="{45E615CC-AC57-421D-ADE3-C3C6B4D1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6046" y="1700213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8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9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A3BCB7D7-A356-4BF5-87F0-77AE61A1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0515" y="3818782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99A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50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E0FAC205-70F0-48B3-9D34-81F6CC01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9846" y="2157413"/>
            <a:ext cx="4762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8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59613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2026-09-07T13:56:38.6000000Z</dcterms:created>
  <dcterms:modified xsi:type="dcterms:W3CDTF">2026-09-07T13:56:38.6000000Z</dcterms:modified>
</coreProperties>
</file>