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afa2ff164a4442" /><Relationship Type="http://schemas.openxmlformats.org/officeDocument/2006/relationships/extended-properties" Target="/docProps/app.xml" Id="R4ea64f7526434941" /><Relationship Type="http://schemas.openxmlformats.org/officeDocument/2006/relationships/officeDocument" Target="/ppt/presentation.xml" Id="Re6d6dad491c2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d4236c0034d4d"/>
  </p:sldMasterIdLst>
  <p:notesMasterIdLst>
    <p:notesMasterId xmlns:r="http://schemas.openxmlformats.org/officeDocument/2006/relationships" r:id="Rad329fd081234418"/>
  </p:notesMasterIdLst>
  <p:sldIdLst>
    <p:sldId xmlns:r="http://schemas.openxmlformats.org/officeDocument/2006/relationships" id="256" r:id="Rf19daef30f804eaf"/>
  </p:sldIdLst>
  <p:sldSz cx="12858750" cy="419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55d0a0fab44b6e" /><Relationship Type="http://schemas.openxmlformats.org/officeDocument/2006/relationships/slideMaster" Target="/ppt/slideMasters/slideMaster1.xml" Id="Rcd6d4236c0034d4d" /><Relationship Type="http://schemas.openxmlformats.org/officeDocument/2006/relationships/notesMaster" Target="/ppt/notesMasters/notesMaster1.xml" Id="Rad329fd081234418" /><Relationship Type="http://schemas.openxmlformats.org/officeDocument/2006/relationships/presProps" Target="/ppt/presProps.xml" Id="R3707dca58a544266" /><Relationship Type="http://schemas.openxmlformats.org/officeDocument/2006/relationships/tableStyles" Target="/ppt/tableStyles.xml" Id="R780d0f141f9f444e" /><Relationship Type="http://schemas.openxmlformats.org/officeDocument/2006/relationships/slide" Target="/ppt/slides/slide1.xml" Id="Rf19daef30f80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4ceda5ac6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7efac5232d4992" /><Relationship Type="http://schemas.openxmlformats.org/officeDocument/2006/relationships/notesMaster" Target="/ppt/notesMasters/notesMaster1.xml" Id="R7fcfd497c46c40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2a984113b48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034711815c40d5" /><Relationship Type="http://schemas.openxmlformats.org/officeDocument/2006/relationships/slideLayout" Target="/ppt/slideLayouts/slideLayout1.xml" Id="Re4cfe09b1457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cfe09b1457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47dad51954b0f" /><Relationship Type="http://schemas.openxmlformats.org/officeDocument/2006/relationships/image" Target="/ppt/media/image.png" Id="R8c3563c3ade14360" /><Relationship Type="http://schemas.openxmlformats.org/officeDocument/2006/relationships/image" Target="/ppt/media/image.svg" Id="Rfe4e044179124754" /><Relationship Type="http://schemas.openxmlformats.org/officeDocument/2006/relationships/image" Target="/ppt/media/image2.png" Id="R813dc38409904444" /><Relationship Type="http://schemas.openxmlformats.org/officeDocument/2006/relationships/image" Target="/ppt/media/image2.svg" Id="Rff7fc27549d24011" /><Relationship Type="http://schemas.openxmlformats.org/officeDocument/2006/relationships/image" Target="/ppt/media/image3.png" Id="R2a665f1b5c6f4909" /><Relationship Type="http://schemas.openxmlformats.org/officeDocument/2006/relationships/image" Target="/ppt/media/image3.svg" Id="R2a096e050f4948aa" /><Relationship Type="http://schemas.openxmlformats.org/officeDocument/2006/relationships/image" Target="/ppt/media/image4.png" Id="R656b33f2f17145d1" /><Relationship Type="http://schemas.openxmlformats.org/officeDocument/2006/relationships/image" Target="/ppt/media/image4.svg" Id="R93fd1732d4024d2b" /><Relationship Type="http://schemas.openxmlformats.org/officeDocument/2006/relationships/notesSlide" Target="/ppt/notesSlides/notesSlide1.xml" Id="R34bd8bb0f31946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A383F60-4B38-4F16-8875-E992C1E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4001662" y="357769"/>
            <a:ext cx="4855426" cy="344990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3150CE8-2E0D-4D9A-A77C-FF2D7B41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492" y="894417"/>
            <a:ext cx="3143574" cy="600561"/>
          </a:xfrm>
          <a:custGeom xmlns:a="http://schemas.openxmlformats.org/drawingml/2006/main">
            <a:pathLst>
              <a:path w="3143574" h="600561">
                <a:moveTo>
                  <a:pt x="0" y="0"/>
                </a:moveTo>
                <a:lnTo>
                  <a:pt x="16840" y="23174"/>
                </a:lnTo>
                <a:lnTo>
                  <a:pt x="33680" y="46358"/>
                </a:lnTo>
                <a:lnTo>
                  <a:pt x="50521" y="69533"/>
                </a:lnTo>
                <a:lnTo>
                  <a:pt x="67361" y="92707"/>
                </a:lnTo>
                <a:lnTo>
                  <a:pt x="84201" y="115881"/>
                </a:lnTo>
                <a:lnTo>
                  <a:pt x="101041" y="139065"/>
                </a:lnTo>
                <a:lnTo>
                  <a:pt x="117891" y="162239"/>
                </a:lnTo>
                <a:lnTo>
                  <a:pt x="134731" y="185414"/>
                </a:lnTo>
                <a:lnTo>
                  <a:pt x="151571" y="208588"/>
                </a:lnTo>
                <a:lnTo>
                  <a:pt x="168412" y="231772"/>
                </a:lnTo>
                <a:lnTo>
                  <a:pt x="185252" y="254946"/>
                </a:lnTo>
                <a:lnTo>
                  <a:pt x="202092" y="278120"/>
                </a:lnTo>
                <a:lnTo>
                  <a:pt x="218932" y="301295"/>
                </a:lnTo>
                <a:lnTo>
                  <a:pt x="235772" y="324479"/>
                </a:lnTo>
                <a:lnTo>
                  <a:pt x="252613" y="347653"/>
                </a:lnTo>
                <a:lnTo>
                  <a:pt x="269453" y="370827"/>
                </a:lnTo>
                <a:lnTo>
                  <a:pt x="286293" y="394002"/>
                </a:lnTo>
                <a:lnTo>
                  <a:pt x="303133" y="417185"/>
                </a:lnTo>
                <a:lnTo>
                  <a:pt x="319973" y="440360"/>
                </a:lnTo>
                <a:lnTo>
                  <a:pt x="336823" y="463534"/>
                </a:lnTo>
                <a:lnTo>
                  <a:pt x="353663" y="486708"/>
                </a:lnTo>
                <a:lnTo>
                  <a:pt x="370503" y="509892"/>
                </a:lnTo>
                <a:lnTo>
                  <a:pt x="386296" y="533533"/>
                </a:lnTo>
                <a:lnTo>
                  <a:pt x="411280" y="546554"/>
                </a:lnTo>
                <a:lnTo>
                  <a:pt x="439131" y="553231"/>
                </a:lnTo>
                <a:lnTo>
                  <a:pt x="467354" y="558136"/>
                </a:lnTo>
                <a:lnTo>
                  <a:pt x="495729" y="562127"/>
                </a:lnTo>
                <a:lnTo>
                  <a:pt x="524170" y="565518"/>
                </a:lnTo>
                <a:lnTo>
                  <a:pt x="552669" y="568481"/>
                </a:lnTo>
                <a:lnTo>
                  <a:pt x="581196" y="571119"/>
                </a:lnTo>
                <a:lnTo>
                  <a:pt x="609743" y="573500"/>
                </a:lnTo>
                <a:lnTo>
                  <a:pt x="638308" y="575672"/>
                </a:lnTo>
                <a:lnTo>
                  <a:pt x="666893" y="577653"/>
                </a:lnTo>
                <a:lnTo>
                  <a:pt x="695477" y="579491"/>
                </a:lnTo>
                <a:lnTo>
                  <a:pt x="724081" y="581177"/>
                </a:lnTo>
                <a:lnTo>
                  <a:pt x="752685" y="582759"/>
                </a:lnTo>
                <a:lnTo>
                  <a:pt x="781298" y="584225"/>
                </a:lnTo>
                <a:lnTo>
                  <a:pt x="809920" y="585587"/>
                </a:lnTo>
                <a:lnTo>
                  <a:pt x="838533" y="586864"/>
                </a:lnTo>
                <a:lnTo>
                  <a:pt x="867156" y="588064"/>
                </a:lnTo>
                <a:lnTo>
                  <a:pt x="895788" y="589178"/>
                </a:lnTo>
                <a:lnTo>
                  <a:pt x="924420" y="590226"/>
                </a:lnTo>
                <a:lnTo>
                  <a:pt x="953052" y="591207"/>
                </a:lnTo>
                <a:lnTo>
                  <a:pt x="981685" y="592122"/>
                </a:lnTo>
                <a:lnTo>
                  <a:pt x="1010317" y="592979"/>
                </a:lnTo>
                <a:lnTo>
                  <a:pt x="1038958" y="593779"/>
                </a:lnTo>
                <a:lnTo>
                  <a:pt x="1067600" y="594531"/>
                </a:lnTo>
                <a:lnTo>
                  <a:pt x="1096242" y="595227"/>
                </a:lnTo>
                <a:lnTo>
                  <a:pt x="1124883" y="595874"/>
                </a:lnTo>
                <a:lnTo>
                  <a:pt x="1153525" y="596475"/>
                </a:lnTo>
                <a:lnTo>
                  <a:pt x="1182167" y="597027"/>
                </a:lnTo>
                <a:lnTo>
                  <a:pt x="1210808" y="597541"/>
                </a:lnTo>
                <a:lnTo>
                  <a:pt x="1239460" y="598008"/>
                </a:lnTo>
                <a:lnTo>
                  <a:pt x="1268101" y="598427"/>
                </a:lnTo>
                <a:lnTo>
                  <a:pt x="1296753" y="598818"/>
                </a:lnTo>
                <a:lnTo>
                  <a:pt x="1325394" y="599161"/>
                </a:lnTo>
                <a:lnTo>
                  <a:pt x="1354045" y="599465"/>
                </a:lnTo>
                <a:lnTo>
                  <a:pt x="1382697" y="599732"/>
                </a:lnTo>
                <a:lnTo>
                  <a:pt x="1411338" y="599961"/>
                </a:lnTo>
                <a:lnTo>
                  <a:pt x="1439990" y="600151"/>
                </a:lnTo>
                <a:lnTo>
                  <a:pt x="1468641" y="600304"/>
                </a:lnTo>
                <a:lnTo>
                  <a:pt x="1497292" y="600408"/>
                </a:lnTo>
                <a:lnTo>
                  <a:pt x="1525934" y="600504"/>
                </a:lnTo>
                <a:lnTo>
                  <a:pt x="1554585" y="600551"/>
                </a:lnTo>
                <a:lnTo>
                  <a:pt x="1583236" y="600561"/>
                </a:lnTo>
                <a:lnTo>
                  <a:pt x="1611887" y="600532"/>
                </a:lnTo>
                <a:lnTo>
                  <a:pt x="1640538" y="600456"/>
                </a:lnTo>
                <a:lnTo>
                  <a:pt x="1669180" y="600351"/>
                </a:lnTo>
                <a:lnTo>
                  <a:pt x="1697831" y="600227"/>
                </a:lnTo>
                <a:lnTo>
                  <a:pt x="1726482" y="600056"/>
                </a:lnTo>
                <a:lnTo>
                  <a:pt x="1755134" y="599846"/>
                </a:lnTo>
                <a:lnTo>
                  <a:pt x="1783775" y="599599"/>
                </a:lnTo>
                <a:lnTo>
                  <a:pt x="1812427" y="599313"/>
                </a:lnTo>
                <a:lnTo>
                  <a:pt x="1841078" y="598989"/>
                </a:lnTo>
                <a:lnTo>
                  <a:pt x="1869719" y="598618"/>
                </a:lnTo>
                <a:lnTo>
                  <a:pt x="1898371" y="598218"/>
                </a:lnTo>
                <a:lnTo>
                  <a:pt x="1927012" y="597770"/>
                </a:lnTo>
                <a:lnTo>
                  <a:pt x="1955654" y="597284"/>
                </a:lnTo>
                <a:lnTo>
                  <a:pt x="1984305" y="596751"/>
                </a:lnTo>
                <a:lnTo>
                  <a:pt x="2012947" y="596170"/>
                </a:lnTo>
                <a:lnTo>
                  <a:pt x="2041589" y="595551"/>
                </a:lnTo>
                <a:lnTo>
                  <a:pt x="2070230" y="594874"/>
                </a:lnTo>
                <a:lnTo>
                  <a:pt x="2098872" y="594150"/>
                </a:lnTo>
                <a:lnTo>
                  <a:pt x="2127504" y="593379"/>
                </a:lnTo>
                <a:lnTo>
                  <a:pt x="2156146" y="592541"/>
                </a:lnTo>
                <a:lnTo>
                  <a:pt x="2184778" y="591655"/>
                </a:lnTo>
                <a:lnTo>
                  <a:pt x="2213410" y="590712"/>
                </a:lnTo>
                <a:lnTo>
                  <a:pt x="2242042" y="589693"/>
                </a:lnTo>
                <a:lnTo>
                  <a:pt x="2270674" y="588607"/>
                </a:lnTo>
                <a:lnTo>
                  <a:pt x="2299297" y="587454"/>
                </a:lnTo>
                <a:lnTo>
                  <a:pt x="2327920" y="586226"/>
                </a:lnTo>
                <a:lnTo>
                  <a:pt x="2356542" y="584892"/>
                </a:lnTo>
                <a:lnTo>
                  <a:pt x="2385155" y="583482"/>
                </a:lnTo>
                <a:lnTo>
                  <a:pt x="2413768" y="581968"/>
                </a:lnTo>
                <a:lnTo>
                  <a:pt x="2442362" y="580320"/>
                </a:lnTo>
                <a:lnTo>
                  <a:pt x="2470966" y="578568"/>
                </a:lnTo>
                <a:lnTo>
                  <a:pt x="2499551" y="576653"/>
                </a:lnTo>
                <a:lnTo>
                  <a:pt x="2528126" y="574586"/>
                </a:lnTo>
                <a:lnTo>
                  <a:pt x="2556681" y="572310"/>
                </a:lnTo>
                <a:lnTo>
                  <a:pt x="2585218" y="569805"/>
                </a:lnTo>
                <a:lnTo>
                  <a:pt x="2613727" y="567004"/>
                </a:lnTo>
                <a:lnTo>
                  <a:pt x="2642206" y="563832"/>
                </a:lnTo>
                <a:lnTo>
                  <a:pt x="2670620" y="560165"/>
                </a:lnTo>
                <a:lnTo>
                  <a:pt x="2698928" y="555765"/>
                </a:lnTo>
                <a:lnTo>
                  <a:pt x="2727008" y="550126"/>
                </a:lnTo>
                <a:lnTo>
                  <a:pt x="2754316" y="541572"/>
                </a:lnTo>
                <a:lnTo>
                  <a:pt x="2773070" y="521170"/>
                </a:lnTo>
                <a:lnTo>
                  <a:pt x="2789911" y="497996"/>
                </a:lnTo>
                <a:lnTo>
                  <a:pt x="2806751" y="474821"/>
                </a:lnTo>
                <a:lnTo>
                  <a:pt x="2823591" y="451637"/>
                </a:lnTo>
                <a:lnTo>
                  <a:pt x="2840431" y="428463"/>
                </a:lnTo>
                <a:lnTo>
                  <a:pt x="2857271" y="405289"/>
                </a:lnTo>
                <a:lnTo>
                  <a:pt x="2874112" y="382105"/>
                </a:lnTo>
                <a:lnTo>
                  <a:pt x="2890961" y="358931"/>
                </a:lnTo>
                <a:lnTo>
                  <a:pt x="2907802" y="335756"/>
                </a:lnTo>
                <a:lnTo>
                  <a:pt x="2924642" y="312582"/>
                </a:lnTo>
                <a:lnTo>
                  <a:pt x="2941482" y="289398"/>
                </a:lnTo>
                <a:lnTo>
                  <a:pt x="2958322" y="266224"/>
                </a:lnTo>
                <a:lnTo>
                  <a:pt x="2975162" y="243049"/>
                </a:lnTo>
                <a:lnTo>
                  <a:pt x="2992003" y="219875"/>
                </a:lnTo>
                <a:lnTo>
                  <a:pt x="3008843" y="196691"/>
                </a:lnTo>
                <a:lnTo>
                  <a:pt x="3025683" y="173517"/>
                </a:lnTo>
                <a:lnTo>
                  <a:pt x="3042523" y="150343"/>
                </a:lnTo>
                <a:lnTo>
                  <a:pt x="3059363" y="127168"/>
                </a:lnTo>
                <a:lnTo>
                  <a:pt x="3076204" y="103984"/>
                </a:lnTo>
                <a:lnTo>
                  <a:pt x="3093044" y="80810"/>
                </a:lnTo>
                <a:lnTo>
                  <a:pt x="3109893" y="57636"/>
                </a:lnTo>
                <a:lnTo>
                  <a:pt x="3126734" y="34461"/>
                </a:lnTo>
                <a:lnTo>
                  <a:pt x="3143574" y="11278"/>
                </a:lnTo>
                <a:lnTo>
                  <a:pt x="3141174" y="9182"/>
                </a:lnTo>
                <a:lnTo>
                  <a:pt x="3113665" y="17040"/>
                </a:lnTo>
                <a:lnTo>
                  <a:pt x="3085471" y="22136"/>
                </a:lnTo>
                <a:lnTo>
                  <a:pt x="3057106" y="26099"/>
                </a:lnTo>
                <a:lnTo>
                  <a:pt x="3028645" y="29423"/>
                </a:lnTo>
                <a:lnTo>
                  <a:pt x="3000146" y="32309"/>
                </a:lnTo>
                <a:lnTo>
                  <a:pt x="2971610" y="34862"/>
                </a:lnTo>
                <a:lnTo>
                  <a:pt x="2943054" y="37176"/>
                </a:lnTo>
                <a:lnTo>
                  <a:pt x="2914479" y="39281"/>
                </a:lnTo>
                <a:lnTo>
                  <a:pt x="2885894" y="41215"/>
                </a:lnTo>
                <a:lnTo>
                  <a:pt x="2857300" y="42996"/>
                </a:lnTo>
                <a:lnTo>
                  <a:pt x="2828706" y="44663"/>
                </a:lnTo>
                <a:lnTo>
                  <a:pt x="2800093" y="46225"/>
                </a:lnTo>
                <a:lnTo>
                  <a:pt x="2771480" y="47682"/>
                </a:lnTo>
                <a:lnTo>
                  <a:pt x="2742867" y="49063"/>
                </a:lnTo>
                <a:lnTo>
                  <a:pt x="2714244" y="50368"/>
                </a:lnTo>
                <a:lnTo>
                  <a:pt x="2685621" y="51587"/>
                </a:lnTo>
                <a:lnTo>
                  <a:pt x="2656999" y="52749"/>
                </a:lnTo>
                <a:lnTo>
                  <a:pt x="2628367" y="53845"/>
                </a:lnTo>
                <a:lnTo>
                  <a:pt x="2599744" y="54893"/>
                </a:lnTo>
                <a:lnTo>
                  <a:pt x="2571112" y="55883"/>
                </a:lnTo>
                <a:lnTo>
                  <a:pt x="2542480" y="56826"/>
                </a:lnTo>
                <a:lnTo>
                  <a:pt x="2513838" y="57721"/>
                </a:lnTo>
                <a:lnTo>
                  <a:pt x="2485206" y="58569"/>
                </a:lnTo>
                <a:lnTo>
                  <a:pt x="2456564" y="59379"/>
                </a:lnTo>
                <a:lnTo>
                  <a:pt x="2427923" y="60150"/>
                </a:lnTo>
                <a:lnTo>
                  <a:pt x="2399290" y="60884"/>
                </a:lnTo>
                <a:lnTo>
                  <a:pt x="2370649" y="61579"/>
                </a:lnTo>
                <a:lnTo>
                  <a:pt x="2342007" y="62236"/>
                </a:lnTo>
                <a:lnTo>
                  <a:pt x="2313365" y="62875"/>
                </a:lnTo>
                <a:lnTo>
                  <a:pt x="2284724" y="63475"/>
                </a:lnTo>
                <a:lnTo>
                  <a:pt x="2256072" y="64046"/>
                </a:lnTo>
                <a:lnTo>
                  <a:pt x="2227431" y="64580"/>
                </a:lnTo>
                <a:lnTo>
                  <a:pt x="2198789" y="65084"/>
                </a:lnTo>
                <a:lnTo>
                  <a:pt x="2170138" y="65570"/>
                </a:lnTo>
                <a:lnTo>
                  <a:pt x="2141496" y="66018"/>
                </a:lnTo>
                <a:lnTo>
                  <a:pt x="2112845" y="66437"/>
                </a:lnTo>
                <a:lnTo>
                  <a:pt x="2084203" y="66856"/>
                </a:lnTo>
                <a:lnTo>
                  <a:pt x="2055562" y="67218"/>
                </a:lnTo>
                <a:lnTo>
                  <a:pt x="2026910" y="67580"/>
                </a:lnTo>
                <a:lnTo>
                  <a:pt x="1998259" y="67904"/>
                </a:lnTo>
                <a:lnTo>
                  <a:pt x="1969618" y="68209"/>
                </a:lnTo>
                <a:lnTo>
                  <a:pt x="1940966" y="68504"/>
                </a:lnTo>
                <a:lnTo>
                  <a:pt x="1912315" y="68751"/>
                </a:lnTo>
                <a:lnTo>
                  <a:pt x="1883674" y="68999"/>
                </a:lnTo>
                <a:lnTo>
                  <a:pt x="1855022" y="69209"/>
                </a:lnTo>
                <a:lnTo>
                  <a:pt x="1826371" y="69399"/>
                </a:lnTo>
                <a:lnTo>
                  <a:pt x="1797729" y="69590"/>
                </a:lnTo>
                <a:lnTo>
                  <a:pt x="1769078" y="69723"/>
                </a:lnTo>
                <a:lnTo>
                  <a:pt x="1740427" y="69856"/>
                </a:lnTo>
                <a:lnTo>
                  <a:pt x="1711776" y="69971"/>
                </a:lnTo>
                <a:lnTo>
                  <a:pt x="1683125" y="70047"/>
                </a:lnTo>
                <a:lnTo>
                  <a:pt x="1654483" y="70133"/>
                </a:lnTo>
                <a:lnTo>
                  <a:pt x="1625832" y="70161"/>
                </a:lnTo>
                <a:lnTo>
                  <a:pt x="1597181" y="70190"/>
                </a:lnTo>
                <a:lnTo>
                  <a:pt x="1568529" y="70209"/>
                </a:lnTo>
                <a:lnTo>
                  <a:pt x="1539878" y="70180"/>
                </a:lnTo>
                <a:lnTo>
                  <a:pt x="1511237" y="70152"/>
                </a:lnTo>
                <a:lnTo>
                  <a:pt x="1482585" y="70085"/>
                </a:lnTo>
                <a:lnTo>
                  <a:pt x="1453934" y="70009"/>
                </a:lnTo>
                <a:lnTo>
                  <a:pt x="1425283" y="69923"/>
                </a:lnTo>
                <a:lnTo>
                  <a:pt x="1396641" y="69790"/>
                </a:lnTo>
                <a:lnTo>
                  <a:pt x="1367990" y="69656"/>
                </a:lnTo>
                <a:lnTo>
                  <a:pt x="1339339" y="69494"/>
                </a:lnTo>
                <a:lnTo>
                  <a:pt x="1310688" y="69304"/>
                </a:lnTo>
                <a:lnTo>
                  <a:pt x="1282046" y="69113"/>
                </a:lnTo>
                <a:lnTo>
                  <a:pt x="1253395" y="68875"/>
                </a:lnTo>
                <a:lnTo>
                  <a:pt x="1224744" y="68628"/>
                </a:lnTo>
                <a:lnTo>
                  <a:pt x="1196102" y="68361"/>
                </a:lnTo>
                <a:lnTo>
                  <a:pt x="1167451" y="68056"/>
                </a:lnTo>
                <a:lnTo>
                  <a:pt x="1138799" y="67751"/>
                </a:lnTo>
                <a:lnTo>
                  <a:pt x="1110158" y="67399"/>
                </a:lnTo>
                <a:lnTo>
                  <a:pt x="1081507" y="67037"/>
                </a:lnTo>
                <a:lnTo>
                  <a:pt x="1052865" y="66646"/>
                </a:lnTo>
                <a:lnTo>
                  <a:pt x="1024214" y="66218"/>
                </a:lnTo>
                <a:lnTo>
                  <a:pt x="995572" y="65799"/>
                </a:lnTo>
                <a:lnTo>
                  <a:pt x="966921" y="65313"/>
                </a:lnTo>
                <a:lnTo>
                  <a:pt x="938279" y="64827"/>
                </a:lnTo>
                <a:lnTo>
                  <a:pt x="909638" y="64303"/>
                </a:lnTo>
                <a:lnTo>
                  <a:pt x="880996" y="63751"/>
                </a:lnTo>
                <a:lnTo>
                  <a:pt x="852345" y="63170"/>
                </a:lnTo>
                <a:lnTo>
                  <a:pt x="823703" y="62551"/>
                </a:lnTo>
                <a:lnTo>
                  <a:pt x="795061" y="61913"/>
                </a:lnTo>
                <a:lnTo>
                  <a:pt x="766420" y="61227"/>
                </a:lnTo>
                <a:lnTo>
                  <a:pt x="737778" y="60512"/>
                </a:lnTo>
                <a:lnTo>
                  <a:pt x="709146" y="59760"/>
                </a:lnTo>
                <a:lnTo>
                  <a:pt x="680504" y="58969"/>
                </a:lnTo>
                <a:lnTo>
                  <a:pt x="651872" y="58131"/>
                </a:lnTo>
                <a:lnTo>
                  <a:pt x="623230" y="57255"/>
                </a:lnTo>
                <a:lnTo>
                  <a:pt x="594598" y="56340"/>
                </a:lnTo>
                <a:lnTo>
                  <a:pt x="565966" y="55378"/>
                </a:lnTo>
                <a:lnTo>
                  <a:pt x="537334" y="54359"/>
                </a:lnTo>
                <a:lnTo>
                  <a:pt x="508702" y="53283"/>
                </a:lnTo>
                <a:lnTo>
                  <a:pt x="480079" y="52159"/>
                </a:lnTo>
                <a:lnTo>
                  <a:pt x="451456" y="50959"/>
                </a:lnTo>
                <a:lnTo>
                  <a:pt x="422834" y="49701"/>
                </a:lnTo>
                <a:lnTo>
                  <a:pt x="394211" y="48368"/>
                </a:lnTo>
                <a:lnTo>
                  <a:pt x="365598" y="46949"/>
                </a:lnTo>
                <a:lnTo>
                  <a:pt x="336985" y="45444"/>
                </a:lnTo>
                <a:lnTo>
                  <a:pt x="308381" y="43825"/>
                </a:lnTo>
                <a:lnTo>
                  <a:pt x="279787" y="42091"/>
                </a:lnTo>
                <a:lnTo>
                  <a:pt x="251203" y="40234"/>
                </a:lnTo>
                <a:lnTo>
                  <a:pt x="222618" y="38214"/>
                </a:lnTo>
                <a:lnTo>
                  <a:pt x="194062" y="36014"/>
                </a:lnTo>
                <a:lnTo>
                  <a:pt x="165516" y="33585"/>
                </a:lnTo>
                <a:lnTo>
                  <a:pt x="136989" y="30871"/>
                </a:lnTo>
                <a:lnTo>
                  <a:pt x="108509" y="27784"/>
                </a:lnTo>
                <a:lnTo>
                  <a:pt x="80096" y="24165"/>
                </a:lnTo>
                <a:lnTo>
                  <a:pt x="51787" y="19707"/>
                </a:lnTo>
                <a:lnTo>
                  <a:pt x="23813" y="13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530B198B-F9B5-4417-969D-E179962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492" y="794585"/>
            <a:ext cx="3151765" cy="199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9809431-D8E1-4216-B93F-2F7DEEC3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855" y="1586532"/>
            <a:ext cx="2380431" cy="600561"/>
          </a:xfrm>
          <a:custGeom xmlns:a="http://schemas.openxmlformats.org/drawingml/2006/main">
            <a:pathLst>
              <a:path w="2380431" h="600561">
                <a:moveTo>
                  <a:pt x="0" y="0"/>
                </a:moveTo>
                <a:lnTo>
                  <a:pt x="10982" y="19755"/>
                </a:lnTo>
                <a:lnTo>
                  <a:pt x="21974" y="39510"/>
                </a:lnTo>
                <a:lnTo>
                  <a:pt x="32957" y="59255"/>
                </a:lnTo>
                <a:lnTo>
                  <a:pt x="43948" y="79010"/>
                </a:lnTo>
                <a:lnTo>
                  <a:pt x="54931" y="98765"/>
                </a:lnTo>
                <a:lnTo>
                  <a:pt x="65923" y="118520"/>
                </a:lnTo>
                <a:lnTo>
                  <a:pt x="76905" y="138265"/>
                </a:lnTo>
                <a:lnTo>
                  <a:pt x="87897" y="158020"/>
                </a:lnTo>
                <a:lnTo>
                  <a:pt x="98879" y="177775"/>
                </a:lnTo>
                <a:lnTo>
                  <a:pt x="109871" y="197529"/>
                </a:lnTo>
                <a:lnTo>
                  <a:pt x="120853" y="217284"/>
                </a:lnTo>
                <a:lnTo>
                  <a:pt x="131845" y="237030"/>
                </a:lnTo>
                <a:lnTo>
                  <a:pt x="142827" y="256784"/>
                </a:lnTo>
                <a:lnTo>
                  <a:pt x="153819" y="276539"/>
                </a:lnTo>
                <a:lnTo>
                  <a:pt x="164802" y="296294"/>
                </a:lnTo>
                <a:lnTo>
                  <a:pt x="175793" y="316049"/>
                </a:lnTo>
                <a:lnTo>
                  <a:pt x="186776" y="335794"/>
                </a:lnTo>
                <a:lnTo>
                  <a:pt x="197758" y="355549"/>
                </a:lnTo>
                <a:lnTo>
                  <a:pt x="208750" y="375304"/>
                </a:lnTo>
                <a:lnTo>
                  <a:pt x="219732" y="395059"/>
                </a:lnTo>
                <a:lnTo>
                  <a:pt x="230724" y="414804"/>
                </a:lnTo>
                <a:lnTo>
                  <a:pt x="241706" y="434559"/>
                </a:lnTo>
                <a:lnTo>
                  <a:pt x="252698" y="454314"/>
                </a:lnTo>
                <a:lnTo>
                  <a:pt x="263681" y="474069"/>
                </a:lnTo>
                <a:lnTo>
                  <a:pt x="274672" y="493824"/>
                </a:lnTo>
                <a:lnTo>
                  <a:pt x="285655" y="513569"/>
                </a:lnTo>
                <a:lnTo>
                  <a:pt x="295742" y="533638"/>
                </a:lnTo>
                <a:lnTo>
                  <a:pt x="313906" y="546335"/>
                </a:lnTo>
                <a:lnTo>
                  <a:pt x="335423" y="553222"/>
                </a:lnTo>
                <a:lnTo>
                  <a:pt x="357445" y="558298"/>
                </a:lnTo>
                <a:lnTo>
                  <a:pt x="379667" y="562404"/>
                </a:lnTo>
                <a:lnTo>
                  <a:pt x="401993" y="565899"/>
                </a:lnTo>
                <a:lnTo>
                  <a:pt x="424396" y="568938"/>
                </a:lnTo>
                <a:lnTo>
                  <a:pt x="446837" y="571643"/>
                </a:lnTo>
                <a:lnTo>
                  <a:pt x="469306" y="574081"/>
                </a:lnTo>
                <a:lnTo>
                  <a:pt x="491795" y="576291"/>
                </a:lnTo>
                <a:lnTo>
                  <a:pt x="514312" y="578320"/>
                </a:lnTo>
                <a:lnTo>
                  <a:pt x="536839" y="580177"/>
                </a:lnTo>
                <a:lnTo>
                  <a:pt x="559375" y="581901"/>
                </a:lnTo>
                <a:lnTo>
                  <a:pt x="581920" y="583492"/>
                </a:lnTo>
                <a:lnTo>
                  <a:pt x="604476" y="584968"/>
                </a:lnTo>
                <a:lnTo>
                  <a:pt x="627031" y="586349"/>
                </a:lnTo>
                <a:lnTo>
                  <a:pt x="649605" y="587635"/>
                </a:lnTo>
                <a:lnTo>
                  <a:pt x="672170" y="588836"/>
                </a:lnTo>
                <a:lnTo>
                  <a:pt x="694744" y="589950"/>
                </a:lnTo>
                <a:lnTo>
                  <a:pt x="717328" y="590998"/>
                </a:lnTo>
                <a:lnTo>
                  <a:pt x="739912" y="591969"/>
                </a:lnTo>
                <a:lnTo>
                  <a:pt x="762495" y="592884"/>
                </a:lnTo>
                <a:lnTo>
                  <a:pt x="785079" y="593731"/>
                </a:lnTo>
                <a:lnTo>
                  <a:pt x="807663" y="594512"/>
                </a:lnTo>
                <a:lnTo>
                  <a:pt x="830256" y="595246"/>
                </a:lnTo>
                <a:lnTo>
                  <a:pt x="852849" y="595913"/>
                </a:lnTo>
                <a:lnTo>
                  <a:pt x="875443" y="596541"/>
                </a:lnTo>
                <a:lnTo>
                  <a:pt x="898036" y="597122"/>
                </a:lnTo>
                <a:lnTo>
                  <a:pt x="920639" y="597646"/>
                </a:lnTo>
                <a:lnTo>
                  <a:pt x="943232" y="598122"/>
                </a:lnTo>
                <a:lnTo>
                  <a:pt x="965835" y="598551"/>
                </a:lnTo>
                <a:lnTo>
                  <a:pt x="988428" y="598942"/>
                </a:lnTo>
                <a:lnTo>
                  <a:pt x="1011031" y="599284"/>
                </a:lnTo>
                <a:lnTo>
                  <a:pt x="1033634" y="599589"/>
                </a:lnTo>
                <a:lnTo>
                  <a:pt x="1056237" y="599846"/>
                </a:lnTo>
                <a:lnTo>
                  <a:pt x="1078840" y="600065"/>
                </a:lnTo>
                <a:lnTo>
                  <a:pt x="1101442" y="600246"/>
                </a:lnTo>
                <a:lnTo>
                  <a:pt x="1124036" y="600389"/>
                </a:lnTo>
                <a:lnTo>
                  <a:pt x="1146639" y="600485"/>
                </a:lnTo>
                <a:lnTo>
                  <a:pt x="1169241" y="600542"/>
                </a:lnTo>
                <a:lnTo>
                  <a:pt x="1191844" y="600561"/>
                </a:lnTo>
                <a:lnTo>
                  <a:pt x="1214447" y="600532"/>
                </a:lnTo>
                <a:lnTo>
                  <a:pt x="1237050" y="600475"/>
                </a:lnTo>
                <a:lnTo>
                  <a:pt x="1259653" y="600370"/>
                </a:lnTo>
                <a:lnTo>
                  <a:pt x="1282256" y="600227"/>
                </a:lnTo>
                <a:lnTo>
                  <a:pt x="1304858" y="600046"/>
                </a:lnTo>
                <a:lnTo>
                  <a:pt x="1327461" y="599818"/>
                </a:lnTo>
                <a:lnTo>
                  <a:pt x="1350064" y="599561"/>
                </a:lnTo>
                <a:lnTo>
                  <a:pt x="1372667" y="599246"/>
                </a:lnTo>
                <a:lnTo>
                  <a:pt x="1395260" y="598903"/>
                </a:lnTo>
                <a:lnTo>
                  <a:pt x="1417863" y="598513"/>
                </a:lnTo>
                <a:lnTo>
                  <a:pt x="1440466" y="598075"/>
                </a:lnTo>
                <a:lnTo>
                  <a:pt x="1463059" y="597589"/>
                </a:lnTo>
                <a:lnTo>
                  <a:pt x="1485652" y="597056"/>
                </a:lnTo>
                <a:lnTo>
                  <a:pt x="1508255" y="596475"/>
                </a:lnTo>
                <a:lnTo>
                  <a:pt x="1530848" y="595836"/>
                </a:lnTo>
                <a:lnTo>
                  <a:pt x="1553432" y="595160"/>
                </a:lnTo>
                <a:lnTo>
                  <a:pt x="1576026" y="594427"/>
                </a:lnTo>
                <a:lnTo>
                  <a:pt x="1598619" y="593627"/>
                </a:lnTo>
                <a:lnTo>
                  <a:pt x="1621203" y="592779"/>
                </a:lnTo>
                <a:lnTo>
                  <a:pt x="1643786" y="591855"/>
                </a:lnTo>
                <a:lnTo>
                  <a:pt x="1666370" y="590874"/>
                </a:lnTo>
                <a:lnTo>
                  <a:pt x="1688944" y="589826"/>
                </a:lnTo>
                <a:lnTo>
                  <a:pt x="1711519" y="588693"/>
                </a:lnTo>
                <a:lnTo>
                  <a:pt x="1734093" y="587483"/>
                </a:lnTo>
                <a:lnTo>
                  <a:pt x="1756658" y="586197"/>
                </a:lnTo>
                <a:lnTo>
                  <a:pt x="1779213" y="584797"/>
                </a:lnTo>
                <a:lnTo>
                  <a:pt x="1801768" y="583311"/>
                </a:lnTo>
                <a:lnTo>
                  <a:pt x="1824314" y="581701"/>
                </a:lnTo>
                <a:lnTo>
                  <a:pt x="1846850" y="579968"/>
                </a:lnTo>
                <a:lnTo>
                  <a:pt x="1869377" y="578082"/>
                </a:lnTo>
                <a:lnTo>
                  <a:pt x="1891884" y="576043"/>
                </a:lnTo>
                <a:lnTo>
                  <a:pt x="1914373" y="573805"/>
                </a:lnTo>
                <a:lnTo>
                  <a:pt x="1936842" y="571338"/>
                </a:lnTo>
                <a:lnTo>
                  <a:pt x="1959283" y="568604"/>
                </a:lnTo>
                <a:lnTo>
                  <a:pt x="1981667" y="565509"/>
                </a:lnTo>
                <a:lnTo>
                  <a:pt x="2003993" y="561956"/>
                </a:lnTo>
                <a:lnTo>
                  <a:pt x="2026196" y="557755"/>
                </a:lnTo>
                <a:lnTo>
                  <a:pt x="2048189" y="552536"/>
                </a:lnTo>
                <a:lnTo>
                  <a:pt x="2069582" y="545297"/>
                </a:lnTo>
                <a:lnTo>
                  <a:pt x="2086004" y="531095"/>
                </a:lnTo>
                <a:lnTo>
                  <a:pt x="2096672" y="511245"/>
                </a:lnTo>
                <a:lnTo>
                  <a:pt x="2107654" y="491490"/>
                </a:lnTo>
                <a:lnTo>
                  <a:pt x="2118646" y="471745"/>
                </a:lnTo>
                <a:lnTo>
                  <a:pt x="2129628" y="451990"/>
                </a:lnTo>
                <a:lnTo>
                  <a:pt x="2140620" y="432235"/>
                </a:lnTo>
                <a:lnTo>
                  <a:pt x="2151602" y="412480"/>
                </a:lnTo>
                <a:lnTo>
                  <a:pt x="2162594" y="392725"/>
                </a:lnTo>
                <a:lnTo>
                  <a:pt x="2173576" y="372980"/>
                </a:lnTo>
                <a:lnTo>
                  <a:pt x="2184568" y="353225"/>
                </a:lnTo>
                <a:lnTo>
                  <a:pt x="2195551" y="333470"/>
                </a:lnTo>
                <a:lnTo>
                  <a:pt x="2206542" y="313715"/>
                </a:lnTo>
                <a:lnTo>
                  <a:pt x="2217525" y="293970"/>
                </a:lnTo>
                <a:lnTo>
                  <a:pt x="2228517" y="274215"/>
                </a:lnTo>
                <a:lnTo>
                  <a:pt x="2239499" y="254460"/>
                </a:lnTo>
                <a:lnTo>
                  <a:pt x="2250481" y="234706"/>
                </a:lnTo>
                <a:lnTo>
                  <a:pt x="2261473" y="214951"/>
                </a:lnTo>
                <a:lnTo>
                  <a:pt x="2272455" y="195205"/>
                </a:lnTo>
                <a:lnTo>
                  <a:pt x="2283447" y="175451"/>
                </a:lnTo>
                <a:lnTo>
                  <a:pt x="2294430" y="155696"/>
                </a:lnTo>
                <a:lnTo>
                  <a:pt x="2305421" y="135941"/>
                </a:lnTo>
                <a:lnTo>
                  <a:pt x="2316404" y="116186"/>
                </a:lnTo>
                <a:lnTo>
                  <a:pt x="2327396" y="96441"/>
                </a:lnTo>
                <a:lnTo>
                  <a:pt x="2338378" y="76686"/>
                </a:lnTo>
                <a:lnTo>
                  <a:pt x="2349370" y="56931"/>
                </a:lnTo>
                <a:lnTo>
                  <a:pt x="2360352" y="37176"/>
                </a:lnTo>
                <a:lnTo>
                  <a:pt x="2371344" y="17431"/>
                </a:lnTo>
                <a:lnTo>
                  <a:pt x="2380431" y="2572"/>
                </a:lnTo>
                <a:lnTo>
                  <a:pt x="2361543" y="14145"/>
                </a:lnTo>
                <a:lnTo>
                  <a:pt x="2339778" y="20212"/>
                </a:lnTo>
                <a:lnTo>
                  <a:pt x="2317623" y="24698"/>
                </a:lnTo>
                <a:lnTo>
                  <a:pt x="2295325" y="28356"/>
                </a:lnTo>
                <a:lnTo>
                  <a:pt x="2272941" y="31480"/>
                </a:lnTo>
                <a:lnTo>
                  <a:pt x="2250500" y="34233"/>
                </a:lnTo>
                <a:lnTo>
                  <a:pt x="2228031" y="36690"/>
                </a:lnTo>
                <a:lnTo>
                  <a:pt x="2205542" y="38919"/>
                </a:lnTo>
                <a:lnTo>
                  <a:pt x="2183035" y="40967"/>
                </a:lnTo>
                <a:lnTo>
                  <a:pt x="2160508" y="42853"/>
                </a:lnTo>
                <a:lnTo>
                  <a:pt x="2137972" y="44587"/>
                </a:lnTo>
                <a:lnTo>
                  <a:pt x="2115426" y="46215"/>
                </a:lnTo>
                <a:lnTo>
                  <a:pt x="2092881" y="47739"/>
                </a:lnTo>
                <a:lnTo>
                  <a:pt x="2070316" y="49178"/>
                </a:lnTo>
                <a:lnTo>
                  <a:pt x="2047761" y="50521"/>
                </a:lnTo>
                <a:lnTo>
                  <a:pt x="2025186" y="51787"/>
                </a:lnTo>
                <a:lnTo>
                  <a:pt x="2002622" y="52988"/>
                </a:lnTo>
                <a:lnTo>
                  <a:pt x="1980047" y="54121"/>
                </a:lnTo>
                <a:lnTo>
                  <a:pt x="1957464" y="55188"/>
                </a:lnTo>
                <a:lnTo>
                  <a:pt x="1934889" y="56207"/>
                </a:lnTo>
                <a:lnTo>
                  <a:pt x="1912306" y="57169"/>
                </a:lnTo>
                <a:lnTo>
                  <a:pt x="1889722" y="58083"/>
                </a:lnTo>
                <a:lnTo>
                  <a:pt x="1867138" y="58960"/>
                </a:lnTo>
                <a:lnTo>
                  <a:pt x="1844545" y="59779"/>
                </a:lnTo>
                <a:lnTo>
                  <a:pt x="1821961" y="60569"/>
                </a:lnTo>
                <a:lnTo>
                  <a:pt x="1799368" y="61312"/>
                </a:lnTo>
                <a:lnTo>
                  <a:pt x="1776774" y="62017"/>
                </a:lnTo>
                <a:lnTo>
                  <a:pt x="1754181" y="62684"/>
                </a:lnTo>
                <a:lnTo>
                  <a:pt x="1731588" y="63322"/>
                </a:lnTo>
                <a:lnTo>
                  <a:pt x="1708995" y="63922"/>
                </a:lnTo>
                <a:lnTo>
                  <a:pt x="1686401" y="64484"/>
                </a:lnTo>
                <a:lnTo>
                  <a:pt x="1663808" y="65027"/>
                </a:lnTo>
                <a:lnTo>
                  <a:pt x="1641205" y="65532"/>
                </a:lnTo>
                <a:lnTo>
                  <a:pt x="1618612" y="66008"/>
                </a:lnTo>
                <a:lnTo>
                  <a:pt x="1596009" y="66456"/>
                </a:lnTo>
                <a:lnTo>
                  <a:pt x="1573416" y="66875"/>
                </a:lnTo>
                <a:lnTo>
                  <a:pt x="1550813" y="67275"/>
                </a:lnTo>
                <a:lnTo>
                  <a:pt x="1528210" y="67637"/>
                </a:lnTo>
                <a:lnTo>
                  <a:pt x="1505617" y="67970"/>
                </a:lnTo>
                <a:lnTo>
                  <a:pt x="1483014" y="68285"/>
                </a:lnTo>
                <a:lnTo>
                  <a:pt x="1460411" y="68580"/>
                </a:lnTo>
                <a:lnTo>
                  <a:pt x="1437808" y="68847"/>
                </a:lnTo>
                <a:lnTo>
                  <a:pt x="1415205" y="69085"/>
                </a:lnTo>
                <a:lnTo>
                  <a:pt x="1392603" y="69304"/>
                </a:lnTo>
                <a:lnTo>
                  <a:pt x="1370009" y="69494"/>
                </a:lnTo>
                <a:lnTo>
                  <a:pt x="1347407" y="69666"/>
                </a:lnTo>
                <a:lnTo>
                  <a:pt x="1324804" y="69809"/>
                </a:lnTo>
                <a:lnTo>
                  <a:pt x="1302201" y="69933"/>
                </a:lnTo>
                <a:lnTo>
                  <a:pt x="1279598" y="70018"/>
                </a:lnTo>
                <a:lnTo>
                  <a:pt x="1256995" y="70104"/>
                </a:lnTo>
                <a:lnTo>
                  <a:pt x="1234392" y="70161"/>
                </a:lnTo>
                <a:lnTo>
                  <a:pt x="1211790" y="70199"/>
                </a:lnTo>
                <a:lnTo>
                  <a:pt x="1189187" y="70209"/>
                </a:lnTo>
                <a:lnTo>
                  <a:pt x="1166584" y="70199"/>
                </a:lnTo>
                <a:lnTo>
                  <a:pt x="1143981" y="70161"/>
                </a:lnTo>
                <a:lnTo>
                  <a:pt x="1121378" y="70094"/>
                </a:lnTo>
                <a:lnTo>
                  <a:pt x="1098775" y="70009"/>
                </a:lnTo>
                <a:lnTo>
                  <a:pt x="1076173" y="69923"/>
                </a:lnTo>
                <a:lnTo>
                  <a:pt x="1053570" y="69799"/>
                </a:lnTo>
                <a:lnTo>
                  <a:pt x="1030967" y="69647"/>
                </a:lnTo>
                <a:lnTo>
                  <a:pt x="1008364" y="69475"/>
                </a:lnTo>
                <a:lnTo>
                  <a:pt x="985761" y="69275"/>
                </a:lnTo>
                <a:lnTo>
                  <a:pt x="963158" y="69056"/>
                </a:lnTo>
                <a:lnTo>
                  <a:pt x="940565" y="68818"/>
                </a:lnTo>
                <a:lnTo>
                  <a:pt x="917962" y="68551"/>
                </a:lnTo>
                <a:lnTo>
                  <a:pt x="895360" y="68256"/>
                </a:lnTo>
                <a:lnTo>
                  <a:pt x="872757" y="67932"/>
                </a:lnTo>
                <a:lnTo>
                  <a:pt x="850154" y="67589"/>
                </a:lnTo>
                <a:lnTo>
                  <a:pt x="827561" y="67227"/>
                </a:lnTo>
                <a:lnTo>
                  <a:pt x="804958" y="66827"/>
                </a:lnTo>
                <a:lnTo>
                  <a:pt x="782364" y="66408"/>
                </a:lnTo>
                <a:lnTo>
                  <a:pt x="759762" y="65951"/>
                </a:lnTo>
                <a:lnTo>
                  <a:pt x="737168" y="65475"/>
                </a:lnTo>
                <a:lnTo>
                  <a:pt x="714566" y="64961"/>
                </a:lnTo>
                <a:lnTo>
                  <a:pt x="691972" y="64418"/>
                </a:lnTo>
                <a:lnTo>
                  <a:pt x="669379" y="63846"/>
                </a:lnTo>
                <a:lnTo>
                  <a:pt x="646786" y="63246"/>
                </a:lnTo>
                <a:lnTo>
                  <a:pt x="624192" y="62608"/>
                </a:lnTo>
                <a:lnTo>
                  <a:pt x="601599" y="61941"/>
                </a:lnTo>
                <a:lnTo>
                  <a:pt x="579006" y="61227"/>
                </a:lnTo>
                <a:lnTo>
                  <a:pt x="556412" y="60474"/>
                </a:lnTo>
                <a:lnTo>
                  <a:pt x="533829" y="59693"/>
                </a:lnTo>
                <a:lnTo>
                  <a:pt x="511235" y="58855"/>
                </a:lnTo>
                <a:lnTo>
                  <a:pt x="488652" y="57979"/>
                </a:lnTo>
                <a:lnTo>
                  <a:pt x="466068" y="57064"/>
                </a:lnTo>
                <a:lnTo>
                  <a:pt x="443484" y="56093"/>
                </a:lnTo>
                <a:lnTo>
                  <a:pt x="420910" y="55064"/>
                </a:lnTo>
                <a:lnTo>
                  <a:pt x="398326" y="53988"/>
                </a:lnTo>
                <a:lnTo>
                  <a:pt x="375752" y="52845"/>
                </a:lnTo>
                <a:lnTo>
                  <a:pt x="353187" y="51645"/>
                </a:lnTo>
                <a:lnTo>
                  <a:pt x="330622" y="50368"/>
                </a:lnTo>
                <a:lnTo>
                  <a:pt x="308058" y="49006"/>
                </a:lnTo>
                <a:lnTo>
                  <a:pt x="285502" y="47568"/>
                </a:lnTo>
                <a:lnTo>
                  <a:pt x="262947" y="46034"/>
                </a:lnTo>
                <a:lnTo>
                  <a:pt x="240401" y="44396"/>
                </a:lnTo>
                <a:lnTo>
                  <a:pt x="217875" y="42634"/>
                </a:lnTo>
                <a:lnTo>
                  <a:pt x="195348" y="40729"/>
                </a:lnTo>
                <a:lnTo>
                  <a:pt x="172841" y="38671"/>
                </a:lnTo>
                <a:lnTo>
                  <a:pt x="150352" y="36414"/>
                </a:lnTo>
                <a:lnTo>
                  <a:pt x="127883" y="33928"/>
                </a:lnTo>
                <a:lnTo>
                  <a:pt x="105461" y="31137"/>
                </a:lnTo>
                <a:lnTo>
                  <a:pt x="83077" y="27956"/>
                </a:lnTo>
                <a:lnTo>
                  <a:pt x="60789" y="24222"/>
                </a:lnTo>
                <a:lnTo>
                  <a:pt x="38662" y="19602"/>
                </a:lnTo>
                <a:lnTo>
                  <a:pt x="16993" y="13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E1E93924-041F-4C81-8FCA-08A882E2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864" y="1486700"/>
            <a:ext cx="2381021" cy="199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79DA7486-DD20-49CA-9715-7CFFB76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44" y="2278647"/>
            <a:ext cx="1787585" cy="600561"/>
          </a:xfrm>
          <a:custGeom xmlns:a="http://schemas.openxmlformats.org/drawingml/2006/main">
            <a:pathLst>
              <a:path w="1787585" h="600561">
                <a:moveTo>
                  <a:pt x="0" y="0"/>
                </a:moveTo>
                <a:lnTo>
                  <a:pt x="8058" y="15926"/>
                </a:lnTo>
                <a:lnTo>
                  <a:pt x="16107" y="31842"/>
                </a:lnTo>
                <a:lnTo>
                  <a:pt x="24165" y="47768"/>
                </a:lnTo>
                <a:lnTo>
                  <a:pt x="32223" y="63684"/>
                </a:lnTo>
                <a:lnTo>
                  <a:pt x="40281" y="79610"/>
                </a:lnTo>
                <a:lnTo>
                  <a:pt x="48330" y="95526"/>
                </a:lnTo>
                <a:lnTo>
                  <a:pt x="56388" y="111452"/>
                </a:lnTo>
                <a:lnTo>
                  <a:pt x="64446" y="127378"/>
                </a:lnTo>
                <a:lnTo>
                  <a:pt x="72504" y="143294"/>
                </a:lnTo>
                <a:lnTo>
                  <a:pt x="80553" y="159220"/>
                </a:lnTo>
                <a:lnTo>
                  <a:pt x="88611" y="175136"/>
                </a:lnTo>
                <a:lnTo>
                  <a:pt x="96669" y="191062"/>
                </a:lnTo>
                <a:lnTo>
                  <a:pt x="104718" y="206978"/>
                </a:lnTo>
                <a:lnTo>
                  <a:pt x="112776" y="222904"/>
                </a:lnTo>
                <a:lnTo>
                  <a:pt x="120834" y="238830"/>
                </a:lnTo>
                <a:lnTo>
                  <a:pt x="128892" y="254746"/>
                </a:lnTo>
                <a:lnTo>
                  <a:pt x="136941" y="270672"/>
                </a:lnTo>
                <a:lnTo>
                  <a:pt x="144999" y="286588"/>
                </a:lnTo>
                <a:lnTo>
                  <a:pt x="153057" y="302514"/>
                </a:lnTo>
                <a:lnTo>
                  <a:pt x="161106" y="318440"/>
                </a:lnTo>
                <a:lnTo>
                  <a:pt x="169164" y="334356"/>
                </a:lnTo>
                <a:lnTo>
                  <a:pt x="177222" y="350282"/>
                </a:lnTo>
                <a:lnTo>
                  <a:pt x="185280" y="366198"/>
                </a:lnTo>
                <a:lnTo>
                  <a:pt x="193329" y="382124"/>
                </a:lnTo>
                <a:lnTo>
                  <a:pt x="201387" y="398040"/>
                </a:lnTo>
                <a:lnTo>
                  <a:pt x="209445" y="413966"/>
                </a:lnTo>
                <a:lnTo>
                  <a:pt x="217494" y="429892"/>
                </a:lnTo>
                <a:lnTo>
                  <a:pt x="225552" y="445808"/>
                </a:lnTo>
                <a:lnTo>
                  <a:pt x="233610" y="461734"/>
                </a:lnTo>
                <a:lnTo>
                  <a:pt x="241668" y="477650"/>
                </a:lnTo>
                <a:lnTo>
                  <a:pt x="249717" y="493576"/>
                </a:lnTo>
                <a:lnTo>
                  <a:pt x="257775" y="509492"/>
                </a:lnTo>
                <a:lnTo>
                  <a:pt x="265833" y="525418"/>
                </a:lnTo>
                <a:lnTo>
                  <a:pt x="273939" y="540906"/>
                </a:lnTo>
                <a:lnTo>
                  <a:pt x="289122" y="550145"/>
                </a:lnTo>
                <a:lnTo>
                  <a:pt x="305829" y="556393"/>
                </a:lnTo>
                <a:lnTo>
                  <a:pt x="322993" y="561261"/>
                </a:lnTo>
                <a:lnTo>
                  <a:pt x="340376" y="565290"/>
                </a:lnTo>
                <a:lnTo>
                  <a:pt x="357873" y="568747"/>
                </a:lnTo>
                <a:lnTo>
                  <a:pt x="375456" y="571776"/>
                </a:lnTo>
                <a:lnTo>
                  <a:pt x="393097" y="574472"/>
                </a:lnTo>
                <a:lnTo>
                  <a:pt x="410775" y="576901"/>
                </a:lnTo>
                <a:lnTo>
                  <a:pt x="428482" y="579110"/>
                </a:lnTo>
                <a:lnTo>
                  <a:pt x="446208" y="581120"/>
                </a:lnTo>
                <a:lnTo>
                  <a:pt x="463963" y="582968"/>
                </a:lnTo>
                <a:lnTo>
                  <a:pt x="481717" y="584664"/>
                </a:lnTo>
                <a:lnTo>
                  <a:pt x="499501" y="586235"/>
                </a:lnTo>
                <a:lnTo>
                  <a:pt x="517284" y="587683"/>
                </a:lnTo>
                <a:lnTo>
                  <a:pt x="535076" y="589026"/>
                </a:lnTo>
                <a:lnTo>
                  <a:pt x="552879" y="590255"/>
                </a:lnTo>
                <a:lnTo>
                  <a:pt x="570681" y="591407"/>
                </a:lnTo>
                <a:lnTo>
                  <a:pt x="588493" y="592465"/>
                </a:lnTo>
                <a:lnTo>
                  <a:pt x="606314" y="593446"/>
                </a:lnTo>
                <a:lnTo>
                  <a:pt x="624126" y="594360"/>
                </a:lnTo>
                <a:lnTo>
                  <a:pt x="641956" y="595189"/>
                </a:lnTo>
                <a:lnTo>
                  <a:pt x="659778" y="595951"/>
                </a:lnTo>
                <a:lnTo>
                  <a:pt x="677609" y="596646"/>
                </a:lnTo>
                <a:lnTo>
                  <a:pt x="695439" y="597284"/>
                </a:lnTo>
                <a:lnTo>
                  <a:pt x="713280" y="597856"/>
                </a:lnTo>
                <a:lnTo>
                  <a:pt x="731110" y="598370"/>
                </a:lnTo>
                <a:lnTo>
                  <a:pt x="748951" y="598827"/>
                </a:lnTo>
                <a:lnTo>
                  <a:pt x="766791" y="599227"/>
                </a:lnTo>
                <a:lnTo>
                  <a:pt x="784631" y="599570"/>
                </a:lnTo>
                <a:lnTo>
                  <a:pt x="802472" y="599865"/>
                </a:lnTo>
                <a:lnTo>
                  <a:pt x="820312" y="600104"/>
                </a:lnTo>
                <a:lnTo>
                  <a:pt x="838152" y="600294"/>
                </a:lnTo>
                <a:lnTo>
                  <a:pt x="856002" y="600437"/>
                </a:lnTo>
                <a:lnTo>
                  <a:pt x="873843" y="600523"/>
                </a:lnTo>
                <a:lnTo>
                  <a:pt x="891683" y="600561"/>
                </a:lnTo>
                <a:lnTo>
                  <a:pt x="909533" y="600542"/>
                </a:lnTo>
                <a:lnTo>
                  <a:pt x="927373" y="600475"/>
                </a:lnTo>
                <a:lnTo>
                  <a:pt x="945213" y="600361"/>
                </a:lnTo>
                <a:lnTo>
                  <a:pt x="963063" y="600189"/>
                </a:lnTo>
                <a:lnTo>
                  <a:pt x="980904" y="599980"/>
                </a:lnTo>
                <a:lnTo>
                  <a:pt x="998744" y="599704"/>
                </a:lnTo>
                <a:lnTo>
                  <a:pt x="1016584" y="599380"/>
                </a:lnTo>
                <a:lnTo>
                  <a:pt x="1034425" y="598999"/>
                </a:lnTo>
                <a:lnTo>
                  <a:pt x="1052265" y="598570"/>
                </a:lnTo>
                <a:lnTo>
                  <a:pt x="1070096" y="598084"/>
                </a:lnTo>
                <a:lnTo>
                  <a:pt x="1087936" y="597532"/>
                </a:lnTo>
                <a:lnTo>
                  <a:pt x="1105767" y="596922"/>
                </a:lnTo>
                <a:lnTo>
                  <a:pt x="1123598" y="596255"/>
                </a:lnTo>
                <a:lnTo>
                  <a:pt x="1141428" y="595522"/>
                </a:lnTo>
                <a:lnTo>
                  <a:pt x="1159250" y="594722"/>
                </a:lnTo>
                <a:lnTo>
                  <a:pt x="1177071" y="593846"/>
                </a:lnTo>
                <a:lnTo>
                  <a:pt x="1194892" y="592903"/>
                </a:lnTo>
                <a:lnTo>
                  <a:pt x="1212704" y="591874"/>
                </a:lnTo>
                <a:lnTo>
                  <a:pt x="1230516" y="590769"/>
                </a:lnTo>
                <a:lnTo>
                  <a:pt x="1248318" y="589569"/>
                </a:lnTo>
                <a:lnTo>
                  <a:pt x="1266120" y="588274"/>
                </a:lnTo>
                <a:lnTo>
                  <a:pt x="1283903" y="586873"/>
                </a:lnTo>
                <a:lnTo>
                  <a:pt x="1301687" y="585359"/>
                </a:lnTo>
                <a:lnTo>
                  <a:pt x="1319451" y="583711"/>
                </a:lnTo>
                <a:lnTo>
                  <a:pt x="1337205" y="581939"/>
                </a:lnTo>
                <a:lnTo>
                  <a:pt x="1354941" y="579996"/>
                </a:lnTo>
                <a:lnTo>
                  <a:pt x="1372657" y="577882"/>
                </a:lnTo>
                <a:lnTo>
                  <a:pt x="1390355" y="575548"/>
                </a:lnTo>
                <a:lnTo>
                  <a:pt x="1408005" y="572976"/>
                </a:lnTo>
                <a:lnTo>
                  <a:pt x="1425616" y="570090"/>
                </a:lnTo>
                <a:lnTo>
                  <a:pt x="1443161" y="566833"/>
                </a:lnTo>
                <a:lnTo>
                  <a:pt x="1460602" y="563070"/>
                </a:lnTo>
                <a:lnTo>
                  <a:pt x="1477880" y="558622"/>
                </a:lnTo>
                <a:lnTo>
                  <a:pt x="1494834" y="553069"/>
                </a:lnTo>
                <a:lnTo>
                  <a:pt x="1510941" y="545459"/>
                </a:lnTo>
                <a:lnTo>
                  <a:pt x="1522505" y="532486"/>
                </a:lnTo>
                <a:lnTo>
                  <a:pt x="1529810" y="516350"/>
                </a:lnTo>
                <a:lnTo>
                  <a:pt x="1537868" y="500424"/>
                </a:lnTo>
                <a:lnTo>
                  <a:pt x="1545927" y="484508"/>
                </a:lnTo>
                <a:lnTo>
                  <a:pt x="1553975" y="468582"/>
                </a:lnTo>
                <a:lnTo>
                  <a:pt x="1562033" y="452666"/>
                </a:lnTo>
                <a:lnTo>
                  <a:pt x="1570091" y="436740"/>
                </a:lnTo>
                <a:lnTo>
                  <a:pt x="1578150" y="420824"/>
                </a:lnTo>
                <a:lnTo>
                  <a:pt x="1586198" y="404898"/>
                </a:lnTo>
                <a:lnTo>
                  <a:pt x="1594256" y="388972"/>
                </a:lnTo>
                <a:lnTo>
                  <a:pt x="1602315" y="373056"/>
                </a:lnTo>
                <a:lnTo>
                  <a:pt x="1610363" y="357130"/>
                </a:lnTo>
                <a:lnTo>
                  <a:pt x="1618421" y="341214"/>
                </a:lnTo>
                <a:lnTo>
                  <a:pt x="1626479" y="325288"/>
                </a:lnTo>
                <a:lnTo>
                  <a:pt x="1634538" y="309372"/>
                </a:lnTo>
                <a:lnTo>
                  <a:pt x="1642586" y="293446"/>
                </a:lnTo>
                <a:lnTo>
                  <a:pt x="1650644" y="277520"/>
                </a:lnTo>
                <a:lnTo>
                  <a:pt x="1658703" y="261604"/>
                </a:lnTo>
                <a:lnTo>
                  <a:pt x="1666761" y="245678"/>
                </a:lnTo>
                <a:lnTo>
                  <a:pt x="1674809" y="229762"/>
                </a:lnTo>
                <a:lnTo>
                  <a:pt x="1682867" y="213836"/>
                </a:lnTo>
                <a:lnTo>
                  <a:pt x="1690926" y="197920"/>
                </a:lnTo>
                <a:lnTo>
                  <a:pt x="1698974" y="181994"/>
                </a:lnTo>
                <a:lnTo>
                  <a:pt x="1707032" y="166068"/>
                </a:lnTo>
                <a:lnTo>
                  <a:pt x="1715091" y="150152"/>
                </a:lnTo>
                <a:lnTo>
                  <a:pt x="1723149" y="134226"/>
                </a:lnTo>
                <a:lnTo>
                  <a:pt x="1731197" y="118310"/>
                </a:lnTo>
                <a:lnTo>
                  <a:pt x="1739255" y="102384"/>
                </a:lnTo>
                <a:lnTo>
                  <a:pt x="1747314" y="86458"/>
                </a:lnTo>
                <a:lnTo>
                  <a:pt x="1755362" y="70542"/>
                </a:lnTo>
                <a:lnTo>
                  <a:pt x="1763420" y="54616"/>
                </a:lnTo>
                <a:lnTo>
                  <a:pt x="1771479" y="38700"/>
                </a:lnTo>
                <a:lnTo>
                  <a:pt x="1779537" y="22774"/>
                </a:lnTo>
                <a:lnTo>
                  <a:pt x="1787585" y="6858"/>
                </a:lnTo>
                <a:lnTo>
                  <a:pt x="1786004" y="8430"/>
                </a:lnTo>
                <a:lnTo>
                  <a:pt x="1770278" y="16707"/>
                </a:lnTo>
                <a:lnTo>
                  <a:pt x="1753295" y="22155"/>
                </a:lnTo>
                <a:lnTo>
                  <a:pt x="1735960" y="26394"/>
                </a:lnTo>
                <a:lnTo>
                  <a:pt x="1718472" y="29918"/>
                </a:lnTo>
                <a:lnTo>
                  <a:pt x="1700889" y="32966"/>
                </a:lnTo>
                <a:lnTo>
                  <a:pt x="1683248" y="35662"/>
                </a:lnTo>
                <a:lnTo>
                  <a:pt x="1665570" y="38081"/>
                </a:lnTo>
                <a:lnTo>
                  <a:pt x="1647863" y="40291"/>
                </a:lnTo>
                <a:lnTo>
                  <a:pt x="1630137" y="42310"/>
                </a:lnTo>
                <a:lnTo>
                  <a:pt x="1612392" y="44177"/>
                </a:lnTo>
                <a:lnTo>
                  <a:pt x="1594637" y="45911"/>
                </a:lnTo>
                <a:lnTo>
                  <a:pt x="1576864" y="47520"/>
                </a:lnTo>
                <a:lnTo>
                  <a:pt x="1559081" y="49035"/>
                </a:lnTo>
                <a:lnTo>
                  <a:pt x="1541297" y="50454"/>
                </a:lnTo>
                <a:lnTo>
                  <a:pt x="1523505" y="51778"/>
                </a:lnTo>
                <a:lnTo>
                  <a:pt x="1505702" y="53035"/>
                </a:lnTo>
                <a:lnTo>
                  <a:pt x="1487900" y="54216"/>
                </a:lnTo>
                <a:lnTo>
                  <a:pt x="1470089" y="55331"/>
                </a:lnTo>
                <a:lnTo>
                  <a:pt x="1452277" y="56388"/>
                </a:lnTo>
                <a:lnTo>
                  <a:pt x="1434465" y="57398"/>
                </a:lnTo>
                <a:lnTo>
                  <a:pt x="1416644" y="58341"/>
                </a:lnTo>
                <a:lnTo>
                  <a:pt x="1398822" y="59236"/>
                </a:lnTo>
                <a:lnTo>
                  <a:pt x="1381001" y="60084"/>
                </a:lnTo>
                <a:lnTo>
                  <a:pt x="1363170" y="60893"/>
                </a:lnTo>
                <a:lnTo>
                  <a:pt x="1345349" y="61655"/>
                </a:lnTo>
                <a:lnTo>
                  <a:pt x="1327518" y="62370"/>
                </a:lnTo>
                <a:lnTo>
                  <a:pt x="1309688" y="63056"/>
                </a:lnTo>
                <a:lnTo>
                  <a:pt x="1291857" y="63703"/>
                </a:lnTo>
                <a:lnTo>
                  <a:pt x="1274026" y="64303"/>
                </a:lnTo>
                <a:lnTo>
                  <a:pt x="1256186" y="64884"/>
                </a:lnTo>
                <a:lnTo>
                  <a:pt x="1238355" y="65418"/>
                </a:lnTo>
                <a:lnTo>
                  <a:pt x="1220514" y="65923"/>
                </a:lnTo>
                <a:lnTo>
                  <a:pt x="1202674" y="66399"/>
                </a:lnTo>
                <a:lnTo>
                  <a:pt x="1184843" y="66846"/>
                </a:lnTo>
                <a:lnTo>
                  <a:pt x="1167003" y="67256"/>
                </a:lnTo>
                <a:lnTo>
                  <a:pt x="1149163" y="67647"/>
                </a:lnTo>
                <a:lnTo>
                  <a:pt x="1131322" y="67999"/>
                </a:lnTo>
                <a:lnTo>
                  <a:pt x="1113482" y="68323"/>
                </a:lnTo>
                <a:lnTo>
                  <a:pt x="1095642" y="68628"/>
                </a:lnTo>
                <a:lnTo>
                  <a:pt x="1077801" y="68904"/>
                </a:lnTo>
                <a:lnTo>
                  <a:pt x="1059961" y="69152"/>
                </a:lnTo>
                <a:lnTo>
                  <a:pt x="1042111" y="69371"/>
                </a:lnTo>
                <a:lnTo>
                  <a:pt x="1024271" y="69561"/>
                </a:lnTo>
                <a:lnTo>
                  <a:pt x="1006431" y="69723"/>
                </a:lnTo>
                <a:lnTo>
                  <a:pt x="988590" y="69866"/>
                </a:lnTo>
                <a:lnTo>
                  <a:pt x="970740" y="69990"/>
                </a:lnTo>
                <a:lnTo>
                  <a:pt x="952900" y="70075"/>
                </a:lnTo>
                <a:lnTo>
                  <a:pt x="935060" y="70152"/>
                </a:lnTo>
                <a:lnTo>
                  <a:pt x="917210" y="70190"/>
                </a:lnTo>
                <a:lnTo>
                  <a:pt x="899370" y="70209"/>
                </a:lnTo>
                <a:lnTo>
                  <a:pt x="881529" y="70199"/>
                </a:lnTo>
                <a:lnTo>
                  <a:pt x="863679" y="70171"/>
                </a:lnTo>
                <a:lnTo>
                  <a:pt x="845839" y="70114"/>
                </a:lnTo>
                <a:lnTo>
                  <a:pt x="827999" y="70028"/>
                </a:lnTo>
                <a:lnTo>
                  <a:pt x="810149" y="69923"/>
                </a:lnTo>
                <a:lnTo>
                  <a:pt x="792309" y="69790"/>
                </a:lnTo>
                <a:lnTo>
                  <a:pt x="774468" y="69637"/>
                </a:lnTo>
                <a:lnTo>
                  <a:pt x="756628" y="69456"/>
                </a:lnTo>
                <a:lnTo>
                  <a:pt x="738778" y="69247"/>
                </a:lnTo>
                <a:lnTo>
                  <a:pt x="720938" y="69009"/>
                </a:lnTo>
                <a:lnTo>
                  <a:pt x="703097" y="68751"/>
                </a:lnTo>
                <a:lnTo>
                  <a:pt x="685257" y="68456"/>
                </a:lnTo>
                <a:lnTo>
                  <a:pt x="667417" y="68142"/>
                </a:lnTo>
                <a:lnTo>
                  <a:pt x="649576" y="67799"/>
                </a:lnTo>
                <a:lnTo>
                  <a:pt x="631736" y="67427"/>
                </a:lnTo>
                <a:lnTo>
                  <a:pt x="613896" y="67027"/>
                </a:lnTo>
                <a:lnTo>
                  <a:pt x="596055" y="66599"/>
                </a:lnTo>
                <a:lnTo>
                  <a:pt x="578225" y="66132"/>
                </a:lnTo>
                <a:lnTo>
                  <a:pt x="560384" y="65637"/>
                </a:lnTo>
                <a:lnTo>
                  <a:pt x="542544" y="65113"/>
                </a:lnTo>
                <a:lnTo>
                  <a:pt x="524713" y="64560"/>
                </a:lnTo>
                <a:lnTo>
                  <a:pt x="506882" y="63970"/>
                </a:lnTo>
                <a:lnTo>
                  <a:pt x="489042" y="63341"/>
                </a:lnTo>
                <a:lnTo>
                  <a:pt x="471211" y="62675"/>
                </a:lnTo>
                <a:lnTo>
                  <a:pt x="453390" y="61970"/>
                </a:lnTo>
                <a:lnTo>
                  <a:pt x="435559" y="61227"/>
                </a:lnTo>
                <a:lnTo>
                  <a:pt x="417728" y="60446"/>
                </a:lnTo>
                <a:lnTo>
                  <a:pt x="399907" y="59607"/>
                </a:lnTo>
                <a:lnTo>
                  <a:pt x="382086" y="58731"/>
                </a:lnTo>
                <a:lnTo>
                  <a:pt x="364265" y="57807"/>
                </a:lnTo>
                <a:lnTo>
                  <a:pt x="346453" y="56836"/>
                </a:lnTo>
                <a:lnTo>
                  <a:pt x="328632" y="55807"/>
                </a:lnTo>
                <a:lnTo>
                  <a:pt x="310829" y="54712"/>
                </a:lnTo>
                <a:lnTo>
                  <a:pt x="293018" y="53550"/>
                </a:lnTo>
                <a:lnTo>
                  <a:pt x="275215" y="52330"/>
                </a:lnTo>
                <a:lnTo>
                  <a:pt x="257423" y="51025"/>
                </a:lnTo>
                <a:lnTo>
                  <a:pt x="239630" y="49644"/>
                </a:lnTo>
                <a:lnTo>
                  <a:pt x="221847" y="48187"/>
                </a:lnTo>
                <a:lnTo>
                  <a:pt x="204073" y="46615"/>
                </a:lnTo>
                <a:lnTo>
                  <a:pt x="186309" y="44939"/>
                </a:lnTo>
                <a:lnTo>
                  <a:pt x="168554" y="43129"/>
                </a:lnTo>
                <a:lnTo>
                  <a:pt x="150819" y="41177"/>
                </a:lnTo>
                <a:lnTo>
                  <a:pt x="133102" y="39062"/>
                </a:lnTo>
                <a:lnTo>
                  <a:pt x="115414" y="36738"/>
                </a:lnTo>
                <a:lnTo>
                  <a:pt x="97755" y="34166"/>
                </a:lnTo>
                <a:lnTo>
                  <a:pt x="80143" y="31280"/>
                </a:lnTo>
                <a:lnTo>
                  <a:pt x="62608" y="27975"/>
                </a:lnTo>
                <a:lnTo>
                  <a:pt x="45196" y="24089"/>
                </a:lnTo>
                <a:lnTo>
                  <a:pt x="28023" y="19260"/>
                </a:lnTo>
                <a:lnTo>
                  <a:pt x="11497" y="12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BE9C23F2-20E0-43D3-A38B-B63B2C18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2178806"/>
            <a:ext cx="1791081" cy="199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7EB739E9-4B49-4D9F-A168-4369612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173" y="2970752"/>
            <a:ext cx="1251680" cy="600551"/>
          </a:xfrm>
          <a:custGeom xmlns:a="http://schemas.openxmlformats.org/drawingml/2006/main">
            <a:pathLst>
              <a:path w="1251680" h="600551">
                <a:moveTo>
                  <a:pt x="0" y="0"/>
                </a:moveTo>
                <a:lnTo>
                  <a:pt x="7296" y="15326"/>
                </a:lnTo>
                <a:lnTo>
                  <a:pt x="14592" y="30661"/>
                </a:lnTo>
                <a:lnTo>
                  <a:pt x="21888" y="45987"/>
                </a:lnTo>
                <a:lnTo>
                  <a:pt x="29185" y="61322"/>
                </a:lnTo>
                <a:lnTo>
                  <a:pt x="36481" y="76648"/>
                </a:lnTo>
                <a:lnTo>
                  <a:pt x="43777" y="91983"/>
                </a:lnTo>
                <a:lnTo>
                  <a:pt x="51073" y="107309"/>
                </a:lnTo>
                <a:lnTo>
                  <a:pt x="58369" y="122644"/>
                </a:lnTo>
                <a:lnTo>
                  <a:pt x="65665" y="137970"/>
                </a:lnTo>
                <a:lnTo>
                  <a:pt x="72962" y="153305"/>
                </a:lnTo>
                <a:lnTo>
                  <a:pt x="80258" y="168631"/>
                </a:lnTo>
                <a:lnTo>
                  <a:pt x="87544" y="183966"/>
                </a:lnTo>
                <a:lnTo>
                  <a:pt x="94840" y="199292"/>
                </a:lnTo>
                <a:lnTo>
                  <a:pt x="102137" y="214617"/>
                </a:lnTo>
                <a:lnTo>
                  <a:pt x="109433" y="229953"/>
                </a:lnTo>
                <a:lnTo>
                  <a:pt x="116729" y="245278"/>
                </a:lnTo>
                <a:lnTo>
                  <a:pt x="124025" y="260614"/>
                </a:lnTo>
                <a:lnTo>
                  <a:pt x="131321" y="275939"/>
                </a:lnTo>
                <a:lnTo>
                  <a:pt x="138617" y="291275"/>
                </a:lnTo>
                <a:lnTo>
                  <a:pt x="145913" y="306600"/>
                </a:lnTo>
                <a:lnTo>
                  <a:pt x="153210" y="321935"/>
                </a:lnTo>
                <a:lnTo>
                  <a:pt x="160506" y="337261"/>
                </a:lnTo>
                <a:lnTo>
                  <a:pt x="167802" y="352596"/>
                </a:lnTo>
                <a:lnTo>
                  <a:pt x="175098" y="367922"/>
                </a:lnTo>
                <a:lnTo>
                  <a:pt x="182394" y="383257"/>
                </a:lnTo>
                <a:lnTo>
                  <a:pt x="189690" y="398583"/>
                </a:lnTo>
                <a:lnTo>
                  <a:pt x="196987" y="413918"/>
                </a:lnTo>
                <a:lnTo>
                  <a:pt x="204283" y="429244"/>
                </a:lnTo>
                <a:lnTo>
                  <a:pt x="211579" y="444570"/>
                </a:lnTo>
                <a:lnTo>
                  <a:pt x="218875" y="459905"/>
                </a:lnTo>
                <a:lnTo>
                  <a:pt x="226171" y="475231"/>
                </a:lnTo>
                <a:lnTo>
                  <a:pt x="233467" y="490566"/>
                </a:lnTo>
                <a:lnTo>
                  <a:pt x="240763" y="505892"/>
                </a:lnTo>
                <a:lnTo>
                  <a:pt x="248050" y="521227"/>
                </a:lnTo>
                <a:lnTo>
                  <a:pt x="253717" y="537048"/>
                </a:lnTo>
                <a:lnTo>
                  <a:pt x="264509" y="549897"/>
                </a:lnTo>
                <a:lnTo>
                  <a:pt x="279073" y="558556"/>
                </a:lnTo>
                <a:lnTo>
                  <a:pt x="294761" y="565042"/>
                </a:lnTo>
                <a:lnTo>
                  <a:pt x="310915" y="570233"/>
                </a:lnTo>
                <a:lnTo>
                  <a:pt x="327336" y="574567"/>
                </a:lnTo>
                <a:lnTo>
                  <a:pt x="343900" y="578263"/>
                </a:lnTo>
                <a:lnTo>
                  <a:pt x="360578" y="581463"/>
                </a:lnTo>
                <a:lnTo>
                  <a:pt x="377323" y="584264"/>
                </a:lnTo>
                <a:lnTo>
                  <a:pt x="394116" y="586730"/>
                </a:lnTo>
                <a:lnTo>
                  <a:pt x="410956" y="588921"/>
                </a:lnTo>
                <a:lnTo>
                  <a:pt x="427825" y="590855"/>
                </a:lnTo>
                <a:lnTo>
                  <a:pt x="444713" y="592560"/>
                </a:lnTo>
                <a:lnTo>
                  <a:pt x="461620" y="594074"/>
                </a:lnTo>
                <a:lnTo>
                  <a:pt x="478546" y="595398"/>
                </a:lnTo>
                <a:lnTo>
                  <a:pt x="495491" y="596551"/>
                </a:lnTo>
                <a:lnTo>
                  <a:pt x="512435" y="597541"/>
                </a:lnTo>
                <a:lnTo>
                  <a:pt x="529390" y="598389"/>
                </a:lnTo>
                <a:lnTo>
                  <a:pt x="546354" y="599084"/>
                </a:lnTo>
                <a:lnTo>
                  <a:pt x="563318" y="599646"/>
                </a:lnTo>
                <a:lnTo>
                  <a:pt x="580292" y="600065"/>
                </a:lnTo>
                <a:lnTo>
                  <a:pt x="597265" y="600361"/>
                </a:lnTo>
                <a:lnTo>
                  <a:pt x="614248" y="600523"/>
                </a:lnTo>
                <a:lnTo>
                  <a:pt x="631222" y="600551"/>
                </a:lnTo>
                <a:lnTo>
                  <a:pt x="648205" y="600456"/>
                </a:lnTo>
                <a:lnTo>
                  <a:pt x="665178" y="600237"/>
                </a:lnTo>
                <a:lnTo>
                  <a:pt x="682152" y="599885"/>
                </a:lnTo>
                <a:lnTo>
                  <a:pt x="699125" y="599399"/>
                </a:lnTo>
                <a:lnTo>
                  <a:pt x="716090" y="598770"/>
                </a:lnTo>
                <a:lnTo>
                  <a:pt x="733054" y="598008"/>
                </a:lnTo>
                <a:lnTo>
                  <a:pt x="749999" y="597094"/>
                </a:lnTo>
                <a:lnTo>
                  <a:pt x="766943" y="596027"/>
                </a:lnTo>
                <a:lnTo>
                  <a:pt x="783879" y="594789"/>
                </a:lnTo>
                <a:lnTo>
                  <a:pt x="800795" y="593379"/>
                </a:lnTo>
                <a:lnTo>
                  <a:pt x="817702" y="591779"/>
                </a:lnTo>
                <a:lnTo>
                  <a:pt x="834581" y="589969"/>
                </a:lnTo>
                <a:lnTo>
                  <a:pt x="851430" y="587921"/>
                </a:lnTo>
                <a:lnTo>
                  <a:pt x="868251" y="585607"/>
                </a:lnTo>
                <a:lnTo>
                  <a:pt x="885025" y="582987"/>
                </a:lnTo>
                <a:lnTo>
                  <a:pt x="901741" y="579996"/>
                </a:lnTo>
                <a:lnTo>
                  <a:pt x="918362" y="576577"/>
                </a:lnTo>
                <a:lnTo>
                  <a:pt x="934869" y="572605"/>
                </a:lnTo>
                <a:lnTo>
                  <a:pt x="951186" y="567900"/>
                </a:lnTo>
                <a:lnTo>
                  <a:pt x="967159" y="562166"/>
                </a:lnTo>
                <a:lnTo>
                  <a:pt x="982447" y="554812"/>
                </a:lnTo>
                <a:lnTo>
                  <a:pt x="995858" y="544506"/>
                </a:lnTo>
                <a:lnTo>
                  <a:pt x="1002506" y="529295"/>
                </a:lnTo>
                <a:lnTo>
                  <a:pt x="1009802" y="513959"/>
                </a:lnTo>
                <a:lnTo>
                  <a:pt x="1017099" y="498634"/>
                </a:lnTo>
                <a:lnTo>
                  <a:pt x="1024395" y="483299"/>
                </a:lnTo>
                <a:lnTo>
                  <a:pt x="1031691" y="467973"/>
                </a:lnTo>
                <a:lnTo>
                  <a:pt x="1038987" y="452638"/>
                </a:lnTo>
                <a:lnTo>
                  <a:pt x="1046283" y="437312"/>
                </a:lnTo>
                <a:lnTo>
                  <a:pt x="1053579" y="421977"/>
                </a:lnTo>
                <a:lnTo>
                  <a:pt x="1060875" y="406651"/>
                </a:lnTo>
                <a:lnTo>
                  <a:pt x="1068172" y="391316"/>
                </a:lnTo>
                <a:lnTo>
                  <a:pt x="1075468" y="375990"/>
                </a:lnTo>
                <a:lnTo>
                  <a:pt x="1082764" y="360655"/>
                </a:lnTo>
                <a:lnTo>
                  <a:pt x="1090060" y="345329"/>
                </a:lnTo>
                <a:lnTo>
                  <a:pt x="1097356" y="330003"/>
                </a:lnTo>
                <a:lnTo>
                  <a:pt x="1104652" y="314668"/>
                </a:lnTo>
                <a:lnTo>
                  <a:pt x="1111949" y="299342"/>
                </a:lnTo>
                <a:lnTo>
                  <a:pt x="1119245" y="284007"/>
                </a:lnTo>
                <a:lnTo>
                  <a:pt x="1126541" y="268681"/>
                </a:lnTo>
                <a:lnTo>
                  <a:pt x="1133837" y="253346"/>
                </a:lnTo>
                <a:lnTo>
                  <a:pt x="1141133" y="238020"/>
                </a:lnTo>
                <a:lnTo>
                  <a:pt x="1148429" y="222685"/>
                </a:lnTo>
                <a:lnTo>
                  <a:pt x="1155725" y="207359"/>
                </a:lnTo>
                <a:lnTo>
                  <a:pt x="1163012" y="192024"/>
                </a:lnTo>
                <a:lnTo>
                  <a:pt x="1170308" y="176698"/>
                </a:lnTo>
                <a:lnTo>
                  <a:pt x="1177604" y="161363"/>
                </a:lnTo>
                <a:lnTo>
                  <a:pt x="1184900" y="146037"/>
                </a:lnTo>
                <a:lnTo>
                  <a:pt x="1192197" y="130712"/>
                </a:lnTo>
                <a:lnTo>
                  <a:pt x="1199493" y="115376"/>
                </a:lnTo>
                <a:lnTo>
                  <a:pt x="1206789" y="100051"/>
                </a:lnTo>
                <a:lnTo>
                  <a:pt x="1214085" y="84715"/>
                </a:lnTo>
                <a:lnTo>
                  <a:pt x="1221381" y="69390"/>
                </a:lnTo>
                <a:lnTo>
                  <a:pt x="1228677" y="54054"/>
                </a:lnTo>
                <a:lnTo>
                  <a:pt x="1235974" y="38729"/>
                </a:lnTo>
                <a:lnTo>
                  <a:pt x="1243270" y="23393"/>
                </a:lnTo>
                <a:lnTo>
                  <a:pt x="1250566" y="8068"/>
                </a:lnTo>
                <a:lnTo>
                  <a:pt x="1251680" y="7420"/>
                </a:lnTo>
                <a:lnTo>
                  <a:pt x="1238240" y="17564"/>
                </a:lnTo>
                <a:lnTo>
                  <a:pt x="1222600" y="24146"/>
                </a:lnTo>
                <a:lnTo>
                  <a:pt x="1206379" y="29156"/>
                </a:lnTo>
                <a:lnTo>
                  <a:pt x="1189911" y="33271"/>
                </a:lnTo>
                <a:lnTo>
                  <a:pt x="1173309" y="36786"/>
                </a:lnTo>
                <a:lnTo>
                  <a:pt x="1156611" y="39862"/>
                </a:lnTo>
                <a:lnTo>
                  <a:pt x="1139857" y="42596"/>
                </a:lnTo>
                <a:lnTo>
                  <a:pt x="1123055" y="45053"/>
                </a:lnTo>
                <a:lnTo>
                  <a:pt x="1106224" y="47292"/>
                </a:lnTo>
                <a:lnTo>
                  <a:pt x="1089374" y="49330"/>
                </a:lnTo>
                <a:lnTo>
                  <a:pt x="1072496" y="51206"/>
                </a:lnTo>
                <a:lnTo>
                  <a:pt x="1055608" y="52930"/>
                </a:lnTo>
                <a:lnTo>
                  <a:pt x="1038701" y="54531"/>
                </a:lnTo>
                <a:lnTo>
                  <a:pt x="1021794" y="56007"/>
                </a:lnTo>
                <a:lnTo>
                  <a:pt x="1004868" y="57379"/>
                </a:lnTo>
                <a:lnTo>
                  <a:pt x="987943" y="58655"/>
                </a:lnTo>
                <a:lnTo>
                  <a:pt x="971007" y="59836"/>
                </a:lnTo>
                <a:lnTo>
                  <a:pt x="954062" y="60931"/>
                </a:lnTo>
                <a:lnTo>
                  <a:pt x="937117" y="61960"/>
                </a:lnTo>
                <a:lnTo>
                  <a:pt x="920163" y="62903"/>
                </a:lnTo>
                <a:lnTo>
                  <a:pt x="903208" y="63779"/>
                </a:lnTo>
                <a:lnTo>
                  <a:pt x="886254" y="64589"/>
                </a:lnTo>
                <a:lnTo>
                  <a:pt x="869290" y="65342"/>
                </a:lnTo>
                <a:lnTo>
                  <a:pt x="852326" y="66018"/>
                </a:lnTo>
                <a:lnTo>
                  <a:pt x="835362" y="66646"/>
                </a:lnTo>
                <a:lnTo>
                  <a:pt x="818388" y="67227"/>
                </a:lnTo>
                <a:lnTo>
                  <a:pt x="801424" y="67742"/>
                </a:lnTo>
                <a:lnTo>
                  <a:pt x="784450" y="68209"/>
                </a:lnTo>
                <a:lnTo>
                  <a:pt x="767477" y="68618"/>
                </a:lnTo>
                <a:lnTo>
                  <a:pt x="750503" y="68990"/>
                </a:lnTo>
                <a:lnTo>
                  <a:pt x="733530" y="69304"/>
                </a:lnTo>
                <a:lnTo>
                  <a:pt x="716556" y="69571"/>
                </a:lnTo>
                <a:lnTo>
                  <a:pt x="699573" y="69790"/>
                </a:lnTo>
                <a:lnTo>
                  <a:pt x="682600" y="69961"/>
                </a:lnTo>
                <a:lnTo>
                  <a:pt x="665626" y="70094"/>
                </a:lnTo>
                <a:lnTo>
                  <a:pt x="648643" y="70171"/>
                </a:lnTo>
                <a:lnTo>
                  <a:pt x="631669" y="70209"/>
                </a:lnTo>
                <a:lnTo>
                  <a:pt x="614696" y="70199"/>
                </a:lnTo>
                <a:lnTo>
                  <a:pt x="597713" y="70142"/>
                </a:lnTo>
                <a:lnTo>
                  <a:pt x="580739" y="70037"/>
                </a:lnTo>
                <a:lnTo>
                  <a:pt x="563756" y="69885"/>
                </a:lnTo>
                <a:lnTo>
                  <a:pt x="546783" y="69694"/>
                </a:lnTo>
                <a:lnTo>
                  <a:pt x="529809" y="69447"/>
                </a:lnTo>
                <a:lnTo>
                  <a:pt x="512836" y="69161"/>
                </a:lnTo>
                <a:lnTo>
                  <a:pt x="495862" y="68828"/>
                </a:lnTo>
                <a:lnTo>
                  <a:pt x="478888" y="68437"/>
                </a:lnTo>
                <a:lnTo>
                  <a:pt x="461915" y="67989"/>
                </a:lnTo>
                <a:lnTo>
                  <a:pt x="444941" y="67504"/>
                </a:lnTo>
                <a:lnTo>
                  <a:pt x="427977" y="66961"/>
                </a:lnTo>
                <a:lnTo>
                  <a:pt x="411004" y="66361"/>
                </a:lnTo>
                <a:lnTo>
                  <a:pt x="394040" y="65703"/>
                </a:lnTo>
                <a:lnTo>
                  <a:pt x="377076" y="64989"/>
                </a:lnTo>
                <a:lnTo>
                  <a:pt x="360121" y="64208"/>
                </a:lnTo>
                <a:lnTo>
                  <a:pt x="343157" y="63370"/>
                </a:lnTo>
                <a:lnTo>
                  <a:pt x="326212" y="62465"/>
                </a:lnTo>
                <a:lnTo>
                  <a:pt x="309258" y="61484"/>
                </a:lnTo>
                <a:lnTo>
                  <a:pt x="292313" y="60427"/>
                </a:lnTo>
                <a:lnTo>
                  <a:pt x="275377" y="59284"/>
                </a:lnTo>
                <a:lnTo>
                  <a:pt x="258442" y="58055"/>
                </a:lnTo>
                <a:lnTo>
                  <a:pt x="241516" y="56740"/>
                </a:lnTo>
                <a:lnTo>
                  <a:pt x="224599" y="55321"/>
                </a:lnTo>
                <a:lnTo>
                  <a:pt x="207693" y="53788"/>
                </a:lnTo>
                <a:lnTo>
                  <a:pt x="190795" y="52130"/>
                </a:lnTo>
                <a:lnTo>
                  <a:pt x="173907" y="50340"/>
                </a:lnTo>
                <a:lnTo>
                  <a:pt x="157048" y="48387"/>
                </a:lnTo>
                <a:lnTo>
                  <a:pt x="140198" y="46263"/>
                </a:lnTo>
                <a:lnTo>
                  <a:pt x="123387" y="43920"/>
                </a:lnTo>
                <a:lnTo>
                  <a:pt x="106604" y="41339"/>
                </a:lnTo>
                <a:lnTo>
                  <a:pt x="89878" y="38452"/>
                </a:lnTo>
                <a:lnTo>
                  <a:pt x="73219" y="35185"/>
                </a:lnTo>
                <a:lnTo>
                  <a:pt x="56664" y="31413"/>
                </a:lnTo>
                <a:lnTo>
                  <a:pt x="40291" y="26918"/>
                </a:lnTo>
                <a:lnTo>
                  <a:pt x="24279" y="21288"/>
                </a:lnTo>
                <a:lnTo>
                  <a:pt x="9258" y="134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4A049334-A7C5-4E0A-ACEB-416221D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173" y="2870921"/>
            <a:ext cx="1254395" cy="199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3F3BC5F7-BD78-4CF1-8CC6-C65A914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9911" y="860346"/>
            <a:ext cx="1638919" cy="2761164"/>
          </a:xfrm>
          <a:custGeom xmlns:a="http://schemas.openxmlformats.org/drawingml/2006/main">
            <a:pathLst>
              <a:path w="1638919" h="2761164">
                <a:moveTo>
                  <a:pt x="0" y="0"/>
                </a:moveTo>
                <a:lnTo>
                  <a:pt x="143" y="34557"/>
                </a:lnTo>
                <a:lnTo>
                  <a:pt x="10116" y="67666"/>
                </a:lnTo>
                <a:lnTo>
                  <a:pt x="20079" y="100775"/>
                </a:lnTo>
                <a:lnTo>
                  <a:pt x="30042" y="133874"/>
                </a:lnTo>
                <a:lnTo>
                  <a:pt x="40015" y="166983"/>
                </a:lnTo>
                <a:lnTo>
                  <a:pt x="49978" y="200092"/>
                </a:lnTo>
                <a:lnTo>
                  <a:pt x="59941" y="233201"/>
                </a:lnTo>
                <a:lnTo>
                  <a:pt x="69904" y="266309"/>
                </a:lnTo>
                <a:lnTo>
                  <a:pt x="79877" y="299418"/>
                </a:lnTo>
                <a:lnTo>
                  <a:pt x="89840" y="332527"/>
                </a:lnTo>
                <a:lnTo>
                  <a:pt x="99803" y="365636"/>
                </a:lnTo>
                <a:lnTo>
                  <a:pt x="109776" y="398745"/>
                </a:lnTo>
                <a:lnTo>
                  <a:pt x="119739" y="431844"/>
                </a:lnTo>
                <a:lnTo>
                  <a:pt x="129702" y="464953"/>
                </a:lnTo>
                <a:lnTo>
                  <a:pt x="139675" y="498062"/>
                </a:lnTo>
                <a:lnTo>
                  <a:pt x="149638" y="531171"/>
                </a:lnTo>
                <a:lnTo>
                  <a:pt x="159601" y="564280"/>
                </a:lnTo>
                <a:lnTo>
                  <a:pt x="169574" y="597389"/>
                </a:lnTo>
                <a:lnTo>
                  <a:pt x="179537" y="630498"/>
                </a:lnTo>
                <a:lnTo>
                  <a:pt x="189214" y="663683"/>
                </a:lnTo>
                <a:lnTo>
                  <a:pt x="197444" y="697268"/>
                </a:lnTo>
                <a:lnTo>
                  <a:pt x="205588" y="730863"/>
                </a:lnTo>
                <a:lnTo>
                  <a:pt x="213255" y="764581"/>
                </a:lnTo>
                <a:lnTo>
                  <a:pt x="220923" y="798300"/>
                </a:lnTo>
                <a:lnTo>
                  <a:pt x="228590" y="832009"/>
                </a:lnTo>
                <a:lnTo>
                  <a:pt x="236258" y="865727"/>
                </a:lnTo>
                <a:lnTo>
                  <a:pt x="243926" y="899436"/>
                </a:lnTo>
                <a:lnTo>
                  <a:pt x="251593" y="933155"/>
                </a:lnTo>
                <a:lnTo>
                  <a:pt x="259261" y="966864"/>
                </a:lnTo>
                <a:lnTo>
                  <a:pt x="266938" y="1000582"/>
                </a:lnTo>
                <a:lnTo>
                  <a:pt x="274606" y="1034301"/>
                </a:lnTo>
                <a:lnTo>
                  <a:pt x="282273" y="1068010"/>
                </a:lnTo>
                <a:lnTo>
                  <a:pt x="289941" y="1101728"/>
                </a:lnTo>
                <a:lnTo>
                  <a:pt x="297609" y="1135437"/>
                </a:lnTo>
                <a:lnTo>
                  <a:pt x="305276" y="1169156"/>
                </a:lnTo>
                <a:lnTo>
                  <a:pt x="312944" y="1202865"/>
                </a:lnTo>
                <a:lnTo>
                  <a:pt x="320611" y="1236583"/>
                </a:lnTo>
                <a:lnTo>
                  <a:pt x="328279" y="1270302"/>
                </a:lnTo>
                <a:lnTo>
                  <a:pt x="335947" y="1304011"/>
                </a:lnTo>
                <a:lnTo>
                  <a:pt x="343614" y="1337729"/>
                </a:lnTo>
                <a:lnTo>
                  <a:pt x="351025" y="1371495"/>
                </a:lnTo>
                <a:lnTo>
                  <a:pt x="358292" y="1405299"/>
                </a:lnTo>
                <a:lnTo>
                  <a:pt x="365389" y="1439142"/>
                </a:lnTo>
                <a:lnTo>
                  <a:pt x="372380" y="1473003"/>
                </a:lnTo>
                <a:lnTo>
                  <a:pt x="379371" y="1506865"/>
                </a:lnTo>
                <a:lnTo>
                  <a:pt x="386363" y="1540726"/>
                </a:lnTo>
                <a:lnTo>
                  <a:pt x="393354" y="1574587"/>
                </a:lnTo>
                <a:lnTo>
                  <a:pt x="400345" y="1608449"/>
                </a:lnTo>
                <a:lnTo>
                  <a:pt x="407327" y="1642310"/>
                </a:lnTo>
                <a:lnTo>
                  <a:pt x="414318" y="1676171"/>
                </a:lnTo>
                <a:lnTo>
                  <a:pt x="421310" y="1710033"/>
                </a:lnTo>
                <a:lnTo>
                  <a:pt x="428301" y="1743894"/>
                </a:lnTo>
                <a:lnTo>
                  <a:pt x="435293" y="1777756"/>
                </a:lnTo>
                <a:lnTo>
                  <a:pt x="442274" y="1811617"/>
                </a:lnTo>
                <a:lnTo>
                  <a:pt x="449266" y="1845478"/>
                </a:lnTo>
                <a:lnTo>
                  <a:pt x="456257" y="1879340"/>
                </a:lnTo>
                <a:lnTo>
                  <a:pt x="463248" y="1913201"/>
                </a:lnTo>
                <a:lnTo>
                  <a:pt x="470240" y="1947062"/>
                </a:lnTo>
                <a:lnTo>
                  <a:pt x="477222" y="1980924"/>
                </a:lnTo>
                <a:lnTo>
                  <a:pt x="484213" y="2014785"/>
                </a:lnTo>
                <a:lnTo>
                  <a:pt x="491166" y="2048656"/>
                </a:lnTo>
                <a:lnTo>
                  <a:pt x="497948" y="2082556"/>
                </a:lnTo>
                <a:lnTo>
                  <a:pt x="504711" y="2116465"/>
                </a:lnTo>
                <a:lnTo>
                  <a:pt x="511416" y="2150383"/>
                </a:lnTo>
                <a:lnTo>
                  <a:pt x="518112" y="2184302"/>
                </a:lnTo>
                <a:lnTo>
                  <a:pt x="520598" y="2214753"/>
                </a:lnTo>
                <a:lnTo>
                  <a:pt x="486023" y="2214753"/>
                </a:lnTo>
                <a:lnTo>
                  <a:pt x="451447" y="2214753"/>
                </a:lnTo>
                <a:lnTo>
                  <a:pt x="416871" y="2214753"/>
                </a:lnTo>
                <a:lnTo>
                  <a:pt x="382295" y="2214753"/>
                </a:lnTo>
                <a:lnTo>
                  <a:pt x="347720" y="2214753"/>
                </a:lnTo>
                <a:lnTo>
                  <a:pt x="313144" y="2214753"/>
                </a:lnTo>
                <a:lnTo>
                  <a:pt x="278568" y="2214753"/>
                </a:lnTo>
                <a:lnTo>
                  <a:pt x="271482" y="2226059"/>
                </a:lnTo>
                <a:lnTo>
                  <a:pt x="296056" y="2250386"/>
                </a:lnTo>
                <a:lnTo>
                  <a:pt x="320631" y="2274703"/>
                </a:lnTo>
                <a:lnTo>
                  <a:pt x="345205" y="2299030"/>
                </a:lnTo>
                <a:lnTo>
                  <a:pt x="369780" y="2323357"/>
                </a:lnTo>
                <a:lnTo>
                  <a:pt x="394354" y="2347674"/>
                </a:lnTo>
                <a:lnTo>
                  <a:pt x="418929" y="2372001"/>
                </a:lnTo>
                <a:lnTo>
                  <a:pt x="443503" y="2396319"/>
                </a:lnTo>
                <a:lnTo>
                  <a:pt x="468078" y="2420645"/>
                </a:lnTo>
                <a:lnTo>
                  <a:pt x="492652" y="2444972"/>
                </a:lnTo>
                <a:lnTo>
                  <a:pt x="517217" y="2469290"/>
                </a:lnTo>
                <a:lnTo>
                  <a:pt x="541792" y="2493616"/>
                </a:lnTo>
                <a:lnTo>
                  <a:pt x="566366" y="2517934"/>
                </a:lnTo>
                <a:lnTo>
                  <a:pt x="590941" y="2542261"/>
                </a:lnTo>
                <a:lnTo>
                  <a:pt x="615515" y="2566578"/>
                </a:lnTo>
                <a:lnTo>
                  <a:pt x="640090" y="2590905"/>
                </a:lnTo>
                <a:lnTo>
                  <a:pt x="664664" y="2615232"/>
                </a:lnTo>
                <a:lnTo>
                  <a:pt x="689239" y="2639549"/>
                </a:lnTo>
                <a:lnTo>
                  <a:pt x="713813" y="2663876"/>
                </a:lnTo>
                <a:lnTo>
                  <a:pt x="738388" y="2688193"/>
                </a:lnTo>
                <a:lnTo>
                  <a:pt x="762953" y="2712520"/>
                </a:lnTo>
                <a:lnTo>
                  <a:pt x="787527" y="2736837"/>
                </a:lnTo>
                <a:lnTo>
                  <a:pt x="812102" y="2761164"/>
                </a:lnTo>
                <a:lnTo>
                  <a:pt x="836676" y="2751401"/>
                </a:lnTo>
                <a:lnTo>
                  <a:pt x="861251" y="2727084"/>
                </a:lnTo>
                <a:lnTo>
                  <a:pt x="885825" y="2702757"/>
                </a:lnTo>
                <a:lnTo>
                  <a:pt x="910400" y="2678430"/>
                </a:lnTo>
                <a:lnTo>
                  <a:pt x="934974" y="2654113"/>
                </a:lnTo>
                <a:lnTo>
                  <a:pt x="959549" y="2629786"/>
                </a:lnTo>
                <a:lnTo>
                  <a:pt x="984123" y="2605469"/>
                </a:lnTo>
                <a:lnTo>
                  <a:pt x="1008688" y="2581142"/>
                </a:lnTo>
                <a:lnTo>
                  <a:pt x="1033262" y="2556824"/>
                </a:lnTo>
                <a:lnTo>
                  <a:pt x="1057837" y="2532497"/>
                </a:lnTo>
                <a:lnTo>
                  <a:pt x="1082411" y="2508171"/>
                </a:lnTo>
                <a:lnTo>
                  <a:pt x="1106986" y="2483853"/>
                </a:lnTo>
                <a:lnTo>
                  <a:pt x="1131560" y="2459526"/>
                </a:lnTo>
                <a:lnTo>
                  <a:pt x="1156135" y="2435209"/>
                </a:lnTo>
                <a:lnTo>
                  <a:pt x="1180709" y="2410882"/>
                </a:lnTo>
                <a:lnTo>
                  <a:pt x="1205284" y="2386565"/>
                </a:lnTo>
                <a:lnTo>
                  <a:pt x="1229858" y="2362238"/>
                </a:lnTo>
                <a:lnTo>
                  <a:pt x="1254423" y="2337911"/>
                </a:lnTo>
                <a:lnTo>
                  <a:pt x="1278998" y="2313594"/>
                </a:lnTo>
                <a:lnTo>
                  <a:pt x="1303572" y="2289267"/>
                </a:lnTo>
                <a:lnTo>
                  <a:pt x="1328147" y="2264950"/>
                </a:lnTo>
                <a:lnTo>
                  <a:pt x="1352721" y="2240623"/>
                </a:lnTo>
                <a:lnTo>
                  <a:pt x="1377296" y="2216296"/>
                </a:lnTo>
                <a:lnTo>
                  <a:pt x="1346473" y="2214753"/>
                </a:lnTo>
                <a:lnTo>
                  <a:pt x="1311897" y="2214753"/>
                </a:lnTo>
                <a:lnTo>
                  <a:pt x="1277322" y="2214753"/>
                </a:lnTo>
                <a:lnTo>
                  <a:pt x="1242746" y="2214753"/>
                </a:lnTo>
                <a:lnTo>
                  <a:pt x="1208170" y="2214753"/>
                </a:lnTo>
                <a:lnTo>
                  <a:pt x="1173604" y="2214753"/>
                </a:lnTo>
                <a:lnTo>
                  <a:pt x="1139028" y="2214753"/>
                </a:lnTo>
                <a:lnTo>
                  <a:pt x="1116797" y="2204609"/>
                </a:lnTo>
                <a:lnTo>
                  <a:pt x="1123493" y="2170690"/>
                </a:lnTo>
                <a:lnTo>
                  <a:pt x="1130198" y="2136772"/>
                </a:lnTo>
                <a:lnTo>
                  <a:pt x="1136914" y="2102853"/>
                </a:lnTo>
                <a:lnTo>
                  <a:pt x="1143695" y="2068954"/>
                </a:lnTo>
                <a:lnTo>
                  <a:pt x="1150515" y="2035054"/>
                </a:lnTo>
                <a:lnTo>
                  <a:pt x="1157507" y="2001193"/>
                </a:lnTo>
                <a:lnTo>
                  <a:pt x="1164498" y="1967332"/>
                </a:lnTo>
                <a:lnTo>
                  <a:pt x="1171489" y="1933470"/>
                </a:lnTo>
                <a:lnTo>
                  <a:pt x="1178481" y="1899609"/>
                </a:lnTo>
                <a:lnTo>
                  <a:pt x="1185472" y="1865747"/>
                </a:lnTo>
                <a:lnTo>
                  <a:pt x="1192454" y="1831886"/>
                </a:lnTo>
                <a:lnTo>
                  <a:pt x="1199445" y="1798025"/>
                </a:lnTo>
                <a:lnTo>
                  <a:pt x="1206437" y="1764163"/>
                </a:lnTo>
                <a:lnTo>
                  <a:pt x="1213428" y="1730302"/>
                </a:lnTo>
                <a:lnTo>
                  <a:pt x="1220419" y="1696441"/>
                </a:lnTo>
                <a:lnTo>
                  <a:pt x="1227401" y="1662579"/>
                </a:lnTo>
                <a:lnTo>
                  <a:pt x="1234392" y="1628718"/>
                </a:lnTo>
                <a:lnTo>
                  <a:pt x="1241384" y="1594856"/>
                </a:lnTo>
                <a:lnTo>
                  <a:pt x="1248375" y="1560995"/>
                </a:lnTo>
                <a:lnTo>
                  <a:pt x="1255366" y="1527134"/>
                </a:lnTo>
                <a:lnTo>
                  <a:pt x="1262348" y="1493272"/>
                </a:lnTo>
                <a:lnTo>
                  <a:pt x="1269340" y="1459411"/>
                </a:lnTo>
                <a:lnTo>
                  <a:pt x="1276331" y="1425550"/>
                </a:lnTo>
                <a:lnTo>
                  <a:pt x="1283541" y="1391736"/>
                </a:lnTo>
                <a:lnTo>
                  <a:pt x="1290809" y="1357932"/>
                </a:lnTo>
                <a:lnTo>
                  <a:pt x="1298381" y="1324194"/>
                </a:lnTo>
                <a:lnTo>
                  <a:pt x="1306049" y="1290485"/>
                </a:lnTo>
                <a:lnTo>
                  <a:pt x="1313717" y="1256767"/>
                </a:lnTo>
                <a:lnTo>
                  <a:pt x="1321384" y="1223048"/>
                </a:lnTo>
                <a:lnTo>
                  <a:pt x="1329052" y="1189339"/>
                </a:lnTo>
                <a:lnTo>
                  <a:pt x="1336719" y="1155621"/>
                </a:lnTo>
                <a:lnTo>
                  <a:pt x="1344397" y="1121912"/>
                </a:lnTo>
                <a:lnTo>
                  <a:pt x="1352064" y="1088193"/>
                </a:lnTo>
                <a:lnTo>
                  <a:pt x="1359732" y="1054484"/>
                </a:lnTo>
                <a:lnTo>
                  <a:pt x="1367399" y="1020766"/>
                </a:lnTo>
                <a:lnTo>
                  <a:pt x="1375067" y="987047"/>
                </a:lnTo>
                <a:lnTo>
                  <a:pt x="1382735" y="953338"/>
                </a:lnTo>
                <a:lnTo>
                  <a:pt x="1390402" y="919620"/>
                </a:lnTo>
                <a:lnTo>
                  <a:pt x="1398070" y="885911"/>
                </a:lnTo>
                <a:lnTo>
                  <a:pt x="1405738" y="852192"/>
                </a:lnTo>
                <a:lnTo>
                  <a:pt x="1413405" y="818483"/>
                </a:lnTo>
                <a:lnTo>
                  <a:pt x="1421073" y="784765"/>
                </a:lnTo>
                <a:lnTo>
                  <a:pt x="1428740" y="751046"/>
                </a:lnTo>
                <a:lnTo>
                  <a:pt x="1436551" y="717375"/>
                </a:lnTo>
                <a:lnTo>
                  <a:pt x="1444781" y="683790"/>
                </a:lnTo>
                <a:lnTo>
                  <a:pt x="1453420" y="650319"/>
                </a:lnTo>
                <a:lnTo>
                  <a:pt x="1463383" y="617210"/>
                </a:lnTo>
                <a:lnTo>
                  <a:pt x="1473346" y="584102"/>
                </a:lnTo>
                <a:lnTo>
                  <a:pt x="1483319" y="550993"/>
                </a:lnTo>
                <a:lnTo>
                  <a:pt x="1493282" y="517884"/>
                </a:lnTo>
                <a:lnTo>
                  <a:pt x="1503245" y="484775"/>
                </a:lnTo>
                <a:lnTo>
                  <a:pt x="1513218" y="451666"/>
                </a:lnTo>
                <a:lnTo>
                  <a:pt x="1523181" y="418567"/>
                </a:lnTo>
                <a:lnTo>
                  <a:pt x="1533144" y="385458"/>
                </a:lnTo>
                <a:lnTo>
                  <a:pt x="1543107" y="352349"/>
                </a:lnTo>
                <a:lnTo>
                  <a:pt x="1553080" y="319240"/>
                </a:lnTo>
                <a:lnTo>
                  <a:pt x="1563043" y="286131"/>
                </a:lnTo>
                <a:lnTo>
                  <a:pt x="1573006" y="253022"/>
                </a:lnTo>
                <a:lnTo>
                  <a:pt x="1582979" y="219913"/>
                </a:lnTo>
                <a:lnTo>
                  <a:pt x="1592942" y="186804"/>
                </a:lnTo>
                <a:lnTo>
                  <a:pt x="1602905" y="153695"/>
                </a:lnTo>
                <a:lnTo>
                  <a:pt x="1612878" y="120587"/>
                </a:lnTo>
                <a:lnTo>
                  <a:pt x="1622841" y="87487"/>
                </a:lnTo>
                <a:lnTo>
                  <a:pt x="1632804" y="54378"/>
                </a:lnTo>
                <a:lnTo>
                  <a:pt x="1638919" y="20698"/>
                </a:lnTo>
                <a:lnTo>
                  <a:pt x="1625041" y="0"/>
                </a:lnTo>
                <a:lnTo>
                  <a:pt x="1590465" y="0"/>
                </a:lnTo>
                <a:lnTo>
                  <a:pt x="1555890" y="0"/>
                </a:lnTo>
                <a:lnTo>
                  <a:pt x="1521314" y="0"/>
                </a:lnTo>
                <a:lnTo>
                  <a:pt x="1486738" y="0"/>
                </a:lnTo>
                <a:lnTo>
                  <a:pt x="1452162" y="0"/>
                </a:lnTo>
                <a:lnTo>
                  <a:pt x="1417596" y="0"/>
                </a:lnTo>
                <a:lnTo>
                  <a:pt x="1383020" y="0"/>
                </a:lnTo>
                <a:lnTo>
                  <a:pt x="1348445" y="0"/>
                </a:lnTo>
                <a:lnTo>
                  <a:pt x="1313869" y="0"/>
                </a:lnTo>
                <a:lnTo>
                  <a:pt x="1279293" y="0"/>
                </a:lnTo>
                <a:lnTo>
                  <a:pt x="1244717" y="0"/>
                </a:lnTo>
                <a:lnTo>
                  <a:pt x="1210142" y="0"/>
                </a:lnTo>
                <a:lnTo>
                  <a:pt x="1175566" y="0"/>
                </a:lnTo>
                <a:lnTo>
                  <a:pt x="1140990" y="0"/>
                </a:lnTo>
                <a:lnTo>
                  <a:pt x="1106414" y="0"/>
                </a:lnTo>
                <a:lnTo>
                  <a:pt x="1071839" y="0"/>
                </a:lnTo>
                <a:lnTo>
                  <a:pt x="1037263" y="0"/>
                </a:lnTo>
                <a:lnTo>
                  <a:pt x="1002687" y="0"/>
                </a:lnTo>
                <a:lnTo>
                  <a:pt x="968111" y="0"/>
                </a:lnTo>
                <a:lnTo>
                  <a:pt x="933536" y="0"/>
                </a:lnTo>
                <a:lnTo>
                  <a:pt x="898960" y="0"/>
                </a:lnTo>
                <a:lnTo>
                  <a:pt x="864384" y="0"/>
                </a:lnTo>
                <a:lnTo>
                  <a:pt x="829808" y="0"/>
                </a:lnTo>
                <a:lnTo>
                  <a:pt x="795233" y="0"/>
                </a:lnTo>
                <a:lnTo>
                  <a:pt x="760657" y="0"/>
                </a:lnTo>
                <a:lnTo>
                  <a:pt x="726081" y="0"/>
                </a:lnTo>
                <a:lnTo>
                  <a:pt x="691505" y="0"/>
                </a:lnTo>
                <a:lnTo>
                  <a:pt x="656930" y="0"/>
                </a:lnTo>
                <a:lnTo>
                  <a:pt x="622354" y="0"/>
                </a:lnTo>
                <a:lnTo>
                  <a:pt x="587778" y="0"/>
                </a:lnTo>
                <a:lnTo>
                  <a:pt x="553202" y="0"/>
                </a:lnTo>
                <a:lnTo>
                  <a:pt x="518627" y="0"/>
                </a:lnTo>
                <a:lnTo>
                  <a:pt x="484051" y="0"/>
                </a:lnTo>
                <a:lnTo>
                  <a:pt x="449485" y="0"/>
                </a:lnTo>
                <a:lnTo>
                  <a:pt x="414909" y="0"/>
                </a:lnTo>
                <a:lnTo>
                  <a:pt x="380333" y="0"/>
                </a:lnTo>
                <a:lnTo>
                  <a:pt x="345758" y="0"/>
                </a:lnTo>
                <a:lnTo>
                  <a:pt x="311182" y="0"/>
                </a:lnTo>
                <a:lnTo>
                  <a:pt x="276606" y="0"/>
                </a:lnTo>
                <a:lnTo>
                  <a:pt x="242030" y="0"/>
                </a:lnTo>
                <a:lnTo>
                  <a:pt x="207455" y="0"/>
                </a:lnTo>
                <a:lnTo>
                  <a:pt x="172879" y="0"/>
                </a:lnTo>
                <a:lnTo>
                  <a:pt x="138303" y="0"/>
                </a:lnTo>
                <a:lnTo>
                  <a:pt x="103727" y="0"/>
                </a:lnTo>
                <a:lnTo>
                  <a:pt x="69152" y="0"/>
                </a:lnTo>
                <a:lnTo>
                  <a:pt x="34576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4B9A128D-434C-46A2-BD23-70F83C0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334" y="962473"/>
            <a:ext cx="2630091" cy="487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2EC9C7D6-AC84-4B59-AF40-2F39F9F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4548" y="1654673"/>
            <a:ext cx="1949653" cy="487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29F21F26-2B2C-426C-B4BC-A6DC18B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6212" y="2346722"/>
            <a:ext cx="1386335" cy="487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B091B09C-0FAE-4561-BA22-36FE810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588" y="3038770"/>
            <a:ext cx="865584" cy="487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2E92FD2F-CE07-44A1-B16A-97E85AD0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8656" y="264023"/>
            <a:ext cx="391716" cy="391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563c3ade14360">
            <a:extLst>
              <a:ext uri="{96DAC541-7B7A-43D3-8B79-37D633B846F1}">
                <asvg:svgBlip xmlns:asvg="http://schemas.microsoft.com/office/drawing/2016/SVG/main" r:embed="Rfe4e0441791247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92481" y="387848"/>
            <a:ext cx="144066" cy="144066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5D901C00-F05B-4EB8-8C2A-776C111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090" y="85134"/>
            <a:ext cx="340671" cy="340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dc38409904444">
            <a:extLst>
              <a:ext uri="{96DAC541-7B7A-43D3-8B79-37D633B846F1}">
                <asvg:svgBlip xmlns:asvg="http://schemas.microsoft.com/office/drawing/2016/SVG/main" r:embed="Rff7fc27549d240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27915" y="208959"/>
            <a:ext cx="93021" cy="93021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60E9998-4BA1-4DBB-967A-D61D562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328" y="42567"/>
            <a:ext cx="391716" cy="391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65f1b5c6f4909">
            <a:extLst>
              <a:ext uri="{96DAC541-7B7A-43D3-8B79-37D633B846F1}">
                <asvg:svgBlip xmlns:asvg="http://schemas.microsoft.com/office/drawing/2016/SVG/main" r:embed="R2a096e050f4948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12153" y="166392"/>
            <a:ext cx="144066" cy="144066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247AD22A-4DCF-4013-94ED-0034901F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3753" y="221456"/>
            <a:ext cx="340671" cy="340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33f2f17145d1">
            <a:extLst>
              <a:ext uri="{96DAC541-7B7A-43D3-8B79-37D633B846F1}">
                <asvg:svgBlip xmlns:asvg="http://schemas.microsoft.com/office/drawing/2016/SVG/main" r:embed="R93fd1732d4024d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47578" y="345281"/>
            <a:ext cx="93021" cy="930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49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2026-09-07T13:58:45.0610000Z</dcterms:created>
  <dcterms:modified xsi:type="dcterms:W3CDTF">2026-09-07T13:58:45.0610000Z</dcterms:modified>
</coreProperties>
</file>