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7f14ec723346a3" /><Relationship Type="http://schemas.openxmlformats.org/officeDocument/2006/relationships/extended-properties" Target="/docProps/app.xml" Id="R2a93f85c7e934f07" /><Relationship Type="http://schemas.openxmlformats.org/officeDocument/2006/relationships/officeDocument" Target="/ppt/presentation.xml" Id="R9e25e60390904f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9ae3bd2b27419c"/>
  </p:sldMasterIdLst>
  <p:notesMasterIdLst>
    <p:notesMasterId xmlns:r="http://schemas.openxmlformats.org/officeDocument/2006/relationships" r:id="R50a2fbfe47304b7c"/>
  </p:notesMasterIdLst>
  <p:sldIdLst>
    <p:sldId xmlns:r="http://schemas.openxmlformats.org/officeDocument/2006/relationships" id="256" r:id="R6186c2b6485b4ec6"/>
  </p:sldIdLst>
  <p:sldSz cx="11144250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9571be8eee484c" /><Relationship Type="http://schemas.openxmlformats.org/officeDocument/2006/relationships/slideMaster" Target="/ppt/slideMasters/slideMaster1.xml" Id="Rf99ae3bd2b27419c" /><Relationship Type="http://schemas.openxmlformats.org/officeDocument/2006/relationships/notesMaster" Target="/ppt/notesMasters/notesMaster1.xml" Id="R50a2fbfe47304b7c" /><Relationship Type="http://schemas.openxmlformats.org/officeDocument/2006/relationships/presProps" Target="/ppt/presProps.xml" Id="R0d682e7c51c640bb" /><Relationship Type="http://schemas.openxmlformats.org/officeDocument/2006/relationships/tableStyles" Target="/ppt/tableStyles.xml" Id="R2f7d5c00559d47d2" /><Relationship Type="http://schemas.openxmlformats.org/officeDocument/2006/relationships/slide" Target="/ppt/slides/slide1.xml" Id="R6186c2b6485b4e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58a705757048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86c49aa9684481" /><Relationship Type="http://schemas.openxmlformats.org/officeDocument/2006/relationships/notesMaster" Target="/ppt/notesMasters/notesMaster1.xml" Id="Rf3b06cb188994e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5218d669b4f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fb8b4bd938471b" /><Relationship Type="http://schemas.openxmlformats.org/officeDocument/2006/relationships/slideLayout" Target="/ppt/slideLayouts/slideLayout1.xml" Id="Rc2a97aa2ccad4d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a97aa2ccad4d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a89a11cbd4bd7" /><Relationship Type="http://schemas.openxmlformats.org/officeDocument/2006/relationships/image" Target="/ppt/media/image.png" Id="R3584f0abb84849d7" /><Relationship Type="http://schemas.openxmlformats.org/officeDocument/2006/relationships/image" Target="/ppt/media/image.svg" Id="R5b723bcbc0fc489a" /><Relationship Type="http://schemas.openxmlformats.org/officeDocument/2006/relationships/image" Target="/ppt/media/image2.png" Id="Rf417fe9185d740fd" /><Relationship Type="http://schemas.openxmlformats.org/officeDocument/2006/relationships/image" Target="/ppt/media/image2.svg" Id="R84b1dce2175c4a1e" /><Relationship Type="http://schemas.openxmlformats.org/officeDocument/2006/relationships/image" Target="/ppt/media/image3.png" Id="R2ee601c0030b47ec" /><Relationship Type="http://schemas.openxmlformats.org/officeDocument/2006/relationships/image" Target="/ppt/media/image3.svg" Id="R002eefd2dcd0456e" /><Relationship Type="http://schemas.openxmlformats.org/officeDocument/2006/relationships/image" Target="/ppt/media/image4.png" Id="R2830ab1004a64044" /><Relationship Type="http://schemas.openxmlformats.org/officeDocument/2006/relationships/image" Target="/ppt/media/image4.svg" Id="R427a97007e754fe7" /><Relationship Type="http://schemas.openxmlformats.org/officeDocument/2006/relationships/image" Target="/ppt/media/image5.png" Id="R3c38ba2d986548c2" /><Relationship Type="http://schemas.openxmlformats.org/officeDocument/2006/relationships/image" Target="/ppt/media/image5.svg" Id="R32f5e8d897a3433a" /><Relationship Type="http://schemas.openxmlformats.org/officeDocument/2006/relationships/image" Target="/ppt/media/image6.png" Id="R1da0721f53de4e45" /><Relationship Type="http://schemas.openxmlformats.org/officeDocument/2006/relationships/image" Target="/ppt/media/image6.svg" Id="R77f69258a2fb4cc8" /><Relationship Type="http://schemas.openxmlformats.org/officeDocument/2006/relationships/image" Target="/ppt/media/image7.png" Id="R00ce6a05dc00478b" /><Relationship Type="http://schemas.openxmlformats.org/officeDocument/2006/relationships/image" Target="/ppt/media/image7.svg" Id="Rda09f20b656f45f9" /><Relationship Type="http://schemas.openxmlformats.org/officeDocument/2006/relationships/image" Target="/ppt/media/image8.png" Id="R8dc53ca6d08b4355" /><Relationship Type="http://schemas.openxmlformats.org/officeDocument/2006/relationships/image" Target="/ppt/media/image8.svg" Id="R209486e82bcc4e0e" /><Relationship Type="http://schemas.openxmlformats.org/officeDocument/2006/relationships/notesSlide" Target="/ppt/notesSlides/notesSlide1.xml" Id="R09c6ec36b4a94b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B49DB20D-DECA-42F0-A04B-F3477EAE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610" y="1732407"/>
            <a:ext cx="2610441" cy="526771"/>
          </a:xfrm>
          <a:custGeom xmlns:a="http://schemas.openxmlformats.org/drawingml/2006/main">
            <a:pathLst>
              <a:path w="2610441" h="526771">
                <a:moveTo>
                  <a:pt x="2609640" y="0"/>
                </a:moveTo>
                <a:lnTo>
                  <a:pt x="2610441" y="19402"/>
                </a:lnTo>
                <a:lnTo>
                  <a:pt x="2610088" y="38805"/>
                </a:lnTo>
                <a:lnTo>
                  <a:pt x="2608821" y="58188"/>
                </a:lnTo>
                <a:lnTo>
                  <a:pt x="2606716" y="77534"/>
                </a:lnTo>
                <a:lnTo>
                  <a:pt x="2603802" y="96822"/>
                </a:lnTo>
                <a:lnTo>
                  <a:pt x="2600087" y="116024"/>
                </a:lnTo>
                <a:lnTo>
                  <a:pt x="2595572" y="135131"/>
                </a:lnTo>
                <a:lnTo>
                  <a:pt x="2590229" y="154115"/>
                </a:lnTo>
                <a:lnTo>
                  <a:pt x="2584066" y="172945"/>
                </a:lnTo>
                <a:lnTo>
                  <a:pt x="2577055" y="191614"/>
                </a:lnTo>
                <a:lnTo>
                  <a:pt x="2569178" y="210083"/>
                </a:lnTo>
                <a:lnTo>
                  <a:pt x="2560415" y="228314"/>
                </a:lnTo>
                <a:lnTo>
                  <a:pt x="2550757" y="246288"/>
                </a:lnTo>
                <a:lnTo>
                  <a:pt x="2540175" y="263957"/>
                </a:lnTo>
                <a:lnTo>
                  <a:pt x="2528668" y="281292"/>
                </a:lnTo>
                <a:lnTo>
                  <a:pt x="2516219" y="298247"/>
                </a:lnTo>
                <a:lnTo>
                  <a:pt x="2502818" y="314773"/>
                </a:lnTo>
                <a:lnTo>
                  <a:pt x="2488482" y="330841"/>
                </a:lnTo>
                <a:lnTo>
                  <a:pt x="2473195" y="346405"/>
                </a:lnTo>
                <a:lnTo>
                  <a:pt x="2456993" y="361417"/>
                </a:lnTo>
                <a:lnTo>
                  <a:pt x="2439876" y="375837"/>
                </a:lnTo>
                <a:lnTo>
                  <a:pt x="2421903" y="389639"/>
                </a:lnTo>
                <a:lnTo>
                  <a:pt x="2403081" y="402774"/>
                </a:lnTo>
                <a:lnTo>
                  <a:pt x="2383469" y="415233"/>
                </a:lnTo>
                <a:lnTo>
                  <a:pt x="2363124" y="426977"/>
                </a:lnTo>
                <a:lnTo>
                  <a:pt x="2342074" y="437998"/>
                </a:lnTo>
                <a:lnTo>
                  <a:pt x="2320395" y="448294"/>
                </a:lnTo>
                <a:lnTo>
                  <a:pt x="2298144" y="457848"/>
                </a:lnTo>
                <a:lnTo>
                  <a:pt x="2275370" y="466668"/>
                </a:lnTo>
                <a:lnTo>
                  <a:pt x="2252129" y="474764"/>
                </a:lnTo>
                <a:lnTo>
                  <a:pt x="2228479" y="482146"/>
                </a:lnTo>
                <a:lnTo>
                  <a:pt x="2204476" y="488833"/>
                </a:lnTo>
                <a:lnTo>
                  <a:pt x="2180168" y="494843"/>
                </a:lnTo>
                <a:lnTo>
                  <a:pt x="2155584" y="500196"/>
                </a:lnTo>
                <a:lnTo>
                  <a:pt x="2130790" y="504920"/>
                </a:lnTo>
                <a:lnTo>
                  <a:pt x="2105797" y="509035"/>
                </a:lnTo>
                <a:lnTo>
                  <a:pt x="2080660" y="512569"/>
                </a:lnTo>
                <a:lnTo>
                  <a:pt x="2055390" y="515541"/>
                </a:lnTo>
                <a:lnTo>
                  <a:pt x="2030025" y="517998"/>
                </a:lnTo>
                <a:lnTo>
                  <a:pt x="2004584" y="519941"/>
                </a:lnTo>
                <a:lnTo>
                  <a:pt x="1979085" y="521389"/>
                </a:lnTo>
                <a:lnTo>
                  <a:pt x="1953530" y="522075"/>
                </a:lnTo>
                <a:lnTo>
                  <a:pt x="1927965" y="522532"/>
                </a:lnTo>
                <a:lnTo>
                  <a:pt x="1902400" y="522894"/>
                </a:lnTo>
                <a:lnTo>
                  <a:pt x="1876835" y="523199"/>
                </a:lnTo>
                <a:lnTo>
                  <a:pt x="1851269" y="523465"/>
                </a:lnTo>
                <a:lnTo>
                  <a:pt x="1825704" y="523713"/>
                </a:lnTo>
                <a:lnTo>
                  <a:pt x="1800130" y="523932"/>
                </a:lnTo>
                <a:lnTo>
                  <a:pt x="1774565" y="524142"/>
                </a:lnTo>
                <a:lnTo>
                  <a:pt x="1748990" y="524323"/>
                </a:lnTo>
                <a:lnTo>
                  <a:pt x="1723425" y="524504"/>
                </a:lnTo>
                <a:lnTo>
                  <a:pt x="1697860" y="524666"/>
                </a:lnTo>
                <a:lnTo>
                  <a:pt x="1672285" y="524818"/>
                </a:lnTo>
                <a:lnTo>
                  <a:pt x="1646720" y="524970"/>
                </a:lnTo>
                <a:lnTo>
                  <a:pt x="1621145" y="525104"/>
                </a:lnTo>
                <a:lnTo>
                  <a:pt x="1595580" y="525237"/>
                </a:lnTo>
                <a:lnTo>
                  <a:pt x="1570006" y="525361"/>
                </a:lnTo>
                <a:lnTo>
                  <a:pt x="1544441" y="525475"/>
                </a:lnTo>
                <a:lnTo>
                  <a:pt x="1518866" y="525590"/>
                </a:lnTo>
                <a:lnTo>
                  <a:pt x="1493301" y="525694"/>
                </a:lnTo>
                <a:lnTo>
                  <a:pt x="1467726" y="525790"/>
                </a:lnTo>
                <a:lnTo>
                  <a:pt x="1442161" y="525885"/>
                </a:lnTo>
                <a:lnTo>
                  <a:pt x="1416587" y="525971"/>
                </a:lnTo>
                <a:lnTo>
                  <a:pt x="1391021" y="526047"/>
                </a:lnTo>
                <a:lnTo>
                  <a:pt x="1365447" y="526132"/>
                </a:lnTo>
                <a:lnTo>
                  <a:pt x="1339882" y="526199"/>
                </a:lnTo>
                <a:lnTo>
                  <a:pt x="1314307" y="526266"/>
                </a:lnTo>
                <a:lnTo>
                  <a:pt x="1288733" y="526332"/>
                </a:lnTo>
                <a:lnTo>
                  <a:pt x="1263167" y="526399"/>
                </a:lnTo>
                <a:lnTo>
                  <a:pt x="1237593" y="526447"/>
                </a:lnTo>
                <a:lnTo>
                  <a:pt x="1212028" y="526494"/>
                </a:lnTo>
                <a:lnTo>
                  <a:pt x="1186453" y="526552"/>
                </a:lnTo>
                <a:lnTo>
                  <a:pt x="1160888" y="526590"/>
                </a:lnTo>
                <a:lnTo>
                  <a:pt x="1135313" y="526618"/>
                </a:lnTo>
                <a:lnTo>
                  <a:pt x="1109748" y="526656"/>
                </a:lnTo>
                <a:lnTo>
                  <a:pt x="1084174" y="526685"/>
                </a:lnTo>
                <a:lnTo>
                  <a:pt x="1058609" y="526704"/>
                </a:lnTo>
                <a:lnTo>
                  <a:pt x="1033034" y="526733"/>
                </a:lnTo>
                <a:lnTo>
                  <a:pt x="1007469" y="526752"/>
                </a:lnTo>
                <a:lnTo>
                  <a:pt x="981894" y="526761"/>
                </a:lnTo>
                <a:lnTo>
                  <a:pt x="956329" y="526761"/>
                </a:lnTo>
                <a:lnTo>
                  <a:pt x="930754" y="526771"/>
                </a:lnTo>
                <a:lnTo>
                  <a:pt x="905180" y="526771"/>
                </a:lnTo>
                <a:lnTo>
                  <a:pt x="879615" y="526752"/>
                </a:lnTo>
                <a:lnTo>
                  <a:pt x="854040" y="526742"/>
                </a:lnTo>
                <a:lnTo>
                  <a:pt x="828475" y="526733"/>
                </a:lnTo>
                <a:lnTo>
                  <a:pt x="802900" y="526704"/>
                </a:lnTo>
                <a:lnTo>
                  <a:pt x="777335" y="526675"/>
                </a:lnTo>
                <a:lnTo>
                  <a:pt x="751761" y="526656"/>
                </a:lnTo>
                <a:lnTo>
                  <a:pt x="726196" y="526609"/>
                </a:lnTo>
                <a:lnTo>
                  <a:pt x="700621" y="526561"/>
                </a:lnTo>
                <a:lnTo>
                  <a:pt x="675056" y="526523"/>
                </a:lnTo>
                <a:lnTo>
                  <a:pt x="649481" y="526466"/>
                </a:lnTo>
                <a:lnTo>
                  <a:pt x="623916" y="526399"/>
                </a:lnTo>
                <a:lnTo>
                  <a:pt x="598341" y="526332"/>
                </a:lnTo>
                <a:lnTo>
                  <a:pt x="572767" y="526256"/>
                </a:lnTo>
                <a:lnTo>
                  <a:pt x="547202" y="526171"/>
                </a:lnTo>
                <a:lnTo>
                  <a:pt x="521627" y="526075"/>
                </a:lnTo>
                <a:lnTo>
                  <a:pt x="496062" y="525990"/>
                </a:lnTo>
                <a:lnTo>
                  <a:pt x="470487" y="525875"/>
                </a:lnTo>
                <a:lnTo>
                  <a:pt x="444922" y="525761"/>
                </a:lnTo>
                <a:lnTo>
                  <a:pt x="419348" y="525628"/>
                </a:lnTo>
                <a:lnTo>
                  <a:pt x="393783" y="525494"/>
                </a:lnTo>
                <a:lnTo>
                  <a:pt x="368208" y="525342"/>
                </a:lnTo>
                <a:lnTo>
                  <a:pt x="342643" y="525170"/>
                </a:lnTo>
                <a:lnTo>
                  <a:pt x="317078" y="524999"/>
                </a:lnTo>
                <a:lnTo>
                  <a:pt x="291503" y="524799"/>
                </a:lnTo>
                <a:lnTo>
                  <a:pt x="265938" y="524580"/>
                </a:lnTo>
                <a:lnTo>
                  <a:pt x="240363" y="524342"/>
                </a:lnTo>
                <a:lnTo>
                  <a:pt x="214798" y="524085"/>
                </a:lnTo>
                <a:lnTo>
                  <a:pt x="189233" y="523789"/>
                </a:lnTo>
                <a:lnTo>
                  <a:pt x="163668" y="523465"/>
                </a:lnTo>
                <a:lnTo>
                  <a:pt x="138103" y="523103"/>
                </a:lnTo>
                <a:lnTo>
                  <a:pt x="112538" y="522684"/>
                </a:lnTo>
                <a:lnTo>
                  <a:pt x="86973" y="522189"/>
                </a:lnTo>
                <a:lnTo>
                  <a:pt x="61417" y="521579"/>
                </a:lnTo>
                <a:lnTo>
                  <a:pt x="35871" y="520789"/>
                </a:lnTo>
                <a:lnTo>
                  <a:pt x="10354" y="519522"/>
                </a:lnTo>
                <a:lnTo>
                  <a:pt x="4743" y="503749"/>
                </a:lnTo>
                <a:lnTo>
                  <a:pt x="4401" y="484337"/>
                </a:lnTo>
                <a:lnTo>
                  <a:pt x="4067" y="464925"/>
                </a:lnTo>
                <a:lnTo>
                  <a:pt x="3724" y="445522"/>
                </a:lnTo>
                <a:lnTo>
                  <a:pt x="3391" y="426110"/>
                </a:lnTo>
                <a:lnTo>
                  <a:pt x="3048" y="406698"/>
                </a:lnTo>
                <a:lnTo>
                  <a:pt x="2705" y="387296"/>
                </a:lnTo>
                <a:lnTo>
                  <a:pt x="2372" y="367884"/>
                </a:lnTo>
                <a:lnTo>
                  <a:pt x="2029" y="348472"/>
                </a:lnTo>
                <a:lnTo>
                  <a:pt x="1695" y="329060"/>
                </a:lnTo>
                <a:lnTo>
                  <a:pt x="1353" y="309658"/>
                </a:lnTo>
                <a:lnTo>
                  <a:pt x="1019" y="290246"/>
                </a:lnTo>
                <a:lnTo>
                  <a:pt x="676" y="270834"/>
                </a:lnTo>
                <a:lnTo>
                  <a:pt x="343" y="251422"/>
                </a:lnTo>
                <a:lnTo>
                  <a:pt x="0" y="232019"/>
                </a:lnTo>
                <a:lnTo>
                  <a:pt x="9382" y="219323"/>
                </a:lnTo>
                <a:lnTo>
                  <a:pt x="34881" y="217913"/>
                </a:lnTo>
                <a:lnTo>
                  <a:pt x="60408" y="216722"/>
                </a:lnTo>
                <a:lnTo>
                  <a:pt x="85944" y="215732"/>
                </a:lnTo>
                <a:lnTo>
                  <a:pt x="111490" y="214922"/>
                </a:lnTo>
                <a:lnTo>
                  <a:pt x="137046" y="214274"/>
                </a:lnTo>
                <a:lnTo>
                  <a:pt x="162611" y="213770"/>
                </a:lnTo>
                <a:lnTo>
                  <a:pt x="188176" y="213398"/>
                </a:lnTo>
                <a:lnTo>
                  <a:pt x="213741" y="213150"/>
                </a:lnTo>
                <a:lnTo>
                  <a:pt x="239316" y="213008"/>
                </a:lnTo>
                <a:lnTo>
                  <a:pt x="264881" y="212969"/>
                </a:lnTo>
                <a:lnTo>
                  <a:pt x="290455" y="213027"/>
                </a:lnTo>
                <a:lnTo>
                  <a:pt x="316020" y="213170"/>
                </a:lnTo>
                <a:lnTo>
                  <a:pt x="341586" y="213379"/>
                </a:lnTo>
                <a:lnTo>
                  <a:pt x="367160" y="213674"/>
                </a:lnTo>
                <a:lnTo>
                  <a:pt x="392725" y="214036"/>
                </a:lnTo>
                <a:lnTo>
                  <a:pt x="418290" y="214455"/>
                </a:lnTo>
                <a:lnTo>
                  <a:pt x="443846" y="214932"/>
                </a:lnTo>
                <a:lnTo>
                  <a:pt x="469411" y="215465"/>
                </a:lnTo>
                <a:lnTo>
                  <a:pt x="494967" y="216046"/>
                </a:lnTo>
                <a:lnTo>
                  <a:pt x="520522" y="216675"/>
                </a:lnTo>
                <a:lnTo>
                  <a:pt x="546078" y="217351"/>
                </a:lnTo>
                <a:lnTo>
                  <a:pt x="571633" y="218056"/>
                </a:lnTo>
                <a:lnTo>
                  <a:pt x="597189" y="218799"/>
                </a:lnTo>
                <a:lnTo>
                  <a:pt x="622735" y="219580"/>
                </a:lnTo>
                <a:lnTo>
                  <a:pt x="648281" y="220389"/>
                </a:lnTo>
                <a:lnTo>
                  <a:pt x="673827" y="221228"/>
                </a:lnTo>
                <a:lnTo>
                  <a:pt x="699373" y="222094"/>
                </a:lnTo>
                <a:lnTo>
                  <a:pt x="724919" y="222980"/>
                </a:lnTo>
                <a:lnTo>
                  <a:pt x="750465" y="223895"/>
                </a:lnTo>
                <a:lnTo>
                  <a:pt x="776002" y="224819"/>
                </a:lnTo>
                <a:lnTo>
                  <a:pt x="801538" y="225762"/>
                </a:lnTo>
                <a:lnTo>
                  <a:pt x="827084" y="226724"/>
                </a:lnTo>
                <a:lnTo>
                  <a:pt x="852621" y="227695"/>
                </a:lnTo>
                <a:lnTo>
                  <a:pt x="878157" y="228676"/>
                </a:lnTo>
                <a:lnTo>
                  <a:pt x="903694" y="229667"/>
                </a:lnTo>
                <a:lnTo>
                  <a:pt x="929230" y="230667"/>
                </a:lnTo>
                <a:lnTo>
                  <a:pt x="954767" y="231667"/>
                </a:lnTo>
                <a:lnTo>
                  <a:pt x="980303" y="232677"/>
                </a:lnTo>
                <a:lnTo>
                  <a:pt x="1005840" y="233686"/>
                </a:lnTo>
                <a:lnTo>
                  <a:pt x="1031377" y="234686"/>
                </a:lnTo>
                <a:lnTo>
                  <a:pt x="1056913" y="235687"/>
                </a:lnTo>
                <a:lnTo>
                  <a:pt x="1082450" y="236687"/>
                </a:lnTo>
                <a:lnTo>
                  <a:pt x="1107986" y="237687"/>
                </a:lnTo>
                <a:lnTo>
                  <a:pt x="1133523" y="238677"/>
                </a:lnTo>
                <a:lnTo>
                  <a:pt x="1159059" y="239659"/>
                </a:lnTo>
                <a:lnTo>
                  <a:pt x="1184596" y="240621"/>
                </a:lnTo>
                <a:lnTo>
                  <a:pt x="1210132" y="241583"/>
                </a:lnTo>
                <a:lnTo>
                  <a:pt x="1235678" y="242516"/>
                </a:lnTo>
                <a:lnTo>
                  <a:pt x="1261215" y="243440"/>
                </a:lnTo>
                <a:lnTo>
                  <a:pt x="1286761" y="244335"/>
                </a:lnTo>
                <a:lnTo>
                  <a:pt x="1312307" y="245212"/>
                </a:lnTo>
                <a:lnTo>
                  <a:pt x="1337853" y="246069"/>
                </a:lnTo>
                <a:lnTo>
                  <a:pt x="1363399" y="246888"/>
                </a:lnTo>
                <a:lnTo>
                  <a:pt x="1388945" y="247688"/>
                </a:lnTo>
                <a:lnTo>
                  <a:pt x="1414501" y="248450"/>
                </a:lnTo>
                <a:lnTo>
                  <a:pt x="1440047" y="249184"/>
                </a:lnTo>
                <a:lnTo>
                  <a:pt x="1465602" y="249869"/>
                </a:lnTo>
                <a:lnTo>
                  <a:pt x="1491158" y="250517"/>
                </a:lnTo>
                <a:lnTo>
                  <a:pt x="1516713" y="251117"/>
                </a:lnTo>
                <a:lnTo>
                  <a:pt x="1542278" y="251670"/>
                </a:lnTo>
                <a:lnTo>
                  <a:pt x="1567834" y="252174"/>
                </a:lnTo>
                <a:lnTo>
                  <a:pt x="1593399" y="252622"/>
                </a:lnTo>
                <a:lnTo>
                  <a:pt x="1618964" y="253003"/>
                </a:lnTo>
                <a:lnTo>
                  <a:pt x="1644529" y="253317"/>
                </a:lnTo>
                <a:lnTo>
                  <a:pt x="1670104" y="253556"/>
                </a:lnTo>
                <a:lnTo>
                  <a:pt x="1695669" y="253717"/>
                </a:lnTo>
                <a:lnTo>
                  <a:pt x="1721244" y="253794"/>
                </a:lnTo>
                <a:lnTo>
                  <a:pt x="1746809" y="253775"/>
                </a:lnTo>
                <a:lnTo>
                  <a:pt x="1772383" y="253651"/>
                </a:lnTo>
                <a:lnTo>
                  <a:pt x="1797949" y="253413"/>
                </a:lnTo>
                <a:lnTo>
                  <a:pt x="1823514" y="253060"/>
                </a:lnTo>
                <a:lnTo>
                  <a:pt x="1849079" y="252565"/>
                </a:lnTo>
                <a:lnTo>
                  <a:pt x="1874634" y="251917"/>
                </a:lnTo>
                <a:lnTo>
                  <a:pt x="1900180" y="251108"/>
                </a:lnTo>
                <a:lnTo>
                  <a:pt x="1925717" y="250107"/>
                </a:lnTo>
                <a:lnTo>
                  <a:pt x="1951234" y="248907"/>
                </a:lnTo>
                <a:lnTo>
                  <a:pt x="1976742" y="247460"/>
                </a:lnTo>
                <a:lnTo>
                  <a:pt x="2002212" y="245745"/>
                </a:lnTo>
                <a:lnTo>
                  <a:pt x="2027634" y="243716"/>
                </a:lnTo>
                <a:lnTo>
                  <a:pt x="2053019" y="241335"/>
                </a:lnTo>
                <a:lnTo>
                  <a:pt x="2078307" y="238516"/>
                </a:lnTo>
                <a:lnTo>
                  <a:pt x="2103501" y="235172"/>
                </a:lnTo>
                <a:lnTo>
                  <a:pt x="2128533" y="231210"/>
                </a:lnTo>
                <a:lnTo>
                  <a:pt x="2153317" y="226447"/>
                </a:lnTo>
                <a:lnTo>
                  <a:pt x="2177720" y="220656"/>
                </a:lnTo>
                <a:lnTo>
                  <a:pt x="2201466" y="213474"/>
                </a:lnTo>
                <a:lnTo>
                  <a:pt x="2224021" y="204368"/>
                </a:lnTo>
                <a:lnTo>
                  <a:pt x="2244176" y="192481"/>
                </a:lnTo>
                <a:lnTo>
                  <a:pt x="2259235" y="176917"/>
                </a:lnTo>
                <a:lnTo>
                  <a:pt x="2265302" y="158201"/>
                </a:lnTo>
                <a:lnTo>
                  <a:pt x="2282447" y="148476"/>
                </a:lnTo>
                <a:lnTo>
                  <a:pt x="2306507" y="141923"/>
                </a:lnTo>
                <a:lnTo>
                  <a:pt x="2330244" y="134712"/>
                </a:lnTo>
                <a:lnTo>
                  <a:pt x="2353675" y="126940"/>
                </a:lnTo>
                <a:lnTo>
                  <a:pt x="2376802" y="118662"/>
                </a:lnTo>
                <a:lnTo>
                  <a:pt x="2399633" y="109909"/>
                </a:lnTo>
                <a:lnTo>
                  <a:pt x="2422150" y="100717"/>
                </a:lnTo>
                <a:lnTo>
                  <a:pt x="2444353" y="91088"/>
                </a:lnTo>
                <a:lnTo>
                  <a:pt x="2466232" y="81048"/>
                </a:lnTo>
                <a:lnTo>
                  <a:pt x="2487787" y="70609"/>
                </a:lnTo>
                <a:lnTo>
                  <a:pt x="2508999" y="59769"/>
                </a:lnTo>
                <a:lnTo>
                  <a:pt x="2529869" y="48549"/>
                </a:lnTo>
                <a:lnTo>
                  <a:pt x="2550366" y="36947"/>
                </a:lnTo>
                <a:lnTo>
                  <a:pt x="2570502" y="24984"/>
                </a:lnTo>
                <a:lnTo>
                  <a:pt x="2590267" y="12668"/>
                </a:lnTo>
                <a:lnTo>
                  <a:pt x="2609640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CF610BFD-0B79-45B8-840E-98DBFF97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" y="276225"/>
            <a:ext cx="2609850" cy="1981200"/>
          </a:xfrm>
          <a:custGeom xmlns:a="http://schemas.openxmlformats.org/drawingml/2006/main">
            <a:pathLst>
              <a:path w="2609850" h="1981200">
                <a:moveTo>
                  <a:pt x="0" y="1981200"/>
                </a:moveTo>
                <a:lnTo>
                  <a:pt x="41900" y="1981200"/>
                </a:lnTo>
                <a:lnTo>
                  <a:pt x="83810" y="1981200"/>
                </a:lnTo>
                <a:lnTo>
                  <a:pt x="125711" y="1981200"/>
                </a:lnTo>
                <a:lnTo>
                  <a:pt x="167611" y="1981200"/>
                </a:lnTo>
                <a:lnTo>
                  <a:pt x="209521" y="1981200"/>
                </a:lnTo>
                <a:lnTo>
                  <a:pt x="251422" y="1981200"/>
                </a:lnTo>
                <a:lnTo>
                  <a:pt x="293332" y="1981200"/>
                </a:lnTo>
                <a:lnTo>
                  <a:pt x="335232" y="1981200"/>
                </a:lnTo>
                <a:lnTo>
                  <a:pt x="377133" y="1981200"/>
                </a:lnTo>
                <a:lnTo>
                  <a:pt x="419043" y="1981200"/>
                </a:lnTo>
                <a:lnTo>
                  <a:pt x="460943" y="1981200"/>
                </a:lnTo>
                <a:lnTo>
                  <a:pt x="502844" y="1981200"/>
                </a:lnTo>
                <a:lnTo>
                  <a:pt x="544754" y="1981200"/>
                </a:lnTo>
                <a:lnTo>
                  <a:pt x="586654" y="1981200"/>
                </a:lnTo>
                <a:lnTo>
                  <a:pt x="628555" y="1981200"/>
                </a:lnTo>
                <a:lnTo>
                  <a:pt x="670465" y="1981200"/>
                </a:lnTo>
                <a:lnTo>
                  <a:pt x="712365" y="1981200"/>
                </a:lnTo>
                <a:lnTo>
                  <a:pt x="754275" y="1981200"/>
                </a:lnTo>
                <a:lnTo>
                  <a:pt x="796176" y="1981200"/>
                </a:lnTo>
                <a:lnTo>
                  <a:pt x="838076" y="1981200"/>
                </a:lnTo>
                <a:lnTo>
                  <a:pt x="879986" y="1981200"/>
                </a:lnTo>
                <a:lnTo>
                  <a:pt x="921887" y="1981200"/>
                </a:lnTo>
                <a:lnTo>
                  <a:pt x="963787" y="1981200"/>
                </a:lnTo>
                <a:lnTo>
                  <a:pt x="1005697" y="1981200"/>
                </a:lnTo>
                <a:lnTo>
                  <a:pt x="1047598" y="1981200"/>
                </a:lnTo>
                <a:lnTo>
                  <a:pt x="1089508" y="1981200"/>
                </a:lnTo>
                <a:lnTo>
                  <a:pt x="1131408" y="1981200"/>
                </a:lnTo>
                <a:lnTo>
                  <a:pt x="1173309" y="1981200"/>
                </a:lnTo>
                <a:lnTo>
                  <a:pt x="1215219" y="1981200"/>
                </a:lnTo>
                <a:lnTo>
                  <a:pt x="1257119" y="1981200"/>
                </a:lnTo>
                <a:lnTo>
                  <a:pt x="1299020" y="1981200"/>
                </a:lnTo>
                <a:lnTo>
                  <a:pt x="1340930" y="1981200"/>
                </a:lnTo>
                <a:lnTo>
                  <a:pt x="1382830" y="1981200"/>
                </a:lnTo>
                <a:lnTo>
                  <a:pt x="1424730" y="1981200"/>
                </a:lnTo>
                <a:lnTo>
                  <a:pt x="1466640" y="1981200"/>
                </a:lnTo>
                <a:lnTo>
                  <a:pt x="1508541" y="1981200"/>
                </a:lnTo>
                <a:lnTo>
                  <a:pt x="1550451" y="1981200"/>
                </a:lnTo>
                <a:lnTo>
                  <a:pt x="1592351" y="1981200"/>
                </a:lnTo>
                <a:lnTo>
                  <a:pt x="1634252" y="1981200"/>
                </a:lnTo>
                <a:lnTo>
                  <a:pt x="1676162" y="1981200"/>
                </a:lnTo>
                <a:lnTo>
                  <a:pt x="1718062" y="1981200"/>
                </a:lnTo>
                <a:lnTo>
                  <a:pt x="1759553" y="1977619"/>
                </a:lnTo>
                <a:lnTo>
                  <a:pt x="1800806" y="1972056"/>
                </a:lnTo>
                <a:lnTo>
                  <a:pt x="1842068" y="1966503"/>
                </a:lnTo>
                <a:lnTo>
                  <a:pt x="1883331" y="1960940"/>
                </a:lnTo>
                <a:lnTo>
                  <a:pt x="1924593" y="1955387"/>
                </a:lnTo>
                <a:lnTo>
                  <a:pt x="1965846" y="1949834"/>
                </a:lnTo>
                <a:lnTo>
                  <a:pt x="2007108" y="1944272"/>
                </a:lnTo>
                <a:lnTo>
                  <a:pt x="2048370" y="1938719"/>
                </a:lnTo>
                <a:lnTo>
                  <a:pt x="2079860" y="1919259"/>
                </a:lnTo>
                <a:lnTo>
                  <a:pt x="2108940" y="1896351"/>
                </a:lnTo>
                <a:lnTo>
                  <a:pt x="2138020" y="1873444"/>
                </a:lnTo>
                <a:lnTo>
                  <a:pt x="2167099" y="1850536"/>
                </a:lnTo>
                <a:lnTo>
                  <a:pt x="2196170" y="1827628"/>
                </a:lnTo>
                <a:lnTo>
                  <a:pt x="2225250" y="1804730"/>
                </a:lnTo>
                <a:lnTo>
                  <a:pt x="2254329" y="1781823"/>
                </a:lnTo>
                <a:lnTo>
                  <a:pt x="2283400" y="1758915"/>
                </a:lnTo>
                <a:lnTo>
                  <a:pt x="2312480" y="1736007"/>
                </a:lnTo>
                <a:lnTo>
                  <a:pt x="2341559" y="1713100"/>
                </a:lnTo>
                <a:lnTo>
                  <a:pt x="2370630" y="1690202"/>
                </a:lnTo>
                <a:lnTo>
                  <a:pt x="2399709" y="1667294"/>
                </a:lnTo>
                <a:lnTo>
                  <a:pt x="2428789" y="1644386"/>
                </a:lnTo>
                <a:lnTo>
                  <a:pt x="2457860" y="1621479"/>
                </a:lnTo>
                <a:lnTo>
                  <a:pt x="2486939" y="1598571"/>
                </a:lnTo>
                <a:lnTo>
                  <a:pt x="2516019" y="1575664"/>
                </a:lnTo>
                <a:lnTo>
                  <a:pt x="2545090" y="1552766"/>
                </a:lnTo>
                <a:lnTo>
                  <a:pt x="2574169" y="1529858"/>
                </a:lnTo>
                <a:lnTo>
                  <a:pt x="2603249" y="1506950"/>
                </a:lnTo>
                <a:lnTo>
                  <a:pt x="2609850" y="1477166"/>
                </a:lnTo>
                <a:lnTo>
                  <a:pt x="2609850" y="1445352"/>
                </a:lnTo>
                <a:lnTo>
                  <a:pt x="2609850" y="1413539"/>
                </a:lnTo>
                <a:lnTo>
                  <a:pt x="2609850" y="1381735"/>
                </a:lnTo>
                <a:lnTo>
                  <a:pt x="2609850" y="1349921"/>
                </a:lnTo>
                <a:lnTo>
                  <a:pt x="2609850" y="1318108"/>
                </a:lnTo>
                <a:lnTo>
                  <a:pt x="2609850" y="1286304"/>
                </a:lnTo>
                <a:lnTo>
                  <a:pt x="2609850" y="1254490"/>
                </a:lnTo>
                <a:lnTo>
                  <a:pt x="2609850" y="1222677"/>
                </a:lnTo>
                <a:lnTo>
                  <a:pt x="2609850" y="1190873"/>
                </a:lnTo>
                <a:lnTo>
                  <a:pt x="2609850" y="1159059"/>
                </a:lnTo>
                <a:lnTo>
                  <a:pt x="2609850" y="1127246"/>
                </a:lnTo>
                <a:lnTo>
                  <a:pt x="2609850" y="1095442"/>
                </a:lnTo>
                <a:lnTo>
                  <a:pt x="2609850" y="1063628"/>
                </a:lnTo>
                <a:lnTo>
                  <a:pt x="2609850" y="1031815"/>
                </a:lnTo>
                <a:lnTo>
                  <a:pt x="2609850" y="1000011"/>
                </a:lnTo>
                <a:lnTo>
                  <a:pt x="2609850" y="968197"/>
                </a:lnTo>
                <a:lnTo>
                  <a:pt x="2609850" y="936384"/>
                </a:lnTo>
                <a:lnTo>
                  <a:pt x="2609850" y="904580"/>
                </a:lnTo>
                <a:lnTo>
                  <a:pt x="2609850" y="872766"/>
                </a:lnTo>
                <a:lnTo>
                  <a:pt x="2609850" y="840953"/>
                </a:lnTo>
                <a:lnTo>
                  <a:pt x="2609850" y="809149"/>
                </a:lnTo>
                <a:lnTo>
                  <a:pt x="2609850" y="777335"/>
                </a:lnTo>
                <a:lnTo>
                  <a:pt x="2609850" y="745522"/>
                </a:lnTo>
                <a:lnTo>
                  <a:pt x="2609850" y="713718"/>
                </a:lnTo>
                <a:lnTo>
                  <a:pt x="2609850" y="681904"/>
                </a:lnTo>
                <a:lnTo>
                  <a:pt x="2609850" y="650091"/>
                </a:lnTo>
                <a:lnTo>
                  <a:pt x="2609850" y="618287"/>
                </a:lnTo>
                <a:lnTo>
                  <a:pt x="2609850" y="586473"/>
                </a:lnTo>
                <a:lnTo>
                  <a:pt x="2609850" y="554660"/>
                </a:lnTo>
                <a:lnTo>
                  <a:pt x="2609850" y="522856"/>
                </a:lnTo>
                <a:lnTo>
                  <a:pt x="2609850" y="491042"/>
                </a:lnTo>
                <a:lnTo>
                  <a:pt x="2609850" y="459229"/>
                </a:lnTo>
                <a:lnTo>
                  <a:pt x="2609850" y="427425"/>
                </a:lnTo>
                <a:lnTo>
                  <a:pt x="2609850" y="395611"/>
                </a:lnTo>
                <a:lnTo>
                  <a:pt x="2609850" y="363798"/>
                </a:lnTo>
                <a:lnTo>
                  <a:pt x="2609850" y="331994"/>
                </a:lnTo>
                <a:lnTo>
                  <a:pt x="2609850" y="300180"/>
                </a:lnTo>
                <a:lnTo>
                  <a:pt x="2609850" y="268367"/>
                </a:lnTo>
                <a:lnTo>
                  <a:pt x="2609850" y="236563"/>
                </a:lnTo>
                <a:lnTo>
                  <a:pt x="2609850" y="204749"/>
                </a:lnTo>
                <a:lnTo>
                  <a:pt x="2609850" y="172936"/>
                </a:lnTo>
                <a:lnTo>
                  <a:pt x="2609850" y="141132"/>
                </a:lnTo>
                <a:lnTo>
                  <a:pt x="2609850" y="109318"/>
                </a:lnTo>
                <a:lnTo>
                  <a:pt x="2609850" y="77505"/>
                </a:lnTo>
                <a:lnTo>
                  <a:pt x="2609850" y="45701"/>
                </a:lnTo>
                <a:lnTo>
                  <a:pt x="2609850" y="13887"/>
                </a:lnTo>
                <a:lnTo>
                  <a:pt x="2586238" y="0"/>
                </a:lnTo>
                <a:lnTo>
                  <a:pt x="2544337" y="0"/>
                </a:lnTo>
                <a:lnTo>
                  <a:pt x="2502437" y="0"/>
                </a:lnTo>
                <a:lnTo>
                  <a:pt x="2460527" y="0"/>
                </a:lnTo>
                <a:lnTo>
                  <a:pt x="2418626" y="0"/>
                </a:lnTo>
                <a:lnTo>
                  <a:pt x="2376726" y="0"/>
                </a:lnTo>
                <a:lnTo>
                  <a:pt x="2334816" y="0"/>
                </a:lnTo>
                <a:lnTo>
                  <a:pt x="2292915" y="0"/>
                </a:lnTo>
                <a:lnTo>
                  <a:pt x="2251005" y="0"/>
                </a:lnTo>
                <a:lnTo>
                  <a:pt x="2209105" y="0"/>
                </a:lnTo>
                <a:lnTo>
                  <a:pt x="2167204" y="0"/>
                </a:lnTo>
                <a:lnTo>
                  <a:pt x="2125294" y="0"/>
                </a:lnTo>
                <a:lnTo>
                  <a:pt x="2083394" y="0"/>
                </a:lnTo>
                <a:lnTo>
                  <a:pt x="2041493" y="0"/>
                </a:lnTo>
                <a:lnTo>
                  <a:pt x="1999583" y="0"/>
                </a:lnTo>
                <a:lnTo>
                  <a:pt x="1957683" y="0"/>
                </a:lnTo>
                <a:lnTo>
                  <a:pt x="1915782" y="0"/>
                </a:lnTo>
                <a:lnTo>
                  <a:pt x="1873872" y="0"/>
                </a:lnTo>
                <a:lnTo>
                  <a:pt x="1831972" y="0"/>
                </a:lnTo>
                <a:lnTo>
                  <a:pt x="1790062" y="0"/>
                </a:lnTo>
                <a:lnTo>
                  <a:pt x="1748161" y="0"/>
                </a:lnTo>
                <a:lnTo>
                  <a:pt x="1706261" y="0"/>
                </a:lnTo>
                <a:lnTo>
                  <a:pt x="1664351" y="0"/>
                </a:lnTo>
                <a:lnTo>
                  <a:pt x="1622450" y="0"/>
                </a:lnTo>
                <a:lnTo>
                  <a:pt x="1580550" y="0"/>
                </a:lnTo>
                <a:lnTo>
                  <a:pt x="1538640" y="0"/>
                </a:lnTo>
                <a:lnTo>
                  <a:pt x="1496739" y="0"/>
                </a:lnTo>
                <a:lnTo>
                  <a:pt x="1454829" y="0"/>
                </a:lnTo>
                <a:lnTo>
                  <a:pt x="1412929" y="0"/>
                </a:lnTo>
                <a:lnTo>
                  <a:pt x="1371029" y="0"/>
                </a:lnTo>
                <a:lnTo>
                  <a:pt x="1329119" y="0"/>
                </a:lnTo>
                <a:lnTo>
                  <a:pt x="1287218" y="0"/>
                </a:lnTo>
                <a:lnTo>
                  <a:pt x="1245318" y="0"/>
                </a:lnTo>
                <a:lnTo>
                  <a:pt x="1203408" y="0"/>
                </a:lnTo>
                <a:lnTo>
                  <a:pt x="1161507" y="0"/>
                </a:lnTo>
                <a:lnTo>
                  <a:pt x="1119607" y="0"/>
                </a:lnTo>
                <a:lnTo>
                  <a:pt x="1077697" y="0"/>
                </a:lnTo>
                <a:lnTo>
                  <a:pt x="1035796" y="0"/>
                </a:lnTo>
                <a:lnTo>
                  <a:pt x="993886" y="0"/>
                </a:lnTo>
                <a:lnTo>
                  <a:pt x="951986" y="0"/>
                </a:lnTo>
                <a:lnTo>
                  <a:pt x="910085" y="0"/>
                </a:lnTo>
                <a:lnTo>
                  <a:pt x="868175" y="0"/>
                </a:lnTo>
                <a:lnTo>
                  <a:pt x="826275" y="0"/>
                </a:lnTo>
                <a:lnTo>
                  <a:pt x="784374" y="0"/>
                </a:lnTo>
                <a:lnTo>
                  <a:pt x="742464" y="0"/>
                </a:lnTo>
                <a:lnTo>
                  <a:pt x="700564" y="0"/>
                </a:lnTo>
                <a:lnTo>
                  <a:pt x="658663" y="0"/>
                </a:lnTo>
                <a:lnTo>
                  <a:pt x="616753" y="0"/>
                </a:lnTo>
                <a:lnTo>
                  <a:pt x="574853" y="0"/>
                </a:lnTo>
                <a:lnTo>
                  <a:pt x="532943" y="0"/>
                </a:lnTo>
                <a:lnTo>
                  <a:pt x="491042" y="0"/>
                </a:lnTo>
                <a:lnTo>
                  <a:pt x="449142" y="0"/>
                </a:lnTo>
                <a:lnTo>
                  <a:pt x="407232" y="0"/>
                </a:lnTo>
                <a:lnTo>
                  <a:pt x="365331" y="0"/>
                </a:lnTo>
                <a:lnTo>
                  <a:pt x="323431" y="0"/>
                </a:lnTo>
                <a:lnTo>
                  <a:pt x="281521" y="0"/>
                </a:lnTo>
                <a:lnTo>
                  <a:pt x="239620" y="0"/>
                </a:lnTo>
                <a:lnTo>
                  <a:pt x="197720" y="0"/>
                </a:lnTo>
                <a:lnTo>
                  <a:pt x="155810" y="0"/>
                </a:lnTo>
                <a:lnTo>
                  <a:pt x="113909" y="0"/>
                </a:lnTo>
                <a:lnTo>
                  <a:pt x="71999" y="0"/>
                </a:lnTo>
                <a:lnTo>
                  <a:pt x="30099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1D308681-D958-4B9A-BDEB-6F90B2F1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" y="276225"/>
            <a:ext cx="26098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740AD79C-1324-4498-9B29-D3E707DD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701" y="1777975"/>
            <a:ext cx="961549" cy="479822"/>
          </a:xfrm>
          <a:custGeom xmlns:a="http://schemas.openxmlformats.org/drawingml/2006/main">
            <a:pathLst>
              <a:path w="961549" h="479822">
                <a:moveTo>
                  <a:pt x="961549" y="0"/>
                </a:moveTo>
                <a:lnTo>
                  <a:pt x="960406" y="7963"/>
                </a:lnTo>
                <a:lnTo>
                  <a:pt x="958901" y="15888"/>
                </a:lnTo>
                <a:lnTo>
                  <a:pt x="957148" y="23774"/>
                </a:lnTo>
                <a:lnTo>
                  <a:pt x="955177" y="31642"/>
                </a:lnTo>
                <a:lnTo>
                  <a:pt x="952995" y="39481"/>
                </a:lnTo>
                <a:lnTo>
                  <a:pt x="950633" y="47282"/>
                </a:lnTo>
                <a:lnTo>
                  <a:pt x="948090" y="55055"/>
                </a:lnTo>
                <a:lnTo>
                  <a:pt x="945375" y="62789"/>
                </a:lnTo>
                <a:lnTo>
                  <a:pt x="942489" y="70485"/>
                </a:lnTo>
                <a:lnTo>
                  <a:pt x="939441" y="78153"/>
                </a:lnTo>
                <a:lnTo>
                  <a:pt x="936231" y="85782"/>
                </a:lnTo>
                <a:lnTo>
                  <a:pt x="932869" y="93364"/>
                </a:lnTo>
                <a:lnTo>
                  <a:pt x="929345" y="100917"/>
                </a:lnTo>
                <a:lnTo>
                  <a:pt x="925668" y="108423"/>
                </a:lnTo>
                <a:lnTo>
                  <a:pt x="921839" y="115881"/>
                </a:lnTo>
                <a:lnTo>
                  <a:pt x="917858" y="123292"/>
                </a:lnTo>
                <a:lnTo>
                  <a:pt x="913733" y="130664"/>
                </a:lnTo>
                <a:lnTo>
                  <a:pt x="909457" y="137979"/>
                </a:lnTo>
                <a:lnTo>
                  <a:pt x="905037" y="145247"/>
                </a:lnTo>
                <a:lnTo>
                  <a:pt x="900465" y="152467"/>
                </a:lnTo>
                <a:lnTo>
                  <a:pt x="895750" y="159629"/>
                </a:lnTo>
                <a:lnTo>
                  <a:pt x="890892" y="166735"/>
                </a:lnTo>
                <a:lnTo>
                  <a:pt x="885892" y="173784"/>
                </a:lnTo>
                <a:lnTo>
                  <a:pt x="880748" y="180775"/>
                </a:lnTo>
                <a:lnTo>
                  <a:pt x="875462" y="187700"/>
                </a:lnTo>
                <a:lnTo>
                  <a:pt x="870042" y="194567"/>
                </a:lnTo>
                <a:lnTo>
                  <a:pt x="864479" y="201368"/>
                </a:lnTo>
                <a:lnTo>
                  <a:pt x="858784" y="208112"/>
                </a:lnTo>
                <a:lnTo>
                  <a:pt x="852945" y="214779"/>
                </a:lnTo>
                <a:lnTo>
                  <a:pt x="846982" y="221380"/>
                </a:lnTo>
                <a:lnTo>
                  <a:pt x="840877" y="227914"/>
                </a:lnTo>
                <a:lnTo>
                  <a:pt x="834638" y="234372"/>
                </a:lnTo>
                <a:lnTo>
                  <a:pt x="828275" y="240754"/>
                </a:lnTo>
                <a:lnTo>
                  <a:pt x="821779" y="247059"/>
                </a:lnTo>
                <a:lnTo>
                  <a:pt x="815150" y="253289"/>
                </a:lnTo>
                <a:lnTo>
                  <a:pt x="808406" y="259442"/>
                </a:lnTo>
                <a:lnTo>
                  <a:pt x="801529" y="265519"/>
                </a:lnTo>
                <a:lnTo>
                  <a:pt x="794537" y="271510"/>
                </a:lnTo>
                <a:lnTo>
                  <a:pt x="787422" y="277416"/>
                </a:lnTo>
                <a:lnTo>
                  <a:pt x="780183" y="283245"/>
                </a:lnTo>
                <a:lnTo>
                  <a:pt x="772839" y="288989"/>
                </a:lnTo>
                <a:lnTo>
                  <a:pt x="765372" y="294646"/>
                </a:lnTo>
                <a:lnTo>
                  <a:pt x="757790" y="300209"/>
                </a:lnTo>
                <a:lnTo>
                  <a:pt x="750103" y="305695"/>
                </a:lnTo>
                <a:lnTo>
                  <a:pt x="742312" y="311086"/>
                </a:lnTo>
                <a:lnTo>
                  <a:pt x="734406" y="316392"/>
                </a:lnTo>
                <a:lnTo>
                  <a:pt x="726405" y="321602"/>
                </a:lnTo>
                <a:lnTo>
                  <a:pt x="718299" y="326727"/>
                </a:lnTo>
                <a:lnTo>
                  <a:pt x="710089" y="331756"/>
                </a:lnTo>
                <a:lnTo>
                  <a:pt x="701792" y="336699"/>
                </a:lnTo>
                <a:lnTo>
                  <a:pt x="693401" y="341538"/>
                </a:lnTo>
                <a:lnTo>
                  <a:pt x="684914" y="346300"/>
                </a:lnTo>
                <a:lnTo>
                  <a:pt x="676332" y="350958"/>
                </a:lnTo>
                <a:lnTo>
                  <a:pt x="667674" y="355530"/>
                </a:lnTo>
                <a:lnTo>
                  <a:pt x="658930" y="359997"/>
                </a:lnTo>
                <a:lnTo>
                  <a:pt x="650100" y="364388"/>
                </a:lnTo>
                <a:lnTo>
                  <a:pt x="641194" y="368675"/>
                </a:lnTo>
                <a:lnTo>
                  <a:pt x="632212" y="372875"/>
                </a:lnTo>
                <a:lnTo>
                  <a:pt x="623154" y="376971"/>
                </a:lnTo>
                <a:lnTo>
                  <a:pt x="614029" y="380981"/>
                </a:lnTo>
                <a:lnTo>
                  <a:pt x="604828" y="384905"/>
                </a:lnTo>
                <a:lnTo>
                  <a:pt x="595570" y="388725"/>
                </a:lnTo>
                <a:lnTo>
                  <a:pt x="586235" y="392459"/>
                </a:lnTo>
                <a:lnTo>
                  <a:pt x="576844" y="396107"/>
                </a:lnTo>
                <a:lnTo>
                  <a:pt x="567395" y="399659"/>
                </a:lnTo>
                <a:lnTo>
                  <a:pt x="557879" y="403117"/>
                </a:lnTo>
                <a:lnTo>
                  <a:pt x="548316" y="406489"/>
                </a:lnTo>
                <a:lnTo>
                  <a:pt x="538696" y="409775"/>
                </a:lnTo>
                <a:lnTo>
                  <a:pt x="529028" y="412966"/>
                </a:lnTo>
                <a:lnTo>
                  <a:pt x="519303" y="416071"/>
                </a:lnTo>
                <a:lnTo>
                  <a:pt x="509540" y="419100"/>
                </a:lnTo>
                <a:lnTo>
                  <a:pt x="499720" y="422034"/>
                </a:lnTo>
                <a:lnTo>
                  <a:pt x="489871" y="424882"/>
                </a:lnTo>
                <a:lnTo>
                  <a:pt x="479965" y="427644"/>
                </a:lnTo>
                <a:lnTo>
                  <a:pt x="470030" y="430330"/>
                </a:lnTo>
                <a:lnTo>
                  <a:pt x="460058" y="432921"/>
                </a:lnTo>
                <a:lnTo>
                  <a:pt x="450037" y="435445"/>
                </a:lnTo>
                <a:lnTo>
                  <a:pt x="439998" y="437874"/>
                </a:lnTo>
                <a:lnTo>
                  <a:pt x="429911" y="440236"/>
                </a:lnTo>
                <a:lnTo>
                  <a:pt x="419805" y="442512"/>
                </a:lnTo>
                <a:lnTo>
                  <a:pt x="409661" y="444703"/>
                </a:lnTo>
                <a:lnTo>
                  <a:pt x="399488" y="446827"/>
                </a:lnTo>
                <a:lnTo>
                  <a:pt x="389296" y="448875"/>
                </a:lnTo>
                <a:lnTo>
                  <a:pt x="379066" y="450847"/>
                </a:lnTo>
                <a:lnTo>
                  <a:pt x="368827" y="452742"/>
                </a:lnTo>
                <a:lnTo>
                  <a:pt x="358550" y="454562"/>
                </a:lnTo>
                <a:lnTo>
                  <a:pt x="348263" y="456314"/>
                </a:lnTo>
                <a:lnTo>
                  <a:pt x="337947" y="457991"/>
                </a:lnTo>
                <a:lnTo>
                  <a:pt x="327612" y="459600"/>
                </a:lnTo>
                <a:lnTo>
                  <a:pt x="317268" y="461143"/>
                </a:lnTo>
                <a:lnTo>
                  <a:pt x="306896" y="462610"/>
                </a:lnTo>
                <a:lnTo>
                  <a:pt x="296513" y="464020"/>
                </a:lnTo>
                <a:lnTo>
                  <a:pt x="286112" y="465353"/>
                </a:lnTo>
                <a:lnTo>
                  <a:pt x="275701" y="466630"/>
                </a:lnTo>
                <a:lnTo>
                  <a:pt x="265281" y="467830"/>
                </a:lnTo>
                <a:lnTo>
                  <a:pt x="254841" y="468973"/>
                </a:lnTo>
                <a:lnTo>
                  <a:pt x="244383" y="470059"/>
                </a:lnTo>
                <a:lnTo>
                  <a:pt x="233924" y="471078"/>
                </a:lnTo>
                <a:lnTo>
                  <a:pt x="223457" y="472030"/>
                </a:lnTo>
                <a:lnTo>
                  <a:pt x="212969" y="472935"/>
                </a:lnTo>
                <a:lnTo>
                  <a:pt x="202482" y="473774"/>
                </a:lnTo>
                <a:lnTo>
                  <a:pt x="191986" y="474555"/>
                </a:lnTo>
                <a:lnTo>
                  <a:pt x="181480" y="475278"/>
                </a:lnTo>
                <a:lnTo>
                  <a:pt x="170974" y="475936"/>
                </a:lnTo>
                <a:lnTo>
                  <a:pt x="160458" y="476545"/>
                </a:lnTo>
                <a:lnTo>
                  <a:pt x="149933" y="477107"/>
                </a:lnTo>
                <a:lnTo>
                  <a:pt x="139408" y="477612"/>
                </a:lnTo>
                <a:lnTo>
                  <a:pt x="128873" y="478060"/>
                </a:lnTo>
                <a:lnTo>
                  <a:pt x="118339" y="478450"/>
                </a:lnTo>
                <a:lnTo>
                  <a:pt x="107804" y="478793"/>
                </a:lnTo>
                <a:lnTo>
                  <a:pt x="97269" y="479088"/>
                </a:lnTo>
                <a:lnTo>
                  <a:pt x="86725" y="479327"/>
                </a:lnTo>
                <a:lnTo>
                  <a:pt x="76181" y="479527"/>
                </a:lnTo>
                <a:lnTo>
                  <a:pt x="65637" y="479669"/>
                </a:lnTo>
                <a:lnTo>
                  <a:pt x="55083" y="479765"/>
                </a:lnTo>
                <a:lnTo>
                  <a:pt x="44539" y="479812"/>
                </a:lnTo>
                <a:lnTo>
                  <a:pt x="33995" y="479822"/>
                </a:lnTo>
                <a:lnTo>
                  <a:pt x="23451" y="479774"/>
                </a:lnTo>
                <a:lnTo>
                  <a:pt x="12897" y="479689"/>
                </a:lnTo>
                <a:lnTo>
                  <a:pt x="2353" y="479555"/>
                </a:lnTo>
                <a:lnTo>
                  <a:pt x="0" y="479422"/>
                </a:lnTo>
                <a:lnTo>
                  <a:pt x="10544" y="479222"/>
                </a:lnTo>
                <a:lnTo>
                  <a:pt x="21079" y="478888"/>
                </a:lnTo>
                <a:lnTo>
                  <a:pt x="31613" y="478450"/>
                </a:lnTo>
                <a:lnTo>
                  <a:pt x="42139" y="477917"/>
                </a:lnTo>
                <a:lnTo>
                  <a:pt x="52654" y="477288"/>
                </a:lnTo>
                <a:lnTo>
                  <a:pt x="63160" y="476574"/>
                </a:lnTo>
                <a:lnTo>
                  <a:pt x="73647" y="475774"/>
                </a:lnTo>
                <a:lnTo>
                  <a:pt x="84134" y="474888"/>
                </a:lnTo>
                <a:lnTo>
                  <a:pt x="94602" y="473916"/>
                </a:lnTo>
                <a:lnTo>
                  <a:pt x="105061" y="472869"/>
                </a:lnTo>
                <a:lnTo>
                  <a:pt x="115500" y="471726"/>
                </a:lnTo>
                <a:lnTo>
                  <a:pt x="125921" y="470506"/>
                </a:lnTo>
                <a:lnTo>
                  <a:pt x="136331" y="469202"/>
                </a:lnTo>
                <a:lnTo>
                  <a:pt x="146714" y="467811"/>
                </a:lnTo>
                <a:lnTo>
                  <a:pt x="157077" y="466325"/>
                </a:lnTo>
                <a:lnTo>
                  <a:pt x="167421" y="464753"/>
                </a:lnTo>
                <a:lnTo>
                  <a:pt x="177737" y="463096"/>
                </a:lnTo>
                <a:lnTo>
                  <a:pt x="188033" y="461343"/>
                </a:lnTo>
                <a:lnTo>
                  <a:pt x="198291" y="459496"/>
                </a:lnTo>
                <a:lnTo>
                  <a:pt x="208521" y="457552"/>
                </a:lnTo>
                <a:lnTo>
                  <a:pt x="218723" y="455514"/>
                </a:lnTo>
                <a:lnTo>
                  <a:pt x="228886" y="453371"/>
                </a:lnTo>
                <a:lnTo>
                  <a:pt x="239011" y="451133"/>
                </a:lnTo>
                <a:lnTo>
                  <a:pt x="249098" y="448780"/>
                </a:lnTo>
                <a:lnTo>
                  <a:pt x="259128" y="446322"/>
                </a:lnTo>
                <a:lnTo>
                  <a:pt x="269119" y="443751"/>
                </a:lnTo>
                <a:lnTo>
                  <a:pt x="279063" y="441074"/>
                </a:lnTo>
                <a:lnTo>
                  <a:pt x="288941" y="438274"/>
                </a:lnTo>
                <a:lnTo>
                  <a:pt x="298761" y="435359"/>
                </a:lnTo>
                <a:lnTo>
                  <a:pt x="308524" y="432321"/>
                </a:lnTo>
                <a:lnTo>
                  <a:pt x="318202" y="429149"/>
                </a:lnTo>
                <a:lnTo>
                  <a:pt x="327812" y="425853"/>
                </a:lnTo>
                <a:lnTo>
                  <a:pt x="337347" y="422424"/>
                </a:lnTo>
                <a:lnTo>
                  <a:pt x="346786" y="418852"/>
                </a:lnTo>
                <a:lnTo>
                  <a:pt x="356140" y="415147"/>
                </a:lnTo>
                <a:lnTo>
                  <a:pt x="365389" y="411299"/>
                </a:lnTo>
                <a:lnTo>
                  <a:pt x="374523" y="407299"/>
                </a:lnTo>
                <a:lnTo>
                  <a:pt x="383543" y="403146"/>
                </a:lnTo>
                <a:lnTo>
                  <a:pt x="392430" y="398840"/>
                </a:lnTo>
                <a:lnTo>
                  <a:pt x="401193" y="394383"/>
                </a:lnTo>
                <a:lnTo>
                  <a:pt x="409804" y="389763"/>
                </a:lnTo>
                <a:lnTo>
                  <a:pt x="418262" y="384972"/>
                </a:lnTo>
                <a:lnTo>
                  <a:pt x="426549" y="380028"/>
                </a:lnTo>
                <a:lnTo>
                  <a:pt x="434664" y="374904"/>
                </a:lnTo>
                <a:lnTo>
                  <a:pt x="442589" y="369627"/>
                </a:lnTo>
                <a:lnTo>
                  <a:pt x="450304" y="364169"/>
                </a:lnTo>
                <a:lnTo>
                  <a:pt x="457810" y="358540"/>
                </a:lnTo>
                <a:lnTo>
                  <a:pt x="465087" y="352749"/>
                </a:lnTo>
                <a:lnTo>
                  <a:pt x="472126" y="346786"/>
                </a:lnTo>
                <a:lnTo>
                  <a:pt x="478907" y="340662"/>
                </a:lnTo>
                <a:lnTo>
                  <a:pt x="485432" y="334366"/>
                </a:lnTo>
                <a:lnTo>
                  <a:pt x="491681" y="327917"/>
                </a:lnTo>
                <a:lnTo>
                  <a:pt x="497643" y="321307"/>
                </a:lnTo>
                <a:lnTo>
                  <a:pt x="503301" y="314554"/>
                </a:lnTo>
                <a:lnTo>
                  <a:pt x="508664" y="307658"/>
                </a:lnTo>
                <a:lnTo>
                  <a:pt x="513702" y="300628"/>
                </a:lnTo>
                <a:lnTo>
                  <a:pt x="518427" y="293465"/>
                </a:lnTo>
                <a:lnTo>
                  <a:pt x="522827" y="286188"/>
                </a:lnTo>
                <a:lnTo>
                  <a:pt x="526894" y="278806"/>
                </a:lnTo>
                <a:lnTo>
                  <a:pt x="530628" y="271320"/>
                </a:lnTo>
                <a:lnTo>
                  <a:pt x="534029" y="263738"/>
                </a:lnTo>
                <a:lnTo>
                  <a:pt x="537096" y="256080"/>
                </a:lnTo>
                <a:lnTo>
                  <a:pt x="539839" y="248345"/>
                </a:lnTo>
                <a:lnTo>
                  <a:pt x="542258" y="240554"/>
                </a:lnTo>
                <a:lnTo>
                  <a:pt x="544344" y="232705"/>
                </a:lnTo>
                <a:lnTo>
                  <a:pt x="546125" y="224819"/>
                </a:lnTo>
                <a:lnTo>
                  <a:pt x="547592" y="216894"/>
                </a:lnTo>
                <a:lnTo>
                  <a:pt x="548764" y="208931"/>
                </a:lnTo>
                <a:lnTo>
                  <a:pt x="549640" y="200949"/>
                </a:lnTo>
                <a:lnTo>
                  <a:pt x="550231" y="192957"/>
                </a:lnTo>
                <a:lnTo>
                  <a:pt x="550545" y="184956"/>
                </a:lnTo>
                <a:lnTo>
                  <a:pt x="550593" y="176946"/>
                </a:lnTo>
                <a:lnTo>
                  <a:pt x="550383" y="168945"/>
                </a:lnTo>
                <a:lnTo>
                  <a:pt x="549926" y="160944"/>
                </a:lnTo>
                <a:lnTo>
                  <a:pt x="549231" y="152962"/>
                </a:lnTo>
                <a:lnTo>
                  <a:pt x="558994" y="151000"/>
                </a:lnTo>
                <a:lnTo>
                  <a:pt x="569271" y="149209"/>
                </a:lnTo>
                <a:lnTo>
                  <a:pt x="579511" y="147295"/>
                </a:lnTo>
                <a:lnTo>
                  <a:pt x="589721" y="145294"/>
                </a:lnTo>
                <a:lnTo>
                  <a:pt x="599904" y="143199"/>
                </a:lnTo>
                <a:lnTo>
                  <a:pt x="610057" y="141018"/>
                </a:lnTo>
                <a:lnTo>
                  <a:pt x="620173" y="138751"/>
                </a:lnTo>
                <a:lnTo>
                  <a:pt x="630260" y="136408"/>
                </a:lnTo>
                <a:lnTo>
                  <a:pt x="640309" y="133998"/>
                </a:lnTo>
                <a:lnTo>
                  <a:pt x="650329" y="131502"/>
                </a:lnTo>
                <a:lnTo>
                  <a:pt x="660321" y="128930"/>
                </a:lnTo>
                <a:lnTo>
                  <a:pt x="670274" y="126282"/>
                </a:lnTo>
                <a:lnTo>
                  <a:pt x="680199" y="123568"/>
                </a:lnTo>
                <a:lnTo>
                  <a:pt x="690086" y="120767"/>
                </a:lnTo>
                <a:lnTo>
                  <a:pt x="699926" y="117900"/>
                </a:lnTo>
                <a:lnTo>
                  <a:pt x="709736" y="114967"/>
                </a:lnTo>
                <a:lnTo>
                  <a:pt x="719509" y="111947"/>
                </a:lnTo>
                <a:lnTo>
                  <a:pt x="729244" y="108861"/>
                </a:lnTo>
                <a:lnTo>
                  <a:pt x="738930" y="105689"/>
                </a:lnTo>
                <a:lnTo>
                  <a:pt x="748570" y="102451"/>
                </a:lnTo>
                <a:lnTo>
                  <a:pt x="758171" y="99136"/>
                </a:lnTo>
                <a:lnTo>
                  <a:pt x="767725" y="95736"/>
                </a:lnTo>
                <a:lnTo>
                  <a:pt x="777230" y="92269"/>
                </a:lnTo>
                <a:lnTo>
                  <a:pt x="786679" y="88716"/>
                </a:lnTo>
                <a:lnTo>
                  <a:pt x="796080" y="85087"/>
                </a:lnTo>
                <a:lnTo>
                  <a:pt x="805434" y="81382"/>
                </a:lnTo>
                <a:lnTo>
                  <a:pt x="814721" y="77600"/>
                </a:lnTo>
                <a:lnTo>
                  <a:pt x="823960" y="73724"/>
                </a:lnTo>
                <a:lnTo>
                  <a:pt x="833133" y="69771"/>
                </a:lnTo>
                <a:lnTo>
                  <a:pt x="842239" y="65742"/>
                </a:lnTo>
                <a:lnTo>
                  <a:pt x="851287" y="61617"/>
                </a:lnTo>
                <a:lnTo>
                  <a:pt x="860260" y="57417"/>
                </a:lnTo>
                <a:lnTo>
                  <a:pt x="869166" y="53121"/>
                </a:lnTo>
                <a:lnTo>
                  <a:pt x="877995" y="48749"/>
                </a:lnTo>
                <a:lnTo>
                  <a:pt x="886749" y="44282"/>
                </a:lnTo>
                <a:lnTo>
                  <a:pt x="895426" y="39729"/>
                </a:lnTo>
                <a:lnTo>
                  <a:pt x="904018" y="35081"/>
                </a:lnTo>
                <a:lnTo>
                  <a:pt x="912524" y="30347"/>
                </a:lnTo>
                <a:lnTo>
                  <a:pt x="920944" y="25527"/>
                </a:lnTo>
                <a:lnTo>
                  <a:pt x="929259" y="20603"/>
                </a:lnTo>
                <a:lnTo>
                  <a:pt x="937489" y="15592"/>
                </a:lnTo>
                <a:lnTo>
                  <a:pt x="945613" y="10497"/>
                </a:lnTo>
                <a:lnTo>
                  <a:pt x="953633" y="5296"/>
                </a:lnTo>
                <a:lnTo>
                  <a:pt x="96154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585DE06A-D76B-4934-B741-06A497A6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810" y="1732407"/>
            <a:ext cx="2610441" cy="526771"/>
          </a:xfrm>
          <a:custGeom xmlns:a="http://schemas.openxmlformats.org/drawingml/2006/main">
            <a:pathLst>
              <a:path w="2610441" h="526771">
                <a:moveTo>
                  <a:pt x="2609640" y="0"/>
                </a:moveTo>
                <a:lnTo>
                  <a:pt x="2610441" y="19402"/>
                </a:lnTo>
                <a:lnTo>
                  <a:pt x="2610088" y="38805"/>
                </a:lnTo>
                <a:lnTo>
                  <a:pt x="2608821" y="58188"/>
                </a:lnTo>
                <a:lnTo>
                  <a:pt x="2606716" y="77534"/>
                </a:lnTo>
                <a:lnTo>
                  <a:pt x="2603802" y="96822"/>
                </a:lnTo>
                <a:lnTo>
                  <a:pt x="2600087" y="116024"/>
                </a:lnTo>
                <a:lnTo>
                  <a:pt x="2595572" y="135131"/>
                </a:lnTo>
                <a:lnTo>
                  <a:pt x="2590229" y="154115"/>
                </a:lnTo>
                <a:lnTo>
                  <a:pt x="2584066" y="172945"/>
                </a:lnTo>
                <a:lnTo>
                  <a:pt x="2577055" y="191614"/>
                </a:lnTo>
                <a:lnTo>
                  <a:pt x="2569178" y="210083"/>
                </a:lnTo>
                <a:lnTo>
                  <a:pt x="2560415" y="228314"/>
                </a:lnTo>
                <a:lnTo>
                  <a:pt x="2550757" y="246288"/>
                </a:lnTo>
                <a:lnTo>
                  <a:pt x="2540175" y="263957"/>
                </a:lnTo>
                <a:lnTo>
                  <a:pt x="2528668" y="281292"/>
                </a:lnTo>
                <a:lnTo>
                  <a:pt x="2516219" y="298247"/>
                </a:lnTo>
                <a:lnTo>
                  <a:pt x="2502818" y="314773"/>
                </a:lnTo>
                <a:lnTo>
                  <a:pt x="2488482" y="330841"/>
                </a:lnTo>
                <a:lnTo>
                  <a:pt x="2473195" y="346405"/>
                </a:lnTo>
                <a:lnTo>
                  <a:pt x="2456993" y="361417"/>
                </a:lnTo>
                <a:lnTo>
                  <a:pt x="2439876" y="375837"/>
                </a:lnTo>
                <a:lnTo>
                  <a:pt x="2421903" y="389639"/>
                </a:lnTo>
                <a:lnTo>
                  <a:pt x="2403081" y="402774"/>
                </a:lnTo>
                <a:lnTo>
                  <a:pt x="2383469" y="415233"/>
                </a:lnTo>
                <a:lnTo>
                  <a:pt x="2363124" y="426977"/>
                </a:lnTo>
                <a:lnTo>
                  <a:pt x="2342074" y="437998"/>
                </a:lnTo>
                <a:lnTo>
                  <a:pt x="2320395" y="448294"/>
                </a:lnTo>
                <a:lnTo>
                  <a:pt x="2298144" y="457848"/>
                </a:lnTo>
                <a:lnTo>
                  <a:pt x="2275370" y="466668"/>
                </a:lnTo>
                <a:lnTo>
                  <a:pt x="2252129" y="474764"/>
                </a:lnTo>
                <a:lnTo>
                  <a:pt x="2228479" y="482146"/>
                </a:lnTo>
                <a:lnTo>
                  <a:pt x="2204476" y="488833"/>
                </a:lnTo>
                <a:lnTo>
                  <a:pt x="2180168" y="494843"/>
                </a:lnTo>
                <a:lnTo>
                  <a:pt x="2155584" y="500196"/>
                </a:lnTo>
                <a:lnTo>
                  <a:pt x="2130790" y="504920"/>
                </a:lnTo>
                <a:lnTo>
                  <a:pt x="2105797" y="509035"/>
                </a:lnTo>
                <a:lnTo>
                  <a:pt x="2080660" y="512569"/>
                </a:lnTo>
                <a:lnTo>
                  <a:pt x="2055390" y="515541"/>
                </a:lnTo>
                <a:lnTo>
                  <a:pt x="2030025" y="517998"/>
                </a:lnTo>
                <a:lnTo>
                  <a:pt x="2004584" y="519941"/>
                </a:lnTo>
                <a:lnTo>
                  <a:pt x="1979085" y="521389"/>
                </a:lnTo>
                <a:lnTo>
                  <a:pt x="1953530" y="522075"/>
                </a:lnTo>
                <a:lnTo>
                  <a:pt x="1927965" y="522532"/>
                </a:lnTo>
                <a:lnTo>
                  <a:pt x="1902400" y="522894"/>
                </a:lnTo>
                <a:lnTo>
                  <a:pt x="1876835" y="523199"/>
                </a:lnTo>
                <a:lnTo>
                  <a:pt x="1851269" y="523465"/>
                </a:lnTo>
                <a:lnTo>
                  <a:pt x="1825704" y="523713"/>
                </a:lnTo>
                <a:lnTo>
                  <a:pt x="1800130" y="523932"/>
                </a:lnTo>
                <a:lnTo>
                  <a:pt x="1774565" y="524142"/>
                </a:lnTo>
                <a:lnTo>
                  <a:pt x="1748990" y="524323"/>
                </a:lnTo>
                <a:lnTo>
                  <a:pt x="1723425" y="524504"/>
                </a:lnTo>
                <a:lnTo>
                  <a:pt x="1697860" y="524666"/>
                </a:lnTo>
                <a:lnTo>
                  <a:pt x="1672285" y="524818"/>
                </a:lnTo>
                <a:lnTo>
                  <a:pt x="1646720" y="524970"/>
                </a:lnTo>
                <a:lnTo>
                  <a:pt x="1621145" y="525104"/>
                </a:lnTo>
                <a:lnTo>
                  <a:pt x="1595580" y="525237"/>
                </a:lnTo>
                <a:lnTo>
                  <a:pt x="1570006" y="525361"/>
                </a:lnTo>
                <a:lnTo>
                  <a:pt x="1544441" y="525475"/>
                </a:lnTo>
                <a:lnTo>
                  <a:pt x="1518866" y="525590"/>
                </a:lnTo>
                <a:lnTo>
                  <a:pt x="1493301" y="525694"/>
                </a:lnTo>
                <a:lnTo>
                  <a:pt x="1467726" y="525790"/>
                </a:lnTo>
                <a:lnTo>
                  <a:pt x="1442161" y="525885"/>
                </a:lnTo>
                <a:lnTo>
                  <a:pt x="1416587" y="525971"/>
                </a:lnTo>
                <a:lnTo>
                  <a:pt x="1391021" y="526047"/>
                </a:lnTo>
                <a:lnTo>
                  <a:pt x="1365447" y="526132"/>
                </a:lnTo>
                <a:lnTo>
                  <a:pt x="1339882" y="526199"/>
                </a:lnTo>
                <a:lnTo>
                  <a:pt x="1314307" y="526266"/>
                </a:lnTo>
                <a:lnTo>
                  <a:pt x="1288733" y="526332"/>
                </a:lnTo>
                <a:lnTo>
                  <a:pt x="1263167" y="526399"/>
                </a:lnTo>
                <a:lnTo>
                  <a:pt x="1237593" y="526447"/>
                </a:lnTo>
                <a:lnTo>
                  <a:pt x="1212028" y="526494"/>
                </a:lnTo>
                <a:lnTo>
                  <a:pt x="1186453" y="526552"/>
                </a:lnTo>
                <a:lnTo>
                  <a:pt x="1160888" y="526590"/>
                </a:lnTo>
                <a:lnTo>
                  <a:pt x="1135313" y="526618"/>
                </a:lnTo>
                <a:lnTo>
                  <a:pt x="1109748" y="526656"/>
                </a:lnTo>
                <a:lnTo>
                  <a:pt x="1084174" y="526685"/>
                </a:lnTo>
                <a:lnTo>
                  <a:pt x="1058609" y="526704"/>
                </a:lnTo>
                <a:lnTo>
                  <a:pt x="1033034" y="526733"/>
                </a:lnTo>
                <a:lnTo>
                  <a:pt x="1007469" y="526752"/>
                </a:lnTo>
                <a:lnTo>
                  <a:pt x="981894" y="526761"/>
                </a:lnTo>
                <a:lnTo>
                  <a:pt x="956329" y="526761"/>
                </a:lnTo>
                <a:lnTo>
                  <a:pt x="930754" y="526771"/>
                </a:lnTo>
                <a:lnTo>
                  <a:pt x="905180" y="526771"/>
                </a:lnTo>
                <a:lnTo>
                  <a:pt x="879615" y="526752"/>
                </a:lnTo>
                <a:lnTo>
                  <a:pt x="854040" y="526742"/>
                </a:lnTo>
                <a:lnTo>
                  <a:pt x="828475" y="526733"/>
                </a:lnTo>
                <a:lnTo>
                  <a:pt x="802900" y="526704"/>
                </a:lnTo>
                <a:lnTo>
                  <a:pt x="777335" y="526675"/>
                </a:lnTo>
                <a:lnTo>
                  <a:pt x="751761" y="526656"/>
                </a:lnTo>
                <a:lnTo>
                  <a:pt x="726196" y="526609"/>
                </a:lnTo>
                <a:lnTo>
                  <a:pt x="700621" y="526561"/>
                </a:lnTo>
                <a:lnTo>
                  <a:pt x="675056" y="526523"/>
                </a:lnTo>
                <a:lnTo>
                  <a:pt x="649481" y="526466"/>
                </a:lnTo>
                <a:lnTo>
                  <a:pt x="623916" y="526399"/>
                </a:lnTo>
                <a:lnTo>
                  <a:pt x="598341" y="526332"/>
                </a:lnTo>
                <a:lnTo>
                  <a:pt x="572767" y="526256"/>
                </a:lnTo>
                <a:lnTo>
                  <a:pt x="547202" y="526171"/>
                </a:lnTo>
                <a:lnTo>
                  <a:pt x="521627" y="526075"/>
                </a:lnTo>
                <a:lnTo>
                  <a:pt x="496062" y="525990"/>
                </a:lnTo>
                <a:lnTo>
                  <a:pt x="470487" y="525875"/>
                </a:lnTo>
                <a:lnTo>
                  <a:pt x="444922" y="525761"/>
                </a:lnTo>
                <a:lnTo>
                  <a:pt x="419348" y="525628"/>
                </a:lnTo>
                <a:lnTo>
                  <a:pt x="393783" y="525494"/>
                </a:lnTo>
                <a:lnTo>
                  <a:pt x="368208" y="525342"/>
                </a:lnTo>
                <a:lnTo>
                  <a:pt x="342643" y="525170"/>
                </a:lnTo>
                <a:lnTo>
                  <a:pt x="317078" y="524999"/>
                </a:lnTo>
                <a:lnTo>
                  <a:pt x="291503" y="524799"/>
                </a:lnTo>
                <a:lnTo>
                  <a:pt x="265938" y="524580"/>
                </a:lnTo>
                <a:lnTo>
                  <a:pt x="240363" y="524342"/>
                </a:lnTo>
                <a:lnTo>
                  <a:pt x="214798" y="524085"/>
                </a:lnTo>
                <a:lnTo>
                  <a:pt x="189233" y="523789"/>
                </a:lnTo>
                <a:lnTo>
                  <a:pt x="163668" y="523465"/>
                </a:lnTo>
                <a:lnTo>
                  <a:pt x="138103" y="523103"/>
                </a:lnTo>
                <a:lnTo>
                  <a:pt x="112538" y="522684"/>
                </a:lnTo>
                <a:lnTo>
                  <a:pt x="86973" y="522189"/>
                </a:lnTo>
                <a:lnTo>
                  <a:pt x="61417" y="521579"/>
                </a:lnTo>
                <a:lnTo>
                  <a:pt x="35871" y="520789"/>
                </a:lnTo>
                <a:lnTo>
                  <a:pt x="10354" y="519522"/>
                </a:lnTo>
                <a:lnTo>
                  <a:pt x="4743" y="503749"/>
                </a:lnTo>
                <a:lnTo>
                  <a:pt x="4401" y="484337"/>
                </a:lnTo>
                <a:lnTo>
                  <a:pt x="4067" y="464925"/>
                </a:lnTo>
                <a:lnTo>
                  <a:pt x="3724" y="445522"/>
                </a:lnTo>
                <a:lnTo>
                  <a:pt x="3391" y="426110"/>
                </a:lnTo>
                <a:lnTo>
                  <a:pt x="3048" y="406698"/>
                </a:lnTo>
                <a:lnTo>
                  <a:pt x="2705" y="387296"/>
                </a:lnTo>
                <a:lnTo>
                  <a:pt x="2372" y="367884"/>
                </a:lnTo>
                <a:lnTo>
                  <a:pt x="2029" y="348472"/>
                </a:lnTo>
                <a:lnTo>
                  <a:pt x="1695" y="329060"/>
                </a:lnTo>
                <a:lnTo>
                  <a:pt x="1353" y="309658"/>
                </a:lnTo>
                <a:lnTo>
                  <a:pt x="1019" y="290246"/>
                </a:lnTo>
                <a:lnTo>
                  <a:pt x="676" y="270834"/>
                </a:lnTo>
                <a:lnTo>
                  <a:pt x="343" y="251422"/>
                </a:lnTo>
                <a:lnTo>
                  <a:pt x="0" y="232019"/>
                </a:lnTo>
                <a:lnTo>
                  <a:pt x="9382" y="219323"/>
                </a:lnTo>
                <a:lnTo>
                  <a:pt x="34881" y="217913"/>
                </a:lnTo>
                <a:lnTo>
                  <a:pt x="60408" y="216722"/>
                </a:lnTo>
                <a:lnTo>
                  <a:pt x="85944" y="215732"/>
                </a:lnTo>
                <a:lnTo>
                  <a:pt x="111490" y="214922"/>
                </a:lnTo>
                <a:lnTo>
                  <a:pt x="137046" y="214274"/>
                </a:lnTo>
                <a:lnTo>
                  <a:pt x="162611" y="213770"/>
                </a:lnTo>
                <a:lnTo>
                  <a:pt x="188176" y="213398"/>
                </a:lnTo>
                <a:lnTo>
                  <a:pt x="213741" y="213150"/>
                </a:lnTo>
                <a:lnTo>
                  <a:pt x="239316" y="213008"/>
                </a:lnTo>
                <a:lnTo>
                  <a:pt x="264881" y="212969"/>
                </a:lnTo>
                <a:lnTo>
                  <a:pt x="290455" y="213027"/>
                </a:lnTo>
                <a:lnTo>
                  <a:pt x="316020" y="213170"/>
                </a:lnTo>
                <a:lnTo>
                  <a:pt x="341586" y="213379"/>
                </a:lnTo>
                <a:lnTo>
                  <a:pt x="367160" y="213674"/>
                </a:lnTo>
                <a:lnTo>
                  <a:pt x="392725" y="214036"/>
                </a:lnTo>
                <a:lnTo>
                  <a:pt x="418290" y="214455"/>
                </a:lnTo>
                <a:lnTo>
                  <a:pt x="443846" y="214932"/>
                </a:lnTo>
                <a:lnTo>
                  <a:pt x="469411" y="215465"/>
                </a:lnTo>
                <a:lnTo>
                  <a:pt x="494967" y="216046"/>
                </a:lnTo>
                <a:lnTo>
                  <a:pt x="520522" y="216675"/>
                </a:lnTo>
                <a:lnTo>
                  <a:pt x="546078" y="217351"/>
                </a:lnTo>
                <a:lnTo>
                  <a:pt x="571633" y="218056"/>
                </a:lnTo>
                <a:lnTo>
                  <a:pt x="597189" y="218799"/>
                </a:lnTo>
                <a:lnTo>
                  <a:pt x="622735" y="219580"/>
                </a:lnTo>
                <a:lnTo>
                  <a:pt x="648281" y="220389"/>
                </a:lnTo>
                <a:lnTo>
                  <a:pt x="673827" y="221228"/>
                </a:lnTo>
                <a:lnTo>
                  <a:pt x="699373" y="222094"/>
                </a:lnTo>
                <a:lnTo>
                  <a:pt x="724919" y="222980"/>
                </a:lnTo>
                <a:lnTo>
                  <a:pt x="750465" y="223895"/>
                </a:lnTo>
                <a:lnTo>
                  <a:pt x="776002" y="224819"/>
                </a:lnTo>
                <a:lnTo>
                  <a:pt x="801538" y="225762"/>
                </a:lnTo>
                <a:lnTo>
                  <a:pt x="827084" y="226724"/>
                </a:lnTo>
                <a:lnTo>
                  <a:pt x="852621" y="227695"/>
                </a:lnTo>
                <a:lnTo>
                  <a:pt x="878157" y="228676"/>
                </a:lnTo>
                <a:lnTo>
                  <a:pt x="903694" y="229667"/>
                </a:lnTo>
                <a:lnTo>
                  <a:pt x="929230" y="230667"/>
                </a:lnTo>
                <a:lnTo>
                  <a:pt x="954767" y="231667"/>
                </a:lnTo>
                <a:lnTo>
                  <a:pt x="980303" y="232677"/>
                </a:lnTo>
                <a:lnTo>
                  <a:pt x="1005840" y="233686"/>
                </a:lnTo>
                <a:lnTo>
                  <a:pt x="1031377" y="234686"/>
                </a:lnTo>
                <a:lnTo>
                  <a:pt x="1056913" y="235687"/>
                </a:lnTo>
                <a:lnTo>
                  <a:pt x="1082450" y="236687"/>
                </a:lnTo>
                <a:lnTo>
                  <a:pt x="1107986" y="237687"/>
                </a:lnTo>
                <a:lnTo>
                  <a:pt x="1133523" y="238677"/>
                </a:lnTo>
                <a:lnTo>
                  <a:pt x="1159059" y="239659"/>
                </a:lnTo>
                <a:lnTo>
                  <a:pt x="1184596" y="240621"/>
                </a:lnTo>
                <a:lnTo>
                  <a:pt x="1210132" y="241583"/>
                </a:lnTo>
                <a:lnTo>
                  <a:pt x="1235678" y="242516"/>
                </a:lnTo>
                <a:lnTo>
                  <a:pt x="1261215" y="243440"/>
                </a:lnTo>
                <a:lnTo>
                  <a:pt x="1286761" y="244335"/>
                </a:lnTo>
                <a:lnTo>
                  <a:pt x="1312307" y="245212"/>
                </a:lnTo>
                <a:lnTo>
                  <a:pt x="1337853" y="246069"/>
                </a:lnTo>
                <a:lnTo>
                  <a:pt x="1363399" y="246888"/>
                </a:lnTo>
                <a:lnTo>
                  <a:pt x="1388945" y="247688"/>
                </a:lnTo>
                <a:lnTo>
                  <a:pt x="1414501" y="248450"/>
                </a:lnTo>
                <a:lnTo>
                  <a:pt x="1440047" y="249184"/>
                </a:lnTo>
                <a:lnTo>
                  <a:pt x="1465602" y="249869"/>
                </a:lnTo>
                <a:lnTo>
                  <a:pt x="1491158" y="250517"/>
                </a:lnTo>
                <a:lnTo>
                  <a:pt x="1516713" y="251117"/>
                </a:lnTo>
                <a:lnTo>
                  <a:pt x="1542278" y="251670"/>
                </a:lnTo>
                <a:lnTo>
                  <a:pt x="1567834" y="252174"/>
                </a:lnTo>
                <a:lnTo>
                  <a:pt x="1593399" y="252622"/>
                </a:lnTo>
                <a:lnTo>
                  <a:pt x="1618964" y="253003"/>
                </a:lnTo>
                <a:lnTo>
                  <a:pt x="1644529" y="253317"/>
                </a:lnTo>
                <a:lnTo>
                  <a:pt x="1670104" y="253556"/>
                </a:lnTo>
                <a:lnTo>
                  <a:pt x="1695669" y="253717"/>
                </a:lnTo>
                <a:lnTo>
                  <a:pt x="1721244" y="253794"/>
                </a:lnTo>
                <a:lnTo>
                  <a:pt x="1746809" y="253775"/>
                </a:lnTo>
                <a:lnTo>
                  <a:pt x="1772383" y="253651"/>
                </a:lnTo>
                <a:lnTo>
                  <a:pt x="1797949" y="253413"/>
                </a:lnTo>
                <a:lnTo>
                  <a:pt x="1823514" y="253060"/>
                </a:lnTo>
                <a:lnTo>
                  <a:pt x="1849079" y="252565"/>
                </a:lnTo>
                <a:lnTo>
                  <a:pt x="1874634" y="251917"/>
                </a:lnTo>
                <a:lnTo>
                  <a:pt x="1900180" y="251108"/>
                </a:lnTo>
                <a:lnTo>
                  <a:pt x="1925717" y="250107"/>
                </a:lnTo>
                <a:lnTo>
                  <a:pt x="1951234" y="248907"/>
                </a:lnTo>
                <a:lnTo>
                  <a:pt x="1976742" y="247460"/>
                </a:lnTo>
                <a:lnTo>
                  <a:pt x="2002212" y="245745"/>
                </a:lnTo>
                <a:lnTo>
                  <a:pt x="2027634" y="243716"/>
                </a:lnTo>
                <a:lnTo>
                  <a:pt x="2053019" y="241335"/>
                </a:lnTo>
                <a:lnTo>
                  <a:pt x="2078307" y="238516"/>
                </a:lnTo>
                <a:lnTo>
                  <a:pt x="2103501" y="235172"/>
                </a:lnTo>
                <a:lnTo>
                  <a:pt x="2128533" y="231210"/>
                </a:lnTo>
                <a:lnTo>
                  <a:pt x="2153317" y="226447"/>
                </a:lnTo>
                <a:lnTo>
                  <a:pt x="2177720" y="220656"/>
                </a:lnTo>
                <a:lnTo>
                  <a:pt x="2201466" y="213474"/>
                </a:lnTo>
                <a:lnTo>
                  <a:pt x="2224021" y="204368"/>
                </a:lnTo>
                <a:lnTo>
                  <a:pt x="2244176" y="192481"/>
                </a:lnTo>
                <a:lnTo>
                  <a:pt x="2259235" y="176917"/>
                </a:lnTo>
                <a:lnTo>
                  <a:pt x="2265302" y="158201"/>
                </a:lnTo>
                <a:lnTo>
                  <a:pt x="2282447" y="148476"/>
                </a:lnTo>
                <a:lnTo>
                  <a:pt x="2306507" y="141923"/>
                </a:lnTo>
                <a:lnTo>
                  <a:pt x="2330244" y="134712"/>
                </a:lnTo>
                <a:lnTo>
                  <a:pt x="2353675" y="126940"/>
                </a:lnTo>
                <a:lnTo>
                  <a:pt x="2376802" y="118662"/>
                </a:lnTo>
                <a:lnTo>
                  <a:pt x="2399633" y="109909"/>
                </a:lnTo>
                <a:lnTo>
                  <a:pt x="2422150" y="100717"/>
                </a:lnTo>
                <a:lnTo>
                  <a:pt x="2444353" y="91088"/>
                </a:lnTo>
                <a:lnTo>
                  <a:pt x="2466232" y="81048"/>
                </a:lnTo>
                <a:lnTo>
                  <a:pt x="2487787" y="70609"/>
                </a:lnTo>
                <a:lnTo>
                  <a:pt x="2508999" y="59769"/>
                </a:lnTo>
                <a:lnTo>
                  <a:pt x="2529869" y="48549"/>
                </a:lnTo>
                <a:lnTo>
                  <a:pt x="2550366" y="36947"/>
                </a:lnTo>
                <a:lnTo>
                  <a:pt x="2570502" y="24984"/>
                </a:lnTo>
                <a:lnTo>
                  <a:pt x="2590267" y="12668"/>
                </a:lnTo>
                <a:lnTo>
                  <a:pt x="2609640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9A1C288C-4A6F-416A-AA6F-9F955BAF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76225"/>
            <a:ext cx="2609850" cy="1981200"/>
          </a:xfrm>
          <a:custGeom xmlns:a="http://schemas.openxmlformats.org/drawingml/2006/main">
            <a:pathLst>
              <a:path w="2609850" h="1981200">
                <a:moveTo>
                  <a:pt x="0" y="1981200"/>
                </a:moveTo>
                <a:lnTo>
                  <a:pt x="41900" y="1981200"/>
                </a:lnTo>
                <a:lnTo>
                  <a:pt x="83810" y="1981200"/>
                </a:lnTo>
                <a:lnTo>
                  <a:pt x="125711" y="1981200"/>
                </a:lnTo>
                <a:lnTo>
                  <a:pt x="167611" y="1981200"/>
                </a:lnTo>
                <a:lnTo>
                  <a:pt x="209521" y="1981200"/>
                </a:lnTo>
                <a:lnTo>
                  <a:pt x="251422" y="1981200"/>
                </a:lnTo>
                <a:lnTo>
                  <a:pt x="293332" y="1981200"/>
                </a:lnTo>
                <a:lnTo>
                  <a:pt x="335232" y="1981200"/>
                </a:lnTo>
                <a:lnTo>
                  <a:pt x="377133" y="1981200"/>
                </a:lnTo>
                <a:lnTo>
                  <a:pt x="419043" y="1981200"/>
                </a:lnTo>
                <a:lnTo>
                  <a:pt x="460943" y="1981200"/>
                </a:lnTo>
                <a:lnTo>
                  <a:pt x="502844" y="1981200"/>
                </a:lnTo>
                <a:lnTo>
                  <a:pt x="544754" y="1981200"/>
                </a:lnTo>
                <a:lnTo>
                  <a:pt x="586654" y="1981200"/>
                </a:lnTo>
                <a:lnTo>
                  <a:pt x="628555" y="1981200"/>
                </a:lnTo>
                <a:lnTo>
                  <a:pt x="670465" y="1981200"/>
                </a:lnTo>
                <a:lnTo>
                  <a:pt x="712365" y="1981200"/>
                </a:lnTo>
                <a:lnTo>
                  <a:pt x="754275" y="1981200"/>
                </a:lnTo>
                <a:lnTo>
                  <a:pt x="796176" y="1981200"/>
                </a:lnTo>
                <a:lnTo>
                  <a:pt x="838076" y="1981200"/>
                </a:lnTo>
                <a:lnTo>
                  <a:pt x="879986" y="1981200"/>
                </a:lnTo>
                <a:lnTo>
                  <a:pt x="921887" y="1981200"/>
                </a:lnTo>
                <a:lnTo>
                  <a:pt x="963787" y="1981200"/>
                </a:lnTo>
                <a:lnTo>
                  <a:pt x="1005697" y="1981200"/>
                </a:lnTo>
                <a:lnTo>
                  <a:pt x="1047598" y="1981200"/>
                </a:lnTo>
                <a:lnTo>
                  <a:pt x="1089508" y="1981200"/>
                </a:lnTo>
                <a:lnTo>
                  <a:pt x="1131408" y="1981200"/>
                </a:lnTo>
                <a:lnTo>
                  <a:pt x="1173309" y="1981200"/>
                </a:lnTo>
                <a:lnTo>
                  <a:pt x="1215219" y="1981200"/>
                </a:lnTo>
                <a:lnTo>
                  <a:pt x="1257119" y="1981200"/>
                </a:lnTo>
                <a:lnTo>
                  <a:pt x="1299020" y="1981200"/>
                </a:lnTo>
                <a:lnTo>
                  <a:pt x="1340930" y="1981200"/>
                </a:lnTo>
                <a:lnTo>
                  <a:pt x="1382830" y="1981200"/>
                </a:lnTo>
                <a:lnTo>
                  <a:pt x="1424730" y="1981200"/>
                </a:lnTo>
                <a:lnTo>
                  <a:pt x="1466640" y="1981200"/>
                </a:lnTo>
                <a:lnTo>
                  <a:pt x="1508541" y="1981200"/>
                </a:lnTo>
                <a:lnTo>
                  <a:pt x="1550451" y="1981200"/>
                </a:lnTo>
                <a:lnTo>
                  <a:pt x="1592351" y="1981200"/>
                </a:lnTo>
                <a:lnTo>
                  <a:pt x="1634252" y="1981200"/>
                </a:lnTo>
                <a:lnTo>
                  <a:pt x="1676162" y="1981200"/>
                </a:lnTo>
                <a:lnTo>
                  <a:pt x="1718062" y="1981200"/>
                </a:lnTo>
                <a:lnTo>
                  <a:pt x="1759553" y="1977619"/>
                </a:lnTo>
                <a:lnTo>
                  <a:pt x="1800806" y="1972056"/>
                </a:lnTo>
                <a:lnTo>
                  <a:pt x="1842068" y="1966503"/>
                </a:lnTo>
                <a:lnTo>
                  <a:pt x="1883331" y="1960940"/>
                </a:lnTo>
                <a:lnTo>
                  <a:pt x="1924593" y="1955387"/>
                </a:lnTo>
                <a:lnTo>
                  <a:pt x="1965846" y="1949834"/>
                </a:lnTo>
                <a:lnTo>
                  <a:pt x="2007108" y="1944272"/>
                </a:lnTo>
                <a:lnTo>
                  <a:pt x="2048370" y="1938719"/>
                </a:lnTo>
                <a:lnTo>
                  <a:pt x="2079860" y="1919259"/>
                </a:lnTo>
                <a:lnTo>
                  <a:pt x="2108940" y="1896351"/>
                </a:lnTo>
                <a:lnTo>
                  <a:pt x="2138020" y="1873444"/>
                </a:lnTo>
                <a:lnTo>
                  <a:pt x="2167099" y="1850536"/>
                </a:lnTo>
                <a:lnTo>
                  <a:pt x="2196170" y="1827628"/>
                </a:lnTo>
                <a:lnTo>
                  <a:pt x="2225250" y="1804730"/>
                </a:lnTo>
                <a:lnTo>
                  <a:pt x="2254329" y="1781823"/>
                </a:lnTo>
                <a:lnTo>
                  <a:pt x="2283400" y="1758915"/>
                </a:lnTo>
                <a:lnTo>
                  <a:pt x="2312480" y="1736007"/>
                </a:lnTo>
                <a:lnTo>
                  <a:pt x="2341559" y="1713100"/>
                </a:lnTo>
                <a:lnTo>
                  <a:pt x="2370630" y="1690202"/>
                </a:lnTo>
                <a:lnTo>
                  <a:pt x="2399709" y="1667294"/>
                </a:lnTo>
                <a:lnTo>
                  <a:pt x="2428789" y="1644386"/>
                </a:lnTo>
                <a:lnTo>
                  <a:pt x="2457860" y="1621479"/>
                </a:lnTo>
                <a:lnTo>
                  <a:pt x="2486939" y="1598571"/>
                </a:lnTo>
                <a:lnTo>
                  <a:pt x="2516019" y="1575664"/>
                </a:lnTo>
                <a:lnTo>
                  <a:pt x="2545090" y="1552766"/>
                </a:lnTo>
                <a:lnTo>
                  <a:pt x="2574169" y="1529858"/>
                </a:lnTo>
                <a:lnTo>
                  <a:pt x="2603249" y="1506950"/>
                </a:lnTo>
                <a:lnTo>
                  <a:pt x="2609850" y="1477166"/>
                </a:lnTo>
                <a:lnTo>
                  <a:pt x="2609850" y="1445352"/>
                </a:lnTo>
                <a:lnTo>
                  <a:pt x="2609850" y="1413539"/>
                </a:lnTo>
                <a:lnTo>
                  <a:pt x="2609850" y="1381735"/>
                </a:lnTo>
                <a:lnTo>
                  <a:pt x="2609850" y="1349921"/>
                </a:lnTo>
                <a:lnTo>
                  <a:pt x="2609850" y="1318108"/>
                </a:lnTo>
                <a:lnTo>
                  <a:pt x="2609850" y="1286304"/>
                </a:lnTo>
                <a:lnTo>
                  <a:pt x="2609850" y="1254490"/>
                </a:lnTo>
                <a:lnTo>
                  <a:pt x="2609850" y="1222677"/>
                </a:lnTo>
                <a:lnTo>
                  <a:pt x="2609850" y="1190873"/>
                </a:lnTo>
                <a:lnTo>
                  <a:pt x="2609850" y="1159059"/>
                </a:lnTo>
                <a:lnTo>
                  <a:pt x="2609850" y="1127246"/>
                </a:lnTo>
                <a:lnTo>
                  <a:pt x="2609850" y="1095442"/>
                </a:lnTo>
                <a:lnTo>
                  <a:pt x="2609850" y="1063628"/>
                </a:lnTo>
                <a:lnTo>
                  <a:pt x="2609850" y="1031815"/>
                </a:lnTo>
                <a:lnTo>
                  <a:pt x="2609850" y="1000011"/>
                </a:lnTo>
                <a:lnTo>
                  <a:pt x="2609850" y="968197"/>
                </a:lnTo>
                <a:lnTo>
                  <a:pt x="2609850" y="936384"/>
                </a:lnTo>
                <a:lnTo>
                  <a:pt x="2609850" y="904580"/>
                </a:lnTo>
                <a:lnTo>
                  <a:pt x="2609850" y="872766"/>
                </a:lnTo>
                <a:lnTo>
                  <a:pt x="2609850" y="840953"/>
                </a:lnTo>
                <a:lnTo>
                  <a:pt x="2609850" y="809149"/>
                </a:lnTo>
                <a:lnTo>
                  <a:pt x="2609850" y="777335"/>
                </a:lnTo>
                <a:lnTo>
                  <a:pt x="2609850" y="745522"/>
                </a:lnTo>
                <a:lnTo>
                  <a:pt x="2609850" y="713718"/>
                </a:lnTo>
                <a:lnTo>
                  <a:pt x="2609850" y="681904"/>
                </a:lnTo>
                <a:lnTo>
                  <a:pt x="2609850" y="650091"/>
                </a:lnTo>
                <a:lnTo>
                  <a:pt x="2609850" y="618287"/>
                </a:lnTo>
                <a:lnTo>
                  <a:pt x="2609850" y="586473"/>
                </a:lnTo>
                <a:lnTo>
                  <a:pt x="2609850" y="554660"/>
                </a:lnTo>
                <a:lnTo>
                  <a:pt x="2609850" y="522856"/>
                </a:lnTo>
                <a:lnTo>
                  <a:pt x="2609850" y="491042"/>
                </a:lnTo>
                <a:lnTo>
                  <a:pt x="2609850" y="459229"/>
                </a:lnTo>
                <a:lnTo>
                  <a:pt x="2609850" y="427425"/>
                </a:lnTo>
                <a:lnTo>
                  <a:pt x="2609850" y="395611"/>
                </a:lnTo>
                <a:lnTo>
                  <a:pt x="2609850" y="363798"/>
                </a:lnTo>
                <a:lnTo>
                  <a:pt x="2609850" y="331994"/>
                </a:lnTo>
                <a:lnTo>
                  <a:pt x="2609850" y="300180"/>
                </a:lnTo>
                <a:lnTo>
                  <a:pt x="2609850" y="268367"/>
                </a:lnTo>
                <a:lnTo>
                  <a:pt x="2609850" y="236563"/>
                </a:lnTo>
                <a:lnTo>
                  <a:pt x="2609850" y="204749"/>
                </a:lnTo>
                <a:lnTo>
                  <a:pt x="2609850" y="172936"/>
                </a:lnTo>
                <a:lnTo>
                  <a:pt x="2609850" y="141132"/>
                </a:lnTo>
                <a:lnTo>
                  <a:pt x="2609850" y="109318"/>
                </a:lnTo>
                <a:lnTo>
                  <a:pt x="2609850" y="77505"/>
                </a:lnTo>
                <a:lnTo>
                  <a:pt x="2609850" y="45701"/>
                </a:lnTo>
                <a:lnTo>
                  <a:pt x="2609850" y="13887"/>
                </a:lnTo>
                <a:lnTo>
                  <a:pt x="2586238" y="0"/>
                </a:lnTo>
                <a:lnTo>
                  <a:pt x="2544337" y="0"/>
                </a:lnTo>
                <a:lnTo>
                  <a:pt x="2502437" y="0"/>
                </a:lnTo>
                <a:lnTo>
                  <a:pt x="2460527" y="0"/>
                </a:lnTo>
                <a:lnTo>
                  <a:pt x="2418626" y="0"/>
                </a:lnTo>
                <a:lnTo>
                  <a:pt x="2376726" y="0"/>
                </a:lnTo>
                <a:lnTo>
                  <a:pt x="2334816" y="0"/>
                </a:lnTo>
                <a:lnTo>
                  <a:pt x="2292915" y="0"/>
                </a:lnTo>
                <a:lnTo>
                  <a:pt x="2251005" y="0"/>
                </a:lnTo>
                <a:lnTo>
                  <a:pt x="2209105" y="0"/>
                </a:lnTo>
                <a:lnTo>
                  <a:pt x="2167204" y="0"/>
                </a:lnTo>
                <a:lnTo>
                  <a:pt x="2125294" y="0"/>
                </a:lnTo>
                <a:lnTo>
                  <a:pt x="2083394" y="0"/>
                </a:lnTo>
                <a:lnTo>
                  <a:pt x="2041493" y="0"/>
                </a:lnTo>
                <a:lnTo>
                  <a:pt x="1999583" y="0"/>
                </a:lnTo>
                <a:lnTo>
                  <a:pt x="1957683" y="0"/>
                </a:lnTo>
                <a:lnTo>
                  <a:pt x="1915782" y="0"/>
                </a:lnTo>
                <a:lnTo>
                  <a:pt x="1873872" y="0"/>
                </a:lnTo>
                <a:lnTo>
                  <a:pt x="1831972" y="0"/>
                </a:lnTo>
                <a:lnTo>
                  <a:pt x="1790062" y="0"/>
                </a:lnTo>
                <a:lnTo>
                  <a:pt x="1748161" y="0"/>
                </a:lnTo>
                <a:lnTo>
                  <a:pt x="1706261" y="0"/>
                </a:lnTo>
                <a:lnTo>
                  <a:pt x="1664351" y="0"/>
                </a:lnTo>
                <a:lnTo>
                  <a:pt x="1622450" y="0"/>
                </a:lnTo>
                <a:lnTo>
                  <a:pt x="1580550" y="0"/>
                </a:lnTo>
                <a:lnTo>
                  <a:pt x="1538640" y="0"/>
                </a:lnTo>
                <a:lnTo>
                  <a:pt x="1496739" y="0"/>
                </a:lnTo>
                <a:lnTo>
                  <a:pt x="1454829" y="0"/>
                </a:lnTo>
                <a:lnTo>
                  <a:pt x="1412929" y="0"/>
                </a:lnTo>
                <a:lnTo>
                  <a:pt x="1371029" y="0"/>
                </a:lnTo>
                <a:lnTo>
                  <a:pt x="1329119" y="0"/>
                </a:lnTo>
                <a:lnTo>
                  <a:pt x="1287218" y="0"/>
                </a:lnTo>
                <a:lnTo>
                  <a:pt x="1245318" y="0"/>
                </a:lnTo>
                <a:lnTo>
                  <a:pt x="1203408" y="0"/>
                </a:lnTo>
                <a:lnTo>
                  <a:pt x="1161507" y="0"/>
                </a:lnTo>
                <a:lnTo>
                  <a:pt x="1119607" y="0"/>
                </a:lnTo>
                <a:lnTo>
                  <a:pt x="1077697" y="0"/>
                </a:lnTo>
                <a:lnTo>
                  <a:pt x="1035796" y="0"/>
                </a:lnTo>
                <a:lnTo>
                  <a:pt x="993886" y="0"/>
                </a:lnTo>
                <a:lnTo>
                  <a:pt x="951986" y="0"/>
                </a:lnTo>
                <a:lnTo>
                  <a:pt x="910085" y="0"/>
                </a:lnTo>
                <a:lnTo>
                  <a:pt x="868175" y="0"/>
                </a:lnTo>
                <a:lnTo>
                  <a:pt x="826275" y="0"/>
                </a:lnTo>
                <a:lnTo>
                  <a:pt x="784374" y="0"/>
                </a:lnTo>
                <a:lnTo>
                  <a:pt x="742464" y="0"/>
                </a:lnTo>
                <a:lnTo>
                  <a:pt x="700564" y="0"/>
                </a:lnTo>
                <a:lnTo>
                  <a:pt x="658663" y="0"/>
                </a:lnTo>
                <a:lnTo>
                  <a:pt x="616753" y="0"/>
                </a:lnTo>
                <a:lnTo>
                  <a:pt x="574853" y="0"/>
                </a:lnTo>
                <a:lnTo>
                  <a:pt x="532943" y="0"/>
                </a:lnTo>
                <a:lnTo>
                  <a:pt x="491042" y="0"/>
                </a:lnTo>
                <a:lnTo>
                  <a:pt x="449142" y="0"/>
                </a:lnTo>
                <a:lnTo>
                  <a:pt x="407232" y="0"/>
                </a:lnTo>
                <a:lnTo>
                  <a:pt x="365331" y="0"/>
                </a:lnTo>
                <a:lnTo>
                  <a:pt x="323431" y="0"/>
                </a:lnTo>
                <a:lnTo>
                  <a:pt x="281521" y="0"/>
                </a:lnTo>
                <a:lnTo>
                  <a:pt x="239620" y="0"/>
                </a:lnTo>
                <a:lnTo>
                  <a:pt x="197720" y="0"/>
                </a:lnTo>
                <a:lnTo>
                  <a:pt x="155810" y="0"/>
                </a:lnTo>
                <a:lnTo>
                  <a:pt x="113909" y="0"/>
                </a:lnTo>
                <a:lnTo>
                  <a:pt x="71999" y="0"/>
                </a:lnTo>
                <a:lnTo>
                  <a:pt x="30099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1E3AF45F-7CC0-4BA1-BC92-89F4CB2D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76225"/>
            <a:ext cx="26098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CD0C07D8-9A2F-4B83-8779-61DF85E2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3901" y="1777975"/>
            <a:ext cx="961549" cy="479822"/>
          </a:xfrm>
          <a:custGeom xmlns:a="http://schemas.openxmlformats.org/drawingml/2006/main">
            <a:pathLst>
              <a:path w="961549" h="479822">
                <a:moveTo>
                  <a:pt x="961549" y="0"/>
                </a:moveTo>
                <a:lnTo>
                  <a:pt x="960406" y="7963"/>
                </a:lnTo>
                <a:lnTo>
                  <a:pt x="958901" y="15888"/>
                </a:lnTo>
                <a:lnTo>
                  <a:pt x="957148" y="23774"/>
                </a:lnTo>
                <a:lnTo>
                  <a:pt x="955177" y="31642"/>
                </a:lnTo>
                <a:lnTo>
                  <a:pt x="952995" y="39481"/>
                </a:lnTo>
                <a:lnTo>
                  <a:pt x="950633" y="47282"/>
                </a:lnTo>
                <a:lnTo>
                  <a:pt x="948090" y="55055"/>
                </a:lnTo>
                <a:lnTo>
                  <a:pt x="945375" y="62789"/>
                </a:lnTo>
                <a:lnTo>
                  <a:pt x="942489" y="70485"/>
                </a:lnTo>
                <a:lnTo>
                  <a:pt x="939441" y="78153"/>
                </a:lnTo>
                <a:lnTo>
                  <a:pt x="936231" y="85782"/>
                </a:lnTo>
                <a:lnTo>
                  <a:pt x="932869" y="93364"/>
                </a:lnTo>
                <a:lnTo>
                  <a:pt x="929345" y="100917"/>
                </a:lnTo>
                <a:lnTo>
                  <a:pt x="925668" y="108423"/>
                </a:lnTo>
                <a:lnTo>
                  <a:pt x="921839" y="115881"/>
                </a:lnTo>
                <a:lnTo>
                  <a:pt x="917858" y="123292"/>
                </a:lnTo>
                <a:lnTo>
                  <a:pt x="913733" y="130664"/>
                </a:lnTo>
                <a:lnTo>
                  <a:pt x="909457" y="137979"/>
                </a:lnTo>
                <a:lnTo>
                  <a:pt x="905037" y="145247"/>
                </a:lnTo>
                <a:lnTo>
                  <a:pt x="900465" y="152467"/>
                </a:lnTo>
                <a:lnTo>
                  <a:pt x="895750" y="159629"/>
                </a:lnTo>
                <a:lnTo>
                  <a:pt x="890892" y="166735"/>
                </a:lnTo>
                <a:lnTo>
                  <a:pt x="885892" y="173784"/>
                </a:lnTo>
                <a:lnTo>
                  <a:pt x="880748" y="180775"/>
                </a:lnTo>
                <a:lnTo>
                  <a:pt x="875462" y="187700"/>
                </a:lnTo>
                <a:lnTo>
                  <a:pt x="870042" y="194567"/>
                </a:lnTo>
                <a:lnTo>
                  <a:pt x="864479" y="201368"/>
                </a:lnTo>
                <a:lnTo>
                  <a:pt x="858784" y="208112"/>
                </a:lnTo>
                <a:lnTo>
                  <a:pt x="852945" y="214779"/>
                </a:lnTo>
                <a:lnTo>
                  <a:pt x="846982" y="221380"/>
                </a:lnTo>
                <a:lnTo>
                  <a:pt x="840877" y="227914"/>
                </a:lnTo>
                <a:lnTo>
                  <a:pt x="834638" y="234372"/>
                </a:lnTo>
                <a:lnTo>
                  <a:pt x="828275" y="240754"/>
                </a:lnTo>
                <a:lnTo>
                  <a:pt x="821779" y="247059"/>
                </a:lnTo>
                <a:lnTo>
                  <a:pt x="815150" y="253289"/>
                </a:lnTo>
                <a:lnTo>
                  <a:pt x="808406" y="259442"/>
                </a:lnTo>
                <a:lnTo>
                  <a:pt x="801529" y="265519"/>
                </a:lnTo>
                <a:lnTo>
                  <a:pt x="794537" y="271510"/>
                </a:lnTo>
                <a:lnTo>
                  <a:pt x="787422" y="277416"/>
                </a:lnTo>
                <a:lnTo>
                  <a:pt x="780183" y="283245"/>
                </a:lnTo>
                <a:lnTo>
                  <a:pt x="772839" y="288989"/>
                </a:lnTo>
                <a:lnTo>
                  <a:pt x="765372" y="294646"/>
                </a:lnTo>
                <a:lnTo>
                  <a:pt x="757790" y="300209"/>
                </a:lnTo>
                <a:lnTo>
                  <a:pt x="750103" y="305695"/>
                </a:lnTo>
                <a:lnTo>
                  <a:pt x="742312" y="311086"/>
                </a:lnTo>
                <a:lnTo>
                  <a:pt x="734406" y="316392"/>
                </a:lnTo>
                <a:lnTo>
                  <a:pt x="726405" y="321602"/>
                </a:lnTo>
                <a:lnTo>
                  <a:pt x="718299" y="326727"/>
                </a:lnTo>
                <a:lnTo>
                  <a:pt x="710089" y="331756"/>
                </a:lnTo>
                <a:lnTo>
                  <a:pt x="701792" y="336699"/>
                </a:lnTo>
                <a:lnTo>
                  <a:pt x="693401" y="341538"/>
                </a:lnTo>
                <a:lnTo>
                  <a:pt x="684914" y="346300"/>
                </a:lnTo>
                <a:lnTo>
                  <a:pt x="676332" y="350958"/>
                </a:lnTo>
                <a:lnTo>
                  <a:pt x="667674" y="355530"/>
                </a:lnTo>
                <a:lnTo>
                  <a:pt x="658930" y="359997"/>
                </a:lnTo>
                <a:lnTo>
                  <a:pt x="650100" y="364388"/>
                </a:lnTo>
                <a:lnTo>
                  <a:pt x="641194" y="368675"/>
                </a:lnTo>
                <a:lnTo>
                  <a:pt x="632212" y="372875"/>
                </a:lnTo>
                <a:lnTo>
                  <a:pt x="623154" y="376971"/>
                </a:lnTo>
                <a:lnTo>
                  <a:pt x="614029" y="380981"/>
                </a:lnTo>
                <a:lnTo>
                  <a:pt x="604828" y="384905"/>
                </a:lnTo>
                <a:lnTo>
                  <a:pt x="595570" y="388725"/>
                </a:lnTo>
                <a:lnTo>
                  <a:pt x="586235" y="392459"/>
                </a:lnTo>
                <a:lnTo>
                  <a:pt x="576844" y="396107"/>
                </a:lnTo>
                <a:lnTo>
                  <a:pt x="567395" y="399659"/>
                </a:lnTo>
                <a:lnTo>
                  <a:pt x="557879" y="403117"/>
                </a:lnTo>
                <a:lnTo>
                  <a:pt x="548316" y="406489"/>
                </a:lnTo>
                <a:lnTo>
                  <a:pt x="538696" y="409775"/>
                </a:lnTo>
                <a:lnTo>
                  <a:pt x="529028" y="412966"/>
                </a:lnTo>
                <a:lnTo>
                  <a:pt x="519303" y="416071"/>
                </a:lnTo>
                <a:lnTo>
                  <a:pt x="509540" y="419100"/>
                </a:lnTo>
                <a:lnTo>
                  <a:pt x="499720" y="422034"/>
                </a:lnTo>
                <a:lnTo>
                  <a:pt x="489871" y="424882"/>
                </a:lnTo>
                <a:lnTo>
                  <a:pt x="479965" y="427644"/>
                </a:lnTo>
                <a:lnTo>
                  <a:pt x="470030" y="430330"/>
                </a:lnTo>
                <a:lnTo>
                  <a:pt x="460058" y="432921"/>
                </a:lnTo>
                <a:lnTo>
                  <a:pt x="450037" y="435445"/>
                </a:lnTo>
                <a:lnTo>
                  <a:pt x="439998" y="437874"/>
                </a:lnTo>
                <a:lnTo>
                  <a:pt x="429911" y="440236"/>
                </a:lnTo>
                <a:lnTo>
                  <a:pt x="419805" y="442512"/>
                </a:lnTo>
                <a:lnTo>
                  <a:pt x="409661" y="444703"/>
                </a:lnTo>
                <a:lnTo>
                  <a:pt x="399488" y="446827"/>
                </a:lnTo>
                <a:lnTo>
                  <a:pt x="389296" y="448875"/>
                </a:lnTo>
                <a:lnTo>
                  <a:pt x="379066" y="450847"/>
                </a:lnTo>
                <a:lnTo>
                  <a:pt x="368827" y="452742"/>
                </a:lnTo>
                <a:lnTo>
                  <a:pt x="358550" y="454562"/>
                </a:lnTo>
                <a:lnTo>
                  <a:pt x="348263" y="456314"/>
                </a:lnTo>
                <a:lnTo>
                  <a:pt x="337947" y="457991"/>
                </a:lnTo>
                <a:lnTo>
                  <a:pt x="327612" y="459600"/>
                </a:lnTo>
                <a:lnTo>
                  <a:pt x="317268" y="461143"/>
                </a:lnTo>
                <a:lnTo>
                  <a:pt x="306896" y="462610"/>
                </a:lnTo>
                <a:lnTo>
                  <a:pt x="296513" y="464020"/>
                </a:lnTo>
                <a:lnTo>
                  <a:pt x="286112" y="465353"/>
                </a:lnTo>
                <a:lnTo>
                  <a:pt x="275701" y="466630"/>
                </a:lnTo>
                <a:lnTo>
                  <a:pt x="265281" y="467830"/>
                </a:lnTo>
                <a:lnTo>
                  <a:pt x="254841" y="468973"/>
                </a:lnTo>
                <a:lnTo>
                  <a:pt x="244383" y="470059"/>
                </a:lnTo>
                <a:lnTo>
                  <a:pt x="233924" y="471078"/>
                </a:lnTo>
                <a:lnTo>
                  <a:pt x="223457" y="472030"/>
                </a:lnTo>
                <a:lnTo>
                  <a:pt x="212969" y="472935"/>
                </a:lnTo>
                <a:lnTo>
                  <a:pt x="202482" y="473774"/>
                </a:lnTo>
                <a:lnTo>
                  <a:pt x="191986" y="474555"/>
                </a:lnTo>
                <a:lnTo>
                  <a:pt x="181480" y="475278"/>
                </a:lnTo>
                <a:lnTo>
                  <a:pt x="170974" y="475936"/>
                </a:lnTo>
                <a:lnTo>
                  <a:pt x="160458" y="476545"/>
                </a:lnTo>
                <a:lnTo>
                  <a:pt x="149933" y="477107"/>
                </a:lnTo>
                <a:lnTo>
                  <a:pt x="139408" y="477612"/>
                </a:lnTo>
                <a:lnTo>
                  <a:pt x="128873" y="478060"/>
                </a:lnTo>
                <a:lnTo>
                  <a:pt x="118339" y="478450"/>
                </a:lnTo>
                <a:lnTo>
                  <a:pt x="107804" y="478793"/>
                </a:lnTo>
                <a:lnTo>
                  <a:pt x="97269" y="479088"/>
                </a:lnTo>
                <a:lnTo>
                  <a:pt x="86725" y="479327"/>
                </a:lnTo>
                <a:lnTo>
                  <a:pt x="76181" y="479527"/>
                </a:lnTo>
                <a:lnTo>
                  <a:pt x="65637" y="479669"/>
                </a:lnTo>
                <a:lnTo>
                  <a:pt x="55083" y="479765"/>
                </a:lnTo>
                <a:lnTo>
                  <a:pt x="44539" y="479812"/>
                </a:lnTo>
                <a:lnTo>
                  <a:pt x="33995" y="479822"/>
                </a:lnTo>
                <a:lnTo>
                  <a:pt x="23451" y="479774"/>
                </a:lnTo>
                <a:lnTo>
                  <a:pt x="12897" y="479689"/>
                </a:lnTo>
                <a:lnTo>
                  <a:pt x="2353" y="479555"/>
                </a:lnTo>
                <a:lnTo>
                  <a:pt x="0" y="479422"/>
                </a:lnTo>
                <a:lnTo>
                  <a:pt x="10544" y="479222"/>
                </a:lnTo>
                <a:lnTo>
                  <a:pt x="21079" y="478888"/>
                </a:lnTo>
                <a:lnTo>
                  <a:pt x="31613" y="478450"/>
                </a:lnTo>
                <a:lnTo>
                  <a:pt x="42139" y="477917"/>
                </a:lnTo>
                <a:lnTo>
                  <a:pt x="52654" y="477288"/>
                </a:lnTo>
                <a:lnTo>
                  <a:pt x="63160" y="476574"/>
                </a:lnTo>
                <a:lnTo>
                  <a:pt x="73647" y="475774"/>
                </a:lnTo>
                <a:lnTo>
                  <a:pt x="84134" y="474888"/>
                </a:lnTo>
                <a:lnTo>
                  <a:pt x="94602" y="473916"/>
                </a:lnTo>
                <a:lnTo>
                  <a:pt x="105061" y="472869"/>
                </a:lnTo>
                <a:lnTo>
                  <a:pt x="115500" y="471726"/>
                </a:lnTo>
                <a:lnTo>
                  <a:pt x="125921" y="470506"/>
                </a:lnTo>
                <a:lnTo>
                  <a:pt x="136331" y="469202"/>
                </a:lnTo>
                <a:lnTo>
                  <a:pt x="146714" y="467811"/>
                </a:lnTo>
                <a:lnTo>
                  <a:pt x="157077" y="466325"/>
                </a:lnTo>
                <a:lnTo>
                  <a:pt x="167421" y="464753"/>
                </a:lnTo>
                <a:lnTo>
                  <a:pt x="177737" y="463096"/>
                </a:lnTo>
                <a:lnTo>
                  <a:pt x="188033" y="461343"/>
                </a:lnTo>
                <a:lnTo>
                  <a:pt x="198291" y="459496"/>
                </a:lnTo>
                <a:lnTo>
                  <a:pt x="208521" y="457552"/>
                </a:lnTo>
                <a:lnTo>
                  <a:pt x="218723" y="455514"/>
                </a:lnTo>
                <a:lnTo>
                  <a:pt x="228886" y="453371"/>
                </a:lnTo>
                <a:lnTo>
                  <a:pt x="239011" y="451133"/>
                </a:lnTo>
                <a:lnTo>
                  <a:pt x="249098" y="448780"/>
                </a:lnTo>
                <a:lnTo>
                  <a:pt x="259128" y="446322"/>
                </a:lnTo>
                <a:lnTo>
                  <a:pt x="269119" y="443751"/>
                </a:lnTo>
                <a:lnTo>
                  <a:pt x="279063" y="441074"/>
                </a:lnTo>
                <a:lnTo>
                  <a:pt x="288941" y="438274"/>
                </a:lnTo>
                <a:lnTo>
                  <a:pt x="298761" y="435359"/>
                </a:lnTo>
                <a:lnTo>
                  <a:pt x="308524" y="432321"/>
                </a:lnTo>
                <a:lnTo>
                  <a:pt x="318202" y="429149"/>
                </a:lnTo>
                <a:lnTo>
                  <a:pt x="327812" y="425853"/>
                </a:lnTo>
                <a:lnTo>
                  <a:pt x="337347" y="422424"/>
                </a:lnTo>
                <a:lnTo>
                  <a:pt x="346786" y="418852"/>
                </a:lnTo>
                <a:lnTo>
                  <a:pt x="356140" y="415147"/>
                </a:lnTo>
                <a:lnTo>
                  <a:pt x="365389" y="411299"/>
                </a:lnTo>
                <a:lnTo>
                  <a:pt x="374523" y="407299"/>
                </a:lnTo>
                <a:lnTo>
                  <a:pt x="383543" y="403146"/>
                </a:lnTo>
                <a:lnTo>
                  <a:pt x="392430" y="398840"/>
                </a:lnTo>
                <a:lnTo>
                  <a:pt x="401193" y="394383"/>
                </a:lnTo>
                <a:lnTo>
                  <a:pt x="409804" y="389763"/>
                </a:lnTo>
                <a:lnTo>
                  <a:pt x="418262" y="384972"/>
                </a:lnTo>
                <a:lnTo>
                  <a:pt x="426549" y="380028"/>
                </a:lnTo>
                <a:lnTo>
                  <a:pt x="434664" y="374904"/>
                </a:lnTo>
                <a:lnTo>
                  <a:pt x="442589" y="369627"/>
                </a:lnTo>
                <a:lnTo>
                  <a:pt x="450304" y="364169"/>
                </a:lnTo>
                <a:lnTo>
                  <a:pt x="457810" y="358540"/>
                </a:lnTo>
                <a:lnTo>
                  <a:pt x="465087" y="352749"/>
                </a:lnTo>
                <a:lnTo>
                  <a:pt x="472126" y="346786"/>
                </a:lnTo>
                <a:lnTo>
                  <a:pt x="478907" y="340662"/>
                </a:lnTo>
                <a:lnTo>
                  <a:pt x="485432" y="334366"/>
                </a:lnTo>
                <a:lnTo>
                  <a:pt x="491681" y="327917"/>
                </a:lnTo>
                <a:lnTo>
                  <a:pt x="497643" y="321307"/>
                </a:lnTo>
                <a:lnTo>
                  <a:pt x="503301" y="314554"/>
                </a:lnTo>
                <a:lnTo>
                  <a:pt x="508664" y="307658"/>
                </a:lnTo>
                <a:lnTo>
                  <a:pt x="513702" y="300628"/>
                </a:lnTo>
                <a:lnTo>
                  <a:pt x="518427" y="293465"/>
                </a:lnTo>
                <a:lnTo>
                  <a:pt x="522827" y="286188"/>
                </a:lnTo>
                <a:lnTo>
                  <a:pt x="526894" y="278806"/>
                </a:lnTo>
                <a:lnTo>
                  <a:pt x="530628" y="271320"/>
                </a:lnTo>
                <a:lnTo>
                  <a:pt x="534029" y="263738"/>
                </a:lnTo>
                <a:lnTo>
                  <a:pt x="537096" y="256080"/>
                </a:lnTo>
                <a:lnTo>
                  <a:pt x="539839" y="248345"/>
                </a:lnTo>
                <a:lnTo>
                  <a:pt x="542258" y="240554"/>
                </a:lnTo>
                <a:lnTo>
                  <a:pt x="544344" y="232705"/>
                </a:lnTo>
                <a:lnTo>
                  <a:pt x="546125" y="224819"/>
                </a:lnTo>
                <a:lnTo>
                  <a:pt x="547592" y="216894"/>
                </a:lnTo>
                <a:lnTo>
                  <a:pt x="548764" y="208931"/>
                </a:lnTo>
                <a:lnTo>
                  <a:pt x="549640" y="200949"/>
                </a:lnTo>
                <a:lnTo>
                  <a:pt x="550231" y="192957"/>
                </a:lnTo>
                <a:lnTo>
                  <a:pt x="550545" y="184956"/>
                </a:lnTo>
                <a:lnTo>
                  <a:pt x="550593" y="176946"/>
                </a:lnTo>
                <a:lnTo>
                  <a:pt x="550383" y="168945"/>
                </a:lnTo>
                <a:lnTo>
                  <a:pt x="549926" y="160944"/>
                </a:lnTo>
                <a:lnTo>
                  <a:pt x="549231" y="152962"/>
                </a:lnTo>
                <a:lnTo>
                  <a:pt x="558994" y="151000"/>
                </a:lnTo>
                <a:lnTo>
                  <a:pt x="569271" y="149209"/>
                </a:lnTo>
                <a:lnTo>
                  <a:pt x="579511" y="147295"/>
                </a:lnTo>
                <a:lnTo>
                  <a:pt x="589721" y="145294"/>
                </a:lnTo>
                <a:lnTo>
                  <a:pt x="599904" y="143199"/>
                </a:lnTo>
                <a:lnTo>
                  <a:pt x="610057" y="141018"/>
                </a:lnTo>
                <a:lnTo>
                  <a:pt x="620173" y="138751"/>
                </a:lnTo>
                <a:lnTo>
                  <a:pt x="630260" y="136408"/>
                </a:lnTo>
                <a:lnTo>
                  <a:pt x="640309" y="133998"/>
                </a:lnTo>
                <a:lnTo>
                  <a:pt x="650329" y="131502"/>
                </a:lnTo>
                <a:lnTo>
                  <a:pt x="660321" y="128930"/>
                </a:lnTo>
                <a:lnTo>
                  <a:pt x="670274" y="126282"/>
                </a:lnTo>
                <a:lnTo>
                  <a:pt x="680199" y="123568"/>
                </a:lnTo>
                <a:lnTo>
                  <a:pt x="690086" y="120767"/>
                </a:lnTo>
                <a:lnTo>
                  <a:pt x="699926" y="117900"/>
                </a:lnTo>
                <a:lnTo>
                  <a:pt x="709736" y="114967"/>
                </a:lnTo>
                <a:lnTo>
                  <a:pt x="719509" y="111947"/>
                </a:lnTo>
                <a:lnTo>
                  <a:pt x="729244" y="108861"/>
                </a:lnTo>
                <a:lnTo>
                  <a:pt x="738930" y="105689"/>
                </a:lnTo>
                <a:lnTo>
                  <a:pt x="748570" y="102451"/>
                </a:lnTo>
                <a:lnTo>
                  <a:pt x="758171" y="99136"/>
                </a:lnTo>
                <a:lnTo>
                  <a:pt x="767725" y="95736"/>
                </a:lnTo>
                <a:lnTo>
                  <a:pt x="777230" y="92269"/>
                </a:lnTo>
                <a:lnTo>
                  <a:pt x="786679" y="88716"/>
                </a:lnTo>
                <a:lnTo>
                  <a:pt x="796080" y="85087"/>
                </a:lnTo>
                <a:lnTo>
                  <a:pt x="805434" y="81382"/>
                </a:lnTo>
                <a:lnTo>
                  <a:pt x="814721" y="77600"/>
                </a:lnTo>
                <a:lnTo>
                  <a:pt x="823960" y="73724"/>
                </a:lnTo>
                <a:lnTo>
                  <a:pt x="833133" y="69771"/>
                </a:lnTo>
                <a:lnTo>
                  <a:pt x="842239" y="65742"/>
                </a:lnTo>
                <a:lnTo>
                  <a:pt x="851287" y="61617"/>
                </a:lnTo>
                <a:lnTo>
                  <a:pt x="860260" y="57417"/>
                </a:lnTo>
                <a:lnTo>
                  <a:pt x="869166" y="53121"/>
                </a:lnTo>
                <a:lnTo>
                  <a:pt x="877995" y="48749"/>
                </a:lnTo>
                <a:lnTo>
                  <a:pt x="886749" y="44282"/>
                </a:lnTo>
                <a:lnTo>
                  <a:pt x="895426" y="39729"/>
                </a:lnTo>
                <a:lnTo>
                  <a:pt x="904018" y="35081"/>
                </a:lnTo>
                <a:lnTo>
                  <a:pt x="912524" y="30347"/>
                </a:lnTo>
                <a:lnTo>
                  <a:pt x="920944" y="25527"/>
                </a:lnTo>
                <a:lnTo>
                  <a:pt x="929259" y="20603"/>
                </a:lnTo>
                <a:lnTo>
                  <a:pt x="937489" y="15592"/>
                </a:lnTo>
                <a:lnTo>
                  <a:pt x="945613" y="10497"/>
                </a:lnTo>
                <a:lnTo>
                  <a:pt x="953633" y="5296"/>
                </a:lnTo>
                <a:lnTo>
                  <a:pt x="96154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6CB70D8B-097B-4D7C-BA26-83A86220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9010" y="1732407"/>
            <a:ext cx="2610441" cy="526771"/>
          </a:xfrm>
          <a:custGeom xmlns:a="http://schemas.openxmlformats.org/drawingml/2006/main">
            <a:pathLst>
              <a:path w="2610441" h="526771">
                <a:moveTo>
                  <a:pt x="2609640" y="0"/>
                </a:moveTo>
                <a:lnTo>
                  <a:pt x="2610441" y="19402"/>
                </a:lnTo>
                <a:lnTo>
                  <a:pt x="2610088" y="38805"/>
                </a:lnTo>
                <a:lnTo>
                  <a:pt x="2608821" y="58188"/>
                </a:lnTo>
                <a:lnTo>
                  <a:pt x="2606716" y="77534"/>
                </a:lnTo>
                <a:lnTo>
                  <a:pt x="2603802" y="96822"/>
                </a:lnTo>
                <a:lnTo>
                  <a:pt x="2600087" y="116024"/>
                </a:lnTo>
                <a:lnTo>
                  <a:pt x="2595572" y="135131"/>
                </a:lnTo>
                <a:lnTo>
                  <a:pt x="2590229" y="154115"/>
                </a:lnTo>
                <a:lnTo>
                  <a:pt x="2584066" y="172945"/>
                </a:lnTo>
                <a:lnTo>
                  <a:pt x="2577055" y="191614"/>
                </a:lnTo>
                <a:lnTo>
                  <a:pt x="2569178" y="210083"/>
                </a:lnTo>
                <a:lnTo>
                  <a:pt x="2560415" y="228314"/>
                </a:lnTo>
                <a:lnTo>
                  <a:pt x="2550757" y="246288"/>
                </a:lnTo>
                <a:lnTo>
                  <a:pt x="2540175" y="263957"/>
                </a:lnTo>
                <a:lnTo>
                  <a:pt x="2528668" y="281292"/>
                </a:lnTo>
                <a:lnTo>
                  <a:pt x="2516219" y="298247"/>
                </a:lnTo>
                <a:lnTo>
                  <a:pt x="2502818" y="314773"/>
                </a:lnTo>
                <a:lnTo>
                  <a:pt x="2488482" y="330841"/>
                </a:lnTo>
                <a:lnTo>
                  <a:pt x="2473195" y="346405"/>
                </a:lnTo>
                <a:lnTo>
                  <a:pt x="2456993" y="361417"/>
                </a:lnTo>
                <a:lnTo>
                  <a:pt x="2439876" y="375837"/>
                </a:lnTo>
                <a:lnTo>
                  <a:pt x="2421903" y="389639"/>
                </a:lnTo>
                <a:lnTo>
                  <a:pt x="2403081" y="402774"/>
                </a:lnTo>
                <a:lnTo>
                  <a:pt x="2383469" y="415233"/>
                </a:lnTo>
                <a:lnTo>
                  <a:pt x="2363124" y="426977"/>
                </a:lnTo>
                <a:lnTo>
                  <a:pt x="2342074" y="437998"/>
                </a:lnTo>
                <a:lnTo>
                  <a:pt x="2320395" y="448294"/>
                </a:lnTo>
                <a:lnTo>
                  <a:pt x="2298144" y="457848"/>
                </a:lnTo>
                <a:lnTo>
                  <a:pt x="2275370" y="466668"/>
                </a:lnTo>
                <a:lnTo>
                  <a:pt x="2252129" y="474764"/>
                </a:lnTo>
                <a:lnTo>
                  <a:pt x="2228479" y="482146"/>
                </a:lnTo>
                <a:lnTo>
                  <a:pt x="2204476" y="488833"/>
                </a:lnTo>
                <a:lnTo>
                  <a:pt x="2180168" y="494843"/>
                </a:lnTo>
                <a:lnTo>
                  <a:pt x="2155584" y="500196"/>
                </a:lnTo>
                <a:lnTo>
                  <a:pt x="2130790" y="504920"/>
                </a:lnTo>
                <a:lnTo>
                  <a:pt x="2105797" y="509035"/>
                </a:lnTo>
                <a:lnTo>
                  <a:pt x="2080660" y="512569"/>
                </a:lnTo>
                <a:lnTo>
                  <a:pt x="2055390" y="515541"/>
                </a:lnTo>
                <a:lnTo>
                  <a:pt x="2030025" y="517998"/>
                </a:lnTo>
                <a:lnTo>
                  <a:pt x="2004584" y="519941"/>
                </a:lnTo>
                <a:lnTo>
                  <a:pt x="1979085" y="521389"/>
                </a:lnTo>
                <a:lnTo>
                  <a:pt x="1953530" y="522075"/>
                </a:lnTo>
                <a:lnTo>
                  <a:pt x="1927965" y="522532"/>
                </a:lnTo>
                <a:lnTo>
                  <a:pt x="1902400" y="522894"/>
                </a:lnTo>
                <a:lnTo>
                  <a:pt x="1876835" y="523199"/>
                </a:lnTo>
                <a:lnTo>
                  <a:pt x="1851269" y="523465"/>
                </a:lnTo>
                <a:lnTo>
                  <a:pt x="1825704" y="523713"/>
                </a:lnTo>
                <a:lnTo>
                  <a:pt x="1800130" y="523932"/>
                </a:lnTo>
                <a:lnTo>
                  <a:pt x="1774565" y="524142"/>
                </a:lnTo>
                <a:lnTo>
                  <a:pt x="1748990" y="524323"/>
                </a:lnTo>
                <a:lnTo>
                  <a:pt x="1723425" y="524504"/>
                </a:lnTo>
                <a:lnTo>
                  <a:pt x="1697860" y="524666"/>
                </a:lnTo>
                <a:lnTo>
                  <a:pt x="1672285" y="524818"/>
                </a:lnTo>
                <a:lnTo>
                  <a:pt x="1646720" y="524970"/>
                </a:lnTo>
                <a:lnTo>
                  <a:pt x="1621145" y="525104"/>
                </a:lnTo>
                <a:lnTo>
                  <a:pt x="1595580" y="525237"/>
                </a:lnTo>
                <a:lnTo>
                  <a:pt x="1570006" y="525361"/>
                </a:lnTo>
                <a:lnTo>
                  <a:pt x="1544441" y="525475"/>
                </a:lnTo>
                <a:lnTo>
                  <a:pt x="1518866" y="525590"/>
                </a:lnTo>
                <a:lnTo>
                  <a:pt x="1493301" y="525694"/>
                </a:lnTo>
                <a:lnTo>
                  <a:pt x="1467726" y="525790"/>
                </a:lnTo>
                <a:lnTo>
                  <a:pt x="1442161" y="525885"/>
                </a:lnTo>
                <a:lnTo>
                  <a:pt x="1416587" y="525971"/>
                </a:lnTo>
                <a:lnTo>
                  <a:pt x="1391021" y="526047"/>
                </a:lnTo>
                <a:lnTo>
                  <a:pt x="1365447" y="526132"/>
                </a:lnTo>
                <a:lnTo>
                  <a:pt x="1339882" y="526199"/>
                </a:lnTo>
                <a:lnTo>
                  <a:pt x="1314307" y="526266"/>
                </a:lnTo>
                <a:lnTo>
                  <a:pt x="1288733" y="526332"/>
                </a:lnTo>
                <a:lnTo>
                  <a:pt x="1263167" y="526399"/>
                </a:lnTo>
                <a:lnTo>
                  <a:pt x="1237593" y="526447"/>
                </a:lnTo>
                <a:lnTo>
                  <a:pt x="1212028" y="526494"/>
                </a:lnTo>
                <a:lnTo>
                  <a:pt x="1186453" y="526552"/>
                </a:lnTo>
                <a:lnTo>
                  <a:pt x="1160888" y="526590"/>
                </a:lnTo>
                <a:lnTo>
                  <a:pt x="1135313" y="526618"/>
                </a:lnTo>
                <a:lnTo>
                  <a:pt x="1109748" y="526656"/>
                </a:lnTo>
                <a:lnTo>
                  <a:pt x="1084174" y="526685"/>
                </a:lnTo>
                <a:lnTo>
                  <a:pt x="1058609" y="526704"/>
                </a:lnTo>
                <a:lnTo>
                  <a:pt x="1033034" y="526733"/>
                </a:lnTo>
                <a:lnTo>
                  <a:pt x="1007469" y="526752"/>
                </a:lnTo>
                <a:lnTo>
                  <a:pt x="981894" y="526761"/>
                </a:lnTo>
                <a:lnTo>
                  <a:pt x="956329" y="526761"/>
                </a:lnTo>
                <a:lnTo>
                  <a:pt x="930754" y="526771"/>
                </a:lnTo>
                <a:lnTo>
                  <a:pt x="905180" y="526771"/>
                </a:lnTo>
                <a:lnTo>
                  <a:pt x="879615" y="526752"/>
                </a:lnTo>
                <a:lnTo>
                  <a:pt x="854040" y="526742"/>
                </a:lnTo>
                <a:lnTo>
                  <a:pt x="828475" y="526733"/>
                </a:lnTo>
                <a:lnTo>
                  <a:pt x="802900" y="526704"/>
                </a:lnTo>
                <a:lnTo>
                  <a:pt x="777335" y="526675"/>
                </a:lnTo>
                <a:lnTo>
                  <a:pt x="751761" y="526656"/>
                </a:lnTo>
                <a:lnTo>
                  <a:pt x="726196" y="526609"/>
                </a:lnTo>
                <a:lnTo>
                  <a:pt x="700621" y="526561"/>
                </a:lnTo>
                <a:lnTo>
                  <a:pt x="675056" y="526523"/>
                </a:lnTo>
                <a:lnTo>
                  <a:pt x="649481" y="526466"/>
                </a:lnTo>
                <a:lnTo>
                  <a:pt x="623916" y="526399"/>
                </a:lnTo>
                <a:lnTo>
                  <a:pt x="598341" y="526332"/>
                </a:lnTo>
                <a:lnTo>
                  <a:pt x="572767" y="526256"/>
                </a:lnTo>
                <a:lnTo>
                  <a:pt x="547202" y="526171"/>
                </a:lnTo>
                <a:lnTo>
                  <a:pt x="521627" y="526075"/>
                </a:lnTo>
                <a:lnTo>
                  <a:pt x="496062" y="525990"/>
                </a:lnTo>
                <a:lnTo>
                  <a:pt x="470487" y="525875"/>
                </a:lnTo>
                <a:lnTo>
                  <a:pt x="444922" y="525761"/>
                </a:lnTo>
                <a:lnTo>
                  <a:pt x="419348" y="525628"/>
                </a:lnTo>
                <a:lnTo>
                  <a:pt x="393783" y="525494"/>
                </a:lnTo>
                <a:lnTo>
                  <a:pt x="368208" y="525342"/>
                </a:lnTo>
                <a:lnTo>
                  <a:pt x="342643" y="525170"/>
                </a:lnTo>
                <a:lnTo>
                  <a:pt x="317078" y="524999"/>
                </a:lnTo>
                <a:lnTo>
                  <a:pt x="291503" y="524799"/>
                </a:lnTo>
                <a:lnTo>
                  <a:pt x="265938" y="524580"/>
                </a:lnTo>
                <a:lnTo>
                  <a:pt x="240363" y="524342"/>
                </a:lnTo>
                <a:lnTo>
                  <a:pt x="214798" y="524085"/>
                </a:lnTo>
                <a:lnTo>
                  <a:pt x="189233" y="523789"/>
                </a:lnTo>
                <a:lnTo>
                  <a:pt x="163668" y="523465"/>
                </a:lnTo>
                <a:lnTo>
                  <a:pt x="138103" y="523103"/>
                </a:lnTo>
                <a:lnTo>
                  <a:pt x="112538" y="522684"/>
                </a:lnTo>
                <a:lnTo>
                  <a:pt x="86973" y="522189"/>
                </a:lnTo>
                <a:lnTo>
                  <a:pt x="61417" y="521579"/>
                </a:lnTo>
                <a:lnTo>
                  <a:pt x="35871" y="520789"/>
                </a:lnTo>
                <a:lnTo>
                  <a:pt x="10354" y="519522"/>
                </a:lnTo>
                <a:lnTo>
                  <a:pt x="4743" y="503749"/>
                </a:lnTo>
                <a:lnTo>
                  <a:pt x="4401" y="484337"/>
                </a:lnTo>
                <a:lnTo>
                  <a:pt x="4067" y="464925"/>
                </a:lnTo>
                <a:lnTo>
                  <a:pt x="3724" y="445522"/>
                </a:lnTo>
                <a:lnTo>
                  <a:pt x="3391" y="426110"/>
                </a:lnTo>
                <a:lnTo>
                  <a:pt x="3048" y="406698"/>
                </a:lnTo>
                <a:lnTo>
                  <a:pt x="2705" y="387296"/>
                </a:lnTo>
                <a:lnTo>
                  <a:pt x="2372" y="367884"/>
                </a:lnTo>
                <a:lnTo>
                  <a:pt x="2029" y="348472"/>
                </a:lnTo>
                <a:lnTo>
                  <a:pt x="1695" y="329060"/>
                </a:lnTo>
                <a:lnTo>
                  <a:pt x="1353" y="309658"/>
                </a:lnTo>
                <a:lnTo>
                  <a:pt x="1019" y="290246"/>
                </a:lnTo>
                <a:lnTo>
                  <a:pt x="676" y="270834"/>
                </a:lnTo>
                <a:lnTo>
                  <a:pt x="343" y="251422"/>
                </a:lnTo>
                <a:lnTo>
                  <a:pt x="0" y="232019"/>
                </a:lnTo>
                <a:lnTo>
                  <a:pt x="9382" y="219323"/>
                </a:lnTo>
                <a:lnTo>
                  <a:pt x="34881" y="217913"/>
                </a:lnTo>
                <a:lnTo>
                  <a:pt x="60408" y="216722"/>
                </a:lnTo>
                <a:lnTo>
                  <a:pt x="85944" y="215732"/>
                </a:lnTo>
                <a:lnTo>
                  <a:pt x="111490" y="214922"/>
                </a:lnTo>
                <a:lnTo>
                  <a:pt x="137046" y="214274"/>
                </a:lnTo>
                <a:lnTo>
                  <a:pt x="162611" y="213770"/>
                </a:lnTo>
                <a:lnTo>
                  <a:pt x="188176" y="213398"/>
                </a:lnTo>
                <a:lnTo>
                  <a:pt x="213741" y="213150"/>
                </a:lnTo>
                <a:lnTo>
                  <a:pt x="239316" y="213008"/>
                </a:lnTo>
                <a:lnTo>
                  <a:pt x="264881" y="212969"/>
                </a:lnTo>
                <a:lnTo>
                  <a:pt x="290455" y="213027"/>
                </a:lnTo>
                <a:lnTo>
                  <a:pt x="316020" y="213170"/>
                </a:lnTo>
                <a:lnTo>
                  <a:pt x="341586" y="213379"/>
                </a:lnTo>
                <a:lnTo>
                  <a:pt x="367160" y="213674"/>
                </a:lnTo>
                <a:lnTo>
                  <a:pt x="392725" y="214036"/>
                </a:lnTo>
                <a:lnTo>
                  <a:pt x="418290" y="214455"/>
                </a:lnTo>
                <a:lnTo>
                  <a:pt x="443846" y="214932"/>
                </a:lnTo>
                <a:lnTo>
                  <a:pt x="469411" y="215465"/>
                </a:lnTo>
                <a:lnTo>
                  <a:pt x="494967" y="216046"/>
                </a:lnTo>
                <a:lnTo>
                  <a:pt x="520522" y="216675"/>
                </a:lnTo>
                <a:lnTo>
                  <a:pt x="546078" y="217351"/>
                </a:lnTo>
                <a:lnTo>
                  <a:pt x="571633" y="218056"/>
                </a:lnTo>
                <a:lnTo>
                  <a:pt x="597189" y="218799"/>
                </a:lnTo>
                <a:lnTo>
                  <a:pt x="622735" y="219580"/>
                </a:lnTo>
                <a:lnTo>
                  <a:pt x="648281" y="220389"/>
                </a:lnTo>
                <a:lnTo>
                  <a:pt x="673827" y="221228"/>
                </a:lnTo>
                <a:lnTo>
                  <a:pt x="699373" y="222094"/>
                </a:lnTo>
                <a:lnTo>
                  <a:pt x="724919" y="222980"/>
                </a:lnTo>
                <a:lnTo>
                  <a:pt x="750465" y="223895"/>
                </a:lnTo>
                <a:lnTo>
                  <a:pt x="776002" y="224819"/>
                </a:lnTo>
                <a:lnTo>
                  <a:pt x="801538" y="225762"/>
                </a:lnTo>
                <a:lnTo>
                  <a:pt x="827084" y="226724"/>
                </a:lnTo>
                <a:lnTo>
                  <a:pt x="852621" y="227695"/>
                </a:lnTo>
                <a:lnTo>
                  <a:pt x="878157" y="228676"/>
                </a:lnTo>
                <a:lnTo>
                  <a:pt x="903694" y="229667"/>
                </a:lnTo>
                <a:lnTo>
                  <a:pt x="929230" y="230667"/>
                </a:lnTo>
                <a:lnTo>
                  <a:pt x="954767" y="231667"/>
                </a:lnTo>
                <a:lnTo>
                  <a:pt x="980303" y="232677"/>
                </a:lnTo>
                <a:lnTo>
                  <a:pt x="1005840" y="233686"/>
                </a:lnTo>
                <a:lnTo>
                  <a:pt x="1031377" y="234686"/>
                </a:lnTo>
                <a:lnTo>
                  <a:pt x="1056913" y="235687"/>
                </a:lnTo>
                <a:lnTo>
                  <a:pt x="1082450" y="236687"/>
                </a:lnTo>
                <a:lnTo>
                  <a:pt x="1107986" y="237687"/>
                </a:lnTo>
                <a:lnTo>
                  <a:pt x="1133523" y="238677"/>
                </a:lnTo>
                <a:lnTo>
                  <a:pt x="1159059" y="239659"/>
                </a:lnTo>
                <a:lnTo>
                  <a:pt x="1184596" y="240621"/>
                </a:lnTo>
                <a:lnTo>
                  <a:pt x="1210132" y="241583"/>
                </a:lnTo>
                <a:lnTo>
                  <a:pt x="1235678" y="242516"/>
                </a:lnTo>
                <a:lnTo>
                  <a:pt x="1261215" y="243440"/>
                </a:lnTo>
                <a:lnTo>
                  <a:pt x="1286761" y="244335"/>
                </a:lnTo>
                <a:lnTo>
                  <a:pt x="1312307" y="245212"/>
                </a:lnTo>
                <a:lnTo>
                  <a:pt x="1337853" y="246069"/>
                </a:lnTo>
                <a:lnTo>
                  <a:pt x="1363399" y="246888"/>
                </a:lnTo>
                <a:lnTo>
                  <a:pt x="1388945" y="247688"/>
                </a:lnTo>
                <a:lnTo>
                  <a:pt x="1414501" y="248450"/>
                </a:lnTo>
                <a:lnTo>
                  <a:pt x="1440047" y="249184"/>
                </a:lnTo>
                <a:lnTo>
                  <a:pt x="1465602" y="249869"/>
                </a:lnTo>
                <a:lnTo>
                  <a:pt x="1491158" y="250517"/>
                </a:lnTo>
                <a:lnTo>
                  <a:pt x="1516713" y="251117"/>
                </a:lnTo>
                <a:lnTo>
                  <a:pt x="1542278" y="251670"/>
                </a:lnTo>
                <a:lnTo>
                  <a:pt x="1567834" y="252174"/>
                </a:lnTo>
                <a:lnTo>
                  <a:pt x="1593399" y="252622"/>
                </a:lnTo>
                <a:lnTo>
                  <a:pt x="1618964" y="253003"/>
                </a:lnTo>
                <a:lnTo>
                  <a:pt x="1644529" y="253317"/>
                </a:lnTo>
                <a:lnTo>
                  <a:pt x="1670104" y="253556"/>
                </a:lnTo>
                <a:lnTo>
                  <a:pt x="1695669" y="253717"/>
                </a:lnTo>
                <a:lnTo>
                  <a:pt x="1721244" y="253794"/>
                </a:lnTo>
                <a:lnTo>
                  <a:pt x="1746809" y="253775"/>
                </a:lnTo>
                <a:lnTo>
                  <a:pt x="1772383" y="253651"/>
                </a:lnTo>
                <a:lnTo>
                  <a:pt x="1797949" y="253413"/>
                </a:lnTo>
                <a:lnTo>
                  <a:pt x="1823514" y="253060"/>
                </a:lnTo>
                <a:lnTo>
                  <a:pt x="1849079" y="252565"/>
                </a:lnTo>
                <a:lnTo>
                  <a:pt x="1874634" y="251917"/>
                </a:lnTo>
                <a:lnTo>
                  <a:pt x="1900180" y="251108"/>
                </a:lnTo>
                <a:lnTo>
                  <a:pt x="1925717" y="250107"/>
                </a:lnTo>
                <a:lnTo>
                  <a:pt x="1951234" y="248907"/>
                </a:lnTo>
                <a:lnTo>
                  <a:pt x="1976742" y="247460"/>
                </a:lnTo>
                <a:lnTo>
                  <a:pt x="2002212" y="245745"/>
                </a:lnTo>
                <a:lnTo>
                  <a:pt x="2027634" y="243716"/>
                </a:lnTo>
                <a:lnTo>
                  <a:pt x="2053019" y="241335"/>
                </a:lnTo>
                <a:lnTo>
                  <a:pt x="2078307" y="238516"/>
                </a:lnTo>
                <a:lnTo>
                  <a:pt x="2103501" y="235172"/>
                </a:lnTo>
                <a:lnTo>
                  <a:pt x="2128533" y="231210"/>
                </a:lnTo>
                <a:lnTo>
                  <a:pt x="2153317" y="226447"/>
                </a:lnTo>
                <a:lnTo>
                  <a:pt x="2177720" y="220656"/>
                </a:lnTo>
                <a:lnTo>
                  <a:pt x="2201466" y="213474"/>
                </a:lnTo>
                <a:lnTo>
                  <a:pt x="2224021" y="204368"/>
                </a:lnTo>
                <a:lnTo>
                  <a:pt x="2244176" y="192481"/>
                </a:lnTo>
                <a:lnTo>
                  <a:pt x="2259235" y="176917"/>
                </a:lnTo>
                <a:lnTo>
                  <a:pt x="2265302" y="158201"/>
                </a:lnTo>
                <a:lnTo>
                  <a:pt x="2282447" y="148476"/>
                </a:lnTo>
                <a:lnTo>
                  <a:pt x="2306507" y="141923"/>
                </a:lnTo>
                <a:lnTo>
                  <a:pt x="2330244" y="134712"/>
                </a:lnTo>
                <a:lnTo>
                  <a:pt x="2353675" y="126940"/>
                </a:lnTo>
                <a:lnTo>
                  <a:pt x="2376802" y="118662"/>
                </a:lnTo>
                <a:lnTo>
                  <a:pt x="2399633" y="109909"/>
                </a:lnTo>
                <a:lnTo>
                  <a:pt x="2422150" y="100717"/>
                </a:lnTo>
                <a:lnTo>
                  <a:pt x="2444353" y="91088"/>
                </a:lnTo>
                <a:lnTo>
                  <a:pt x="2466232" y="81048"/>
                </a:lnTo>
                <a:lnTo>
                  <a:pt x="2487787" y="70609"/>
                </a:lnTo>
                <a:lnTo>
                  <a:pt x="2508999" y="59769"/>
                </a:lnTo>
                <a:lnTo>
                  <a:pt x="2529869" y="48549"/>
                </a:lnTo>
                <a:lnTo>
                  <a:pt x="2550366" y="36947"/>
                </a:lnTo>
                <a:lnTo>
                  <a:pt x="2570502" y="24984"/>
                </a:lnTo>
                <a:lnTo>
                  <a:pt x="2590267" y="12668"/>
                </a:lnTo>
                <a:lnTo>
                  <a:pt x="2609640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F4C501CA-0855-4D87-B927-8087EACD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276225"/>
            <a:ext cx="2609850" cy="1981200"/>
          </a:xfrm>
          <a:custGeom xmlns:a="http://schemas.openxmlformats.org/drawingml/2006/main">
            <a:pathLst>
              <a:path w="2609850" h="1981200">
                <a:moveTo>
                  <a:pt x="0" y="1981200"/>
                </a:moveTo>
                <a:lnTo>
                  <a:pt x="41900" y="1981200"/>
                </a:lnTo>
                <a:lnTo>
                  <a:pt x="83810" y="1981200"/>
                </a:lnTo>
                <a:lnTo>
                  <a:pt x="125711" y="1981200"/>
                </a:lnTo>
                <a:lnTo>
                  <a:pt x="167611" y="1981200"/>
                </a:lnTo>
                <a:lnTo>
                  <a:pt x="209521" y="1981200"/>
                </a:lnTo>
                <a:lnTo>
                  <a:pt x="251422" y="1981200"/>
                </a:lnTo>
                <a:lnTo>
                  <a:pt x="293332" y="1981200"/>
                </a:lnTo>
                <a:lnTo>
                  <a:pt x="335232" y="1981200"/>
                </a:lnTo>
                <a:lnTo>
                  <a:pt x="377133" y="1981200"/>
                </a:lnTo>
                <a:lnTo>
                  <a:pt x="419043" y="1981200"/>
                </a:lnTo>
                <a:lnTo>
                  <a:pt x="460943" y="1981200"/>
                </a:lnTo>
                <a:lnTo>
                  <a:pt x="502844" y="1981200"/>
                </a:lnTo>
                <a:lnTo>
                  <a:pt x="544754" y="1981200"/>
                </a:lnTo>
                <a:lnTo>
                  <a:pt x="586654" y="1981200"/>
                </a:lnTo>
                <a:lnTo>
                  <a:pt x="628555" y="1981200"/>
                </a:lnTo>
                <a:lnTo>
                  <a:pt x="670465" y="1981200"/>
                </a:lnTo>
                <a:lnTo>
                  <a:pt x="712365" y="1981200"/>
                </a:lnTo>
                <a:lnTo>
                  <a:pt x="754275" y="1981200"/>
                </a:lnTo>
                <a:lnTo>
                  <a:pt x="796176" y="1981200"/>
                </a:lnTo>
                <a:lnTo>
                  <a:pt x="838076" y="1981200"/>
                </a:lnTo>
                <a:lnTo>
                  <a:pt x="879986" y="1981200"/>
                </a:lnTo>
                <a:lnTo>
                  <a:pt x="921887" y="1981200"/>
                </a:lnTo>
                <a:lnTo>
                  <a:pt x="963787" y="1981200"/>
                </a:lnTo>
                <a:lnTo>
                  <a:pt x="1005697" y="1981200"/>
                </a:lnTo>
                <a:lnTo>
                  <a:pt x="1047598" y="1981200"/>
                </a:lnTo>
                <a:lnTo>
                  <a:pt x="1089508" y="1981200"/>
                </a:lnTo>
                <a:lnTo>
                  <a:pt x="1131408" y="1981200"/>
                </a:lnTo>
                <a:lnTo>
                  <a:pt x="1173309" y="1981200"/>
                </a:lnTo>
                <a:lnTo>
                  <a:pt x="1215219" y="1981200"/>
                </a:lnTo>
                <a:lnTo>
                  <a:pt x="1257119" y="1981200"/>
                </a:lnTo>
                <a:lnTo>
                  <a:pt x="1299020" y="1981200"/>
                </a:lnTo>
                <a:lnTo>
                  <a:pt x="1340930" y="1981200"/>
                </a:lnTo>
                <a:lnTo>
                  <a:pt x="1382830" y="1981200"/>
                </a:lnTo>
                <a:lnTo>
                  <a:pt x="1424730" y="1981200"/>
                </a:lnTo>
                <a:lnTo>
                  <a:pt x="1466640" y="1981200"/>
                </a:lnTo>
                <a:lnTo>
                  <a:pt x="1508541" y="1981200"/>
                </a:lnTo>
                <a:lnTo>
                  <a:pt x="1550451" y="1981200"/>
                </a:lnTo>
                <a:lnTo>
                  <a:pt x="1592351" y="1981200"/>
                </a:lnTo>
                <a:lnTo>
                  <a:pt x="1634252" y="1981200"/>
                </a:lnTo>
                <a:lnTo>
                  <a:pt x="1676162" y="1981200"/>
                </a:lnTo>
                <a:lnTo>
                  <a:pt x="1718062" y="1981200"/>
                </a:lnTo>
                <a:lnTo>
                  <a:pt x="1759553" y="1977619"/>
                </a:lnTo>
                <a:lnTo>
                  <a:pt x="1800806" y="1972056"/>
                </a:lnTo>
                <a:lnTo>
                  <a:pt x="1842068" y="1966503"/>
                </a:lnTo>
                <a:lnTo>
                  <a:pt x="1883331" y="1960940"/>
                </a:lnTo>
                <a:lnTo>
                  <a:pt x="1924593" y="1955387"/>
                </a:lnTo>
                <a:lnTo>
                  <a:pt x="1965846" y="1949834"/>
                </a:lnTo>
                <a:lnTo>
                  <a:pt x="2007108" y="1944272"/>
                </a:lnTo>
                <a:lnTo>
                  <a:pt x="2048370" y="1938719"/>
                </a:lnTo>
                <a:lnTo>
                  <a:pt x="2079860" y="1919259"/>
                </a:lnTo>
                <a:lnTo>
                  <a:pt x="2108940" y="1896351"/>
                </a:lnTo>
                <a:lnTo>
                  <a:pt x="2138020" y="1873444"/>
                </a:lnTo>
                <a:lnTo>
                  <a:pt x="2167099" y="1850536"/>
                </a:lnTo>
                <a:lnTo>
                  <a:pt x="2196170" y="1827628"/>
                </a:lnTo>
                <a:lnTo>
                  <a:pt x="2225250" y="1804730"/>
                </a:lnTo>
                <a:lnTo>
                  <a:pt x="2254329" y="1781823"/>
                </a:lnTo>
                <a:lnTo>
                  <a:pt x="2283400" y="1758915"/>
                </a:lnTo>
                <a:lnTo>
                  <a:pt x="2312480" y="1736007"/>
                </a:lnTo>
                <a:lnTo>
                  <a:pt x="2341559" y="1713100"/>
                </a:lnTo>
                <a:lnTo>
                  <a:pt x="2370630" y="1690202"/>
                </a:lnTo>
                <a:lnTo>
                  <a:pt x="2399709" y="1667294"/>
                </a:lnTo>
                <a:lnTo>
                  <a:pt x="2428789" y="1644386"/>
                </a:lnTo>
                <a:lnTo>
                  <a:pt x="2457860" y="1621479"/>
                </a:lnTo>
                <a:lnTo>
                  <a:pt x="2486939" y="1598571"/>
                </a:lnTo>
                <a:lnTo>
                  <a:pt x="2516019" y="1575664"/>
                </a:lnTo>
                <a:lnTo>
                  <a:pt x="2545090" y="1552766"/>
                </a:lnTo>
                <a:lnTo>
                  <a:pt x="2574169" y="1529858"/>
                </a:lnTo>
                <a:lnTo>
                  <a:pt x="2603249" y="1506950"/>
                </a:lnTo>
                <a:lnTo>
                  <a:pt x="2609850" y="1477166"/>
                </a:lnTo>
                <a:lnTo>
                  <a:pt x="2609850" y="1445352"/>
                </a:lnTo>
                <a:lnTo>
                  <a:pt x="2609850" y="1413539"/>
                </a:lnTo>
                <a:lnTo>
                  <a:pt x="2609850" y="1381735"/>
                </a:lnTo>
                <a:lnTo>
                  <a:pt x="2609850" y="1349921"/>
                </a:lnTo>
                <a:lnTo>
                  <a:pt x="2609850" y="1318108"/>
                </a:lnTo>
                <a:lnTo>
                  <a:pt x="2609850" y="1286304"/>
                </a:lnTo>
                <a:lnTo>
                  <a:pt x="2609850" y="1254490"/>
                </a:lnTo>
                <a:lnTo>
                  <a:pt x="2609850" y="1222677"/>
                </a:lnTo>
                <a:lnTo>
                  <a:pt x="2609850" y="1190873"/>
                </a:lnTo>
                <a:lnTo>
                  <a:pt x="2609850" y="1159059"/>
                </a:lnTo>
                <a:lnTo>
                  <a:pt x="2609850" y="1127246"/>
                </a:lnTo>
                <a:lnTo>
                  <a:pt x="2609850" y="1095442"/>
                </a:lnTo>
                <a:lnTo>
                  <a:pt x="2609850" y="1063628"/>
                </a:lnTo>
                <a:lnTo>
                  <a:pt x="2609850" y="1031815"/>
                </a:lnTo>
                <a:lnTo>
                  <a:pt x="2609850" y="1000011"/>
                </a:lnTo>
                <a:lnTo>
                  <a:pt x="2609850" y="968197"/>
                </a:lnTo>
                <a:lnTo>
                  <a:pt x="2609850" y="936384"/>
                </a:lnTo>
                <a:lnTo>
                  <a:pt x="2609850" y="904580"/>
                </a:lnTo>
                <a:lnTo>
                  <a:pt x="2609850" y="872766"/>
                </a:lnTo>
                <a:lnTo>
                  <a:pt x="2609850" y="840953"/>
                </a:lnTo>
                <a:lnTo>
                  <a:pt x="2609850" y="809149"/>
                </a:lnTo>
                <a:lnTo>
                  <a:pt x="2609850" y="777335"/>
                </a:lnTo>
                <a:lnTo>
                  <a:pt x="2609850" y="745522"/>
                </a:lnTo>
                <a:lnTo>
                  <a:pt x="2609850" y="713718"/>
                </a:lnTo>
                <a:lnTo>
                  <a:pt x="2609850" y="681904"/>
                </a:lnTo>
                <a:lnTo>
                  <a:pt x="2609850" y="650091"/>
                </a:lnTo>
                <a:lnTo>
                  <a:pt x="2609850" y="618287"/>
                </a:lnTo>
                <a:lnTo>
                  <a:pt x="2609850" y="586473"/>
                </a:lnTo>
                <a:lnTo>
                  <a:pt x="2609850" y="554660"/>
                </a:lnTo>
                <a:lnTo>
                  <a:pt x="2609850" y="522856"/>
                </a:lnTo>
                <a:lnTo>
                  <a:pt x="2609850" y="491042"/>
                </a:lnTo>
                <a:lnTo>
                  <a:pt x="2609850" y="459229"/>
                </a:lnTo>
                <a:lnTo>
                  <a:pt x="2609850" y="427425"/>
                </a:lnTo>
                <a:lnTo>
                  <a:pt x="2609850" y="395611"/>
                </a:lnTo>
                <a:lnTo>
                  <a:pt x="2609850" y="363798"/>
                </a:lnTo>
                <a:lnTo>
                  <a:pt x="2609850" y="331994"/>
                </a:lnTo>
                <a:lnTo>
                  <a:pt x="2609850" y="300180"/>
                </a:lnTo>
                <a:lnTo>
                  <a:pt x="2609850" y="268367"/>
                </a:lnTo>
                <a:lnTo>
                  <a:pt x="2609850" y="236563"/>
                </a:lnTo>
                <a:lnTo>
                  <a:pt x="2609850" y="204749"/>
                </a:lnTo>
                <a:lnTo>
                  <a:pt x="2609850" y="172936"/>
                </a:lnTo>
                <a:lnTo>
                  <a:pt x="2609850" y="141132"/>
                </a:lnTo>
                <a:lnTo>
                  <a:pt x="2609850" y="109318"/>
                </a:lnTo>
                <a:lnTo>
                  <a:pt x="2609850" y="77505"/>
                </a:lnTo>
                <a:lnTo>
                  <a:pt x="2609850" y="45701"/>
                </a:lnTo>
                <a:lnTo>
                  <a:pt x="2609850" y="13887"/>
                </a:lnTo>
                <a:lnTo>
                  <a:pt x="2586238" y="0"/>
                </a:lnTo>
                <a:lnTo>
                  <a:pt x="2544337" y="0"/>
                </a:lnTo>
                <a:lnTo>
                  <a:pt x="2502437" y="0"/>
                </a:lnTo>
                <a:lnTo>
                  <a:pt x="2460527" y="0"/>
                </a:lnTo>
                <a:lnTo>
                  <a:pt x="2418626" y="0"/>
                </a:lnTo>
                <a:lnTo>
                  <a:pt x="2376726" y="0"/>
                </a:lnTo>
                <a:lnTo>
                  <a:pt x="2334816" y="0"/>
                </a:lnTo>
                <a:lnTo>
                  <a:pt x="2292915" y="0"/>
                </a:lnTo>
                <a:lnTo>
                  <a:pt x="2251005" y="0"/>
                </a:lnTo>
                <a:lnTo>
                  <a:pt x="2209105" y="0"/>
                </a:lnTo>
                <a:lnTo>
                  <a:pt x="2167204" y="0"/>
                </a:lnTo>
                <a:lnTo>
                  <a:pt x="2125294" y="0"/>
                </a:lnTo>
                <a:lnTo>
                  <a:pt x="2083394" y="0"/>
                </a:lnTo>
                <a:lnTo>
                  <a:pt x="2041493" y="0"/>
                </a:lnTo>
                <a:lnTo>
                  <a:pt x="1999583" y="0"/>
                </a:lnTo>
                <a:lnTo>
                  <a:pt x="1957683" y="0"/>
                </a:lnTo>
                <a:lnTo>
                  <a:pt x="1915782" y="0"/>
                </a:lnTo>
                <a:lnTo>
                  <a:pt x="1873872" y="0"/>
                </a:lnTo>
                <a:lnTo>
                  <a:pt x="1831972" y="0"/>
                </a:lnTo>
                <a:lnTo>
                  <a:pt x="1790062" y="0"/>
                </a:lnTo>
                <a:lnTo>
                  <a:pt x="1748161" y="0"/>
                </a:lnTo>
                <a:lnTo>
                  <a:pt x="1706261" y="0"/>
                </a:lnTo>
                <a:lnTo>
                  <a:pt x="1664351" y="0"/>
                </a:lnTo>
                <a:lnTo>
                  <a:pt x="1622450" y="0"/>
                </a:lnTo>
                <a:lnTo>
                  <a:pt x="1580550" y="0"/>
                </a:lnTo>
                <a:lnTo>
                  <a:pt x="1538640" y="0"/>
                </a:lnTo>
                <a:lnTo>
                  <a:pt x="1496739" y="0"/>
                </a:lnTo>
                <a:lnTo>
                  <a:pt x="1454829" y="0"/>
                </a:lnTo>
                <a:lnTo>
                  <a:pt x="1412929" y="0"/>
                </a:lnTo>
                <a:lnTo>
                  <a:pt x="1371029" y="0"/>
                </a:lnTo>
                <a:lnTo>
                  <a:pt x="1329119" y="0"/>
                </a:lnTo>
                <a:lnTo>
                  <a:pt x="1287218" y="0"/>
                </a:lnTo>
                <a:lnTo>
                  <a:pt x="1245318" y="0"/>
                </a:lnTo>
                <a:lnTo>
                  <a:pt x="1203408" y="0"/>
                </a:lnTo>
                <a:lnTo>
                  <a:pt x="1161507" y="0"/>
                </a:lnTo>
                <a:lnTo>
                  <a:pt x="1119607" y="0"/>
                </a:lnTo>
                <a:lnTo>
                  <a:pt x="1077697" y="0"/>
                </a:lnTo>
                <a:lnTo>
                  <a:pt x="1035796" y="0"/>
                </a:lnTo>
                <a:lnTo>
                  <a:pt x="993886" y="0"/>
                </a:lnTo>
                <a:lnTo>
                  <a:pt x="951986" y="0"/>
                </a:lnTo>
                <a:lnTo>
                  <a:pt x="910085" y="0"/>
                </a:lnTo>
                <a:lnTo>
                  <a:pt x="868175" y="0"/>
                </a:lnTo>
                <a:lnTo>
                  <a:pt x="826275" y="0"/>
                </a:lnTo>
                <a:lnTo>
                  <a:pt x="784374" y="0"/>
                </a:lnTo>
                <a:lnTo>
                  <a:pt x="742464" y="0"/>
                </a:lnTo>
                <a:lnTo>
                  <a:pt x="700564" y="0"/>
                </a:lnTo>
                <a:lnTo>
                  <a:pt x="658663" y="0"/>
                </a:lnTo>
                <a:lnTo>
                  <a:pt x="616753" y="0"/>
                </a:lnTo>
                <a:lnTo>
                  <a:pt x="574853" y="0"/>
                </a:lnTo>
                <a:lnTo>
                  <a:pt x="532943" y="0"/>
                </a:lnTo>
                <a:lnTo>
                  <a:pt x="491042" y="0"/>
                </a:lnTo>
                <a:lnTo>
                  <a:pt x="449142" y="0"/>
                </a:lnTo>
                <a:lnTo>
                  <a:pt x="407232" y="0"/>
                </a:lnTo>
                <a:lnTo>
                  <a:pt x="365331" y="0"/>
                </a:lnTo>
                <a:lnTo>
                  <a:pt x="323431" y="0"/>
                </a:lnTo>
                <a:lnTo>
                  <a:pt x="281521" y="0"/>
                </a:lnTo>
                <a:lnTo>
                  <a:pt x="239620" y="0"/>
                </a:lnTo>
                <a:lnTo>
                  <a:pt x="197720" y="0"/>
                </a:lnTo>
                <a:lnTo>
                  <a:pt x="155810" y="0"/>
                </a:lnTo>
                <a:lnTo>
                  <a:pt x="113909" y="0"/>
                </a:lnTo>
                <a:lnTo>
                  <a:pt x="71999" y="0"/>
                </a:lnTo>
                <a:lnTo>
                  <a:pt x="30099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DDC44775-0F39-400B-B523-D47902DC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276225"/>
            <a:ext cx="26098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3238EE0E-F090-4924-83FD-CCBE4088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7101" y="1777975"/>
            <a:ext cx="961549" cy="479822"/>
          </a:xfrm>
          <a:custGeom xmlns:a="http://schemas.openxmlformats.org/drawingml/2006/main">
            <a:pathLst>
              <a:path w="961549" h="479822">
                <a:moveTo>
                  <a:pt x="961549" y="0"/>
                </a:moveTo>
                <a:lnTo>
                  <a:pt x="960406" y="7963"/>
                </a:lnTo>
                <a:lnTo>
                  <a:pt x="958901" y="15888"/>
                </a:lnTo>
                <a:lnTo>
                  <a:pt x="957148" y="23774"/>
                </a:lnTo>
                <a:lnTo>
                  <a:pt x="955177" y="31642"/>
                </a:lnTo>
                <a:lnTo>
                  <a:pt x="952995" y="39481"/>
                </a:lnTo>
                <a:lnTo>
                  <a:pt x="950633" y="47282"/>
                </a:lnTo>
                <a:lnTo>
                  <a:pt x="948090" y="55055"/>
                </a:lnTo>
                <a:lnTo>
                  <a:pt x="945375" y="62789"/>
                </a:lnTo>
                <a:lnTo>
                  <a:pt x="942489" y="70485"/>
                </a:lnTo>
                <a:lnTo>
                  <a:pt x="939441" y="78153"/>
                </a:lnTo>
                <a:lnTo>
                  <a:pt x="936231" y="85782"/>
                </a:lnTo>
                <a:lnTo>
                  <a:pt x="932869" y="93364"/>
                </a:lnTo>
                <a:lnTo>
                  <a:pt x="929345" y="100917"/>
                </a:lnTo>
                <a:lnTo>
                  <a:pt x="925668" y="108423"/>
                </a:lnTo>
                <a:lnTo>
                  <a:pt x="921839" y="115881"/>
                </a:lnTo>
                <a:lnTo>
                  <a:pt x="917858" y="123292"/>
                </a:lnTo>
                <a:lnTo>
                  <a:pt x="913733" y="130664"/>
                </a:lnTo>
                <a:lnTo>
                  <a:pt x="909457" y="137979"/>
                </a:lnTo>
                <a:lnTo>
                  <a:pt x="905037" y="145247"/>
                </a:lnTo>
                <a:lnTo>
                  <a:pt x="900465" y="152467"/>
                </a:lnTo>
                <a:lnTo>
                  <a:pt x="895750" y="159629"/>
                </a:lnTo>
                <a:lnTo>
                  <a:pt x="890892" y="166735"/>
                </a:lnTo>
                <a:lnTo>
                  <a:pt x="885892" y="173784"/>
                </a:lnTo>
                <a:lnTo>
                  <a:pt x="880748" y="180775"/>
                </a:lnTo>
                <a:lnTo>
                  <a:pt x="875462" y="187700"/>
                </a:lnTo>
                <a:lnTo>
                  <a:pt x="870042" y="194567"/>
                </a:lnTo>
                <a:lnTo>
                  <a:pt x="864479" y="201368"/>
                </a:lnTo>
                <a:lnTo>
                  <a:pt x="858784" y="208112"/>
                </a:lnTo>
                <a:lnTo>
                  <a:pt x="852945" y="214779"/>
                </a:lnTo>
                <a:lnTo>
                  <a:pt x="846982" y="221380"/>
                </a:lnTo>
                <a:lnTo>
                  <a:pt x="840877" y="227914"/>
                </a:lnTo>
                <a:lnTo>
                  <a:pt x="834638" y="234372"/>
                </a:lnTo>
                <a:lnTo>
                  <a:pt x="828275" y="240754"/>
                </a:lnTo>
                <a:lnTo>
                  <a:pt x="821779" y="247059"/>
                </a:lnTo>
                <a:lnTo>
                  <a:pt x="815150" y="253289"/>
                </a:lnTo>
                <a:lnTo>
                  <a:pt x="808406" y="259442"/>
                </a:lnTo>
                <a:lnTo>
                  <a:pt x="801529" y="265519"/>
                </a:lnTo>
                <a:lnTo>
                  <a:pt x="794537" y="271510"/>
                </a:lnTo>
                <a:lnTo>
                  <a:pt x="787422" y="277416"/>
                </a:lnTo>
                <a:lnTo>
                  <a:pt x="780183" y="283245"/>
                </a:lnTo>
                <a:lnTo>
                  <a:pt x="772839" y="288989"/>
                </a:lnTo>
                <a:lnTo>
                  <a:pt x="765372" y="294646"/>
                </a:lnTo>
                <a:lnTo>
                  <a:pt x="757790" y="300209"/>
                </a:lnTo>
                <a:lnTo>
                  <a:pt x="750103" y="305695"/>
                </a:lnTo>
                <a:lnTo>
                  <a:pt x="742312" y="311086"/>
                </a:lnTo>
                <a:lnTo>
                  <a:pt x="734406" y="316392"/>
                </a:lnTo>
                <a:lnTo>
                  <a:pt x="726405" y="321602"/>
                </a:lnTo>
                <a:lnTo>
                  <a:pt x="718299" y="326727"/>
                </a:lnTo>
                <a:lnTo>
                  <a:pt x="710089" y="331756"/>
                </a:lnTo>
                <a:lnTo>
                  <a:pt x="701792" y="336699"/>
                </a:lnTo>
                <a:lnTo>
                  <a:pt x="693401" y="341538"/>
                </a:lnTo>
                <a:lnTo>
                  <a:pt x="684914" y="346300"/>
                </a:lnTo>
                <a:lnTo>
                  <a:pt x="676332" y="350958"/>
                </a:lnTo>
                <a:lnTo>
                  <a:pt x="667674" y="355530"/>
                </a:lnTo>
                <a:lnTo>
                  <a:pt x="658930" y="359997"/>
                </a:lnTo>
                <a:lnTo>
                  <a:pt x="650100" y="364388"/>
                </a:lnTo>
                <a:lnTo>
                  <a:pt x="641194" y="368675"/>
                </a:lnTo>
                <a:lnTo>
                  <a:pt x="632212" y="372875"/>
                </a:lnTo>
                <a:lnTo>
                  <a:pt x="623154" y="376971"/>
                </a:lnTo>
                <a:lnTo>
                  <a:pt x="614029" y="380981"/>
                </a:lnTo>
                <a:lnTo>
                  <a:pt x="604828" y="384905"/>
                </a:lnTo>
                <a:lnTo>
                  <a:pt x="595570" y="388725"/>
                </a:lnTo>
                <a:lnTo>
                  <a:pt x="586235" y="392459"/>
                </a:lnTo>
                <a:lnTo>
                  <a:pt x="576844" y="396107"/>
                </a:lnTo>
                <a:lnTo>
                  <a:pt x="567395" y="399659"/>
                </a:lnTo>
                <a:lnTo>
                  <a:pt x="557879" y="403117"/>
                </a:lnTo>
                <a:lnTo>
                  <a:pt x="548316" y="406489"/>
                </a:lnTo>
                <a:lnTo>
                  <a:pt x="538696" y="409775"/>
                </a:lnTo>
                <a:lnTo>
                  <a:pt x="529028" y="412966"/>
                </a:lnTo>
                <a:lnTo>
                  <a:pt x="519303" y="416071"/>
                </a:lnTo>
                <a:lnTo>
                  <a:pt x="509540" y="419100"/>
                </a:lnTo>
                <a:lnTo>
                  <a:pt x="499720" y="422034"/>
                </a:lnTo>
                <a:lnTo>
                  <a:pt x="489871" y="424882"/>
                </a:lnTo>
                <a:lnTo>
                  <a:pt x="479965" y="427644"/>
                </a:lnTo>
                <a:lnTo>
                  <a:pt x="470030" y="430330"/>
                </a:lnTo>
                <a:lnTo>
                  <a:pt x="460058" y="432921"/>
                </a:lnTo>
                <a:lnTo>
                  <a:pt x="450037" y="435445"/>
                </a:lnTo>
                <a:lnTo>
                  <a:pt x="439998" y="437874"/>
                </a:lnTo>
                <a:lnTo>
                  <a:pt x="429911" y="440236"/>
                </a:lnTo>
                <a:lnTo>
                  <a:pt x="419805" y="442512"/>
                </a:lnTo>
                <a:lnTo>
                  <a:pt x="409661" y="444703"/>
                </a:lnTo>
                <a:lnTo>
                  <a:pt x="399488" y="446827"/>
                </a:lnTo>
                <a:lnTo>
                  <a:pt x="389296" y="448875"/>
                </a:lnTo>
                <a:lnTo>
                  <a:pt x="379066" y="450847"/>
                </a:lnTo>
                <a:lnTo>
                  <a:pt x="368827" y="452742"/>
                </a:lnTo>
                <a:lnTo>
                  <a:pt x="358550" y="454562"/>
                </a:lnTo>
                <a:lnTo>
                  <a:pt x="348263" y="456314"/>
                </a:lnTo>
                <a:lnTo>
                  <a:pt x="337947" y="457991"/>
                </a:lnTo>
                <a:lnTo>
                  <a:pt x="327612" y="459600"/>
                </a:lnTo>
                <a:lnTo>
                  <a:pt x="317268" y="461143"/>
                </a:lnTo>
                <a:lnTo>
                  <a:pt x="306896" y="462610"/>
                </a:lnTo>
                <a:lnTo>
                  <a:pt x="296513" y="464020"/>
                </a:lnTo>
                <a:lnTo>
                  <a:pt x="286112" y="465353"/>
                </a:lnTo>
                <a:lnTo>
                  <a:pt x="275701" y="466630"/>
                </a:lnTo>
                <a:lnTo>
                  <a:pt x="265281" y="467830"/>
                </a:lnTo>
                <a:lnTo>
                  <a:pt x="254841" y="468973"/>
                </a:lnTo>
                <a:lnTo>
                  <a:pt x="244383" y="470059"/>
                </a:lnTo>
                <a:lnTo>
                  <a:pt x="233924" y="471078"/>
                </a:lnTo>
                <a:lnTo>
                  <a:pt x="223457" y="472030"/>
                </a:lnTo>
                <a:lnTo>
                  <a:pt x="212969" y="472935"/>
                </a:lnTo>
                <a:lnTo>
                  <a:pt x="202482" y="473774"/>
                </a:lnTo>
                <a:lnTo>
                  <a:pt x="191986" y="474555"/>
                </a:lnTo>
                <a:lnTo>
                  <a:pt x="181480" y="475278"/>
                </a:lnTo>
                <a:lnTo>
                  <a:pt x="170974" y="475936"/>
                </a:lnTo>
                <a:lnTo>
                  <a:pt x="160458" y="476545"/>
                </a:lnTo>
                <a:lnTo>
                  <a:pt x="149933" y="477107"/>
                </a:lnTo>
                <a:lnTo>
                  <a:pt x="139408" y="477612"/>
                </a:lnTo>
                <a:lnTo>
                  <a:pt x="128873" y="478060"/>
                </a:lnTo>
                <a:lnTo>
                  <a:pt x="118339" y="478450"/>
                </a:lnTo>
                <a:lnTo>
                  <a:pt x="107804" y="478793"/>
                </a:lnTo>
                <a:lnTo>
                  <a:pt x="97269" y="479088"/>
                </a:lnTo>
                <a:lnTo>
                  <a:pt x="86725" y="479327"/>
                </a:lnTo>
                <a:lnTo>
                  <a:pt x="76181" y="479527"/>
                </a:lnTo>
                <a:lnTo>
                  <a:pt x="65637" y="479669"/>
                </a:lnTo>
                <a:lnTo>
                  <a:pt x="55083" y="479765"/>
                </a:lnTo>
                <a:lnTo>
                  <a:pt x="44539" y="479812"/>
                </a:lnTo>
                <a:lnTo>
                  <a:pt x="33995" y="479822"/>
                </a:lnTo>
                <a:lnTo>
                  <a:pt x="23451" y="479774"/>
                </a:lnTo>
                <a:lnTo>
                  <a:pt x="12897" y="479689"/>
                </a:lnTo>
                <a:lnTo>
                  <a:pt x="2353" y="479555"/>
                </a:lnTo>
                <a:lnTo>
                  <a:pt x="0" y="479422"/>
                </a:lnTo>
                <a:lnTo>
                  <a:pt x="10544" y="479222"/>
                </a:lnTo>
                <a:lnTo>
                  <a:pt x="21079" y="478888"/>
                </a:lnTo>
                <a:lnTo>
                  <a:pt x="31613" y="478450"/>
                </a:lnTo>
                <a:lnTo>
                  <a:pt x="42139" y="477917"/>
                </a:lnTo>
                <a:lnTo>
                  <a:pt x="52654" y="477288"/>
                </a:lnTo>
                <a:lnTo>
                  <a:pt x="63160" y="476574"/>
                </a:lnTo>
                <a:lnTo>
                  <a:pt x="73647" y="475774"/>
                </a:lnTo>
                <a:lnTo>
                  <a:pt x="84134" y="474888"/>
                </a:lnTo>
                <a:lnTo>
                  <a:pt x="94602" y="473916"/>
                </a:lnTo>
                <a:lnTo>
                  <a:pt x="105061" y="472869"/>
                </a:lnTo>
                <a:lnTo>
                  <a:pt x="115500" y="471726"/>
                </a:lnTo>
                <a:lnTo>
                  <a:pt x="125921" y="470506"/>
                </a:lnTo>
                <a:lnTo>
                  <a:pt x="136331" y="469202"/>
                </a:lnTo>
                <a:lnTo>
                  <a:pt x="146714" y="467811"/>
                </a:lnTo>
                <a:lnTo>
                  <a:pt x="157077" y="466325"/>
                </a:lnTo>
                <a:lnTo>
                  <a:pt x="167421" y="464753"/>
                </a:lnTo>
                <a:lnTo>
                  <a:pt x="177737" y="463096"/>
                </a:lnTo>
                <a:lnTo>
                  <a:pt x="188033" y="461343"/>
                </a:lnTo>
                <a:lnTo>
                  <a:pt x="198291" y="459496"/>
                </a:lnTo>
                <a:lnTo>
                  <a:pt x="208521" y="457552"/>
                </a:lnTo>
                <a:lnTo>
                  <a:pt x="218723" y="455514"/>
                </a:lnTo>
                <a:lnTo>
                  <a:pt x="228886" y="453371"/>
                </a:lnTo>
                <a:lnTo>
                  <a:pt x="239011" y="451133"/>
                </a:lnTo>
                <a:lnTo>
                  <a:pt x="249098" y="448780"/>
                </a:lnTo>
                <a:lnTo>
                  <a:pt x="259128" y="446322"/>
                </a:lnTo>
                <a:lnTo>
                  <a:pt x="269119" y="443751"/>
                </a:lnTo>
                <a:lnTo>
                  <a:pt x="279063" y="441074"/>
                </a:lnTo>
                <a:lnTo>
                  <a:pt x="288941" y="438274"/>
                </a:lnTo>
                <a:lnTo>
                  <a:pt x="298761" y="435359"/>
                </a:lnTo>
                <a:lnTo>
                  <a:pt x="308524" y="432321"/>
                </a:lnTo>
                <a:lnTo>
                  <a:pt x="318202" y="429149"/>
                </a:lnTo>
                <a:lnTo>
                  <a:pt x="327812" y="425853"/>
                </a:lnTo>
                <a:lnTo>
                  <a:pt x="337347" y="422424"/>
                </a:lnTo>
                <a:lnTo>
                  <a:pt x="346786" y="418852"/>
                </a:lnTo>
                <a:lnTo>
                  <a:pt x="356140" y="415147"/>
                </a:lnTo>
                <a:lnTo>
                  <a:pt x="365389" y="411299"/>
                </a:lnTo>
                <a:lnTo>
                  <a:pt x="374523" y="407299"/>
                </a:lnTo>
                <a:lnTo>
                  <a:pt x="383543" y="403146"/>
                </a:lnTo>
                <a:lnTo>
                  <a:pt x="392430" y="398840"/>
                </a:lnTo>
                <a:lnTo>
                  <a:pt x="401193" y="394383"/>
                </a:lnTo>
                <a:lnTo>
                  <a:pt x="409804" y="389763"/>
                </a:lnTo>
                <a:lnTo>
                  <a:pt x="418262" y="384972"/>
                </a:lnTo>
                <a:lnTo>
                  <a:pt x="426549" y="380028"/>
                </a:lnTo>
                <a:lnTo>
                  <a:pt x="434664" y="374904"/>
                </a:lnTo>
                <a:lnTo>
                  <a:pt x="442589" y="369627"/>
                </a:lnTo>
                <a:lnTo>
                  <a:pt x="450304" y="364169"/>
                </a:lnTo>
                <a:lnTo>
                  <a:pt x="457810" y="358540"/>
                </a:lnTo>
                <a:lnTo>
                  <a:pt x="465087" y="352749"/>
                </a:lnTo>
                <a:lnTo>
                  <a:pt x="472126" y="346786"/>
                </a:lnTo>
                <a:lnTo>
                  <a:pt x="478907" y="340662"/>
                </a:lnTo>
                <a:lnTo>
                  <a:pt x="485432" y="334366"/>
                </a:lnTo>
                <a:lnTo>
                  <a:pt x="491681" y="327917"/>
                </a:lnTo>
                <a:lnTo>
                  <a:pt x="497643" y="321307"/>
                </a:lnTo>
                <a:lnTo>
                  <a:pt x="503301" y="314554"/>
                </a:lnTo>
                <a:lnTo>
                  <a:pt x="508664" y="307658"/>
                </a:lnTo>
                <a:lnTo>
                  <a:pt x="513702" y="300628"/>
                </a:lnTo>
                <a:lnTo>
                  <a:pt x="518427" y="293465"/>
                </a:lnTo>
                <a:lnTo>
                  <a:pt x="522827" y="286188"/>
                </a:lnTo>
                <a:lnTo>
                  <a:pt x="526894" y="278806"/>
                </a:lnTo>
                <a:lnTo>
                  <a:pt x="530628" y="271320"/>
                </a:lnTo>
                <a:lnTo>
                  <a:pt x="534029" y="263738"/>
                </a:lnTo>
                <a:lnTo>
                  <a:pt x="537096" y="256080"/>
                </a:lnTo>
                <a:lnTo>
                  <a:pt x="539839" y="248345"/>
                </a:lnTo>
                <a:lnTo>
                  <a:pt x="542258" y="240554"/>
                </a:lnTo>
                <a:lnTo>
                  <a:pt x="544344" y="232705"/>
                </a:lnTo>
                <a:lnTo>
                  <a:pt x="546125" y="224819"/>
                </a:lnTo>
                <a:lnTo>
                  <a:pt x="547592" y="216894"/>
                </a:lnTo>
                <a:lnTo>
                  <a:pt x="548764" y="208931"/>
                </a:lnTo>
                <a:lnTo>
                  <a:pt x="549640" y="200949"/>
                </a:lnTo>
                <a:lnTo>
                  <a:pt x="550231" y="192957"/>
                </a:lnTo>
                <a:lnTo>
                  <a:pt x="550545" y="184956"/>
                </a:lnTo>
                <a:lnTo>
                  <a:pt x="550593" y="176946"/>
                </a:lnTo>
                <a:lnTo>
                  <a:pt x="550383" y="168945"/>
                </a:lnTo>
                <a:lnTo>
                  <a:pt x="549926" y="160944"/>
                </a:lnTo>
                <a:lnTo>
                  <a:pt x="549231" y="152962"/>
                </a:lnTo>
                <a:lnTo>
                  <a:pt x="558994" y="151000"/>
                </a:lnTo>
                <a:lnTo>
                  <a:pt x="569271" y="149209"/>
                </a:lnTo>
                <a:lnTo>
                  <a:pt x="579511" y="147295"/>
                </a:lnTo>
                <a:lnTo>
                  <a:pt x="589721" y="145294"/>
                </a:lnTo>
                <a:lnTo>
                  <a:pt x="599904" y="143199"/>
                </a:lnTo>
                <a:lnTo>
                  <a:pt x="610057" y="141018"/>
                </a:lnTo>
                <a:lnTo>
                  <a:pt x="620173" y="138751"/>
                </a:lnTo>
                <a:lnTo>
                  <a:pt x="630260" y="136408"/>
                </a:lnTo>
                <a:lnTo>
                  <a:pt x="640309" y="133998"/>
                </a:lnTo>
                <a:lnTo>
                  <a:pt x="650329" y="131502"/>
                </a:lnTo>
                <a:lnTo>
                  <a:pt x="660321" y="128930"/>
                </a:lnTo>
                <a:lnTo>
                  <a:pt x="670274" y="126282"/>
                </a:lnTo>
                <a:lnTo>
                  <a:pt x="680199" y="123568"/>
                </a:lnTo>
                <a:lnTo>
                  <a:pt x="690086" y="120767"/>
                </a:lnTo>
                <a:lnTo>
                  <a:pt x="699926" y="117900"/>
                </a:lnTo>
                <a:lnTo>
                  <a:pt x="709736" y="114967"/>
                </a:lnTo>
                <a:lnTo>
                  <a:pt x="719509" y="111947"/>
                </a:lnTo>
                <a:lnTo>
                  <a:pt x="729244" y="108861"/>
                </a:lnTo>
                <a:lnTo>
                  <a:pt x="738930" y="105689"/>
                </a:lnTo>
                <a:lnTo>
                  <a:pt x="748570" y="102451"/>
                </a:lnTo>
                <a:lnTo>
                  <a:pt x="758171" y="99136"/>
                </a:lnTo>
                <a:lnTo>
                  <a:pt x="767725" y="95736"/>
                </a:lnTo>
                <a:lnTo>
                  <a:pt x="777230" y="92269"/>
                </a:lnTo>
                <a:lnTo>
                  <a:pt x="786679" y="88716"/>
                </a:lnTo>
                <a:lnTo>
                  <a:pt x="796080" y="85087"/>
                </a:lnTo>
                <a:lnTo>
                  <a:pt x="805434" y="81382"/>
                </a:lnTo>
                <a:lnTo>
                  <a:pt x="814721" y="77600"/>
                </a:lnTo>
                <a:lnTo>
                  <a:pt x="823960" y="73724"/>
                </a:lnTo>
                <a:lnTo>
                  <a:pt x="833133" y="69771"/>
                </a:lnTo>
                <a:lnTo>
                  <a:pt x="842239" y="65742"/>
                </a:lnTo>
                <a:lnTo>
                  <a:pt x="851287" y="61617"/>
                </a:lnTo>
                <a:lnTo>
                  <a:pt x="860260" y="57417"/>
                </a:lnTo>
                <a:lnTo>
                  <a:pt x="869166" y="53121"/>
                </a:lnTo>
                <a:lnTo>
                  <a:pt x="877995" y="48749"/>
                </a:lnTo>
                <a:lnTo>
                  <a:pt x="886749" y="44282"/>
                </a:lnTo>
                <a:lnTo>
                  <a:pt x="895426" y="39729"/>
                </a:lnTo>
                <a:lnTo>
                  <a:pt x="904018" y="35081"/>
                </a:lnTo>
                <a:lnTo>
                  <a:pt x="912524" y="30347"/>
                </a:lnTo>
                <a:lnTo>
                  <a:pt x="920944" y="25527"/>
                </a:lnTo>
                <a:lnTo>
                  <a:pt x="929259" y="20603"/>
                </a:lnTo>
                <a:lnTo>
                  <a:pt x="937489" y="15592"/>
                </a:lnTo>
                <a:lnTo>
                  <a:pt x="945613" y="10497"/>
                </a:lnTo>
                <a:lnTo>
                  <a:pt x="953633" y="5296"/>
                </a:lnTo>
                <a:lnTo>
                  <a:pt x="96154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36E08E44-FBFA-4FF8-908E-230532F6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210" y="1732407"/>
            <a:ext cx="2610441" cy="526771"/>
          </a:xfrm>
          <a:custGeom xmlns:a="http://schemas.openxmlformats.org/drawingml/2006/main">
            <a:pathLst>
              <a:path w="2610441" h="526771">
                <a:moveTo>
                  <a:pt x="2609640" y="0"/>
                </a:moveTo>
                <a:lnTo>
                  <a:pt x="2610441" y="19402"/>
                </a:lnTo>
                <a:lnTo>
                  <a:pt x="2610088" y="38805"/>
                </a:lnTo>
                <a:lnTo>
                  <a:pt x="2608821" y="58188"/>
                </a:lnTo>
                <a:lnTo>
                  <a:pt x="2606716" y="77534"/>
                </a:lnTo>
                <a:lnTo>
                  <a:pt x="2603802" y="96822"/>
                </a:lnTo>
                <a:lnTo>
                  <a:pt x="2600087" y="116024"/>
                </a:lnTo>
                <a:lnTo>
                  <a:pt x="2595572" y="135131"/>
                </a:lnTo>
                <a:lnTo>
                  <a:pt x="2590229" y="154115"/>
                </a:lnTo>
                <a:lnTo>
                  <a:pt x="2584066" y="172945"/>
                </a:lnTo>
                <a:lnTo>
                  <a:pt x="2577055" y="191614"/>
                </a:lnTo>
                <a:lnTo>
                  <a:pt x="2569178" y="210083"/>
                </a:lnTo>
                <a:lnTo>
                  <a:pt x="2560415" y="228314"/>
                </a:lnTo>
                <a:lnTo>
                  <a:pt x="2550757" y="246288"/>
                </a:lnTo>
                <a:lnTo>
                  <a:pt x="2540175" y="263957"/>
                </a:lnTo>
                <a:lnTo>
                  <a:pt x="2528668" y="281292"/>
                </a:lnTo>
                <a:lnTo>
                  <a:pt x="2516219" y="298247"/>
                </a:lnTo>
                <a:lnTo>
                  <a:pt x="2502818" y="314773"/>
                </a:lnTo>
                <a:lnTo>
                  <a:pt x="2488482" y="330841"/>
                </a:lnTo>
                <a:lnTo>
                  <a:pt x="2473195" y="346405"/>
                </a:lnTo>
                <a:lnTo>
                  <a:pt x="2456993" y="361417"/>
                </a:lnTo>
                <a:lnTo>
                  <a:pt x="2439876" y="375837"/>
                </a:lnTo>
                <a:lnTo>
                  <a:pt x="2421903" y="389639"/>
                </a:lnTo>
                <a:lnTo>
                  <a:pt x="2403081" y="402774"/>
                </a:lnTo>
                <a:lnTo>
                  <a:pt x="2383469" y="415233"/>
                </a:lnTo>
                <a:lnTo>
                  <a:pt x="2363124" y="426977"/>
                </a:lnTo>
                <a:lnTo>
                  <a:pt x="2342074" y="437998"/>
                </a:lnTo>
                <a:lnTo>
                  <a:pt x="2320395" y="448294"/>
                </a:lnTo>
                <a:lnTo>
                  <a:pt x="2298144" y="457848"/>
                </a:lnTo>
                <a:lnTo>
                  <a:pt x="2275370" y="466668"/>
                </a:lnTo>
                <a:lnTo>
                  <a:pt x="2252129" y="474764"/>
                </a:lnTo>
                <a:lnTo>
                  <a:pt x="2228479" y="482146"/>
                </a:lnTo>
                <a:lnTo>
                  <a:pt x="2204476" y="488833"/>
                </a:lnTo>
                <a:lnTo>
                  <a:pt x="2180168" y="494843"/>
                </a:lnTo>
                <a:lnTo>
                  <a:pt x="2155584" y="500196"/>
                </a:lnTo>
                <a:lnTo>
                  <a:pt x="2130790" y="504920"/>
                </a:lnTo>
                <a:lnTo>
                  <a:pt x="2105797" y="509035"/>
                </a:lnTo>
                <a:lnTo>
                  <a:pt x="2080660" y="512569"/>
                </a:lnTo>
                <a:lnTo>
                  <a:pt x="2055390" y="515541"/>
                </a:lnTo>
                <a:lnTo>
                  <a:pt x="2030025" y="517998"/>
                </a:lnTo>
                <a:lnTo>
                  <a:pt x="2004584" y="519941"/>
                </a:lnTo>
                <a:lnTo>
                  <a:pt x="1979085" y="521389"/>
                </a:lnTo>
                <a:lnTo>
                  <a:pt x="1953530" y="522075"/>
                </a:lnTo>
                <a:lnTo>
                  <a:pt x="1927965" y="522532"/>
                </a:lnTo>
                <a:lnTo>
                  <a:pt x="1902400" y="522894"/>
                </a:lnTo>
                <a:lnTo>
                  <a:pt x="1876835" y="523199"/>
                </a:lnTo>
                <a:lnTo>
                  <a:pt x="1851269" y="523465"/>
                </a:lnTo>
                <a:lnTo>
                  <a:pt x="1825704" y="523713"/>
                </a:lnTo>
                <a:lnTo>
                  <a:pt x="1800130" y="523932"/>
                </a:lnTo>
                <a:lnTo>
                  <a:pt x="1774565" y="524142"/>
                </a:lnTo>
                <a:lnTo>
                  <a:pt x="1748990" y="524323"/>
                </a:lnTo>
                <a:lnTo>
                  <a:pt x="1723425" y="524504"/>
                </a:lnTo>
                <a:lnTo>
                  <a:pt x="1697860" y="524666"/>
                </a:lnTo>
                <a:lnTo>
                  <a:pt x="1672285" y="524818"/>
                </a:lnTo>
                <a:lnTo>
                  <a:pt x="1646720" y="524970"/>
                </a:lnTo>
                <a:lnTo>
                  <a:pt x="1621145" y="525104"/>
                </a:lnTo>
                <a:lnTo>
                  <a:pt x="1595580" y="525237"/>
                </a:lnTo>
                <a:lnTo>
                  <a:pt x="1570006" y="525361"/>
                </a:lnTo>
                <a:lnTo>
                  <a:pt x="1544441" y="525475"/>
                </a:lnTo>
                <a:lnTo>
                  <a:pt x="1518866" y="525590"/>
                </a:lnTo>
                <a:lnTo>
                  <a:pt x="1493301" y="525694"/>
                </a:lnTo>
                <a:lnTo>
                  <a:pt x="1467726" y="525790"/>
                </a:lnTo>
                <a:lnTo>
                  <a:pt x="1442161" y="525885"/>
                </a:lnTo>
                <a:lnTo>
                  <a:pt x="1416587" y="525971"/>
                </a:lnTo>
                <a:lnTo>
                  <a:pt x="1391021" y="526047"/>
                </a:lnTo>
                <a:lnTo>
                  <a:pt x="1365447" y="526132"/>
                </a:lnTo>
                <a:lnTo>
                  <a:pt x="1339882" y="526199"/>
                </a:lnTo>
                <a:lnTo>
                  <a:pt x="1314307" y="526266"/>
                </a:lnTo>
                <a:lnTo>
                  <a:pt x="1288733" y="526332"/>
                </a:lnTo>
                <a:lnTo>
                  <a:pt x="1263167" y="526399"/>
                </a:lnTo>
                <a:lnTo>
                  <a:pt x="1237593" y="526447"/>
                </a:lnTo>
                <a:lnTo>
                  <a:pt x="1212028" y="526494"/>
                </a:lnTo>
                <a:lnTo>
                  <a:pt x="1186453" y="526552"/>
                </a:lnTo>
                <a:lnTo>
                  <a:pt x="1160888" y="526590"/>
                </a:lnTo>
                <a:lnTo>
                  <a:pt x="1135313" y="526618"/>
                </a:lnTo>
                <a:lnTo>
                  <a:pt x="1109748" y="526656"/>
                </a:lnTo>
                <a:lnTo>
                  <a:pt x="1084174" y="526685"/>
                </a:lnTo>
                <a:lnTo>
                  <a:pt x="1058609" y="526704"/>
                </a:lnTo>
                <a:lnTo>
                  <a:pt x="1033034" y="526733"/>
                </a:lnTo>
                <a:lnTo>
                  <a:pt x="1007469" y="526752"/>
                </a:lnTo>
                <a:lnTo>
                  <a:pt x="981894" y="526761"/>
                </a:lnTo>
                <a:lnTo>
                  <a:pt x="956329" y="526761"/>
                </a:lnTo>
                <a:lnTo>
                  <a:pt x="930754" y="526771"/>
                </a:lnTo>
                <a:lnTo>
                  <a:pt x="905180" y="526771"/>
                </a:lnTo>
                <a:lnTo>
                  <a:pt x="879615" y="526752"/>
                </a:lnTo>
                <a:lnTo>
                  <a:pt x="854040" y="526742"/>
                </a:lnTo>
                <a:lnTo>
                  <a:pt x="828475" y="526733"/>
                </a:lnTo>
                <a:lnTo>
                  <a:pt x="802900" y="526704"/>
                </a:lnTo>
                <a:lnTo>
                  <a:pt x="777335" y="526675"/>
                </a:lnTo>
                <a:lnTo>
                  <a:pt x="751761" y="526656"/>
                </a:lnTo>
                <a:lnTo>
                  <a:pt x="726196" y="526609"/>
                </a:lnTo>
                <a:lnTo>
                  <a:pt x="700621" y="526561"/>
                </a:lnTo>
                <a:lnTo>
                  <a:pt x="675056" y="526523"/>
                </a:lnTo>
                <a:lnTo>
                  <a:pt x="649481" y="526466"/>
                </a:lnTo>
                <a:lnTo>
                  <a:pt x="623916" y="526399"/>
                </a:lnTo>
                <a:lnTo>
                  <a:pt x="598341" y="526332"/>
                </a:lnTo>
                <a:lnTo>
                  <a:pt x="572767" y="526256"/>
                </a:lnTo>
                <a:lnTo>
                  <a:pt x="547202" y="526171"/>
                </a:lnTo>
                <a:lnTo>
                  <a:pt x="521627" y="526075"/>
                </a:lnTo>
                <a:lnTo>
                  <a:pt x="496062" y="525990"/>
                </a:lnTo>
                <a:lnTo>
                  <a:pt x="470487" y="525875"/>
                </a:lnTo>
                <a:lnTo>
                  <a:pt x="444922" y="525761"/>
                </a:lnTo>
                <a:lnTo>
                  <a:pt x="419348" y="525628"/>
                </a:lnTo>
                <a:lnTo>
                  <a:pt x="393783" y="525494"/>
                </a:lnTo>
                <a:lnTo>
                  <a:pt x="368208" y="525342"/>
                </a:lnTo>
                <a:lnTo>
                  <a:pt x="342643" y="525170"/>
                </a:lnTo>
                <a:lnTo>
                  <a:pt x="317078" y="524999"/>
                </a:lnTo>
                <a:lnTo>
                  <a:pt x="291503" y="524799"/>
                </a:lnTo>
                <a:lnTo>
                  <a:pt x="265938" y="524580"/>
                </a:lnTo>
                <a:lnTo>
                  <a:pt x="240363" y="524342"/>
                </a:lnTo>
                <a:lnTo>
                  <a:pt x="214798" y="524085"/>
                </a:lnTo>
                <a:lnTo>
                  <a:pt x="189233" y="523789"/>
                </a:lnTo>
                <a:lnTo>
                  <a:pt x="163668" y="523465"/>
                </a:lnTo>
                <a:lnTo>
                  <a:pt x="138103" y="523103"/>
                </a:lnTo>
                <a:lnTo>
                  <a:pt x="112538" y="522684"/>
                </a:lnTo>
                <a:lnTo>
                  <a:pt x="86973" y="522189"/>
                </a:lnTo>
                <a:lnTo>
                  <a:pt x="61417" y="521579"/>
                </a:lnTo>
                <a:lnTo>
                  <a:pt x="35871" y="520789"/>
                </a:lnTo>
                <a:lnTo>
                  <a:pt x="10354" y="519522"/>
                </a:lnTo>
                <a:lnTo>
                  <a:pt x="4743" y="503749"/>
                </a:lnTo>
                <a:lnTo>
                  <a:pt x="4401" y="484337"/>
                </a:lnTo>
                <a:lnTo>
                  <a:pt x="4067" y="464925"/>
                </a:lnTo>
                <a:lnTo>
                  <a:pt x="3724" y="445522"/>
                </a:lnTo>
                <a:lnTo>
                  <a:pt x="3391" y="426110"/>
                </a:lnTo>
                <a:lnTo>
                  <a:pt x="3048" y="406698"/>
                </a:lnTo>
                <a:lnTo>
                  <a:pt x="2705" y="387296"/>
                </a:lnTo>
                <a:lnTo>
                  <a:pt x="2372" y="367884"/>
                </a:lnTo>
                <a:lnTo>
                  <a:pt x="2029" y="348472"/>
                </a:lnTo>
                <a:lnTo>
                  <a:pt x="1695" y="329060"/>
                </a:lnTo>
                <a:lnTo>
                  <a:pt x="1353" y="309658"/>
                </a:lnTo>
                <a:lnTo>
                  <a:pt x="1019" y="290246"/>
                </a:lnTo>
                <a:lnTo>
                  <a:pt x="676" y="270834"/>
                </a:lnTo>
                <a:lnTo>
                  <a:pt x="343" y="251422"/>
                </a:lnTo>
                <a:lnTo>
                  <a:pt x="0" y="232019"/>
                </a:lnTo>
                <a:lnTo>
                  <a:pt x="9382" y="219323"/>
                </a:lnTo>
                <a:lnTo>
                  <a:pt x="34881" y="217913"/>
                </a:lnTo>
                <a:lnTo>
                  <a:pt x="60408" y="216722"/>
                </a:lnTo>
                <a:lnTo>
                  <a:pt x="85944" y="215732"/>
                </a:lnTo>
                <a:lnTo>
                  <a:pt x="111490" y="214922"/>
                </a:lnTo>
                <a:lnTo>
                  <a:pt x="137046" y="214274"/>
                </a:lnTo>
                <a:lnTo>
                  <a:pt x="162611" y="213770"/>
                </a:lnTo>
                <a:lnTo>
                  <a:pt x="188176" y="213398"/>
                </a:lnTo>
                <a:lnTo>
                  <a:pt x="213741" y="213150"/>
                </a:lnTo>
                <a:lnTo>
                  <a:pt x="239316" y="213008"/>
                </a:lnTo>
                <a:lnTo>
                  <a:pt x="264881" y="212969"/>
                </a:lnTo>
                <a:lnTo>
                  <a:pt x="290455" y="213027"/>
                </a:lnTo>
                <a:lnTo>
                  <a:pt x="316020" y="213170"/>
                </a:lnTo>
                <a:lnTo>
                  <a:pt x="341586" y="213379"/>
                </a:lnTo>
                <a:lnTo>
                  <a:pt x="367160" y="213674"/>
                </a:lnTo>
                <a:lnTo>
                  <a:pt x="392725" y="214036"/>
                </a:lnTo>
                <a:lnTo>
                  <a:pt x="418290" y="214455"/>
                </a:lnTo>
                <a:lnTo>
                  <a:pt x="443846" y="214932"/>
                </a:lnTo>
                <a:lnTo>
                  <a:pt x="469411" y="215465"/>
                </a:lnTo>
                <a:lnTo>
                  <a:pt x="494967" y="216046"/>
                </a:lnTo>
                <a:lnTo>
                  <a:pt x="520522" y="216675"/>
                </a:lnTo>
                <a:lnTo>
                  <a:pt x="546078" y="217351"/>
                </a:lnTo>
                <a:lnTo>
                  <a:pt x="571633" y="218056"/>
                </a:lnTo>
                <a:lnTo>
                  <a:pt x="597189" y="218799"/>
                </a:lnTo>
                <a:lnTo>
                  <a:pt x="622735" y="219580"/>
                </a:lnTo>
                <a:lnTo>
                  <a:pt x="648281" y="220389"/>
                </a:lnTo>
                <a:lnTo>
                  <a:pt x="673827" y="221228"/>
                </a:lnTo>
                <a:lnTo>
                  <a:pt x="699373" y="222094"/>
                </a:lnTo>
                <a:lnTo>
                  <a:pt x="724919" y="222980"/>
                </a:lnTo>
                <a:lnTo>
                  <a:pt x="750465" y="223895"/>
                </a:lnTo>
                <a:lnTo>
                  <a:pt x="776002" y="224819"/>
                </a:lnTo>
                <a:lnTo>
                  <a:pt x="801538" y="225762"/>
                </a:lnTo>
                <a:lnTo>
                  <a:pt x="827084" y="226724"/>
                </a:lnTo>
                <a:lnTo>
                  <a:pt x="852621" y="227695"/>
                </a:lnTo>
                <a:lnTo>
                  <a:pt x="878157" y="228676"/>
                </a:lnTo>
                <a:lnTo>
                  <a:pt x="903694" y="229667"/>
                </a:lnTo>
                <a:lnTo>
                  <a:pt x="929230" y="230667"/>
                </a:lnTo>
                <a:lnTo>
                  <a:pt x="954767" y="231667"/>
                </a:lnTo>
                <a:lnTo>
                  <a:pt x="980303" y="232677"/>
                </a:lnTo>
                <a:lnTo>
                  <a:pt x="1005840" y="233686"/>
                </a:lnTo>
                <a:lnTo>
                  <a:pt x="1031377" y="234686"/>
                </a:lnTo>
                <a:lnTo>
                  <a:pt x="1056913" y="235687"/>
                </a:lnTo>
                <a:lnTo>
                  <a:pt x="1082450" y="236687"/>
                </a:lnTo>
                <a:lnTo>
                  <a:pt x="1107986" y="237687"/>
                </a:lnTo>
                <a:lnTo>
                  <a:pt x="1133523" y="238677"/>
                </a:lnTo>
                <a:lnTo>
                  <a:pt x="1159059" y="239659"/>
                </a:lnTo>
                <a:lnTo>
                  <a:pt x="1184596" y="240621"/>
                </a:lnTo>
                <a:lnTo>
                  <a:pt x="1210132" y="241583"/>
                </a:lnTo>
                <a:lnTo>
                  <a:pt x="1235678" y="242516"/>
                </a:lnTo>
                <a:lnTo>
                  <a:pt x="1261215" y="243440"/>
                </a:lnTo>
                <a:lnTo>
                  <a:pt x="1286761" y="244335"/>
                </a:lnTo>
                <a:lnTo>
                  <a:pt x="1312307" y="245212"/>
                </a:lnTo>
                <a:lnTo>
                  <a:pt x="1337853" y="246069"/>
                </a:lnTo>
                <a:lnTo>
                  <a:pt x="1363399" y="246888"/>
                </a:lnTo>
                <a:lnTo>
                  <a:pt x="1388945" y="247688"/>
                </a:lnTo>
                <a:lnTo>
                  <a:pt x="1414501" y="248450"/>
                </a:lnTo>
                <a:lnTo>
                  <a:pt x="1440047" y="249184"/>
                </a:lnTo>
                <a:lnTo>
                  <a:pt x="1465602" y="249869"/>
                </a:lnTo>
                <a:lnTo>
                  <a:pt x="1491158" y="250517"/>
                </a:lnTo>
                <a:lnTo>
                  <a:pt x="1516713" y="251117"/>
                </a:lnTo>
                <a:lnTo>
                  <a:pt x="1542278" y="251670"/>
                </a:lnTo>
                <a:lnTo>
                  <a:pt x="1567834" y="252174"/>
                </a:lnTo>
                <a:lnTo>
                  <a:pt x="1593399" y="252622"/>
                </a:lnTo>
                <a:lnTo>
                  <a:pt x="1618964" y="253003"/>
                </a:lnTo>
                <a:lnTo>
                  <a:pt x="1644529" y="253317"/>
                </a:lnTo>
                <a:lnTo>
                  <a:pt x="1670104" y="253556"/>
                </a:lnTo>
                <a:lnTo>
                  <a:pt x="1695669" y="253717"/>
                </a:lnTo>
                <a:lnTo>
                  <a:pt x="1721244" y="253794"/>
                </a:lnTo>
                <a:lnTo>
                  <a:pt x="1746809" y="253775"/>
                </a:lnTo>
                <a:lnTo>
                  <a:pt x="1772383" y="253651"/>
                </a:lnTo>
                <a:lnTo>
                  <a:pt x="1797949" y="253413"/>
                </a:lnTo>
                <a:lnTo>
                  <a:pt x="1823514" y="253060"/>
                </a:lnTo>
                <a:lnTo>
                  <a:pt x="1849079" y="252565"/>
                </a:lnTo>
                <a:lnTo>
                  <a:pt x="1874634" y="251917"/>
                </a:lnTo>
                <a:lnTo>
                  <a:pt x="1900180" y="251108"/>
                </a:lnTo>
                <a:lnTo>
                  <a:pt x="1925717" y="250107"/>
                </a:lnTo>
                <a:lnTo>
                  <a:pt x="1951234" y="248907"/>
                </a:lnTo>
                <a:lnTo>
                  <a:pt x="1976742" y="247460"/>
                </a:lnTo>
                <a:lnTo>
                  <a:pt x="2002212" y="245745"/>
                </a:lnTo>
                <a:lnTo>
                  <a:pt x="2027634" y="243716"/>
                </a:lnTo>
                <a:lnTo>
                  <a:pt x="2053019" y="241335"/>
                </a:lnTo>
                <a:lnTo>
                  <a:pt x="2078307" y="238516"/>
                </a:lnTo>
                <a:lnTo>
                  <a:pt x="2103501" y="235172"/>
                </a:lnTo>
                <a:lnTo>
                  <a:pt x="2128533" y="231210"/>
                </a:lnTo>
                <a:lnTo>
                  <a:pt x="2153317" y="226447"/>
                </a:lnTo>
                <a:lnTo>
                  <a:pt x="2177720" y="220656"/>
                </a:lnTo>
                <a:lnTo>
                  <a:pt x="2201466" y="213474"/>
                </a:lnTo>
                <a:lnTo>
                  <a:pt x="2224021" y="204368"/>
                </a:lnTo>
                <a:lnTo>
                  <a:pt x="2244176" y="192481"/>
                </a:lnTo>
                <a:lnTo>
                  <a:pt x="2259235" y="176917"/>
                </a:lnTo>
                <a:lnTo>
                  <a:pt x="2265302" y="158201"/>
                </a:lnTo>
                <a:lnTo>
                  <a:pt x="2282447" y="148476"/>
                </a:lnTo>
                <a:lnTo>
                  <a:pt x="2306507" y="141923"/>
                </a:lnTo>
                <a:lnTo>
                  <a:pt x="2330244" y="134712"/>
                </a:lnTo>
                <a:lnTo>
                  <a:pt x="2353675" y="126940"/>
                </a:lnTo>
                <a:lnTo>
                  <a:pt x="2376802" y="118662"/>
                </a:lnTo>
                <a:lnTo>
                  <a:pt x="2399633" y="109909"/>
                </a:lnTo>
                <a:lnTo>
                  <a:pt x="2422150" y="100717"/>
                </a:lnTo>
                <a:lnTo>
                  <a:pt x="2444353" y="91088"/>
                </a:lnTo>
                <a:lnTo>
                  <a:pt x="2466232" y="81048"/>
                </a:lnTo>
                <a:lnTo>
                  <a:pt x="2487787" y="70609"/>
                </a:lnTo>
                <a:lnTo>
                  <a:pt x="2508999" y="59769"/>
                </a:lnTo>
                <a:lnTo>
                  <a:pt x="2529869" y="48549"/>
                </a:lnTo>
                <a:lnTo>
                  <a:pt x="2550366" y="36947"/>
                </a:lnTo>
                <a:lnTo>
                  <a:pt x="2570502" y="24984"/>
                </a:lnTo>
                <a:lnTo>
                  <a:pt x="2590267" y="12668"/>
                </a:lnTo>
                <a:lnTo>
                  <a:pt x="2609640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A6B81978-EDFE-4FCD-955F-E307CE93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76225"/>
            <a:ext cx="2609850" cy="1981200"/>
          </a:xfrm>
          <a:custGeom xmlns:a="http://schemas.openxmlformats.org/drawingml/2006/main">
            <a:pathLst>
              <a:path w="2609850" h="1981200">
                <a:moveTo>
                  <a:pt x="0" y="1981200"/>
                </a:moveTo>
                <a:lnTo>
                  <a:pt x="41900" y="1981200"/>
                </a:lnTo>
                <a:lnTo>
                  <a:pt x="83810" y="1981200"/>
                </a:lnTo>
                <a:lnTo>
                  <a:pt x="125711" y="1981200"/>
                </a:lnTo>
                <a:lnTo>
                  <a:pt x="167611" y="1981200"/>
                </a:lnTo>
                <a:lnTo>
                  <a:pt x="209521" y="1981200"/>
                </a:lnTo>
                <a:lnTo>
                  <a:pt x="251422" y="1981200"/>
                </a:lnTo>
                <a:lnTo>
                  <a:pt x="293332" y="1981200"/>
                </a:lnTo>
                <a:lnTo>
                  <a:pt x="335232" y="1981200"/>
                </a:lnTo>
                <a:lnTo>
                  <a:pt x="377133" y="1981200"/>
                </a:lnTo>
                <a:lnTo>
                  <a:pt x="419043" y="1981200"/>
                </a:lnTo>
                <a:lnTo>
                  <a:pt x="460943" y="1981200"/>
                </a:lnTo>
                <a:lnTo>
                  <a:pt x="502844" y="1981200"/>
                </a:lnTo>
                <a:lnTo>
                  <a:pt x="544754" y="1981200"/>
                </a:lnTo>
                <a:lnTo>
                  <a:pt x="586654" y="1981200"/>
                </a:lnTo>
                <a:lnTo>
                  <a:pt x="628555" y="1981200"/>
                </a:lnTo>
                <a:lnTo>
                  <a:pt x="670465" y="1981200"/>
                </a:lnTo>
                <a:lnTo>
                  <a:pt x="712365" y="1981200"/>
                </a:lnTo>
                <a:lnTo>
                  <a:pt x="754275" y="1981200"/>
                </a:lnTo>
                <a:lnTo>
                  <a:pt x="796176" y="1981200"/>
                </a:lnTo>
                <a:lnTo>
                  <a:pt x="838076" y="1981200"/>
                </a:lnTo>
                <a:lnTo>
                  <a:pt x="879986" y="1981200"/>
                </a:lnTo>
                <a:lnTo>
                  <a:pt x="921887" y="1981200"/>
                </a:lnTo>
                <a:lnTo>
                  <a:pt x="963787" y="1981200"/>
                </a:lnTo>
                <a:lnTo>
                  <a:pt x="1005697" y="1981200"/>
                </a:lnTo>
                <a:lnTo>
                  <a:pt x="1047598" y="1981200"/>
                </a:lnTo>
                <a:lnTo>
                  <a:pt x="1089508" y="1981200"/>
                </a:lnTo>
                <a:lnTo>
                  <a:pt x="1131408" y="1981200"/>
                </a:lnTo>
                <a:lnTo>
                  <a:pt x="1173309" y="1981200"/>
                </a:lnTo>
                <a:lnTo>
                  <a:pt x="1215219" y="1981200"/>
                </a:lnTo>
                <a:lnTo>
                  <a:pt x="1257119" y="1981200"/>
                </a:lnTo>
                <a:lnTo>
                  <a:pt x="1299020" y="1981200"/>
                </a:lnTo>
                <a:lnTo>
                  <a:pt x="1340930" y="1981200"/>
                </a:lnTo>
                <a:lnTo>
                  <a:pt x="1382830" y="1981200"/>
                </a:lnTo>
                <a:lnTo>
                  <a:pt x="1424730" y="1981200"/>
                </a:lnTo>
                <a:lnTo>
                  <a:pt x="1466640" y="1981200"/>
                </a:lnTo>
                <a:lnTo>
                  <a:pt x="1508541" y="1981200"/>
                </a:lnTo>
                <a:lnTo>
                  <a:pt x="1550451" y="1981200"/>
                </a:lnTo>
                <a:lnTo>
                  <a:pt x="1592351" y="1981200"/>
                </a:lnTo>
                <a:lnTo>
                  <a:pt x="1634252" y="1981200"/>
                </a:lnTo>
                <a:lnTo>
                  <a:pt x="1676162" y="1981200"/>
                </a:lnTo>
                <a:lnTo>
                  <a:pt x="1718062" y="1981200"/>
                </a:lnTo>
                <a:lnTo>
                  <a:pt x="1759553" y="1977619"/>
                </a:lnTo>
                <a:lnTo>
                  <a:pt x="1800806" y="1972056"/>
                </a:lnTo>
                <a:lnTo>
                  <a:pt x="1842068" y="1966503"/>
                </a:lnTo>
                <a:lnTo>
                  <a:pt x="1883331" y="1960940"/>
                </a:lnTo>
                <a:lnTo>
                  <a:pt x="1924593" y="1955387"/>
                </a:lnTo>
                <a:lnTo>
                  <a:pt x="1965846" y="1949834"/>
                </a:lnTo>
                <a:lnTo>
                  <a:pt x="2007108" y="1944272"/>
                </a:lnTo>
                <a:lnTo>
                  <a:pt x="2048370" y="1938719"/>
                </a:lnTo>
                <a:lnTo>
                  <a:pt x="2079860" y="1919259"/>
                </a:lnTo>
                <a:lnTo>
                  <a:pt x="2108940" y="1896351"/>
                </a:lnTo>
                <a:lnTo>
                  <a:pt x="2138020" y="1873444"/>
                </a:lnTo>
                <a:lnTo>
                  <a:pt x="2167099" y="1850536"/>
                </a:lnTo>
                <a:lnTo>
                  <a:pt x="2196170" y="1827628"/>
                </a:lnTo>
                <a:lnTo>
                  <a:pt x="2225250" y="1804730"/>
                </a:lnTo>
                <a:lnTo>
                  <a:pt x="2254329" y="1781823"/>
                </a:lnTo>
                <a:lnTo>
                  <a:pt x="2283400" y="1758915"/>
                </a:lnTo>
                <a:lnTo>
                  <a:pt x="2312480" y="1736007"/>
                </a:lnTo>
                <a:lnTo>
                  <a:pt x="2341559" y="1713100"/>
                </a:lnTo>
                <a:lnTo>
                  <a:pt x="2370630" y="1690202"/>
                </a:lnTo>
                <a:lnTo>
                  <a:pt x="2399709" y="1667294"/>
                </a:lnTo>
                <a:lnTo>
                  <a:pt x="2428789" y="1644386"/>
                </a:lnTo>
                <a:lnTo>
                  <a:pt x="2457860" y="1621479"/>
                </a:lnTo>
                <a:lnTo>
                  <a:pt x="2486939" y="1598571"/>
                </a:lnTo>
                <a:lnTo>
                  <a:pt x="2516019" y="1575664"/>
                </a:lnTo>
                <a:lnTo>
                  <a:pt x="2545090" y="1552766"/>
                </a:lnTo>
                <a:lnTo>
                  <a:pt x="2574169" y="1529858"/>
                </a:lnTo>
                <a:lnTo>
                  <a:pt x="2603249" y="1506950"/>
                </a:lnTo>
                <a:lnTo>
                  <a:pt x="2609850" y="1477166"/>
                </a:lnTo>
                <a:lnTo>
                  <a:pt x="2609850" y="1445352"/>
                </a:lnTo>
                <a:lnTo>
                  <a:pt x="2609850" y="1413539"/>
                </a:lnTo>
                <a:lnTo>
                  <a:pt x="2609850" y="1381735"/>
                </a:lnTo>
                <a:lnTo>
                  <a:pt x="2609850" y="1349921"/>
                </a:lnTo>
                <a:lnTo>
                  <a:pt x="2609850" y="1318108"/>
                </a:lnTo>
                <a:lnTo>
                  <a:pt x="2609850" y="1286304"/>
                </a:lnTo>
                <a:lnTo>
                  <a:pt x="2609850" y="1254490"/>
                </a:lnTo>
                <a:lnTo>
                  <a:pt x="2609850" y="1222677"/>
                </a:lnTo>
                <a:lnTo>
                  <a:pt x="2609850" y="1190873"/>
                </a:lnTo>
                <a:lnTo>
                  <a:pt x="2609850" y="1159059"/>
                </a:lnTo>
                <a:lnTo>
                  <a:pt x="2609850" y="1127246"/>
                </a:lnTo>
                <a:lnTo>
                  <a:pt x="2609850" y="1095442"/>
                </a:lnTo>
                <a:lnTo>
                  <a:pt x="2609850" y="1063628"/>
                </a:lnTo>
                <a:lnTo>
                  <a:pt x="2609850" y="1031815"/>
                </a:lnTo>
                <a:lnTo>
                  <a:pt x="2609850" y="1000011"/>
                </a:lnTo>
                <a:lnTo>
                  <a:pt x="2609850" y="968197"/>
                </a:lnTo>
                <a:lnTo>
                  <a:pt x="2609850" y="936384"/>
                </a:lnTo>
                <a:lnTo>
                  <a:pt x="2609850" y="904580"/>
                </a:lnTo>
                <a:lnTo>
                  <a:pt x="2609850" y="872766"/>
                </a:lnTo>
                <a:lnTo>
                  <a:pt x="2609850" y="840953"/>
                </a:lnTo>
                <a:lnTo>
                  <a:pt x="2609850" y="809149"/>
                </a:lnTo>
                <a:lnTo>
                  <a:pt x="2609850" y="777335"/>
                </a:lnTo>
                <a:lnTo>
                  <a:pt x="2609850" y="745522"/>
                </a:lnTo>
                <a:lnTo>
                  <a:pt x="2609850" y="713718"/>
                </a:lnTo>
                <a:lnTo>
                  <a:pt x="2609850" y="681904"/>
                </a:lnTo>
                <a:lnTo>
                  <a:pt x="2609850" y="650091"/>
                </a:lnTo>
                <a:lnTo>
                  <a:pt x="2609850" y="618287"/>
                </a:lnTo>
                <a:lnTo>
                  <a:pt x="2609850" y="586473"/>
                </a:lnTo>
                <a:lnTo>
                  <a:pt x="2609850" y="554660"/>
                </a:lnTo>
                <a:lnTo>
                  <a:pt x="2609850" y="522856"/>
                </a:lnTo>
                <a:lnTo>
                  <a:pt x="2609850" y="491042"/>
                </a:lnTo>
                <a:lnTo>
                  <a:pt x="2609850" y="459229"/>
                </a:lnTo>
                <a:lnTo>
                  <a:pt x="2609850" y="427425"/>
                </a:lnTo>
                <a:lnTo>
                  <a:pt x="2609850" y="395611"/>
                </a:lnTo>
                <a:lnTo>
                  <a:pt x="2609850" y="363798"/>
                </a:lnTo>
                <a:lnTo>
                  <a:pt x="2609850" y="331994"/>
                </a:lnTo>
                <a:lnTo>
                  <a:pt x="2609850" y="300180"/>
                </a:lnTo>
                <a:lnTo>
                  <a:pt x="2609850" y="268367"/>
                </a:lnTo>
                <a:lnTo>
                  <a:pt x="2609850" y="236563"/>
                </a:lnTo>
                <a:lnTo>
                  <a:pt x="2609850" y="204749"/>
                </a:lnTo>
                <a:lnTo>
                  <a:pt x="2609850" y="172936"/>
                </a:lnTo>
                <a:lnTo>
                  <a:pt x="2609850" y="141132"/>
                </a:lnTo>
                <a:lnTo>
                  <a:pt x="2609850" y="109318"/>
                </a:lnTo>
                <a:lnTo>
                  <a:pt x="2609850" y="77505"/>
                </a:lnTo>
                <a:lnTo>
                  <a:pt x="2609850" y="45701"/>
                </a:lnTo>
                <a:lnTo>
                  <a:pt x="2609850" y="13887"/>
                </a:lnTo>
                <a:lnTo>
                  <a:pt x="2586238" y="0"/>
                </a:lnTo>
                <a:lnTo>
                  <a:pt x="2544337" y="0"/>
                </a:lnTo>
                <a:lnTo>
                  <a:pt x="2502437" y="0"/>
                </a:lnTo>
                <a:lnTo>
                  <a:pt x="2460527" y="0"/>
                </a:lnTo>
                <a:lnTo>
                  <a:pt x="2418626" y="0"/>
                </a:lnTo>
                <a:lnTo>
                  <a:pt x="2376726" y="0"/>
                </a:lnTo>
                <a:lnTo>
                  <a:pt x="2334816" y="0"/>
                </a:lnTo>
                <a:lnTo>
                  <a:pt x="2292915" y="0"/>
                </a:lnTo>
                <a:lnTo>
                  <a:pt x="2251005" y="0"/>
                </a:lnTo>
                <a:lnTo>
                  <a:pt x="2209105" y="0"/>
                </a:lnTo>
                <a:lnTo>
                  <a:pt x="2167204" y="0"/>
                </a:lnTo>
                <a:lnTo>
                  <a:pt x="2125294" y="0"/>
                </a:lnTo>
                <a:lnTo>
                  <a:pt x="2083394" y="0"/>
                </a:lnTo>
                <a:lnTo>
                  <a:pt x="2041493" y="0"/>
                </a:lnTo>
                <a:lnTo>
                  <a:pt x="1999583" y="0"/>
                </a:lnTo>
                <a:lnTo>
                  <a:pt x="1957683" y="0"/>
                </a:lnTo>
                <a:lnTo>
                  <a:pt x="1915782" y="0"/>
                </a:lnTo>
                <a:lnTo>
                  <a:pt x="1873872" y="0"/>
                </a:lnTo>
                <a:lnTo>
                  <a:pt x="1831972" y="0"/>
                </a:lnTo>
                <a:lnTo>
                  <a:pt x="1790062" y="0"/>
                </a:lnTo>
                <a:lnTo>
                  <a:pt x="1748161" y="0"/>
                </a:lnTo>
                <a:lnTo>
                  <a:pt x="1706261" y="0"/>
                </a:lnTo>
                <a:lnTo>
                  <a:pt x="1664351" y="0"/>
                </a:lnTo>
                <a:lnTo>
                  <a:pt x="1622450" y="0"/>
                </a:lnTo>
                <a:lnTo>
                  <a:pt x="1580550" y="0"/>
                </a:lnTo>
                <a:lnTo>
                  <a:pt x="1538640" y="0"/>
                </a:lnTo>
                <a:lnTo>
                  <a:pt x="1496739" y="0"/>
                </a:lnTo>
                <a:lnTo>
                  <a:pt x="1454829" y="0"/>
                </a:lnTo>
                <a:lnTo>
                  <a:pt x="1412929" y="0"/>
                </a:lnTo>
                <a:lnTo>
                  <a:pt x="1371029" y="0"/>
                </a:lnTo>
                <a:lnTo>
                  <a:pt x="1329119" y="0"/>
                </a:lnTo>
                <a:lnTo>
                  <a:pt x="1287218" y="0"/>
                </a:lnTo>
                <a:lnTo>
                  <a:pt x="1245318" y="0"/>
                </a:lnTo>
                <a:lnTo>
                  <a:pt x="1203408" y="0"/>
                </a:lnTo>
                <a:lnTo>
                  <a:pt x="1161507" y="0"/>
                </a:lnTo>
                <a:lnTo>
                  <a:pt x="1119607" y="0"/>
                </a:lnTo>
                <a:lnTo>
                  <a:pt x="1077697" y="0"/>
                </a:lnTo>
                <a:lnTo>
                  <a:pt x="1035796" y="0"/>
                </a:lnTo>
                <a:lnTo>
                  <a:pt x="993886" y="0"/>
                </a:lnTo>
                <a:lnTo>
                  <a:pt x="951986" y="0"/>
                </a:lnTo>
                <a:lnTo>
                  <a:pt x="910085" y="0"/>
                </a:lnTo>
                <a:lnTo>
                  <a:pt x="868175" y="0"/>
                </a:lnTo>
                <a:lnTo>
                  <a:pt x="826275" y="0"/>
                </a:lnTo>
                <a:lnTo>
                  <a:pt x="784374" y="0"/>
                </a:lnTo>
                <a:lnTo>
                  <a:pt x="742464" y="0"/>
                </a:lnTo>
                <a:lnTo>
                  <a:pt x="700564" y="0"/>
                </a:lnTo>
                <a:lnTo>
                  <a:pt x="658663" y="0"/>
                </a:lnTo>
                <a:lnTo>
                  <a:pt x="616753" y="0"/>
                </a:lnTo>
                <a:lnTo>
                  <a:pt x="574853" y="0"/>
                </a:lnTo>
                <a:lnTo>
                  <a:pt x="532943" y="0"/>
                </a:lnTo>
                <a:lnTo>
                  <a:pt x="491042" y="0"/>
                </a:lnTo>
                <a:lnTo>
                  <a:pt x="449142" y="0"/>
                </a:lnTo>
                <a:lnTo>
                  <a:pt x="407232" y="0"/>
                </a:lnTo>
                <a:lnTo>
                  <a:pt x="365331" y="0"/>
                </a:lnTo>
                <a:lnTo>
                  <a:pt x="323431" y="0"/>
                </a:lnTo>
                <a:lnTo>
                  <a:pt x="281521" y="0"/>
                </a:lnTo>
                <a:lnTo>
                  <a:pt x="239620" y="0"/>
                </a:lnTo>
                <a:lnTo>
                  <a:pt x="197720" y="0"/>
                </a:lnTo>
                <a:lnTo>
                  <a:pt x="155810" y="0"/>
                </a:lnTo>
                <a:lnTo>
                  <a:pt x="113909" y="0"/>
                </a:lnTo>
                <a:lnTo>
                  <a:pt x="71999" y="0"/>
                </a:lnTo>
                <a:lnTo>
                  <a:pt x="30099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FF726284-DD04-40AD-BA4E-2DE387FF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76225"/>
            <a:ext cx="26098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9983B322-EB4F-4403-9661-21D463C6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0301" y="1777975"/>
            <a:ext cx="961549" cy="479822"/>
          </a:xfrm>
          <a:custGeom xmlns:a="http://schemas.openxmlformats.org/drawingml/2006/main">
            <a:pathLst>
              <a:path w="961549" h="479822">
                <a:moveTo>
                  <a:pt x="961549" y="0"/>
                </a:moveTo>
                <a:lnTo>
                  <a:pt x="960406" y="7963"/>
                </a:lnTo>
                <a:lnTo>
                  <a:pt x="958901" y="15888"/>
                </a:lnTo>
                <a:lnTo>
                  <a:pt x="957148" y="23774"/>
                </a:lnTo>
                <a:lnTo>
                  <a:pt x="955177" y="31642"/>
                </a:lnTo>
                <a:lnTo>
                  <a:pt x="952995" y="39481"/>
                </a:lnTo>
                <a:lnTo>
                  <a:pt x="950633" y="47282"/>
                </a:lnTo>
                <a:lnTo>
                  <a:pt x="948090" y="55055"/>
                </a:lnTo>
                <a:lnTo>
                  <a:pt x="945375" y="62789"/>
                </a:lnTo>
                <a:lnTo>
                  <a:pt x="942489" y="70485"/>
                </a:lnTo>
                <a:lnTo>
                  <a:pt x="939441" y="78153"/>
                </a:lnTo>
                <a:lnTo>
                  <a:pt x="936231" y="85782"/>
                </a:lnTo>
                <a:lnTo>
                  <a:pt x="932869" y="93364"/>
                </a:lnTo>
                <a:lnTo>
                  <a:pt x="929345" y="100917"/>
                </a:lnTo>
                <a:lnTo>
                  <a:pt x="925668" y="108423"/>
                </a:lnTo>
                <a:lnTo>
                  <a:pt x="921839" y="115881"/>
                </a:lnTo>
                <a:lnTo>
                  <a:pt x="917858" y="123292"/>
                </a:lnTo>
                <a:lnTo>
                  <a:pt x="913733" y="130664"/>
                </a:lnTo>
                <a:lnTo>
                  <a:pt x="909457" y="137979"/>
                </a:lnTo>
                <a:lnTo>
                  <a:pt x="905037" y="145247"/>
                </a:lnTo>
                <a:lnTo>
                  <a:pt x="900465" y="152467"/>
                </a:lnTo>
                <a:lnTo>
                  <a:pt x="895750" y="159629"/>
                </a:lnTo>
                <a:lnTo>
                  <a:pt x="890892" y="166735"/>
                </a:lnTo>
                <a:lnTo>
                  <a:pt x="885892" y="173784"/>
                </a:lnTo>
                <a:lnTo>
                  <a:pt x="880748" y="180775"/>
                </a:lnTo>
                <a:lnTo>
                  <a:pt x="875462" y="187700"/>
                </a:lnTo>
                <a:lnTo>
                  <a:pt x="870042" y="194567"/>
                </a:lnTo>
                <a:lnTo>
                  <a:pt x="864479" y="201368"/>
                </a:lnTo>
                <a:lnTo>
                  <a:pt x="858784" y="208112"/>
                </a:lnTo>
                <a:lnTo>
                  <a:pt x="852945" y="214779"/>
                </a:lnTo>
                <a:lnTo>
                  <a:pt x="846982" y="221380"/>
                </a:lnTo>
                <a:lnTo>
                  <a:pt x="840877" y="227914"/>
                </a:lnTo>
                <a:lnTo>
                  <a:pt x="834638" y="234372"/>
                </a:lnTo>
                <a:lnTo>
                  <a:pt x="828275" y="240754"/>
                </a:lnTo>
                <a:lnTo>
                  <a:pt x="821779" y="247059"/>
                </a:lnTo>
                <a:lnTo>
                  <a:pt x="815150" y="253289"/>
                </a:lnTo>
                <a:lnTo>
                  <a:pt x="808406" y="259442"/>
                </a:lnTo>
                <a:lnTo>
                  <a:pt x="801529" y="265519"/>
                </a:lnTo>
                <a:lnTo>
                  <a:pt x="794537" y="271510"/>
                </a:lnTo>
                <a:lnTo>
                  <a:pt x="787422" y="277416"/>
                </a:lnTo>
                <a:lnTo>
                  <a:pt x="780183" y="283245"/>
                </a:lnTo>
                <a:lnTo>
                  <a:pt x="772839" y="288989"/>
                </a:lnTo>
                <a:lnTo>
                  <a:pt x="765372" y="294646"/>
                </a:lnTo>
                <a:lnTo>
                  <a:pt x="757790" y="300209"/>
                </a:lnTo>
                <a:lnTo>
                  <a:pt x="750103" y="305695"/>
                </a:lnTo>
                <a:lnTo>
                  <a:pt x="742312" y="311086"/>
                </a:lnTo>
                <a:lnTo>
                  <a:pt x="734406" y="316392"/>
                </a:lnTo>
                <a:lnTo>
                  <a:pt x="726405" y="321602"/>
                </a:lnTo>
                <a:lnTo>
                  <a:pt x="718299" y="326727"/>
                </a:lnTo>
                <a:lnTo>
                  <a:pt x="710089" y="331756"/>
                </a:lnTo>
                <a:lnTo>
                  <a:pt x="701792" y="336699"/>
                </a:lnTo>
                <a:lnTo>
                  <a:pt x="693401" y="341538"/>
                </a:lnTo>
                <a:lnTo>
                  <a:pt x="684914" y="346300"/>
                </a:lnTo>
                <a:lnTo>
                  <a:pt x="676332" y="350958"/>
                </a:lnTo>
                <a:lnTo>
                  <a:pt x="667674" y="355530"/>
                </a:lnTo>
                <a:lnTo>
                  <a:pt x="658930" y="359997"/>
                </a:lnTo>
                <a:lnTo>
                  <a:pt x="650100" y="364388"/>
                </a:lnTo>
                <a:lnTo>
                  <a:pt x="641194" y="368675"/>
                </a:lnTo>
                <a:lnTo>
                  <a:pt x="632212" y="372875"/>
                </a:lnTo>
                <a:lnTo>
                  <a:pt x="623154" y="376971"/>
                </a:lnTo>
                <a:lnTo>
                  <a:pt x="614029" y="380981"/>
                </a:lnTo>
                <a:lnTo>
                  <a:pt x="604828" y="384905"/>
                </a:lnTo>
                <a:lnTo>
                  <a:pt x="595570" y="388725"/>
                </a:lnTo>
                <a:lnTo>
                  <a:pt x="586235" y="392459"/>
                </a:lnTo>
                <a:lnTo>
                  <a:pt x="576844" y="396107"/>
                </a:lnTo>
                <a:lnTo>
                  <a:pt x="567395" y="399659"/>
                </a:lnTo>
                <a:lnTo>
                  <a:pt x="557879" y="403117"/>
                </a:lnTo>
                <a:lnTo>
                  <a:pt x="548316" y="406489"/>
                </a:lnTo>
                <a:lnTo>
                  <a:pt x="538696" y="409775"/>
                </a:lnTo>
                <a:lnTo>
                  <a:pt x="529028" y="412966"/>
                </a:lnTo>
                <a:lnTo>
                  <a:pt x="519303" y="416071"/>
                </a:lnTo>
                <a:lnTo>
                  <a:pt x="509540" y="419100"/>
                </a:lnTo>
                <a:lnTo>
                  <a:pt x="499720" y="422034"/>
                </a:lnTo>
                <a:lnTo>
                  <a:pt x="489871" y="424882"/>
                </a:lnTo>
                <a:lnTo>
                  <a:pt x="479965" y="427644"/>
                </a:lnTo>
                <a:lnTo>
                  <a:pt x="470030" y="430330"/>
                </a:lnTo>
                <a:lnTo>
                  <a:pt x="460058" y="432921"/>
                </a:lnTo>
                <a:lnTo>
                  <a:pt x="450037" y="435445"/>
                </a:lnTo>
                <a:lnTo>
                  <a:pt x="439998" y="437874"/>
                </a:lnTo>
                <a:lnTo>
                  <a:pt x="429911" y="440236"/>
                </a:lnTo>
                <a:lnTo>
                  <a:pt x="419805" y="442512"/>
                </a:lnTo>
                <a:lnTo>
                  <a:pt x="409661" y="444703"/>
                </a:lnTo>
                <a:lnTo>
                  <a:pt x="399488" y="446827"/>
                </a:lnTo>
                <a:lnTo>
                  <a:pt x="389296" y="448875"/>
                </a:lnTo>
                <a:lnTo>
                  <a:pt x="379066" y="450847"/>
                </a:lnTo>
                <a:lnTo>
                  <a:pt x="368827" y="452742"/>
                </a:lnTo>
                <a:lnTo>
                  <a:pt x="358550" y="454562"/>
                </a:lnTo>
                <a:lnTo>
                  <a:pt x="348263" y="456314"/>
                </a:lnTo>
                <a:lnTo>
                  <a:pt x="337947" y="457991"/>
                </a:lnTo>
                <a:lnTo>
                  <a:pt x="327612" y="459600"/>
                </a:lnTo>
                <a:lnTo>
                  <a:pt x="317268" y="461143"/>
                </a:lnTo>
                <a:lnTo>
                  <a:pt x="306896" y="462610"/>
                </a:lnTo>
                <a:lnTo>
                  <a:pt x="296513" y="464020"/>
                </a:lnTo>
                <a:lnTo>
                  <a:pt x="286112" y="465353"/>
                </a:lnTo>
                <a:lnTo>
                  <a:pt x="275701" y="466630"/>
                </a:lnTo>
                <a:lnTo>
                  <a:pt x="265281" y="467830"/>
                </a:lnTo>
                <a:lnTo>
                  <a:pt x="254841" y="468973"/>
                </a:lnTo>
                <a:lnTo>
                  <a:pt x="244383" y="470059"/>
                </a:lnTo>
                <a:lnTo>
                  <a:pt x="233924" y="471078"/>
                </a:lnTo>
                <a:lnTo>
                  <a:pt x="223457" y="472030"/>
                </a:lnTo>
                <a:lnTo>
                  <a:pt x="212969" y="472935"/>
                </a:lnTo>
                <a:lnTo>
                  <a:pt x="202482" y="473774"/>
                </a:lnTo>
                <a:lnTo>
                  <a:pt x="191986" y="474555"/>
                </a:lnTo>
                <a:lnTo>
                  <a:pt x="181480" y="475278"/>
                </a:lnTo>
                <a:lnTo>
                  <a:pt x="170974" y="475936"/>
                </a:lnTo>
                <a:lnTo>
                  <a:pt x="160458" y="476545"/>
                </a:lnTo>
                <a:lnTo>
                  <a:pt x="149933" y="477107"/>
                </a:lnTo>
                <a:lnTo>
                  <a:pt x="139408" y="477612"/>
                </a:lnTo>
                <a:lnTo>
                  <a:pt x="128873" y="478060"/>
                </a:lnTo>
                <a:lnTo>
                  <a:pt x="118339" y="478450"/>
                </a:lnTo>
                <a:lnTo>
                  <a:pt x="107804" y="478793"/>
                </a:lnTo>
                <a:lnTo>
                  <a:pt x="97269" y="479088"/>
                </a:lnTo>
                <a:lnTo>
                  <a:pt x="86725" y="479327"/>
                </a:lnTo>
                <a:lnTo>
                  <a:pt x="76181" y="479527"/>
                </a:lnTo>
                <a:lnTo>
                  <a:pt x="65637" y="479669"/>
                </a:lnTo>
                <a:lnTo>
                  <a:pt x="55083" y="479765"/>
                </a:lnTo>
                <a:lnTo>
                  <a:pt x="44539" y="479812"/>
                </a:lnTo>
                <a:lnTo>
                  <a:pt x="33995" y="479822"/>
                </a:lnTo>
                <a:lnTo>
                  <a:pt x="23451" y="479774"/>
                </a:lnTo>
                <a:lnTo>
                  <a:pt x="12897" y="479689"/>
                </a:lnTo>
                <a:lnTo>
                  <a:pt x="2353" y="479555"/>
                </a:lnTo>
                <a:lnTo>
                  <a:pt x="0" y="479422"/>
                </a:lnTo>
                <a:lnTo>
                  <a:pt x="10544" y="479222"/>
                </a:lnTo>
                <a:lnTo>
                  <a:pt x="21079" y="478888"/>
                </a:lnTo>
                <a:lnTo>
                  <a:pt x="31613" y="478450"/>
                </a:lnTo>
                <a:lnTo>
                  <a:pt x="42139" y="477917"/>
                </a:lnTo>
                <a:lnTo>
                  <a:pt x="52654" y="477288"/>
                </a:lnTo>
                <a:lnTo>
                  <a:pt x="63160" y="476574"/>
                </a:lnTo>
                <a:lnTo>
                  <a:pt x="73647" y="475774"/>
                </a:lnTo>
                <a:lnTo>
                  <a:pt x="84134" y="474888"/>
                </a:lnTo>
                <a:lnTo>
                  <a:pt x="94602" y="473916"/>
                </a:lnTo>
                <a:lnTo>
                  <a:pt x="105061" y="472869"/>
                </a:lnTo>
                <a:lnTo>
                  <a:pt x="115500" y="471726"/>
                </a:lnTo>
                <a:lnTo>
                  <a:pt x="125921" y="470506"/>
                </a:lnTo>
                <a:lnTo>
                  <a:pt x="136331" y="469202"/>
                </a:lnTo>
                <a:lnTo>
                  <a:pt x="146714" y="467811"/>
                </a:lnTo>
                <a:lnTo>
                  <a:pt x="157077" y="466325"/>
                </a:lnTo>
                <a:lnTo>
                  <a:pt x="167421" y="464753"/>
                </a:lnTo>
                <a:lnTo>
                  <a:pt x="177737" y="463096"/>
                </a:lnTo>
                <a:lnTo>
                  <a:pt x="188033" y="461343"/>
                </a:lnTo>
                <a:lnTo>
                  <a:pt x="198291" y="459496"/>
                </a:lnTo>
                <a:lnTo>
                  <a:pt x="208521" y="457552"/>
                </a:lnTo>
                <a:lnTo>
                  <a:pt x="218723" y="455514"/>
                </a:lnTo>
                <a:lnTo>
                  <a:pt x="228886" y="453371"/>
                </a:lnTo>
                <a:lnTo>
                  <a:pt x="239011" y="451133"/>
                </a:lnTo>
                <a:lnTo>
                  <a:pt x="249098" y="448780"/>
                </a:lnTo>
                <a:lnTo>
                  <a:pt x="259128" y="446322"/>
                </a:lnTo>
                <a:lnTo>
                  <a:pt x="269119" y="443751"/>
                </a:lnTo>
                <a:lnTo>
                  <a:pt x="279063" y="441074"/>
                </a:lnTo>
                <a:lnTo>
                  <a:pt x="288941" y="438274"/>
                </a:lnTo>
                <a:lnTo>
                  <a:pt x="298761" y="435359"/>
                </a:lnTo>
                <a:lnTo>
                  <a:pt x="308524" y="432321"/>
                </a:lnTo>
                <a:lnTo>
                  <a:pt x="318202" y="429149"/>
                </a:lnTo>
                <a:lnTo>
                  <a:pt x="327812" y="425853"/>
                </a:lnTo>
                <a:lnTo>
                  <a:pt x="337347" y="422424"/>
                </a:lnTo>
                <a:lnTo>
                  <a:pt x="346786" y="418852"/>
                </a:lnTo>
                <a:lnTo>
                  <a:pt x="356140" y="415147"/>
                </a:lnTo>
                <a:lnTo>
                  <a:pt x="365389" y="411299"/>
                </a:lnTo>
                <a:lnTo>
                  <a:pt x="374523" y="407299"/>
                </a:lnTo>
                <a:lnTo>
                  <a:pt x="383543" y="403146"/>
                </a:lnTo>
                <a:lnTo>
                  <a:pt x="392430" y="398840"/>
                </a:lnTo>
                <a:lnTo>
                  <a:pt x="401193" y="394383"/>
                </a:lnTo>
                <a:lnTo>
                  <a:pt x="409804" y="389763"/>
                </a:lnTo>
                <a:lnTo>
                  <a:pt x="418262" y="384972"/>
                </a:lnTo>
                <a:lnTo>
                  <a:pt x="426549" y="380028"/>
                </a:lnTo>
                <a:lnTo>
                  <a:pt x="434664" y="374904"/>
                </a:lnTo>
                <a:lnTo>
                  <a:pt x="442589" y="369627"/>
                </a:lnTo>
                <a:lnTo>
                  <a:pt x="450304" y="364169"/>
                </a:lnTo>
                <a:lnTo>
                  <a:pt x="457810" y="358540"/>
                </a:lnTo>
                <a:lnTo>
                  <a:pt x="465087" y="352749"/>
                </a:lnTo>
                <a:lnTo>
                  <a:pt x="472126" y="346786"/>
                </a:lnTo>
                <a:lnTo>
                  <a:pt x="478907" y="340662"/>
                </a:lnTo>
                <a:lnTo>
                  <a:pt x="485432" y="334366"/>
                </a:lnTo>
                <a:lnTo>
                  <a:pt x="491681" y="327917"/>
                </a:lnTo>
                <a:lnTo>
                  <a:pt x="497643" y="321307"/>
                </a:lnTo>
                <a:lnTo>
                  <a:pt x="503301" y="314554"/>
                </a:lnTo>
                <a:lnTo>
                  <a:pt x="508664" y="307658"/>
                </a:lnTo>
                <a:lnTo>
                  <a:pt x="513702" y="300628"/>
                </a:lnTo>
                <a:lnTo>
                  <a:pt x="518427" y="293465"/>
                </a:lnTo>
                <a:lnTo>
                  <a:pt x="522827" y="286188"/>
                </a:lnTo>
                <a:lnTo>
                  <a:pt x="526894" y="278806"/>
                </a:lnTo>
                <a:lnTo>
                  <a:pt x="530628" y="271320"/>
                </a:lnTo>
                <a:lnTo>
                  <a:pt x="534029" y="263738"/>
                </a:lnTo>
                <a:lnTo>
                  <a:pt x="537096" y="256080"/>
                </a:lnTo>
                <a:lnTo>
                  <a:pt x="539839" y="248345"/>
                </a:lnTo>
                <a:lnTo>
                  <a:pt x="542258" y="240554"/>
                </a:lnTo>
                <a:lnTo>
                  <a:pt x="544344" y="232705"/>
                </a:lnTo>
                <a:lnTo>
                  <a:pt x="546125" y="224819"/>
                </a:lnTo>
                <a:lnTo>
                  <a:pt x="547592" y="216894"/>
                </a:lnTo>
                <a:lnTo>
                  <a:pt x="548764" y="208931"/>
                </a:lnTo>
                <a:lnTo>
                  <a:pt x="549640" y="200949"/>
                </a:lnTo>
                <a:lnTo>
                  <a:pt x="550231" y="192957"/>
                </a:lnTo>
                <a:lnTo>
                  <a:pt x="550545" y="184956"/>
                </a:lnTo>
                <a:lnTo>
                  <a:pt x="550593" y="176946"/>
                </a:lnTo>
                <a:lnTo>
                  <a:pt x="550383" y="168945"/>
                </a:lnTo>
                <a:lnTo>
                  <a:pt x="549926" y="160944"/>
                </a:lnTo>
                <a:lnTo>
                  <a:pt x="549231" y="152962"/>
                </a:lnTo>
                <a:lnTo>
                  <a:pt x="558994" y="151000"/>
                </a:lnTo>
                <a:lnTo>
                  <a:pt x="569271" y="149209"/>
                </a:lnTo>
                <a:lnTo>
                  <a:pt x="579511" y="147295"/>
                </a:lnTo>
                <a:lnTo>
                  <a:pt x="589721" y="145294"/>
                </a:lnTo>
                <a:lnTo>
                  <a:pt x="599904" y="143199"/>
                </a:lnTo>
                <a:lnTo>
                  <a:pt x="610057" y="141018"/>
                </a:lnTo>
                <a:lnTo>
                  <a:pt x="620173" y="138751"/>
                </a:lnTo>
                <a:lnTo>
                  <a:pt x="630260" y="136408"/>
                </a:lnTo>
                <a:lnTo>
                  <a:pt x="640309" y="133998"/>
                </a:lnTo>
                <a:lnTo>
                  <a:pt x="650329" y="131502"/>
                </a:lnTo>
                <a:lnTo>
                  <a:pt x="660321" y="128930"/>
                </a:lnTo>
                <a:lnTo>
                  <a:pt x="670274" y="126282"/>
                </a:lnTo>
                <a:lnTo>
                  <a:pt x="680199" y="123568"/>
                </a:lnTo>
                <a:lnTo>
                  <a:pt x="690086" y="120767"/>
                </a:lnTo>
                <a:lnTo>
                  <a:pt x="699926" y="117900"/>
                </a:lnTo>
                <a:lnTo>
                  <a:pt x="709736" y="114967"/>
                </a:lnTo>
                <a:lnTo>
                  <a:pt x="719509" y="111947"/>
                </a:lnTo>
                <a:lnTo>
                  <a:pt x="729244" y="108861"/>
                </a:lnTo>
                <a:lnTo>
                  <a:pt x="738930" y="105689"/>
                </a:lnTo>
                <a:lnTo>
                  <a:pt x="748570" y="102451"/>
                </a:lnTo>
                <a:lnTo>
                  <a:pt x="758171" y="99136"/>
                </a:lnTo>
                <a:lnTo>
                  <a:pt x="767725" y="95736"/>
                </a:lnTo>
                <a:lnTo>
                  <a:pt x="777230" y="92269"/>
                </a:lnTo>
                <a:lnTo>
                  <a:pt x="786679" y="88716"/>
                </a:lnTo>
                <a:lnTo>
                  <a:pt x="796080" y="85087"/>
                </a:lnTo>
                <a:lnTo>
                  <a:pt x="805434" y="81382"/>
                </a:lnTo>
                <a:lnTo>
                  <a:pt x="814721" y="77600"/>
                </a:lnTo>
                <a:lnTo>
                  <a:pt x="823960" y="73724"/>
                </a:lnTo>
                <a:lnTo>
                  <a:pt x="833133" y="69771"/>
                </a:lnTo>
                <a:lnTo>
                  <a:pt x="842239" y="65742"/>
                </a:lnTo>
                <a:lnTo>
                  <a:pt x="851287" y="61617"/>
                </a:lnTo>
                <a:lnTo>
                  <a:pt x="860260" y="57417"/>
                </a:lnTo>
                <a:lnTo>
                  <a:pt x="869166" y="53121"/>
                </a:lnTo>
                <a:lnTo>
                  <a:pt x="877995" y="48749"/>
                </a:lnTo>
                <a:lnTo>
                  <a:pt x="886749" y="44282"/>
                </a:lnTo>
                <a:lnTo>
                  <a:pt x="895426" y="39729"/>
                </a:lnTo>
                <a:lnTo>
                  <a:pt x="904018" y="35081"/>
                </a:lnTo>
                <a:lnTo>
                  <a:pt x="912524" y="30347"/>
                </a:lnTo>
                <a:lnTo>
                  <a:pt x="920944" y="25527"/>
                </a:lnTo>
                <a:lnTo>
                  <a:pt x="929259" y="20603"/>
                </a:lnTo>
                <a:lnTo>
                  <a:pt x="937489" y="15592"/>
                </a:lnTo>
                <a:lnTo>
                  <a:pt x="945613" y="10497"/>
                </a:lnTo>
                <a:lnTo>
                  <a:pt x="953633" y="5296"/>
                </a:lnTo>
                <a:lnTo>
                  <a:pt x="96154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7" name="note-sheet-shadow-4">
            <a:extLst xmlns:a="http://schemas.openxmlformats.org/drawingml/2006/main">
              <a:ext uri="{FF2B5EF4-FFF2-40B4-BE49-F238E27FC236}">
                <a16:creationId xmlns:a16="http://schemas.microsoft.com/office/drawing/2014/main" id="{39BE3327-292D-445E-8D1E-E01CDC62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610" y="3885057"/>
            <a:ext cx="2610441" cy="526771"/>
          </a:xfrm>
          <a:custGeom xmlns:a="http://schemas.openxmlformats.org/drawingml/2006/main">
            <a:pathLst>
              <a:path w="2610441" h="526771">
                <a:moveTo>
                  <a:pt x="2609640" y="0"/>
                </a:moveTo>
                <a:lnTo>
                  <a:pt x="2610441" y="19402"/>
                </a:lnTo>
                <a:lnTo>
                  <a:pt x="2610088" y="38805"/>
                </a:lnTo>
                <a:lnTo>
                  <a:pt x="2608821" y="58188"/>
                </a:lnTo>
                <a:lnTo>
                  <a:pt x="2606716" y="77534"/>
                </a:lnTo>
                <a:lnTo>
                  <a:pt x="2603802" y="96822"/>
                </a:lnTo>
                <a:lnTo>
                  <a:pt x="2600087" y="116024"/>
                </a:lnTo>
                <a:lnTo>
                  <a:pt x="2595572" y="135131"/>
                </a:lnTo>
                <a:lnTo>
                  <a:pt x="2590229" y="154115"/>
                </a:lnTo>
                <a:lnTo>
                  <a:pt x="2584066" y="172945"/>
                </a:lnTo>
                <a:lnTo>
                  <a:pt x="2577055" y="191614"/>
                </a:lnTo>
                <a:lnTo>
                  <a:pt x="2569178" y="210083"/>
                </a:lnTo>
                <a:lnTo>
                  <a:pt x="2560415" y="228314"/>
                </a:lnTo>
                <a:lnTo>
                  <a:pt x="2550757" y="246288"/>
                </a:lnTo>
                <a:lnTo>
                  <a:pt x="2540175" y="263957"/>
                </a:lnTo>
                <a:lnTo>
                  <a:pt x="2528668" y="281292"/>
                </a:lnTo>
                <a:lnTo>
                  <a:pt x="2516219" y="298247"/>
                </a:lnTo>
                <a:lnTo>
                  <a:pt x="2502818" y="314773"/>
                </a:lnTo>
                <a:lnTo>
                  <a:pt x="2488482" y="330841"/>
                </a:lnTo>
                <a:lnTo>
                  <a:pt x="2473195" y="346405"/>
                </a:lnTo>
                <a:lnTo>
                  <a:pt x="2456993" y="361417"/>
                </a:lnTo>
                <a:lnTo>
                  <a:pt x="2439876" y="375837"/>
                </a:lnTo>
                <a:lnTo>
                  <a:pt x="2421903" y="389639"/>
                </a:lnTo>
                <a:lnTo>
                  <a:pt x="2403081" y="402774"/>
                </a:lnTo>
                <a:lnTo>
                  <a:pt x="2383469" y="415233"/>
                </a:lnTo>
                <a:lnTo>
                  <a:pt x="2363124" y="426977"/>
                </a:lnTo>
                <a:lnTo>
                  <a:pt x="2342074" y="437998"/>
                </a:lnTo>
                <a:lnTo>
                  <a:pt x="2320395" y="448294"/>
                </a:lnTo>
                <a:lnTo>
                  <a:pt x="2298144" y="457848"/>
                </a:lnTo>
                <a:lnTo>
                  <a:pt x="2275370" y="466668"/>
                </a:lnTo>
                <a:lnTo>
                  <a:pt x="2252129" y="474764"/>
                </a:lnTo>
                <a:lnTo>
                  <a:pt x="2228479" y="482146"/>
                </a:lnTo>
                <a:lnTo>
                  <a:pt x="2204476" y="488833"/>
                </a:lnTo>
                <a:lnTo>
                  <a:pt x="2180168" y="494843"/>
                </a:lnTo>
                <a:lnTo>
                  <a:pt x="2155584" y="500196"/>
                </a:lnTo>
                <a:lnTo>
                  <a:pt x="2130790" y="504920"/>
                </a:lnTo>
                <a:lnTo>
                  <a:pt x="2105797" y="509035"/>
                </a:lnTo>
                <a:lnTo>
                  <a:pt x="2080660" y="512569"/>
                </a:lnTo>
                <a:lnTo>
                  <a:pt x="2055390" y="515541"/>
                </a:lnTo>
                <a:lnTo>
                  <a:pt x="2030025" y="517998"/>
                </a:lnTo>
                <a:lnTo>
                  <a:pt x="2004584" y="519941"/>
                </a:lnTo>
                <a:lnTo>
                  <a:pt x="1979085" y="521389"/>
                </a:lnTo>
                <a:lnTo>
                  <a:pt x="1953530" y="522075"/>
                </a:lnTo>
                <a:lnTo>
                  <a:pt x="1927965" y="522532"/>
                </a:lnTo>
                <a:lnTo>
                  <a:pt x="1902400" y="522894"/>
                </a:lnTo>
                <a:lnTo>
                  <a:pt x="1876835" y="523199"/>
                </a:lnTo>
                <a:lnTo>
                  <a:pt x="1851269" y="523465"/>
                </a:lnTo>
                <a:lnTo>
                  <a:pt x="1825704" y="523713"/>
                </a:lnTo>
                <a:lnTo>
                  <a:pt x="1800130" y="523932"/>
                </a:lnTo>
                <a:lnTo>
                  <a:pt x="1774565" y="524142"/>
                </a:lnTo>
                <a:lnTo>
                  <a:pt x="1748990" y="524323"/>
                </a:lnTo>
                <a:lnTo>
                  <a:pt x="1723425" y="524504"/>
                </a:lnTo>
                <a:lnTo>
                  <a:pt x="1697860" y="524666"/>
                </a:lnTo>
                <a:lnTo>
                  <a:pt x="1672285" y="524818"/>
                </a:lnTo>
                <a:lnTo>
                  <a:pt x="1646720" y="524970"/>
                </a:lnTo>
                <a:lnTo>
                  <a:pt x="1621145" y="525104"/>
                </a:lnTo>
                <a:lnTo>
                  <a:pt x="1595580" y="525237"/>
                </a:lnTo>
                <a:lnTo>
                  <a:pt x="1570006" y="525361"/>
                </a:lnTo>
                <a:lnTo>
                  <a:pt x="1544441" y="525475"/>
                </a:lnTo>
                <a:lnTo>
                  <a:pt x="1518866" y="525590"/>
                </a:lnTo>
                <a:lnTo>
                  <a:pt x="1493301" y="525694"/>
                </a:lnTo>
                <a:lnTo>
                  <a:pt x="1467726" y="525790"/>
                </a:lnTo>
                <a:lnTo>
                  <a:pt x="1442161" y="525885"/>
                </a:lnTo>
                <a:lnTo>
                  <a:pt x="1416587" y="525971"/>
                </a:lnTo>
                <a:lnTo>
                  <a:pt x="1391021" y="526047"/>
                </a:lnTo>
                <a:lnTo>
                  <a:pt x="1365447" y="526132"/>
                </a:lnTo>
                <a:lnTo>
                  <a:pt x="1339882" y="526199"/>
                </a:lnTo>
                <a:lnTo>
                  <a:pt x="1314307" y="526266"/>
                </a:lnTo>
                <a:lnTo>
                  <a:pt x="1288733" y="526332"/>
                </a:lnTo>
                <a:lnTo>
                  <a:pt x="1263167" y="526399"/>
                </a:lnTo>
                <a:lnTo>
                  <a:pt x="1237593" y="526447"/>
                </a:lnTo>
                <a:lnTo>
                  <a:pt x="1212028" y="526494"/>
                </a:lnTo>
                <a:lnTo>
                  <a:pt x="1186453" y="526552"/>
                </a:lnTo>
                <a:lnTo>
                  <a:pt x="1160888" y="526590"/>
                </a:lnTo>
                <a:lnTo>
                  <a:pt x="1135313" y="526618"/>
                </a:lnTo>
                <a:lnTo>
                  <a:pt x="1109748" y="526656"/>
                </a:lnTo>
                <a:lnTo>
                  <a:pt x="1084174" y="526685"/>
                </a:lnTo>
                <a:lnTo>
                  <a:pt x="1058609" y="526704"/>
                </a:lnTo>
                <a:lnTo>
                  <a:pt x="1033034" y="526733"/>
                </a:lnTo>
                <a:lnTo>
                  <a:pt x="1007469" y="526752"/>
                </a:lnTo>
                <a:lnTo>
                  <a:pt x="981894" y="526761"/>
                </a:lnTo>
                <a:lnTo>
                  <a:pt x="956329" y="526761"/>
                </a:lnTo>
                <a:lnTo>
                  <a:pt x="930754" y="526771"/>
                </a:lnTo>
                <a:lnTo>
                  <a:pt x="905180" y="526771"/>
                </a:lnTo>
                <a:lnTo>
                  <a:pt x="879615" y="526752"/>
                </a:lnTo>
                <a:lnTo>
                  <a:pt x="854040" y="526742"/>
                </a:lnTo>
                <a:lnTo>
                  <a:pt x="828475" y="526733"/>
                </a:lnTo>
                <a:lnTo>
                  <a:pt x="802900" y="526704"/>
                </a:lnTo>
                <a:lnTo>
                  <a:pt x="777335" y="526675"/>
                </a:lnTo>
                <a:lnTo>
                  <a:pt x="751761" y="526656"/>
                </a:lnTo>
                <a:lnTo>
                  <a:pt x="726196" y="526609"/>
                </a:lnTo>
                <a:lnTo>
                  <a:pt x="700621" y="526561"/>
                </a:lnTo>
                <a:lnTo>
                  <a:pt x="675056" y="526523"/>
                </a:lnTo>
                <a:lnTo>
                  <a:pt x="649481" y="526466"/>
                </a:lnTo>
                <a:lnTo>
                  <a:pt x="623916" y="526399"/>
                </a:lnTo>
                <a:lnTo>
                  <a:pt x="598341" y="526332"/>
                </a:lnTo>
                <a:lnTo>
                  <a:pt x="572767" y="526256"/>
                </a:lnTo>
                <a:lnTo>
                  <a:pt x="547202" y="526171"/>
                </a:lnTo>
                <a:lnTo>
                  <a:pt x="521627" y="526075"/>
                </a:lnTo>
                <a:lnTo>
                  <a:pt x="496062" y="525990"/>
                </a:lnTo>
                <a:lnTo>
                  <a:pt x="470487" y="525875"/>
                </a:lnTo>
                <a:lnTo>
                  <a:pt x="444922" y="525761"/>
                </a:lnTo>
                <a:lnTo>
                  <a:pt x="419348" y="525628"/>
                </a:lnTo>
                <a:lnTo>
                  <a:pt x="393783" y="525494"/>
                </a:lnTo>
                <a:lnTo>
                  <a:pt x="368208" y="525342"/>
                </a:lnTo>
                <a:lnTo>
                  <a:pt x="342643" y="525170"/>
                </a:lnTo>
                <a:lnTo>
                  <a:pt x="317078" y="524999"/>
                </a:lnTo>
                <a:lnTo>
                  <a:pt x="291503" y="524799"/>
                </a:lnTo>
                <a:lnTo>
                  <a:pt x="265938" y="524580"/>
                </a:lnTo>
                <a:lnTo>
                  <a:pt x="240363" y="524342"/>
                </a:lnTo>
                <a:lnTo>
                  <a:pt x="214798" y="524085"/>
                </a:lnTo>
                <a:lnTo>
                  <a:pt x="189233" y="523789"/>
                </a:lnTo>
                <a:lnTo>
                  <a:pt x="163668" y="523465"/>
                </a:lnTo>
                <a:lnTo>
                  <a:pt x="138103" y="523103"/>
                </a:lnTo>
                <a:lnTo>
                  <a:pt x="112538" y="522684"/>
                </a:lnTo>
                <a:lnTo>
                  <a:pt x="86973" y="522189"/>
                </a:lnTo>
                <a:lnTo>
                  <a:pt x="61417" y="521579"/>
                </a:lnTo>
                <a:lnTo>
                  <a:pt x="35871" y="520789"/>
                </a:lnTo>
                <a:lnTo>
                  <a:pt x="10354" y="519522"/>
                </a:lnTo>
                <a:lnTo>
                  <a:pt x="4743" y="503749"/>
                </a:lnTo>
                <a:lnTo>
                  <a:pt x="4401" y="484337"/>
                </a:lnTo>
                <a:lnTo>
                  <a:pt x="4067" y="464925"/>
                </a:lnTo>
                <a:lnTo>
                  <a:pt x="3724" y="445522"/>
                </a:lnTo>
                <a:lnTo>
                  <a:pt x="3391" y="426110"/>
                </a:lnTo>
                <a:lnTo>
                  <a:pt x="3048" y="406698"/>
                </a:lnTo>
                <a:lnTo>
                  <a:pt x="2705" y="387296"/>
                </a:lnTo>
                <a:lnTo>
                  <a:pt x="2372" y="367884"/>
                </a:lnTo>
                <a:lnTo>
                  <a:pt x="2029" y="348472"/>
                </a:lnTo>
                <a:lnTo>
                  <a:pt x="1695" y="329060"/>
                </a:lnTo>
                <a:lnTo>
                  <a:pt x="1353" y="309658"/>
                </a:lnTo>
                <a:lnTo>
                  <a:pt x="1019" y="290246"/>
                </a:lnTo>
                <a:lnTo>
                  <a:pt x="676" y="270834"/>
                </a:lnTo>
                <a:lnTo>
                  <a:pt x="343" y="251422"/>
                </a:lnTo>
                <a:lnTo>
                  <a:pt x="0" y="232019"/>
                </a:lnTo>
                <a:lnTo>
                  <a:pt x="9382" y="219323"/>
                </a:lnTo>
                <a:lnTo>
                  <a:pt x="34881" y="217913"/>
                </a:lnTo>
                <a:lnTo>
                  <a:pt x="60408" y="216722"/>
                </a:lnTo>
                <a:lnTo>
                  <a:pt x="85944" y="215732"/>
                </a:lnTo>
                <a:lnTo>
                  <a:pt x="111490" y="214922"/>
                </a:lnTo>
                <a:lnTo>
                  <a:pt x="137046" y="214274"/>
                </a:lnTo>
                <a:lnTo>
                  <a:pt x="162611" y="213770"/>
                </a:lnTo>
                <a:lnTo>
                  <a:pt x="188176" y="213398"/>
                </a:lnTo>
                <a:lnTo>
                  <a:pt x="213741" y="213150"/>
                </a:lnTo>
                <a:lnTo>
                  <a:pt x="239316" y="213008"/>
                </a:lnTo>
                <a:lnTo>
                  <a:pt x="264881" y="212969"/>
                </a:lnTo>
                <a:lnTo>
                  <a:pt x="290455" y="213027"/>
                </a:lnTo>
                <a:lnTo>
                  <a:pt x="316020" y="213170"/>
                </a:lnTo>
                <a:lnTo>
                  <a:pt x="341586" y="213379"/>
                </a:lnTo>
                <a:lnTo>
                  <a:pt x="367160" y="213674"/>
                </a:lnTo>
                <a:lnTo>
                  <a:pt x="392725" y="214036"/>
                </a:lnTo>
                <a:lnTo>
                  <a:pt x="418290" y="214455"/>
                </a:lnTo>
                <a:lnTo>
                  <a:pt x="443846" y="214932"/>
                </a:lnTo>
                <a:lnTo>
                  <a:pt x="469411" y="215465"/>
                </a:lnTo>
                <a:lnTo>
                  <a:pt x="494967" y="216046"/>
                </a:lnTo>
                <a:lnTo>
                  <a:pt x="520522" y="216675"/>
                </a:lnTo>
                <a:lnTo>
                  <a:pt x="546078" y="217351"/>
                </a:lnTo>
                <a:lnTo>
                  <a:pt x="571633" y="218056"/>
                </a:lnTo>
                <a:lnTo>
                  <a:pt x="597189" y="218799"/>
                </a:lnTo>
                <a:lnTo>
                  <a:pt x="622735" y="219580"/>
                </a:lnTo>
                <a:lnTo>
                  <a:pt x="648281" y="220389"/>
                </a:lnTo>
                <a:lnTo>
                  <a:pt x="673827" y="221228"/>
                </a:lnTo>
                <a:lnTo>
                  <a:pt x="699373" y="222094"/>
                </a:lnTo>
                <a:lnTo>
                  <a:pt x="724919" y="222980"/>
                </a:lnTo>
                <a:lnTo>
                  <a:pt x="750465" y="223895"/>
                </a:lnTo>
                <a:lnTo>
                  <a:pt x="776002" y="224819"/>
                </a:lnTo>
                <a:lnTo>
                  <a:pt x="801538" y="225762"/>
                </a:lnTo>
                <a:lnTo>
                  <a:pt x="827084" y="226724"/>
                </a:lnTo>
                <a:lnTo>
                  <a:pt x="852621" y="227695"/>
                </a:lnTo>
                <a:lnTo>
                  <a:pt x="878157" y="228676"/>
                </a:lnTo>
                <a:lnTo>
                  <a:pt x="903694" y="229667"/>
                </a:lnTo>
                <a:lnTo>
                  <a:pt x="929230" y="230667"/>
                </a:lnTo>
                <a:lnTo>
                  <a:pt x="954767" y="231667"/>
                </a:lnTo>
                <a:lnTo>
                  <a:pt x="980303" y="232677"/>
                </a:lnTo>
                <a:lnTo>
                  <a:pt x="1005840" y="233686"/>
                </a:lnTo>
                <a:lnTo>
                  <a:pt x="1031377" y="234686"/>
                </a:lnTo>
                <a:lnTo>
                  <a:pt x="1056913" y="235687"/>
                </a:lnTo>
                <a:lnTo>
                  <a:pt x="1082450" y="236687"/>
                </a:lnTo>
                <a:lnTo>
                  <a:pt x="1107986" y="237687"/>
                </a:lnTo>
                <a:lnTo>
                  <a:pt x="1133523" y="238677"/>
                </a:lnTo>
                <a:lnTo>
                  <a:pt x="1159059" y="239659"/>
                </a:lnTo>
                <a:lnTo>
                  <a:pt x="1184596" y="240621"/>
                </a:lnTo>
                <a:lnTo>
                  <a:pt x="1210132" y="241583"/>
                </a:lnTo>
                <a:lnTo>
                  <a:pt x="1235678" y="242516"/>
                </a:lnTo>
                <a:lnTo>
                  <a:pt x="1261215" y="243440"/>
                </a:lnTo>
                <a:lnTo>
                  <a:pt x="1286761" y="244335"/>
                </a:lnTo>
                <a:lnTo>
                  <a:pt x="1312307" y="245212"/>
                </a:lnTo>
                <a:lnTo>
                  <a:pt x="1337853" y="246069"/>
                </a:lnTo>
                <a:lnTo>
                  <a:pt x="1363399" y="246888"/>
                </a:lnTo>
                <a:lnTo>
                  <a:pt x="1388945" y="247688"/>
                </a:lnTo>
                <a:lnTo>
                  <a:pt x="1414501" y="248450"/>
                </a:lnTo>
                <a:lnTo>
                  <a:pt x="1440047" y="249184"/>
                </a:lnTo>
                <a:lnTo>
                  <a:pt x="1465602" y="249869"/>
                </a:lnTo>
                <a:lnTo>
                  <a:pt x="1491158" y="250517"/>
                </a:lnTo>
                <a:lnTo>
                  <a:pt x="1516713" y="251117"/>
                </a:lnTo>
                <a:lnTo>
                  <a:pt x="1542278" y="251670"/>
                </a:lnTo>
                <a:lnTo>
                  <a:pt x="1567834" y="252174"/>
                </a:lnTo>
                <a:lnTo>
                  <a:pt x="1593399" y="252622"/>
                </a:lnTo>
                <a:lnTo>
                  <a:pt x="1618964" y="253003"/>
                </a:lnTo>
                <a:lnTo>
                  <a:pt x="1644529" y="253317"/>
                </a:lnTo>
                <a:lnTo>
                  <a:pt x="1670104" y="253556"/>
                </a:lnTo>
                <a:lnTo>
                  <a:pt x="1695669" y="253717"/>
                </a:lnTo>
                <a:lnTo>
                  <a:pt x="1721244" y="253794"/>
                </a:lnTo>
                <a:lnTo>
                  <a:pt x="1746809" y="253775"/>
                </a:lnTo>
                <a:lnTo>
                  <a:pt x="1772383" y="253651"/>
                </a:lnTo>
                <a:lnTo>
                  <a:pt x="1797949" y="253413"/>
                </a:lnTo>
                <a:lnTo>
                  <a:pt x="1823514" y="253060"/>
                </a:lnTo>
                <a:lnTo>
                  <a:pt x="1849079" y="252565"/>
                </a:lnTo>
                <a:lnTo>
                  <a:pt x="1874634" y="251917"/>
                </a:lnTo>
                <a:lnTo>
                  <a:pt x="1900180" y="251108"/>
                </a:lnTo>
                <a:lnTo>
                  <a:pt x="1925717" y="250107"/>
                </a:lnTo>
                <a:lnTo>
                  <a:pt x="1951234" y="248907"/>
                </a:lnTo>
                <a:lnTo>
                  <a:pt x="1976742" y="247460"/>
                </a:lnTo>
                <a:lnTo>
                  <a:pt x="2002212" y="245745"/>
                </a:lnTo>
                <a:lnTo>
                  <a:pt x="2027634" y="243716"/>
                </a:lnTo>
                <a:lnTo>
                  <a:pt x="2053019" y="241335"/>
                </a:lnTo>
                <a:lnTo>
                  <a:pt x="2078307" y="238516"/>
                </a:lnTo>
                <a:lnTo>
                  <a:pt x="2103501" y="235172"/>
                </a:lnTo>
                <a:lnTo>
                  <a:pt x="2128533" y="231210"/>
                </a:lnTo>
                <a:lnTo>
                  <a:pt x="2153317" y="226447"/>
                </a:lnTo>
                <a:lnTo>
                  <a:pt x="2177720" y="220656"/>
                </a:lnTo>
                <a:lnTo>
                  <a:pt x="2201466" y="213474"/>
                </a:lnTo>
                <a:lnTo>
                  <a:pt x="2224021" y="204368"/>
                </a:lnTo>
                <a:lnTo>
                  <a:pt x="2244176" y="192481"/>
                </a:lnTo>
                <a:lnTo>
                  <a:pt x="2259235" y="176917"/>
                </a:lnTo>
                <a:lnTo>
                  <a:pt x="2265302" y="158201"/>
                </a:lnTo>
                <a:lnTo>
                  <a:pt x="2282447" y="148476"/>
                </a:lnTo>
                <a:lnTo>
                  <a:pt x="2306507" y="141923"/>
                </a:lnTo>
                <a:lnTo>
                  <a:pt x="2330244" y="134712"/>
                </a:lnTo>
                <a:lnTo>
                  <a:pt x="2353675" y="126940"/>
                </a:lnTo>
                <a:lnTo>
                  <a:pt x="2376802" y="118662"/>
                </a:lnTo>
                <a:lnTo>
                  <a:pt x="2399633" y="109909"/>
                </a:lnTo>
                <a:lnTo>
                  <a:pt x="2422150" y="100717"/>
                </a:lnTo>
                <a:lnTo>
                  <a:pt x="2444353" y="91088"/>
                </a:lnTo>
                <a:lnTo>
                  <a:pt x="2466232" y="81048"/>
                </a:lnTo>
                <a:lnTo>
                  <a:pt x="2487787" y="70609"/>
                </a:lnTo>
                <a:lnTo>
                  <a:pt x="2508999" y="59769"/>
                </a:lnTo>
                <a:lnTo>
                  <a:pt x="2529869" y="48549"/>
                </a:lnTo>
                <a:lnTo>
                  <a:pt x="2550366" y="36947"/>
                </a:lnTo>
                <a:lnTo>
                  <a:pt x="2570502" y="24984"/>
                </a:lnTo>
                <a:lnTo>
                  <a:pt x="2590267" y="12668"/>
                </a:lnTo>
                <a:lnTo>
                  <a:pt x="2609640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paper-4">
            <a:extLst xmlns:a="http://schemas.openxmlformats.org/drawingml/2006/main">
              <a:ext uri="{FF2B5EF4-FFF2-40B4-BE49-F238E27FC236}">
                <a16:creationId xmlns:a16="http://schemas.microsoft.com/office/drawing/2014/main" id="{ABA7911B-8754-47C7-8D4C-98C0DD6A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" y="2428875"/>
            <a:ext cx="2609850" cy="1981200"/>
          </a:xfrm>
          <a:custGeom xmlns:a="http://schemas.openxmlformats.org/drawingml/2006/main">
            <a:pathLst>
              <a:path w="2609850" h="1981200">
                <a:moveTo>
                  <a:pt x="0" y="1981200"/>
                </a:moveTo>
                <a:lnTo>
                  <a:pt x="41900" y="1981200"/>
                </a:lnTo>
                <a:lnTo>
                  <a:pt x="83810" y="1981200"/>
                </a:lnTo>
                <a:lnTo>
                  <a:pt x="125711" y="1981200"/>
                </a:lnTo>
                <a:lnTo>
                  <a:pt x="167611" y="1981200"/>
                </a:lnTo>
                <a:lnTo>
                  <a:pt x="209521" y="1981200"/>
                </a:lnTo>
                <a:lnTo>
                  <a:pt x="251422" y="1981200"/>
                </a:lnTo>
                <a:lnTo>
                  <a:pt x="293332" y="1981200"/>
                </a:lnTo>
                <a:lnTo>
                  <a:pt x="335232" y="1981200"/>
                </a:lnTo>
                <a:lnTo>
                  <a:pt x="377133" y="1981200"/>
                </a:lnTo>
                <a:lnTo>
                  <a:pt x="419043" y="1981200"/>
                </a:lnTo>
                <a:lnTo>
                  <a:pt x="460943" y="1981200"/>
                </a:lnTo>
                <a:lnTo>
                  <a:pt x="502844" y="1981200"/>
                </a:lnTo>
                <a:lnTo>
                  <a:pt x="544754" y="1981200"/>
                </a:lnTo>
                <a:lnTo>
                  <a:pt x="586654" y="1981200"/>
                </a:lnTo>
                <a:lnTo>
                  <a:pt x="628555" y="1981200"/>
                </a:lnTo>
                <a:lnTo>
                  <a:pt x="670465" y="1981200"/>
                </a:lnTo>
                <a:lnTo>
                  <a:pt x="712365" y="1981200"/>
                </a:lnTo>
                <a:lnTo>
                  <a:pt x="754275" y="1981200"/>
                </a:lnTo>
                <a:lnTo>
                  <a:pt x="796176" y="1981200"/>
                </a:lnTo>
                <a:lnTo>
                  <a:pt x="838076" y="1981200"/>
                </a:lnTo>
                <a:lnTo>
                  <a:pt x="879986" y="1981200"/>
                </a:lnTo>
                <a:lnTo>
                  <a:pt x="921887" y="1981200"/>
                </a:lnTo>
                <a:lnTo>
                  <a:pt x="963787" y="1981200"/>
                </a:lnTo>
                <a:lnTo>
                  <a:pt x="1005697" y="1981200"/>
                </a:lnTo>
                <a:lnTo>
                  <a:pt x="1047598" y="1981200"/>
                </a:lnTo>
                <a:lnTo>
                  <a:pt x="1089508" y="1981200"/>
                </a:lnTo>
                <a:lnTo>
                  <a:pt x="1131408" y="1981200"/>
                </a:lnTo>
                <a:lnTo>
                  <a:pt x="1173309" y="1981200"/>
                </a:lnTo>
                <a:lnTo>
                  <a:pt x="1215219" y="1981200"/>
                </a:lnTo>
                <a:lnTo>
                  <a:pt x="1257119" y="1981200"/>
                </a:lnTo>
                <a:lnTo>
                  <a:pt x="1299020" y="1981200"/>
                </a:lnTo>
                <a:lnTo>
                  <a:pt x="1340930" y="1981200"/>
                </a:lnTo>
                <a:lnTo>
                  <a:pt x="1382830" y="1981200"/>
                </a:lnTo>
                <a:lnTo>
                  <a:pt x="1424730" y="1981200"/>
                </a:lnTo>
                <a:lnTo>
                  <a:pt x="1466640" y="1981200"/>
                </a:lnTo>
                <a:lnTo>
                  <a:pt x="1508541" y="1981200"/>
                </a:lnTo>
                <a:lnTo>
                  <a:pt x="1550451" y="1981200"/>
                </a:lnTo>
                <a:lnTo>
                  <a:pt x="1592351" y="1981200"/>
                </a:lnTo>
                <a:lnTo>
                  <a:pt x="1634252" y="1981200"/>
                </a:lnTo>
                <a:lnTo>
                  <a:pt x="1676162" y="1981200"/>
                </a:lnTo>
                <a:lnTo>
                  <a:pt x="1718062" y="1981200"/>
                </a:lnTo>
                <a:lnTo>
                  <a:pt x="1759553" y="1977619"/>
                </a:lnTo>
                <a:lnTo>
                  <a:pt x="1800806" y="1972056"/>
                </a:lnTo>
                <a:lnTo>
                  <a:pt x="1842068" y="1966503"/>
                </a:lnTo>
                <a:lnTo>
                  <a:pt x="1883331" y="1960940"/>
                </a:lnTo>
                <a:lnTo>
                  <a:pt x="1924593" y="1955387"/>
                </a:lnTo>
                <a:lnTo>
                  <a:pt x="1965846" y="1949834"/>
                </a:lnTo>
                <a:lnTo>
                  <a:pt x="2007108" y="1944272"/>
                </a:lnTo>
                <a:lnTo>
                  <a:pt x="2048370" y="1938719"/>
                </a:lnTo>
                <a:lnTo>
                  <a:pt x="2079860" y="1919259"/>
                </a:lnTo>
                <a:lnTo>
                  <a:pt x="2108940" y="1896351"/>
                </a:lnTo>
                <a:lnTo>
                  <a:pt x="2138020" y="1873444"/>
                </a:lnTo>
                <a:lnTo>
                  <a:pt x="2167099" y="1850536"/>
                </a:lnTo>
                <a:lnTo>
                  <a:pt x="2196170" y="1827628"/>
                </a:lnTo>
                <a:lnTo>
                  <a:pt x="2225250" y="1804730"/>
                </a:lnTo>
                <a:lnTo>
                  <a:pt x="2254329" y="1781823"/>
                </a:lnTo>
                <a:lnTo>
                  <a:pt x="2283400" y="1758915"/>
                </a:lnTo>
                <a:lnTo>
                  <a:pt x="2312480" y="1736007"/>
                </a:lnTo>
                <a:lnTo>
                  <a:pt x="2341559" y="1713100"/>
                </a:lnTo>
                <a:lnTo>
                  <a:pt x="2370630" y="1690202"/>
                </a:lnTo>
                <a:lnTo>
                  <a:pt x="2399709" y="1667294"/>
                </a:lnTo>
                <a:lnTo>
                  <a:pt x="2428789" y="1644386"/>
                </a:lnTo>
                <a:lnTo>
                  <a:pt x="2457860" y="1621479"/>
                </a:lnTo>
                <a:lnTo>
                  <a:pt x="2486939" y="1598571"/>
                </a:lnTo>
                <a:lnTo>
                  <a:pt x="2516019" y="1575664"/>
                </a:lnTo>
                <a:lnTo>
                  <a:pt x="2545090" y="1552766"/>
                </a:lnTo>
                <a:lnTo>
                  <a:pt x="2574169" y="1529858"/>
                </a:lnTo>
                <a:lnTo>
                  <a:pt x="2603249" y="1506950"/>
                </a:lnTo>
                <a:lnTo>
                  <a:pt x="2609850" y="1477166"/>
                </a:lnTo>
                <a:lnTo>
                  <a:pt x="2609850" y="1445352"/>
                </a:lnTo>
                <a:lnTo>
                  <a:pt x="2609850" y="1413539"/>
                </a:lnTo>
                <a:lnTo>
                  <a:pt x="2609850" y="1381735"/>
                </a:lnTo>
                <a:lnTo>
                  <a:pt x="2609850" y="1349921"/>
                </a:lnTo>
                <a:lnTo>
                  <a:pt x="2609850" y="1318108"/>
                </a:lnTo>
                <a:lnTo>
                  <a:pt x="2609850" y="1286304"/>
                </a:lnTo>
                <a:lnTo>
                  <a:pt x="2609850" y="1254490"/>
                </a:lnTo>
                <a:lnTo>
                  <a:pt x="2609850" y="1222677"/>
                </a:lnTo>
                <a:lnTo>
                  <a:pt x="2609850" y="1190873"/>
                </a:lnTo>
                <a:lnTo>
                  <a:pt x="2609850" y="1159059"/>
                </a:lnTo>
                <a:lnTo>
                  <a:pt x="2609850" y="1127246"/>
                </a:lnTo>
                <a:lnTo>
                  <a:pt x="2609850" y="1095442"/>
                </a:lnTo>
                <a:lnTo>
                  <a:pt x="2609850" y="1063628"/>
                </a:lnTo>
                <a:lnTo>
                  <a:pt x="2609850" y="1031815"/>
                </a:lnTo>
                <a:lnTo>
                  <a:pt x="2609850" y="1000011"/>
                </a:lnTo>
                <a:lnTo>
                  <a:pt x="2609850" y="968197"/>
                </a:lnTo>
                <a:lnTo>
                  <a:pt x="2609850" y="936384"/>
                </a:lnTo>
                <a:lnTo>
                  <a:pt x="2609850" y="904580"/>
                </a:lnTo>
                <a:lnTo>
                  <a:pt x="2609850" y="872766"/>
                </a:lnTo>
                <a:lnTo>
                  <a:pt x="2609850" y="840953"/>
                </a:lnTo>
                <a:lnTo>
                  <a:pt x="2609850" y="809149"/>
                </a:lnTo>
                <a:lnTo>
                  <a:pt x="2609850" y="777335"/>
                </a:lnTo>
                <a:lnTo>
                  <a:pt x="2609850" y="745522"/>
                </a:lnTo>
                <a:lnTo>
                  <a:pt x="2609850" y="713718"/>
                </a:lnTo>
                <a:lnTo>
                  <a:pt x="2609850" y="681904"/>
                </a:lnTo>
                <a:lnTo>
                  <a:pt x="2609850" y="650091"/>
                </a:lnTo>
                <a:lnTo>
                  <a:pt x="2609850" y="618287"/>
                </a:lnTo>
                <a:lnTo>
                  <a:pt x="2609850" y="586473"/>
                </a:lnTo>
                <a:lnTo>
                  <a:pt x="2609850" y="554660"/>
                </a:lnTo>
                <a:lnTo>
                  <a:pt x="2609850" y="522856"/>
                </a:lnTo>
                <a:lnTo>
                  <a:pt x="2609850" y="491042"/>
                </a:lnTo>
                <a:lnTo>
                  <a:pt x="2609850" y="459229"/>
                </a:lnTo>
                <a:lnTo>
                  <a:pt x="2609850" y="427425"/>
                </a:lnTo>
                <a:lnTo>
                  <a:pt x="2609850" y="395611"/>
                </a:lnTo>
                <a:lnTo>
                  <a:pt x="2609850" y="363798"/>
                </a:lnTo>
                <a:lnTo>
                  <a:pt x="2609850" y="331994"/>
                </a:lnTo>
                <a:lnTo>
                  <a:pt x="2609850" y="300180"/>
                </a:lnTo>
                <a:lnTo>
                  <a:pt x="2609850" y="268367"/>
                </a:lnTo>
                <a:lnTo>
                  <a:pt x="2609850" y="236563"/>
                </a:lnTo>
                <a:lnTo>
                  <a:pt x="2609850" y="204749"/>
                </a:lnTo>
                <a:lnTo>
                  <a:pt x="2609850" y="172936"/>
                </a:lnTo>
                <a:lnTo>
                  <a:pt x="2609850" y="141132"/>
                </a:lnTo>
                <a:lnTo>
                  <a:pt x="2609850" y="109318"/>
                </a:lnTo>
                <a:lnTo>
                  <a:pt x="2609850" y="77505"/>
                </a:lnTo>
                <a:lnTo>
                  <a:pt x="2609850" y="45701"/>
                </a:lnTo>
                <a:lnTo>
                  <a:pt x="2609850" y="13887"/>
                </a:lnTo>
                <a:lnTo>
                  <a:pt x="2586238" y="0"/>
                </a:lnTo>
                <a:lnTo>
                  <a:pt x="2544337" y="0"/>
                </a:lnTo>
                <a:lnTo>
                  <a:pt x="2502437" y="0"/>
                </a:lnTo>
                <a:lnTo>
                  <a:pt x="2460527" y="0"/>
                </a:lnTo>
                <a:lnTo>
                  <a:pt x="2418626" y="0"/>
                </a:lnTo>
                <a:lnTo>
                  <a:pt x="2376726" y="0"/>
                </a:lnTo>
                <a:lnTo>
                  <a:pt x="2334816" y="0"/>
                </a:lnTo>
                <a:lnTo>
                  <a:pt x="2292915" y="0"/>
                </a:lnTo>
                <a:lnTo>
                  <a:pt x="2251005" y="0"/>
                </a:lnTo>
                <a:lnTo>
                  <a:pt x="2209105" y="0"/>
                </a:lnTo>
                <a:lnTo>
                  <a:pt x="2167204" y="0"/>
                </a:lnTo>
                <a:lnTo>
                  <a:pt x="2125294" y="0"/>
                </a:lnTo>
                <a:lnTo>
                  <a:pt x="2083394" y="0"/>
                </a:lnTo>
                <a:lnTo>
                  <a:pt x="2041493" y="0"/>
                </a:lnTo>
                <a:lnTo>
                  <a:pt x="1999583" y="0"/>
                </a:lnTo>
                <a:lnTo>
                  <a:pt x="1957683" y="0"/>
                </a:lnTo>
                <a:lnTo>
                  <a:pt x="1915782" y="0"/>
                </a:lnTo>
                <a:lnTo>
                  <a:pt x="1873872" y="0"/>
                </a:lnTo>
                <a:lnTo>
                  <a:pt x="1831972" y="0"/>
                </a:lnTo>
                <a:lnTo>
                  <a:pt x="1790062" y="0"/>
                </a:lnTo>
                <a:lnTo>
                  <a:pt x="1748161" y="0"/>
                </a:lnTo>
                <a:lnTo>
                  <a:pt x="1706261" y="0"/>
                </a:lnTo>
                <a:lnTo>
                  <a:pt x="1664351" y="0"/>
                </a:lnTo>
                <a:lnTo>
                  <a:pt x="1622450" y="0"/>
                </a:lnTo>
                <a:lnTo>
                  <a:pt x="1580550" y="0"/>
                </a:lnTo>
                <a:lnTo>
                  <a:pt x="1538640" y="0"/>
                </a:lnTo>
                <a:lnTo>
                  <a:pt x="1496739" y="0"/>
                </a:lnTo>
                <a:lnTo>
                  <a:pt x="1454829" y="0"/>
                </a:lnTo>
                <a:lnTo>
                  <a:pt x="1412929" y="0"/>
                </a:lnTo>
                <a:lnTo>
                  <a:pt x="1371029" y="0"/>
                </a:lnTo>
                <a:lnTo>
                  <a:pt x="1329119" y="0"/>
                </a:lnTo>
                <a:lnTo>
                  <a:pt x="1287218" y="0"/>
                </a:lnTo>
                <a:lnTo>
                  <a:pt x="1245318" y="0"/>
                </a:lnTo>
                <a:lnTo>
                  <a:pt x="1203408" y="0"/>
                </a:lnTo>
                <a:lnTo>
                  <a:pt x="1161507" y="0"/>
                </a:lnTo>
                <a:lnTo>
                  <a:pt x="1119607" y="0"/>
                </a:lnTo>
                <a:lnTo>
                  <a:pt x="1077697" y="0"/>
                </a:lnTo>
                <a:lnTo>
                  <a:pt x="1035796" y="0"/>
                </a:lnTo>
                <a:lnTo>
                  <a:pt x="993886" y="0"/>
                </a:lnTo>
                <a:lnTo>
                  <a:pt x="951986" y="0"/>
                </a:lnTo>
                <a:lnTo>
                  <a:pt x="910085" y="0"/>
                </a:lnTo>
                <a:lnTo>
                  <a:pt x="868175" y="0"/>
                </a:lnTo>
                <a:lnTo>
                  <a:pt x="826275" y="0"/>
                </a:lnTo>
                <a:lnTo>
                  <a:pt x="784374" y="0"/>
                </a:lnTo>
                <a:lnTo>
                  <a:pt x="742464" y="0"/>
                </a:lnTo>
                <a:lnTo>
                  <a:pt x="700564" y="0"/>
                </a:lnTo>
                <a:lnTo>
                  <a:pt x="658663" y="0"/>
                </a:lnTo>
                <a:lnTo>
                  <a:pt x="616753" y="0"/>
                </a:lnTo>
                <a:lnTo>
                  <a:pt x="574853" y="0"/>
                </a:lnTo>
                <a:lnTo>
                  <a:pt x="532943" y="0"/>
                </a:lnTo>
                <a:lnTo>
                  <a:pt x="491042" y="0"/>
                </a:lnTo>
                <a:lnTo>
                  <a:pt x="449142" y="0"/>
                </a:lnTo>
                <a:lnTo>
                  <a:pt x="407232" y="0"/>
                </a:lnTo>
                <a:lnTo>
                  <a:pt x="365331" y="0"/>
                </a:lnTo>
                <a:lnTo>
                  <a:pt x="323431" y="0"/>
                </a:lnTo>
                <a:lnTo>
                  <a:pt x="281521" y="0"/>
                </a:lnTo>
                <a:lnTo>
                  <a:pt x="239620" y="0"/>
                </a:lnTo>
                <a:lnTo>
                  <a:pt x="197720" y="0"/>
                </a:lnTo>
                <a:lnTo>
                  <a:pt x="155810" y="0"/>
                </a:lnTo>
                <a:lnTo>
                  <a:pt x="113909" y="0"/>
                </a:lnTo>
                <a:lnTo>
                  <a:pt x="71999" y="0"/>
                </a:lnTo>
                <a:lnTo>
                  <a:pt x="30099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9" name="note-sheet-header-4">
            <a:extLst xmlns:a="http://schemas.openxmlformats.org/drawingml/2006/main">
              <a:ext uri="{FF2B5EF4-FFF2-40B4-BE49-F238E27FC236}">
                <a16:creationId xmlns:a16="http://schemas.microsoft.com/office/drawing/2014/main" id="{52AA7C60-70CB-47B2-A5A0-5060730B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" y="2428875"/>
            <a:ext cx="26098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fold-4">
            <a:extLst xmlns:a="http://schemas.openxmlformats.org/drawingml/2006/main">
              <a:ext uri="{FF2B5EF4-FFF2-40B4-BE49-F238E27FC236}">
                <a16:creationId xmlns:a16="http://schemas.microsoft.com/office/drawing/2014/main" id="{981E2F92-E94E-4690-8F7C-779E2DB2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701" y="3930625"/>
            <a:ext cx="961549" cy="479822"/>
          </a:xfrm>
          <a:custGeom xmlns:a="http://schemas.openxmlformats.org/drawingml/2006/main">
            <a:pathLst>
              <a:path w="961549" h="479822">
                <a:moveTo>
                  <a:pt x="961549" y="0"/>
                </a:moveTo>
                <a:lnTo>
                  <a:pt x="960406" y="7963"/>
                </a:lnTo>
                <a:lnTo>
                  <a:pt x="958901" y="15888"/>
                </a:lnTo>
                <a:lnTo>
                  <a:pt x="957148" y="23774"/>
                </a:lnTo>
                <a:lnTo>
                  <a:pt x="955177" y="31642"/>
                </a:lnTo>
                <a:lnTo>
                  <a:pt x="952995" y="39481"/>
                </a:lnTo>
                <a:lnTo>
                  <a:pt x="950633" y="47282"/>
                </a:lnTo>
                <a:lnTo>
                  <a:pt x="948090" y="55055"/>
                </a:lnTo>
                <a:lnTo>
                  <a:pt x="945375" y="62789"/>
                </a:lnTo>
                <a:lnTo>
                  <a:pt x="942489" y="70485"/>
                </a:lnTo>
                <a:lnTo>
                  <a:pt x="939441" y="78153"/>
                </a:lnTo>
                <a:lnTo>
                  <a:pt x="936231" y="85782"/>
                </a:lnTo>
                <a:lnTo>
                  <a:pt x="932869" y="93364"/>
                </a:lnTo>
                <a:lnTo>
                  <a:pt x="929345" y="100917"/>
                </a:lnTo>
                <a:lnTo>
                  <a:pt x="925668" y="108423"/>
                </a:lnTo>
                <a:lnTo>
                  <a:pt x="921839" y="115881"/>
                </a:lnTo>
                <a:lnTo>
                  <a:pt x="917858" y="123292"/>
                </a:lnTo>
                <a:lnTo>
                  <a:pt x="913733" y="130664"/>
                </a:lnTo>
                <a:lnTo>
                  <a:pt x="909457" y="137979"/>
                </a:lnTo>
                <a:lnTo>
                  <a:pt x="905037" y="145247"/>
                </a:lnTo>
                <a:lnTo>
                  <a:pt x="900465" y="152467"/>
                </a:lnTo>
                <a:lnTo>
                  <a:pt x="895750" y="159629"/>
                </a:lnTo>
                <a:lnTo>
                  <a:pt x="890892" y="166735"/>
                </a:lnTo>
                <a:lnTo>
                  <a:pt x="885892" y="173784"/>
                </a:lnTo>
                <a:lnTo>
                  <a:pt x="880748" y="180775"/>
                </a:lnTo>
                <a:lnTo>
                  <a:pt x="875462" y="187700"/>
                </a:lnTo>
                <a:lnTo>
                  <a:pt x="870042" y="194567"/>
                </a:lnTo>
                <a:lnTo>
                  <a:pt x="864479" y="201368"/>
                </a:lnTo>
                <a:lnTo>
                  <a:pt x="858784" y="208112"/>
                </a:lnTo>
                <a:lnTo>
                  <a:pt x="852945" y="214779"/>
                </a:lnTo>
                <a:lnTo>
                  <a:pt x="846982" y="221380"/>
                </a:lnTo>
                <a:lnTo>
                  <a:pt x="840877" y="227914"/>
                </a:lnTo>
                <a:lnTo>
                  <a:pt x="834638" y="234372"/>
                </a:lnTo>
                <a:lnTo>
                  <a:pt x="828275" y="240754"/>
                </a:lnTo>
                <a:lnTo>
                  <a:pt x="821779" y="247059"/>
                </a:lnTo>
                <a:lnTo>
                  <a:pt x="815150" y="253289"/>
                </a:lnTo>
                <a:lnTo>
                  <a:pt x="808406" y="259442"/>
                </a:lnTo>
                <a:lnTo>
                  <a:pt x="801529" y="265519"/>
                </a:lnTo>
                <a:lnTo>
                  <a:pt x="794537" y="271510"/>
                </a:lnTo>
                <a:lnTo>
                  <a:pt x="787422" y="277416"/>
                </a:lnTo>
                <a:lnTo>
                  <a:pt x="780183" y="283245"/>
                </a:lnTo>
                <a:lnTo>
                  <a:pt x="772839" y="288989"/>
                </a:lnTo>
                <a:lnTo>
                  <a:pt x="765372" y="294637"/>
                </a:lnTo>
                <a:lnTo>
                  <a:pt x="757790" y="300209"/>
                </a:lnTo>
                <a:lnTo>
                  <a:pt x="750103" y="305695"/>
                </a:lnTo>
                <a:lnTo>
                  <a:pt x="742312" y="311086"/>
                </a:lnTo>
                <a:lnTo>
                  <a:pt x="734406" y="316392"/>
                </a:lnTo>
                <a:lnTo>
                  <a:pt x="726405" y="321602"/>
                </a:lnTo>
                <a:lnTo>
                  <a:pt x="718299" y="326727"/>
                </a:lnTo>
                <a:lnTo>
                  <a:pt x="710089" y="331756"/>
                </a:lnTo>
                <a:lnTo>
                  <a:pt x="701792" y="336699"/>
                </a:lnTo>
                <a:lnTo>
                  <a:pt x="693401" y="341538"/>
                </a:lnTo>
                <a:lnTo>
                  <a:pt x="684914" y="346300"/>
                </a:lnTo>
                <a:lnTo>
                  <a:pt x="676332" y="350958"/>
                </a:lnTo>
                <a:lnTo>
                  <a:pt x="667674" y="355530"/>
                </a:lnTo>
                <a:lnTo>
                  <a:pt x="658930" y="359997"/>
                </a:lnTo>
                <a:lnTo>
                  <a:pt x="650100" y="364388"/>
                </a:lnTo>
                <a:lnTo>
                  <a:pt x="641194" y="368675"/>
                </a:lnTo>
                <a:lnTo>
                  <a:pt x="632212" y="372875"/>
                </a:lnTo>
                <a:lnTo>
                  <a:pt x="623154" y="376971"/>
                </a:lnTo>
                <a:lnTo>
                  <a:pt x="614029" y="380981"/>
                </a:lnTo>
                <a:lnTo>
                  <a:pt x="604828" y="384905"/>
                </a:lnTo>
                <a:lnTo>
                  <a:pt x="595570" y="388725"/>
                </a:lnTo>
                <a:lnTo>
                  <a:pt x="586235" y="392459"/>
                </a:lnTo>
                <a:lnTo>
                  <a:pt x="576844" y="396107"/>
                </a:lnTo>
                <a:lnTo>
                  <a:pt x="567395" y="399659"/>
                </a:lnTo>
                <a:lnTo>
                  <a:pt x="557879" y="403117"/>
                </a:lnTo>
                <a:lnTo>
                  <a:pt x="548316" y="406489"/>
                </a:lnTo>
                <a:lnTo>
                  <a:pt x="538696" y="409775"/>
                </a:lnTo>
                <a:lnTo>
                  <a:pt x="529028" y="412966"/>
                </a:lnTo>
                <a:lnTo>
                  <a:pt x="519303" y="416071"/>
                </a:lnTo>
                <a:lnTo>
                  <a:pt x="509540" y="419100"/>
                </a:lnTo>
                <a:lnTo>
                  <a:pt x="499720" y="422034"/>
                </a:lnTo>
                <a:lnTo>
                  <a:pt x="489871" y="424882"/>
                </a:lnTo>
                <a:lnTo>
                  <a:pt x="479965" y="427644"/>
                </a:lnTo>
                <a:lnTo>
                  <a:pt x="470030" y="430330"/>
                </a:lnTo>
                <a:lnTo>
                  <a:pt x="460058" y="432921"/>
                </a:lnTo>
                <a:lnTo>
                  <a:pt x="450037" y="435445"/>
                </a:lnTo>
                <a:lnTo>
                  <a:pt x="439998" y="437874"/>
                </a:lnTo>
                <a:lnTo>
                  <a:pt x="429911" y="440236"/>
                </a:lnTo>
                <a:lnTo>
                  <a:pt x="419805" y="442512"/>
                </a:lnTo>
                <a:lnTo>
                  <a:pt x="409661" y="444703"/>
                </a:lnTo>
                <a:lnTo>
                  <a:pt x="399488" y="446827"/>
                </a:lnTo>
                <a:lnTo>
                  <a:pt x="389296" y="448875"/>
                </a:lnTo>
                <a:lnTo>
                  <a:pt x="379066" y="450847"/>
                </a:lnTo>
                <a:lnTo>
                  <a:pt x="368827" y="452742"/>
                </a:lnTo>
                <a:lnTo>
                  <a:pt x="358550" y="454562"/>
                </a:lnTo>
                <a:lnTo>
                  <a:pt x="348263" y="456314"/>
                </a:lnTo>
                <a:lnTo>
                  <a:pt x="337947" y="457991"/>
                </a:lnTo>
                <a:lnTo>
                  <a:pt x="327612" y="459600"/>
                </a:lnTo>
                <a:lnTo>
                  <a:pt x="317268" y="461143"/>
                </a:lnTo>
                <a:lnTo>
                  <a:pt x="306896" y="462610"/>
                </a:lnTo>
                <a:lnTo>
                  <a:pt x="296513" y="464020"/>
                </a:lnTo>
                <a:lnTo>
                  <a:pt x="286112" y="465353"/>
                </a:lnTo>
                <a:lnTo>
                  <a:pt x="275701" y="466630"/>
                </a:lnTo>
                <a:lnTo>
                  <a:pt x="265281" y="467830"/>
                </a:lnTo>
                <a:lnTo>
                  <a:pt x="254841" y="468973"/>
                </a:lnTo>
                <a:lnTo>
                  <a:pt x="244383" y="470059"/>
                </a:lnTo>
                <a:lnTo>
                  <a:pt x="233924" y="471078"/>
                </a:lnTo>
                <a:lnTo>
                  <a:pt x="223457" y="472030"/>
                </a:lnTo>
                <a:lnTo>
                  <a:pt x="212969" y="472935"/>
                </a:lnTo>
                <a:lnTo>
                  <a:pt x="202482" y="473774"/>
                </a:lnTo>
                <a:lnTo>
                  <a:pt x="191986" y="474555"/>
                </a:lnTo>
                <a:lnTo>
                  <a:pt x="181480" y="475278"/>
                </a:lnTo>
                <a:lnTo>
                  <a:pt x="170974" y="475936"/>
                </a:lnTo>
                <a:lnTo>
                  <a:pt x="160458" y="476545"/>
                </a:lnTo>
                <a:lnTo>
                  <a:pt x="149933" y="477107"/>
                </a:lnTo>
                <a:lnTo>
                  <a:pt x="139408" y="477612"/>
                </a:lnTo>
                <a:lnTo>
                  <a:pt x="128873" y="478060"/>
                </a:lnTo>
                <a:lnTo>
                  <a:pt x="118339" y="478450"/>
                </a:lnTo>
                <a:lnTo>
                  <a:pt x="107804" y="478793"/>
                </a:lnTo>
                <a:lnTo>
                  <a:pt x="97269" y="479088"/>
                </a:lnTo>
                <a:lnTo>
                  <a:pt x="86725" y="479327"/>
                </a:lnTo>
                <a:lnTo>
                  <a:pt x="76181" y="479527"/>
                </a:lnTo>
                <a:lnTo>
                  <a:pt x="65637" y="479669"/>
                </a:lnTo>
                <a:lnTo>
                  <a:pt x="55083" y="479765"/>
                </a:lnTo>
                <a:lnTo>
                  <a:pt x="44539" y="479812"/>
                </a:lnTo>
                <a:lnTo>
                  <a:pt x="33995" y="479822"/>
                </a:lnTo>
                <a:lnTo>
                  <a:pt x="23451" y="479774"/>
                </a:lnTo>
                <a:lnTo>
                  <a:pt x="12897" y="479689"/>
                </a:lnTo>
                <a:lnTo>
                  <a:pt x="2353" y="479555"/>
                </a:lnTo>
                <a:lnTo>
                  <a:pt x="0" y="479422"/>
                </a:lnTo>
                <a:lnTo>
                  <a:pt x="10544" y="479222"/>
                </a:lnTo>
                <a:lnTo>
                  <a:pt x="21079" y="478888"/>
                </a:lnTo>
                <a:lnTo>
                  <a:pt x="31613" y="478450"/>
                </a:lnTo>
                <a:lnTo>
                  <a:pt x="42139" y="477917"/>
                </a:lnTo>
                <a:lnTo>
                  <a:pt x="52654" y="477288"/>
                </a:lnTo>
                <a:lnTo>
                  <a:pt x="63160" y="476574"/>
                </a:lnTo>
                <a:lnTo>
                  <a:pt x="73647" y="475774"/>
                </a:lnTo>
                <a:lnTo>
                  <a:pt x="84134" y="474888"/>
                </a:lnTo>
                <a:lnTo>
                  <a:pt x="94602" y="473916"/>
                </a:lnTo>
                <a:lnTo>
                  <a:pt x="105061" y="472869"/>
                </a:lnTo>
                <a:lnTo>
                  <a:pt x="115500" y="471726"/>
                </a:lnTo>
                <a:lnTo>
                  <a:pt x="125921" y="470506"/>
                </a:lnTo>
                <a:lnTo>
                  <a:pt x="136331" y="469202"/>
                </a:lnTo>
                <a:lnTo>
                  <a:pt x="146714" y="467811"/>
                </a:lnTo>
                <a:lnTo>
                  <a:pt x="157077" y="466325"/>
                </a:lnTo>
                <a:lnTo>
                  <a:pt x="167421" y="464753"/>
                </a:lnTo>
                <a:lnTo>
                  <a:pt x="177737" y="463096"/>
                </a:lnTo>
                <a:lnTo>
                  <a:pt x="188033" y="461343"/>
                </a:lnTo>
                <a:lnTo>
                  <a:pt x="198291" y="459496"/>
                </a:lnTo>
                <a:lnTo>
                  <a:pt x="208521" y="457552"/>
                </a:lnTo>
                <a:lnTo>
                  <a:pt x="218723" y="455514"/>
                </a:lnTo>
                <a:lnTo>
                  <a:pt x="228886" y="453371"/>
                </a:lnTo>
                <a:lnTo>
                  <a:pt x="239011" y="451133"/>
                </a:lnTo>
                <a:lnTo>
                  <a:pt x="249098" y="448780"/>
                </a:lnTo>
                <a:lnTo>
                  <a:pt x="259128" y="446322"/>
                </a:lnTo>
                <a:lnTo>
                  <a:pt x="269119" y="443751"/>
                </a:lnTo>
                <a:lnTo>
                  <a:pt x="279063" y="441074"/>
                </a:lnTo>
                <a:lnTo>
                  <a:pt x="288941" y="438274"/>
                </a:lnTo>
                <a:lnTo>
                  <a:pt x="298761" y="435359"/>
                </a:lnTo>
                <a:lnTo>
                  <a:pt x="308524" y="432321"/>
                </a:lnTo>
                <a:lnTo>
                  <a:pt x="318202" y="429149"/>
                </a:lnTo>
                <a:lnTo>
                  <a:pt x="327812" y="425853"/>
                </a:lnTo>
                <a:lnTo>
                  <a:pt x="337347" y="422424"/>
                </a:lnTo>
                <a:lnTo>
                  <a:pt x="346786" y="418852"/>
                </a:lnTo>
                <a:lnTo>
                  <a:pt x="356140" y="415147"/>
                </a:lnTo>
                <a:lnTo>
                  <a:pt x="365389" y="411299"/>
                </a:lnTo>
                <a:lnTo>
                  <a:pt x="374523" y="407299"/>
                </a:lnTo>
                <a:lnTo>
                  <a:pt x="383543" y="403146"/>
                </a:lnTo>
                <a:lnTo>
                  <a:pt x="392430" y="398840"/>
                </a:lnTo>
                <a:lnTo>
                  <a:pt x="401193" y="394383"/>
                </a:lnTo>
                <a:lnTo>
                  <a:pt x="409804" y="389763"/>
                </a:lnTo>
                <a:lnTo>
                  <a:pt x="418262" y="384972"/>
                </a:lnTo>
                <a:lnTo>
                  <a:pt x="426549" y="380028"/>
                </a:lnTo>
                <a:lnTo>
                  <a:pt x="434664" y="374904"/>
                </a:lnTo>
                <a:lnTo>
                  <a:pt x="442589" y="369627"/>
                </a:lnTo>
                <a:lnTo>
                  <a:pt x="450304" y="364169"/>
                </a:lnTo>
                <a:lnTo>
                  <a:pt x="457810" y="358540"/>
                </a:lnTo>
                <a:lnTo>
                  <a:pt x="465087" y="352749"/>
                </a:lnTo>
                <a:lnTo>
                  <a:pt x="472126" y="346786"/>
                </a:lnTo>
                <a:lnTo>
                  <a:pt x="478907" y="340662"/>
                </a:lnTo>
                <a:lnTo>
                  <a:pt x="485432" y="334366"/>
                </a:lnTo>
                <a:lnTo>
                  <a:pt x="491681" y="327917"/>
                </a:lnTo>
                <a:lnTo>
                  <a:pt x="497643" y="321307"/>
                </a:lnTo>
                <a:lnTo>
                  <a:pt x="503301" y="314554"/>
                </a:lnTo>
                <a:lnTo>
                  <a:pt x="508664" y="307658"/>
                </a:lnTo>
                <a:lnTo>
                  <a:pt x="513702" y="300628"/>
                </a:lnTo>
                <a:lnTo>
                  <a:pt x="518427" y="293465"/>
                </a:lnTo>
                <a:lnTo>
                  <a:pt x="522827" y="286188"/>
                </a:lnTo>
                <a:lnTo>
                  <a:pt x="526894" y="278806"/>
                </a:lnTo>
                <a:lnTo>
                  <a:pt x="530628" y="271320"/>
                </a:lnTo>
                <a:lnTo>
                  <a:pt x="534029" y="263738"/>
                </a:lnTo>
                <a:lnTo>
                  <a:pt x="537096" y="256080"/>
                </a:lnTo>
                <a:lnTo>
                  <a:pt x="539839" y="248345"/>
                </a:lnTo>
                <a:lnTo>
                  <a:pt x="542258" y="240554"/>
                </a:lnTo>
                <a:lnTo>
                  <a:pt x="544344" y="232705"/>
                </a:lnTo>
                <a:lnTo>
                  <a:pt x="546125" y="224819"/>
                </a:lnTo>
                <a:lnTo>
                  <a:pt x="547592" y="216894"/>
                </a:lnTo>
                <a:lnTo>
                  <a:pt x="548764" y="208931"/>
                </a:lnTo>
                <a:lnTo>
                  <a:pt x="549640" y="200949"/>
                </a:lnTo>
                <a:lnTo>
                  <a:pt x="550231" y="192957"/>
                </a:lnTo>
                <a:lnTo>
                  <a:pt x="550545" y="184956"/>
                </a:lnTo>
                <a:lnTo>
                  <a:pt x="550593" y="176946"/>
                </a:lnTo>
                <a:lnTo>
                  <a:pt x="550383" y="168945"/>
                </a:lnTo>
                <a:lnTo>
                  <a:pt x="549926" y="160944"/>
                </a:lnTo>
                <a:lnTo>
                  <a:pt x="549231" y="152962"/>
                </a:lnTo>
                <a:lnTo>
                  <a:pt x="558994" y="151000"/>
                </a:lnTo>
                <a:lnTo>
                  <a:pt x="569271" y="149209"/>
                </a:lnTo>
                <a:lnTo>
                  <a:pt x="579511" y="147295"/>
                </a:lnTo>
                <a:lnTo>
                  <a:pt x="589721" y="145294"/>
                </a:lnTo>
                <a:lnTo>
                  <a:pt x="599904" y="143199"/>
                </a:lnTo>
                <a:lnTo>
                  <a:pt x="610057" y="141018"/>
                </a:lnTo>
                <a:lnTo>
                  <a:pt x="620173" y="138751"/>
                </a:lnTo>
                <a:lnTo>
                  <a:pt x="630260" y="136408"/>
                </a:lnTo>
                <a:lnTo>
                  <a:pt x="640309" y="133998"/>
                </a:lnTo>
                <a:lnTo>
                  <a:pt x="650329" y="131502"/>
                </a:lnTo>
                <a:lnTo>
                  <a:pt x="660321" y="128930"/>
                </a:lnTo>
                <a:lnTo>
                  <a:pt x="670274" y="126282"/>
                </a:lnTo>
                <a:lnTo>
                  <a:pt x="680199" y="123568"/>
                </a:lnTo>
                <a:lnTo>
                  <a:pt x="690086" y="120767"/>
                </a:lnTo>
                <a:lnTo>
                  <a:pt x="699926" y="117900"/>
                </a:lnTo>
                <a:lnTo>
                  <a:pt x="709736" y="114967"/>
                </a:lnTo>
                <a:lnTo>
                  <a:pt x="719509" y="111947"/>
                </a:lnTo>
                <a:lnTo>
                  <a:pt x="729244" y="108861"/>
                </a:lnTo>
                <a:lnTo>
                  <a:pt x="738930" y="105689"/>
                </a:lnTo>
                <a:lnTo>
                  <a:pt x="748570" y="102451"/>
                </a:lnTo>
                <a:lnTo>
                  <a:pt x="758171" y="99136"/>
                </a:lnTo>
                <a:lnTo>
                  <a:pt x="767725" y="95736"/>
                </a:lnTo>
                <a:lnTo>
                  <a:pt x="777230" y="92269"/>
                </a:lnTo>
                <a:lnTo>
                  <a:pt x="786679" y="88716"/>
                </a:lnTo>
                <a:lnTo>
                  <a:pt x="796080" y="85087"/>
                </a:lnTo>
                <a:lnTo>
                  <a:pt x="805434" y="81382"/>
                </a:lnTo>
                <a:lnTo>
                  <a:pt x="814721" y="77600"/>
                </a:lnTo>
                <a:lnTo>
                  <a:pt x="823960" y="73724"/>
                </a:lnTo>
                <a:lnTo>
                  <a:pt x="833133" y="69771"/>
                </a:lnTo>
                <a:lnTo>
                  <a:pt x="842239" y="65742"/>
                </a:lnTo>
                <a:lnTo>
                  <a:pt x="851287" y="61617"/>
                </a:lnTo>
                <a:lnTo>
                  <a:pt x="860260" y="57417"/>
                </a:lnTo>
                <a:lnTo>
                  <a:pt x="869166" y="53121"/>
                </a:lnTo>
                <a:lnTo>
                  <a:pt x="877995" y="48749"/>
                </a:lnTo>
                <a:lnTo>
                  <a:pt x="886749" y="44282"/>
                </a:lnTo>
                <a:lnTo>
                  <a:pt x="895426" y="39729"/>
                </a:lnTo>
                <a:lnTo>
                  <a:pt x="904018" y="35081"/>
                </a:lnTo>
                <a:lnTo>
                  <a:pt x="912524" y="30347"/>
                </a:lnTo>
                <a:lnTo>
                  <a:pt x="920944" y="25527"/>
                </a:lnTo>
                <a:lnTo>
                  <a:pt x="929259" y="20603"/>
                </a:lnTo>
                <a:lnTo>
                  <a:pt x="937489" y="15592"/>
                </a:lnTo>
                <a:lnTo>
                  <a:pt x="945613" y="10497"/>
                </a:lnTo>
                <a:lnTo>
                  <a:pt x="953633" y="5296"/>
                </a:lnTo>
                <a:lnTo>
                  <a:pt x="96154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1" name="note-sheet-shadow-5">
            <a:extLst xmlns:a="http://schemas.openxmlformats.org/drawingml/2006/main">
              <a:ext uri="{FF2B5EF4-FFF2-40B4-BE49-F238E27FC236}">
                <a16:creationId xmlns:a16="http://schemas.microsoft.com/office/drawing/2014/main" id="{D0D298C4-DB5B-452C-8EB6-BCE15AA1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810" y="3885057"/>
            <a:ext cx="2610441" cy="526771"/>
          </a:xfrm>
          <a:custGeom xmlns:a="http://schemas.openxmlformats.org/drawingml/2006/main">
            <a:pathLst>
              <a:path w="2610441" h="526771">
                <a:moveTo>
                  <a:pt x="2609640" y="0"/>
                </a:moveTo>
                <a:lnTo>
                  <a:pt x="2610441" y="19402"/>
                </a:lnTo>
                <a:lnTo>
                  <a:pt x="2610088" y="38805"/>
                </a:lnTo>
                <a:lnTo>
                  <a:pt x="2608821" y="58188"/>
                </a:lnTo>
                <a:lnTo>
                  <a:pt x="2606716" y="77534"/>
                </a:lnTo>
                <a:lnTo>
                  <a:pt x="2603802" y="96822"/>
                </a:lnTo>
                <a:lnTo>
                  <a:pt x="2600087" y="116024"/>
                </a:lnTo>
                <a:lnTo>
                  <a:pt x="2595572" y="135131"/>
                </a:lnTo>
                <a:lnTo>
                  <a:pt x="2590229" y="154115"/>
                </a:lnTo>
                <a:lnTo>
                  <a:pt x="2584066" y="172945"/>
                </a:lnTo>
                <a:lnTo>
                  <a:pt x="2577055" y="191614"/>
                </a:lnTo>
                <a:lnTo>
                  <a:pt x="2569178" y="210083"/>
                </a:lnTo>
                <a:lnTo>
                  <a:pt x="2560415" y="228314"/>
                </a:lnTo>
                <a:lnTo>
                  <a:pt x="2550757" y="246288"/>
                </a:lnTo>
                <a:lnTo>
                  <a:pt x="2540175" y="263957"/>
                </a:lnTo>
                <a:lnTo>
                  <a:pt x="2528668" y="281292"/>
                </a:lnTo>
                <a:lnTo>
                  <a:pt x="2516219" y="298247"/>
                </a:lnTo>
                <a:lnTo>
                  <a:pt x="2502818" y="314773"/>
                </a:lnTo>
                <a:lnTo>
                  <a:pt x="2488482" y="330841"/>
                </a:lnTo>
                <a:lnTo>
                  <a:pt x="2473195" y="346405"/>
                </a:lnTo>
                <a:lnTo>
                  <a:pt x="2456993" y="361417"/>
                </a:lnTo>
                <a:lnTo>
                  <a:pt x="2439876" y="375837"/>
                </a:lnTo>
                <a:lnTo>
                  <a:pt x="2421903" y="389639"/>
                </a:lnTo>
                <a:lnTo>
                  <a:pt x="2403081" y="402774"/>
                </a:lnTo>
                <a:lnTo>
                  <a:pt x="2383469" y="415233"/>
                </a:lnTo>
                <a:lnTo>
                  <a:pt x="2363124" y="426977"/>
                </a:lnTo>
                <a:lnTo>
                  <a:pt x="2342074" y="437998"/>
                </a:lnTo>
                <a:lnTo>
                  <a:pt x="2320395" y="448294"/>
                </a:lnTo>
                <a:lnTo>
                  <a:pt x="2298144" y="457848"/>
                </a:lnTo>
                <a:lnTo>
                  <a:pt x="2275370" y="466668"/>
                </a:lnTo>
                <a:lnTo>
                  <a:pt x="2252129" y="474764"/>
                </a:lnTo>
                <a:lnTo>
                  <a:pt x="2228479" y="482146"/>
                </a:lnTo>
                <a:lnTo>
                  <a:pt x="2204476" y="488833"/>
                </a:lnTo>
                <a:lnTo>
                  <a:pt x="2180168" y="494843"/>
                </a:lnTo>
                <a:lnTo>
                  <a:pt x="2155584" y="500196"/>
                </a:lnTo>
                <a:lnTo>
                  <a:pt x="2130790" y="504920"/>
                </a:lnTo>
                <a:lnTo>
                  <a:pt x="2105797" y="509035"/>
                </a:lnTo>
                <a:lnTo>
                  <a:pt x="2080660" y="512569"/>
                </a:lnTo>
                <a:lnTo>
                  <a:pt x="2055390" y="515541"/>
                </a:lnTo>
                <a:lnTo>
                  <a:pt x="2030025" y="517998"/>
                </a:lnTo>
                <a:lnTo>
                  <a:pt x="2004584" y="519941"/>
                </a:lnTo>
                <a:lnTo>
                  <a:pt x="1979085" y="521389"/>
                </a:lnTo>
                <a:lnTo>
                  <a:pt x="1953530" y="522075"/>
                </a:lnTo>
                <a:lnTo>
                  <a:pt x="1927965" y="522532"/>
                </a:lnTo>
                <a:lnTo>
                  <a:pt x="1902400" y="522894"/>
                </a:lnTo>
                <a:lnTo>
                  <a:pt x="1876835" y="523199"/>
                </a:lnTo>
                <a:lnTo>
                  <a:pt x="1851269" y="523465"/>
                </a:lnTo>
                <a:lnTo>
                  <a:pt x="1825704" y="523713"/>
                </a:lnTo>
                <a:lnTo>
                  <a:pt x="1800130" y="523932"/>
                </a:lnTo>
                <a:lnTo>
                  <a:pt x="1774565" y="524142"/>
                </a:lnTo>
                <a:lnTo>
                  <a:pt x="1748990" y="524323"/>
                </a:lnTo>
                <a:lnTo>
                  <a:pt x="1723425" y="524504"/>
                </a:lnTo>
                <a:lnTo>
                  <a:pt x="1697860" y="524666"/>
                </a:lnTo>
                <a:lnTo>
                  <a:pt x="1672285" y="524818"/>
                </a:lnTo>
                <a:lnTo>
                  <a:pt x="1646720" y="524970"/>
                </a:lnTo>
                <a:lnTo>
                  <a:pt x="1621145" y="525104"/>
                </a:lnTo>
                <a:lnTo>
                  <a:pt x="1595580" y="525237"/>
                </a:lnTo>
                <a:lnTo>
                  <a:pt x="1570006" y="525361"/>
                </a:lnTo>
                <a:lnTo>
                  <a:pt x="1544441" y="525475"/>
                </a:lnTo>
                <a:lnTo>
                  <a:pt x="1518866" y="525590"/>
                </a:lnTo>
                <a:lnTo>
                  <a:pt x="1493301" y="525694"/>
                </a:lnTo>
                <a:lnTo>
                  <a:pt x="1467726" y="525790"/>
                </a:lnTo>
                <a:lnTo>
                  <a:pt x="1442161" y="525885"/>
                </a:lnTo>
                <a:lnTo>
                  <a:pt x="1416587" y="525971"/>
                </a:lnTo>
                <a:lnTo>
                  <a:pt x="1391021" y="526047"/>
                </a:lnTo>
                <a:lnTo>
                  <a:pt x="1365447" y="526132"/>
                </a:lnTo>
                <a:lnTo>
                  <a:pt x="1339882" y="526199"/>
                </a:lnTo>
                <a:lnTo>
                  <a:pt x="1314307" y="526266"/>
                </a:lnTo>
                <a:lnTo>
                  <a:pt x="1288733" y="526332"/>
                </a:lnTo>
                <a:lnTo>
                  <a:pt x="1263167" y="526399"/>
                </a:lnTo>
                <a:lnTo>
                  <a:pt x="1237593" y="526447"/>
                </a:lnTo>
                <a:lnTo>
                  <a:pt x="1212028" y="526494"/>
                </a:lnTo>
                <a:lnTo>
                  <a:pt x="1186453" y="526552"/>
                </a:lnTo>
                <a:lnTo>
                  <a:pt x="1160888" y="526590"/>
                </a:lnTo>
                <a:lnTo>
                  <a:pt x="1135313" y="526618"/>
                </a:lnTo>
                <a:lnTo>
                  <a:pt x="1109748" y="526656"/>
                </a:lnTo>
                <a:lnTo>
                  <a:pt x="1084174" y="526685"/>
                </a:lnTo>
                <a:lnTo>
                  <a:pt x="1058609" y="526704"/>
                </a:lnTo>
                <a:lnTo>
                  <a:pt x="1033034" y="526733"/>
                </a:lnTo>
                <a:lnTo>
                  <a:pt x="1007469" y="526752"/>
                </a:lnTo>
                <a:lnTo>
                  <a:pt x="981894" y="526761"/>
                </a:lnTo>
                <a:lnTo>
                  <a:pt x="956329" y="526761"/>
                </a:lnTo>
                <a:lnTo>
                  <a:pt x="930754" y="526771"/>
                </a:lnTo>
                <a:lnTo>
                  <a:pt x="905180" y="526771"/>
                </a:lnTo>
                <a:lnTo>
                  <a:pt x="879615" y="526752"/>
                </a:lnTo>
                <a:lnTo>
                  <a:pt x="854040" y="526742"/>
                </a:lnTo>
                <a:lnTo>
                  <a:pt x="828475" y="526733"/>
                </a:lnTo>
                <a:lnTo>
                  <a:pt x="802900" y="526704"/>
                </a:lnTo>
                <a:lnTo>
                  <a:pt x="777335" y="526675"/>
                </a:lnTo>
                <a:lnTo>
                  <a:pt x="751761" y="526656"/>
                </a:lnTo>
                <a:lnTo>
                  <a:pt x="726196" y="526609"/>
                </a:lnTo>
                <a:lnTo>
                  <a:pt x="700621" y="526561"/>
                </a:lnTo>
                <a:lnTo>
                  <a:pt x="675056" y="526523"/>
                </a:lnTo>
                <a:lnTo>
                  <a:pt x="649481" y="526466"/>
                </a:lnTo>
                <a:lnTo>
                  <a:pt x="623916" y="526399"/>
                </a:lnTo>
                <a:lnTo>
                  <a:pt x="598341" y="526332"/>
                </a:lnTo>
                <a:lnTo>
                  <a:pt x="572767" y="526256"/>
                </a:lnTo>
                <a:lnTo>
                  <a:pt x="547202" y="526171"/>
                </a:lnTo>
                <a:lnTo>
                  <a:pt x="521627" y="526075"/>
                </a:lnTo>
                <a:lnTo>
                  <a:pt x="496062" y="525990"/>
                </a:lnTo>
                <a:lnTo>
                  <a:pt x="470487" y="525875"/>
                </a:lnTo>
                <a:lnTo>
                  <a:pt x="444922" y="525761"/>
                </a:lnTo>
                <a:lnTo>
                  <a:pt x="419348" y="525628"/>
                </a:lnTo>
                <a:lnTo>
                  <a:pt x="393783" y="525494"/>
                </a:lnTo>
                <a:lnTo>
                  <a:pt x="368208" y="525342"/>
                </a:lnTo>
                <a:lnTo>
                  <a:pt x="342643" y="525170"/>
                </a:lnTo>
                <a:lnTo>
                  <a:pt x="317078" y="524999"/>
                </a:lnTo>
                <a:lnTo>
                  <a:pt x="291503" y="524799"/>
                </a:lnTo>
                <a:lnTo>
                  <a:pt x="265938" y="524580"/>
                </a:lnTo>
                <a:lnTo>
                  <a:pt x="240363" y="524342"/>
                </a:lnTo>
                <a:lnTo>
                  <a:pt x="214798" y="524085"/>
                </a:lnTo>
                <a:lnTo>
                  <a:pt x="189233" y="523789"/>
                </a:lnTo>
                <a:lnTo>
                  <a:pt x="163668" y="523465"/>
                </a:lnTo>
                <a:lnTo>
                  <a:pt x="138103" y="523103"/>
                </a:lnTo>
                <a:lnTo>
                  <a:pt x="112538" y="522684"/>
                </a:lnTo>
                <a:lnTo>
                  <a:pt x="86973" y="522189"/>
                </a:lnTo>
                <a:lnTo>
                  <a:pt x="61417" y="521579"/>
                </a:lnTo>
                <a:lnTo>
                  <a:pt x="35871" y="520789"/>
                </a:lnTo>
                <a:lnTo>
                  <a:pt x="10354" y="519522"/>
                </a:lnTo>
                <a:lnTo>
                  <a:pt x="4743" y="503749"/>
                </a:lnTo>
                <a:lnTo>
                  <a:pt x="4401" y="484337"/>
                </a:lnTo>
                <a:lnTo>
                  <a:pt x="4067" y="464925"/>
                </a:lnTo>
                <a:lnTo>
                  <a:pt x="3724" y="445522"/>
                </a:lnTo>
                <a:lnTo>
                  <a:pt x="3391" y="426110"/>
                </a:lnTo>
                <a:lnTo>
                  <a:pt x="3048" y="406698"/>
                </a:lnTo>
                <a:lnTo>
                  <a:pt x="2705" y="387296"/>
                </a:lnTo>
                <a:lnTo>
                  <a:pt x="2372" y="367884"/>
                </a:lnTo>
                <a:lnTo>
                  <a:pt x="2029" y="348472"/>
                </a:lnTo>
                <a:lnTo>
                  <a:pt x="1695" y="329060"/>
                </a:lnTo>
                <a:lnTo>
                  <a:pt x="1353" y="309658"/>
                </a:lnTo>
                <a:lnTo>
                  <a:pt x="1019" y="290246"/>
                </a:lnTo>
                <a:lnTo>
                  <a:pt x="676" y="270834"/>
                </a:lnTo>
                <a:lnTo>
                  <a:pt x="343" y="251422"/>
                </a:lnTo>
                <a:lnTo>
                  <a:pt x="0" y="232019"/>
                </a:lnTo>
                <a:lnTo>
                  <a:pt x="9382" y="219323"/>
                </a:lnTo>
                <a:lnTo>
                  <a:pt x="34881" y="217913"/>
                </a:lnTo>
                <a:lnTo>
                  <a:pt x="60408" y="216722"/>
                </a:lnTo>
                <a:lnTo>
                  <a:pt x="85944" y="215732"/>
                </a:lnTo>
                <a:lnTo>
                  <a:pt x="111490" y="214922"/>
                </a:lnTo>
                <a:lnTo>
                  <a:pt x="137046" y="214274"/>
                </a:lnTo>
                <a:lnTo>
                  <a:pt x="162611" y="213770"/>
                </a:lnTo>
                <a:lnTo>
                  <a:pt x="188176" y="213398"/>
                </a:lnTo>
                <a:lnTo>
                  <a:pt x="213741" y="213150"/>
                </a:lnTo>
                <a:lnTo>
                  <a:pt x="239316" y="213008"/>
                </a:lnTo>
                <a:lnTo>
                  <a:pt x="264881" y="212969"/>
                </a:lnTo>
                <a:lnTo>
                  <a:pt x="290455" y="213027"/>
                </a:lnTo>
                <a:lnTo>
                  <a:pt x="316020" y="213170"/>
                </a:lnTo>
                <a:lnTo>
                  <a:pt x="341586" y="213379"/>
                </a:lnTo>
                <a:lnTo>
                  <a:pt x="367160" y="213674"/>
                </a:lnTo>
                <a:lnTo>
                  <a:pt x="392725" y="214036"/>
                </a:lnTo>
                <a:lnTo>
                  <a:pt x="418290" y="214455"/>
                </a:lnTo>
                <a:lnTo>
                  <a:pt x="443846" y="214932"/>
                </a:lnTo>
                <a:lnTo>
                  <a:pt x="469411" y="215465"/>
                </a:lnTo>
                <a:lnTo>
                  <a:pt x="494967" y="216046"/>
                </a:lnTo>
                <a:lnTo>
                  <a:pt x="520522" y="216675"/>
                </a:lnTo>
                <a:lnTo>
                  <a:pt x="546078" y="217351"/>
                </a:lnTo>
                <a:lnTo>
                  <a:pt x="571633" y="218056"/>
                </a:lnTo>
                <a:lnTo>
                  <a:pt x="597189" y="218799"/>
                </a:lnTo>
                <a:lnTo>
                  <a:pt x="622735" y="219580"/>
                </a:lnTo>
                <a:lnTo>
                  <a:pt x="648281" y="220389"/>
                </a:lnTo>
                <a:lnTo>
                  <a:pt x="673827" y="221228"/>
                </a:lnTo>
                <a:lnTo>
                  <a:pt x="699373" y="222094"/>
                </a:lnTo>
                <a:lnTo>
                  <a:pt x="724919" y="222980"/>
                </a:lnTo>
                <a:lnTo>
                  <a:pt x="750465" y="223895"/>
                </a:lnTo>
                <a:lnTo>
                  <a:pt x="776002" y="224819"/>
                </a:lnTo>
                <a:lnTo>
                  <a:pt x="801538" y="225762"/>
                </a:lnTo>
                <a:lnTo>
                  <a:pt x="827084" y="226724"/>
                </a:lnTo>
                <a:lnTo>
                  <a:pt x="852621" y="227695"/>
                </a:lnTo>
                <a:lnTo>
                  <a:pt x="878157" y="228676"/>
                </a:lnTo>
                <a:lnTo>
                  <a:pt x="903694" y="229667"/>
                </a:lnTo>
                <a:lnTo>
                  <a:pt x="929230" y="230667"/>
                </a:lnTo>
                <a:lnTo>
                  <a:pt x="954767" y="231667"/>
                </a:lnTo>
                <a:lnTo>
                  <a:pt x="980303" y="232677"/>
                </a:lnTo>
                <a:lnTo>
                  <a:pt x="1005840" y="233686"/>
                </a:lnTo>
                <a:lnTo>
                  <a:pt x="1031377" y="234686"/>
                </a:lnTo>
                <a:lnTo>
                  <a:pt x="1056913" y="235687"/>
                </a:lnTo>
                <a:lnTo>
                  <a:pt x="1082450" y="236687"/>
                </a:lnTo>
                <a:lnTo>
                  <a:pt x="1107986" y="237687"/>
                </a:lnTo>
                <a:lnTo>
                  <a:pt x="1133523" y="238677"/>
                </a:lnTo>
                <a:lnTo>
                  <a:pt x="1159059" y="239659"/>
                </a:lnTo>
                <a:lnTo>
                  <a:pt x="1184596" y="240621"/>
                </a:lnTo>
                <a:lnTo>
                  <a:pt x="1210132" y="241583"/>
                </a:lnTo>
                <a:lnTo>
                  <a:pt x="1235678" y="242516"/>
                </a:lnTo>
                <a:lnTo>
                  <a:pt x="1261215" y="243440"/>
                </a:lnTo>
                <a:lnTo>
                  <a:pt x="1286761" y="244335"/>
                </a:lnTo>
                <a:lnTo>
                  <a:pt x="1312307" y="245212"/>
                </a:lnTo>
                <a:lnTo>
                  <a:pt x="1337853" y="246069"/>
                </a:lnTo>
                <a:lnTo>
                  <a:pt x="1363399" y="246888"/>
                </a:lnTo>
                <a:lnTo>
                  <a:pt x="1388945" y="247688"/>
                </a:lnTo>
                <a:lnTo>
                  <a:pt x="1414501" y="248450"/>
                </a:lnTo>
                <a:lnTo>
                  <a:pt x="1440047" y="249184"/>
                </a:lnTo>
                <a:lnTo>
                  <a:pt x="1465602" y="249869"/>
                </a:lnTo>
                <a:lnTo>
                  <a:pt x="1491158" y="250517"/>
                </a:lnTo>
                <a:lnTo>
                  <a:pt x="1516713" y="251117"/>
                </a:lnTo>
                <a:lnTo>
                  <a:pt x="1542278" y="251670"/>
                </a:lnTo>
                <a:lnTo>
                  <a:pt x="1567834" y="252174"/>
                </a:lnTo>
                <a:lnTo>
                  <a:pt x="1593399" y="252622"/>
                </a:lnTo>
                <a:lnTo>
                  <a:pt x="1618964" y="253003"/>
                </a:lnTo>
                <a:lnTo>
                  <a:pt x="1644529" y="253317"/>
                </a:lnTo>
                <a:lnTo>
                  <a:pt x="1670104" y="253556"/>
                </a:lnTo>
                <a:lnTo>
                  <a:pt x="1695669" y="253717"/>
                </a:lnTo>
                <a:lnTo>
                  <a:pt x="1721244" y="253794"/>
                </a:lnTo>
                <a:lnTo>
                  <a:pt x="1746809" y="253775"/>
                </a:lnTo>
                <a:lnTo>
                  <a:pt x="1772383" y="253651"/>
                </a:lnTo>
                <a:lnTo>
                  <a:pt x="1797949" y="253413"/>
                </a:lnTo>
                <a:lnTo>
                  <a:pt x="1823514" y="253060"/>
                </a:lnTo>
                <a:lnTo>
                  <a:pt x="1849079" y="252565"/>
                </a:lnTo>
                <a:lnTo>
                  <a:pt x="1874634" y="251917"/>
                </a:lnTo>
                <a:lnTo>
                  <a:pt x="1900180" y="251108"/>
                </a:lnTo>
                <a:lnTo>
                  <a:pt x="1925717" y="250107"/>
                </a:lnTo>
                <a:lnTo>
                  <a:pt x="1951234" y="248907"/>
                </a:lnTo>
                <a:lnTo>
                  <a:pt x="1976742" y="247460"/>
                </a:lnTo>
                <a:lnTo>
                  <a:pt x="2002212" y="245745"/>
                </a:lnTo>
                <a:lnTo>
                  <a:pt x="2027634" y="243716"/>
                </a:lnTo>
                <a:lnTo>
                  <a:pt x="2053019" y="241335"/>
                </a:lnTo>
                <a:lnTo>
                  <a:pt x="2078307" y="238516"/>
                </a:lnTo>
                <a:lnTo>
                  <a:pt x="2103501" y="235172"/>
                </a:lnTo>
                <a:lnTo>
                  <a:pt x="2128533" y="231210"/>
                </a:lnTo>
                <a:lnTo>
                  <a:pt x="2153317" y="226447"/>
                </a:lnTo>
                <a:lnTo>
                  <a:pt x="2177720" y="220656"/>
                </a:lnTo>
                <a:lnTo>
                  <a:pt x="2201466" y="213474"/>
                </a:lnTo>
                <a:lnTo>
                  <a:pt x="2224021" y="204368"/>
                </a:lnTo>
                <a:lnTo>
                  <a:pt x="2244176" y="192481"/>
                </a:lnTo>
                <a:lnTo>
                  <a:pt x="2259235" y="176917"/>
                </a:lnTo>
                <a:lnTo>
                  <a:pt x="2265302" y="158201"/>
                </a:lnTo>
                <a:lnTo>
                  <a:pt x="2282447" y="148476"/>
                </a:lnTo>
                <a:lnTo>
                  <a:pt x="2306507" y="141923"/>
                </a:lnTo>
                <a:lnTo>
                  <a:pt x="2330244" y="134712"/>
                </a:lnTo>
                <a:lnTo>
                  <a:pt x="2353675" y="126940"/>
                </a:lnTo>
                <a:lnTo>
                  <a:pt x="2376802" y="118662"/>
                </a:lnTo>
                <a:lnTo>
                  <a:pt x="2399633" y="109909"/>
                </a:lnTo>
                <a:lnTo>
                  <a:pt x="2422150" y="100717"/>
                </a:lnTo>
                <a:lnTo>
                  <a:pt x="2444353" y="91088"/>
                </a:lnTo>
                <a:lnTo>
                  <a:pt x="2466232" y="81048"/>
                </a:lnTo>
                <a:lnTo>
                  <a:pt x="2487787" y="70609"/>
                </a:lnTo>
                <a:lnTo>
                  <a:pt x="2508999" y="59769"/>
                </a:lnTo>
                <a:lnTo>
                  <a:pt x="2529869" y="48549"/>
                </a:lnTo>
                <a:lnTo>
                  <a:pt x="2550366" y="36947"/>
                </a:lnTo>
                <a:lnTo>
                  <a:pt x="2570502" y="24984"/>
                </a:lnTo>
                <a:lnTo>
                  <a:pt x="2590267" y="12668"/>
                </a:lnTo>
                <a:lnTo>
                  <a:pt x="2609640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paper-5">
            <a:extLst xmlns:a="http://schemas.openxmlformats.org/drawingml/2006/main">
              <a:ext uri="{FF2B5EF4-FFF2-40B4-BE49-F238E27FC236}">
                <a16:creationId xmlns:a16="http://schemas.microsoft.com/office/drawing/2014/main" id="{0BCC1AF3-8A29-4878-982F-FB2063E4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428875"/>
            <a:ext cx="2609850" cy="1981200"/>
          </a:xfrm>
          <a:custGeom xmlns:a="http://schemas.openxmlformats.org/drawingml/2006/main">
            <a:pathLst>
              <a:path w="2609850" h="1981200">
                <a:moveTo>
                  <a:pt x="0" y="1981200"/>
                </a:moveTo>
                <a:lnTo>
                  <a:pt x="41900" y="1981200"/>
                </a:lnTo>
                <a:lnTo>
                  <a:pt x="83810" y="1981200"/>
                </a:lnTo>
                <a:lnTo>
                  <a:pt x="125711" y="1981200"/>
                </a:lnTo>
                <a:lnTo>
                  <a:pt x="167611" y="1981200"/>
                </a:lnTo>
                <a:lnTo>
                  <a:pt x="209521" y="1981200"/>
                </a:lnTo>
                <a:lnTo>
                  <a:pt x="251422" y="1981200"/>
                </a:lnTo>
                <a:lnTo>
                  <a:pt x="293332" y="1981200"/>
                </a:lnTo>
                <a:lnTo>
                  <a:pt x="335232" y="1981200"/>
                </a:lnTo>
                <a:lnTo>
                  <a:pt x="377133" y="1981200"/>
                </a:lnTo>
                <a:lnTo>
                  <a:pt x="419043" y="1981200"/>
                </a:lnTo>
                <a:lnTo>
                  <a:pt x="460943" y="1981200"/>
                </a:lnTo>
                <a:lnTo>
                  <a:pt x="502844" y="1981200"/>
                </a:lnTo>
                <a:lnTo>
                  <a:pt x="544754" y="1981200"/>
                </a:lnTo>
                <a:lnTo>
                  <a:pt x="586654" y="1981200"/>
                </a:lnTo>
                <a:lnTo>
                  <a:pt x="628555" y="1981200"/>
                </a:lnTo>
                <a:lnTo>
                  <a:pt x="670465" y="1981200"/>
                </a:lnTo>
                <a:lnTo>
                  <a:pt x="712365" y="1981200"/>
                </a:lnTo>
                <a:lnTo>
                  <a:pt x="754275" y="1981200"/>
                </a:lnTo>
                <a:lnTo>
                  <a:pt x="796176" y="1981200"/>
                </a:lnTo>
                <a:lnTo>
                  <a:pt x="838076" y="1981200"/>
                </a:lnTo>
                <a:lnTo>
                  <a:pt x="879986" y="1981200"/>
                </a:lnTo>
                <a:lnTo>
                  <a:pt x="921887" y="1981200"/>
                </a:lnTo>
                <a:lnTo>
                  <a:pt x="963787" y="1981200"/>
                </a:lnTo>
                <a:lnTo>
                  <a:pt x="1005697" y="1981200"/>
                </a:lnTo>
                <a:lnTo>
                  <a:pt x="1047598" y="1981200"/>
                </a:lnTo>
                <a:lnTo>
                  <a:pt x="1089508" y="1981200"/>
                </a:lnTo>
                <a:lnTo>
                  <a:pt x="1131408" y="1981200"/>
                </a:lnTo>
                <a:lnTo>
                  <a:pt x="1173309" y="1981200"/>
                </a:lnTo>
                <a:lnTo>
                  <a:pt x="1215219" y="1981200"/>
                </a:lnTo>
                <a:lnTo>
                  <a:pt x="1257119" y="1981200"/>
                </a:lnTo>
                <a:lnTo>
                  <a:pt x="1299020" y="1981200"/>
                </a:lnTo>
                <a:lnTo>
                  <a:pt x="1340930" y="1981200"/>
                </a:lnTo>
                <a:lnTo>
                  <a:pt x="1382830" y="1981200"/>
                </a:lnTo>
                <a:lnTo>
                  <a:pt x="1424730" y="1981200"/>
                </a:lnTo>
                <a:lnTo>
                  <a:pt x="1466640" y="1981200"/>
                </a:lnTo>
                <a:lnTo>
                  <a:pt x="1508541" y="1981200"/>
                </a:lnTo>
                <a:lnTo>
                  <a:pt x="1550451" y="1981200"/>
                </a:lnTo>
                <a:lnTo>
                  <a:pt x="1592351" y="1981200"/>
                </a:lnTo>
                <a:lnTo>
                  <a:pt x="1634252" y="1981200"/>
                </a:lnTo>
                <a:lnTo>
                  <a:pt x="1676162" y="1981200"/>
                </a:lnTo>
                <a:lnTo>
                  <a:pt x="1718062" y="1981200"/>
                </a:lnTo>
                <a:lnTo>
                  <a:pt x="1759553" y="1977619"/>
                </a:lnTo>
                <a:lnTo>
                  <a:pt x="1800806" y="1972056"/>
                </a:lnTo>
                <a:lnTo>
                  <a:pt x="1842068" y="1966503"/>
                </a:lnTo>
                <a:lnTo>
                  <a:pt x="1883331" y="1960940"/>
                </a:lnTo>
                <a:lnTo>
                  <a:pt x="1924593" y="1955387"/>
                </a:lnTo>
                <a:lnTo>
                  <a:pt x="1965846" y="1949834"/>
                </a:lnTo>
                <a:lnTo>
                  <a:pt x="2007108" y="1944272"/>
                </a:lnTo>
                <a:lnTo>
                  <a:pt x="2048370" y="1938719"/>
                </a:lnTo>
                <a:lnTo>
                  <a:pt x="2079860" y="1919259"/>
                </a:lnTo>
                <a:lnTo>
                  <a:pt x="2108940" y="1896351"/>
                </a:lnTo>
                <a:lnTo>
                  <a:pt x="2138020" y="1873444"/>
                </a:lnTo>
                <a:lnTo>
                  <a:pt x="2167099" y="1850536"/>
                </a:lnTo>
                <a:lnTo>
                  <a:pt x="2196170" y="1827628"/>
                </a:lnTo>
                <a:lnTo>
                  <a:pt x="2225250" y="1804730"/>
                </a:lnTo>
                <a:lnTo>
                  <a:pt x="2254329" y="1781823"/>
                </a:lnTo>
                <a:lnTo>
                  <a:pt x="2283400" y="1758915"/>
                </a:lnTo>
                <a:lnTo>
                  <a:pt x="2312480" y="1736007"/>
                </a:lnTo>
                <a:lnTo>
                  <a:pt x="2341559" y="1713100"/>
                </a:lnTo>
                <a:lnTo>
                  <a:pt x="2370630" y="1690202"/>
                </a:lnTo>
                <a:lnTo>
                  <a:pt x="2399709" y="1667294"/>
                </a:lnTo>
                <a:lnTo>
                  <a:pt x="2428789" y="1644386"/>
                </a:lnTo>
                <a:lnTo>
                  <a:pt x="2457860" y="1621479"/>
                </a:lnTo>
                <a:lnTo>
                  <a:pt x="2486939" y="1598571"/>
                </a:lnTo>
                <a:lnTo>
                  <a:pt x="2516019" y="1575664"/>
                </a:lnTo>
                <a:lnTo>
                  <a:pt x="2545090" y="1552766"/>
                </a:lnTo>
                <a:lnTo>
                  <a:pt x="2574169" y="1529858"/>
                </a:lnTo>
                <a:lnTo>
                  <a:pt x="2603249" y="1506950"/>
                </a:lnTo>
                <a:lnTo>
                  <a:pt x="2609850" y="1477166"/>
                </a:lnTo>
                <a:lnTo>
                  <a:pt x="2609850" y="1445352"/>
                </a:lnTo>
                <a:lnTo>
                  <a:pt x="2609850" y="1413539"/>
                </a:lnTo>
                <a:lnTo>
                  <a:pt x="2609850" y="1381735"/>
                </a:lnTo>
                <a:lnTo>
                  <a:pt x="2609850" y="1349921"/>
                </a:lnTo>
                <a:lnTo>
                  <a:pt x="2609850" y="1318108"/>
                </a:lnTo>
                <a:lnTo>
                  <a:pt x="2609850" y="1286304"/>
                </a:lnTo>
                <a:lnTo>
                  <a:pt x="2609850" y="1254490"/>
                </a:lnTo>
                <a:lnTo>
                  <a:pt x="2609850" y="1222677"/>
                </a:lnTo>
                <a:lnTo>
                  <a:pt x="2609850" y="1190873"/>
                </a:lnTo>
                <a:lnTo>
                  <a:pt x="2609850" y="1159059"/>
                </a:lnTo>
                <a:lnTo>
                  <a:pt x="2609850" y="1127246"/>
                </a:lnTo>
                <a:lnTo>
                  <a:pt x="2609850" y="1095442"/>
                </a:lnTo>
                <a:lnTo>
                  <a:pt x="2609850" y="1063628"/>
                </a:lnTo>
                <a:lnTo>
                  <a:pt x="2609850" y="1031815"/>
                </a:lnTo>
                <a:lnTo>
                  <a:pt x="2609850" y="1000011"/>
                </a:lnTo>
                <a:lnTo>
                  <a:pt x="2609850" y="968197"/>
                </a:lnTo>
                <a:lnTo>
                  <a:pt x="2609850" y="936384"/>
                </a:lnTo>
                <a:lnTo>
                  <a:pt x="2609850" y="904580"/>
                </a:lnTo>
                <a:lnTo>
                  <a:pt x="2609850" y="872766"/>
                </a:lnTo>
                <a:lnTo>
                  <a:pt x="2609850" y="840953"/>
                </a:lnTo>
                <a:lnTo>
                  <a:pt x="2609850" y="809149"/>
                </a:lnTo>
                <a:lnTo>
                  <a:pt x="2609850" y="777335"/>
                </a:lnTo>
                <a:lnTo>
                  <a:pt x="2609850" y="745522"/>
                </a:lnTo>
                <a:lnTo>
                  <a:pt x="2609850" y="713718"/>
                </a:lnTo>
                <a:lnTo>
                  <a:pt x="2609850" y="681904"/>
                </a:lnTo>
                <a:lnTo>
                  <a:pt x="2609850" y="650091"/>
                </a:lnTo>
                <a:lnTo>
                  <a:pt x="2609850" y="618287"/>
                </a:lnTo>
                <a:lnTo>
                  <a:pt x="2609850" y="586473"/>
                </a:lnTo>
                <a:lnTo>
                  <a:pt x="2609850" y="554660"/>
                </a:lnTo>
                <a:lnTo>
                  <a:pt x="2609850" y="522856"/>
                </a:lnTo>
                <a:lnTo>
                  <a:pt x="2609850" y="491042"/>
                </a:lnTo>
                <a:lnTo>
                  <a:pt x="2609850" y="459229"/>
                </a:lnTo>
                <a:lnTo>
                  <a:pt x="2609850" y="427425"/>
                </a:lnTo>
                <a:lnTo>
                  <a:pt x="2609850" y="395611"/>
                </a:lnTo>
                <a:lnTo>
                  <a:pt x="2609850" y="363798"/>
                </a:lnTo>
                <a:lnTo>
                  <a:pt x="2609850" y="331994"/>
                </a:lnTo>
                <a:lnTo>
                  <a:pt x="2609850" y="300180"/>
                </a:lnTo>
                <a:lnTo>
                  <a:pt x="2609850" y="268367"/>
                </a:lnTo>
                <a:lnTo>
                  <a:pt x="2609850" y="236563"/>
                </a:lnTo>
                <a:lnTo>
                  <a:pt x="2609850" y="204749"/>
                </a:lnTo>
                <a:lnTo>
                  <a:pt x="2609850" y="172936"/>
                </a:lnTo>
                <a:lnTo>
                  <a:pt x="2609850" y="141132"/>
                </a:lnTo>
                <a:lnTo>
                  <a:pt x="2609850" y="109318"/>
                </a:lnTo>
                <a:lnTo>
                  <a:pt x="2609850" y="77505"/>
                </a:lnTo>
                <a:lnTo>
                  <a:pt x="2609850" y="45701"/>
                </a:lnTo>
                <a:lnTo>
                  <a:pt x="2609850" y="13887"/>
                </a:lnTo>
                <a:lnTo>
                  <a:pt x="2586238" y="0"/>
                </a:lnTo>
                <a:lnTo>
                  <a:pt x="2544337" y="0"/>
                </a:lnTo>
                <a:lnTo>
                  <a:pt x="2502437" y="0"/>
                </a:lnTo>
                <a:lnTo>
                  <a:pt x="2460527" y="0"/>
                </a:lnTo>
                <a:lnTo>
                  <a:pt x="2418626" y="0"/>
                </a:lnTo>
                <a:lnTo>
                  <a:pt x="2376726" y="0"/>
                </a:lnTo>
                <a:lnTo>
                  <a:pt x="2334816" y="0"/>
                </a:lnTo>
                <a:lnTo>
                  <a:pt x="2292915" y="0"/>
                </a:lnTo>
                <a:lnTo>
                  <a:pt x="2251005" y="0"/>
                </a:lnTo>
                <a:lnTo>
                  <a:pt x="2209105" y="0"/>
                </a:lnTo>
                <a:lnTo>
                  <a:pt x="2167204" y="0"/>
                </a:lnTo>
                <a:lnTo>
                  <a:pt x="2125294" y="0"/>
                </a:lnTo>
                <a:lnTo>
                  <a:pt x="2083394" y="0"/>
                </a:lnTo>
                <a:lnTo>
                  <a:pt x="2041493" y="0"/>
                </a:lnTo>
                <a:lnTo>
                  <a:pt x="1999583" y="0"/>
                </a:lnTo>
                <a:lnTo>
                  <a:pt x="1957683" y="0"/>
                </a:lnTo>
                <a:lnTo>
                  <a:pt x="1915782" y="0"/>
                </a:lnTo>
                <a:lnTo>
                  <a:pt x="1873872" y="0"/>
                </a:lnTo>
                <a:lnTo>
                  <a:pt x="1831972" y="0"/>
                </a:lnTo>
                <a:lnTo>
                  <a:pt x="1790062" y="0"/>
                </a:lnTo>
                <a:lnTo>
                  <a:pt x="1748161" y="0"/>
                </a:lnTo>
                <a:lnTo>
                  <a:pt x="1706261" y="0"/>
                </a:lnTo>
                <a:lnTo>
                  <a:pt x="1664351" y="0"/>
                </a:lnTo>
                <a:lnTo>
                  <a:pt x="1622450" y="0"/>
                </a:lnTo>
                <a:lnTo>
                  <a:pt x="1580550" y="0"/>
                </a:lnTo>
                <a:lnTo>
                  <a:pt x="1538640" y="0"/>
                </a:lnTo>
                <a:lnTo>
                  <a:pt x="1496739" y="0"/>
                </a:lnTo>
                <a:lnTo>
                  <a:pt x="1454829" y="0"/>
                </a:lnTo>
                <a:lnTo>
                  <a:pt x="1412929" y="0"/>
                </a:lnTo>
                <a:lnTo>
                  <a:pt x="1371029" y="0"/>
                </a:lnTo>
                <a:lnTo>
                  <a:pt x="1329119" y="0"/>
                </a:lnTo>
                <a:lnTo>
                  <a:pt x="1287218" y="0"/>
                </a:lnTo>
                <a:lnTo>
                  <a:pt x="1245318" y="0"/>
                </a:lnTo>
                <a:lnTo>
                  <a:pt x="1203408" y="0"/>
                </a:lnTo>
                <a:lnTo>
                  <a:pt x="1161507" y="0"/>
                </a:lnTo>
                <a:lnTo>
                  <a:pt x="1119607" y="0"/>
                </a:lnTo>
                <a:lnTo>
                  <a:pt x="1077697" y="0"/>
                </a:lnTo>
                <a:lnTo>
                  <a:pt x="1035796" y="0"/>
                </a:lnTo>
                <a:lnTo>
                  <a:pt x="993886" y="0"/>
                </a:lnTo>
                <a:lnTo>
                  <a:pt x="951986" y="0"/>
                </a:lnTo>
                <a:lnTo>
                  <a:pt x="910085" y="0"/>
                </a:lnTo>
                <a:lnTo>
                  <a:pt x="868175" y="0"/>
                </a:lnTo>
                <a:lnTo>
                  <a:pt x="826275" y="0"/>
                </a:lnTo>
                <a:lnTo>
                  <a:pt x="784374" y="0"/>
                </a:lnTo>
                <a:lnTo>
                  <a:pt x="742464" y="0"/>
                </a:lnTo>
                <a:lnTo>
                  <a:pt x="700564" y="0"/>
                </a:lnTo>
                <a:lnTo>
                  <a:pt x="658663" y="0"/>
                </a:lnTo>
                <a:lnTo>
                  <a:pt x="616753" y="0"/>
                </a:lnTo>
                <a:lnTo>
                  <a:pt x="574853" y="0"/>
                </a:lnTo>
                <a:lnTo>
                  <a:pt x="532943" y="0"/>
                </a:lnTo>
                <a:lnTo>
                  <a:pt x="491042" y="0"/>
                </a:lnTo>
                <a:lnTo>
                  <a:pt x="449142" y="0"/>
                </a:lnTo>
                <a:lnTo>
                  <a:pt x="407232" y="0"/>
                </a:lnTo>
                <a:lnTo>
                  <a:pt x="365331" y="0"/>
                </a:lnTo>
                <a:lnTo>
                  <a:pt x="323431" y="0"/>
                </a:lnTo>
                <a:lnTo>
                  <a:pt x="281521" y="0"/>
                </a:lnTo>
                <a:lnTo>
                  <a:pt x="239620" y="0"/>
                </a:lnTo>
                <a:lnTo>
                  <a:pt x="197720" y="0"/>
                </a:lnTo>
                <a:lnTo>
                  <a:pt x="155810" y="0"/>
                </a:lnTo>
                <a:lnTo>
                  <a:pt x="113909" y="0"/>
                </a:lnTo>
                <a:lnTo>
                  <a:pt x="71999" y="0"/>
                </a:lnTo>
                <a:lnTo>
                  <a:pt x="30099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23" name="note-sheet-header-5">
            <a:extLst xmlns:a="http://schemas.openxmlformats.org/drawingml/2006/main">
              <a:ext uri="{FF2B5EF4-FFF2-40B4-BE49-F238E27FC236}">
                <a16:creationId xmlns:a16="http://schemas.microsoft.com/office/drawing/2014/main" id="{F81DB06D-A850-41C2-B114-1C43A705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428875"/>
            <a:ext cx="26098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fold-5">
            <a:extLst xmlns:a="http://schemas.openxmlformats.org/drawingml/2006/main">
              <a:ext uri="{FF2B5EF4-FFF2-40B4-BE49-F238E27FC236}">
                <a16:creationId xmlns:a16="http://schemas.microsoft.com/office/drawing/2014/main" id="{2BE33077-E4B4-4202-A993-5A7CECE0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3901" y="3930625"/>
            <a:ext cx="961549" cy="479822"/>
          </a:xfrm>
          <a:custGeom xmlns:a="http://schemas.openxmlformats.org/drawingml/2006/main">
            <a:pathLst>
              <a:path w="961549" h="479822">
                <a:moveTo>
                  <a:pt x="961549" y="0"/>
                </a:moveTo>
                <a:lnTo>
                  <a:pt x="960406" y="7963"/>
                </a:lnTo>
                <a:lnTo>
                  <a:pt x="958901" y="15888"/>
                </a:lnTo>
                <a:lnTo>
                  <a:pt x="957148" y="23774"/>
                </a:lnTo>
                <a:lnTo>
                  <a:pt x="955177" y="31642"/>
                </a:lnTo>
                <a:lnTo>
                  <a:pt x="952995" y="39481"/>
                </a:lnTo>
                <a:lnTo>
                  <a:pt x="950633" y="47282"/>
                </a:lnTo>
                <a:lnTo>
                  <a:pt x="948090" y="55055"/>
                </a:lnTo>
                <a:lnTo>
                  <a:pt x="945375" y="62789"/>
                </a:lnTo>
                <a:lnTo>
                  <a:pt x="942489" y="70485"/>
                </a:lnTo>
                <a:lnTo>
                  <a:pt x="939441" y="78153"/>
                </a:lnTo>
                <a:lnTo>
                  <a:pt x="936231" y="85782"/>
                </a:lnTo>
                <a:lnTo>
                  <a:pt x="932869" y="93364"/>
                </a:lnTo>
                <a:lnTo>
                  <a:pt x="929345" y="100917"/>
                </a:lnTo>
                <a:lnTo>
                  <a:pt x="925668" y="108423"/>
                </a:lnTo>
                <a:lnTo>
                  <a:pt x="921839" y="115881"/>
                </a:lnTo>
                <a:lnTo>
                  <a:pt x="917858" y="123292"/>
                </a:lnTo>
                <a:lnTo>
                  <a:pt x="913733" y="130664"/>
                </a:lnTo>
                <a:lnTo>
                  <a:pt x="909457" y="137979"/>
                </a:lnTo>
                <a:lnTo>
                  <a:pt x="905037" y="145247"/>
                </a:lnTo>
                <a:lnTo>
                  <a:pt x="900465" y="152467"/>
                </a:lnTo>
                <a:lnTo>
                  <a:pt x="895750" y="159629"/>
                </a:lnTo>
                <a:lnTo>
                  <a:pt x="890892" y="166735"/>
                </a:lnTo>
                <a:lnTo>
                  <a:pt x="885892" y="173784"/>
                </a:lnTo>
                <a:lnTo>
                  <a:pt x="880748" y="180775"/>
                </a:lnTo>
                <a:lnTo>
                  <a:pt x="875462" y="187700"/>
                </a:lnTo>
                <a:lnTo>
                  <a:pt x="870042" y="194567"/>
                </a:lnTo>
                <a:lnTo>
                  <a:pt x="864479" y="201368"/>
                </a:lnTo>
                <a:lnTo>
                  <a:pt x="858784" y="208112"/>
                </a:lnTo>
                <a:lnTo>
                  <a:pt x="852945" y="214779"/>
                </a:lnTo>
                <a:lnTo>
                  <a:pt x="846982" y="221380"/>
                </a:lnTo>
                <a:lnTo>
                  <a:pt x="840877" y="227914"/>
                </a:lnTo>
                <a:lnTo>
                  <a:pt x="834638" y="234372"/>
                </a:lnTo>
                <a:lnTo>
                  <a:pt x="828275" y="240754"/>
                </a:lnTo>
                <a:lnTo>
                  <a:pt x="821779" y="247059"/>
                </a:lnTo>
                <a:lnTo>
                  <a:pt x="815150" y="253289"/>
                </a:lnTo>
                <a:lnTo>
                  <a:pt x="808406" y="259442"/>
                </a:lnTo>
                <a:lnTo>
                  <a:pt x="801529" y="265519"/>
                </a:lnTo>
                <a:lnTo>
                  <a:pt x="794537" y="271510"/>
                </a:lnTo>
                <a:lnTo>
                  <a:pt x="787422" y="277416"/>
                </a:lnTo>
                <a:lnTo>
                  <a:pt x="780183" y="283245"/>
                </a:lnTo>
                <a:lnTo>
                  <a:pt x="772839" y="288989"/>
                </a:lnTo>
                <a:lnTo>
                  <a:pt x="765372" y="294637"/>
                </a:lnTo>
                <a:lnTo>
                  <a:pt x="757790" y="300209"/>
                </a:lnTo>
                <a:lnTo>
                  <a:pt x="750103" y="305695"/>
                </a:lnTo>
                <a:lnTo>
                  <a:pt x="742312" y="311086"/>
                </a:lnTo>
                <a:lnTo>
                  <a:pt x="734406" y="316392"/>
                </a:lnTo>
                <a:lnTo>
                  <a:pt x="726405" y="321602"/>
                </a:lnTo>
                <a:lnTo>
                  <a:pt x="718299" y="326727"/>
                </a:lnTo>
                <a:lnTo>
                  <a:pt x="710089" y="331756"/>
                </a:lnTo>
                <a:lnTo>
                  <a:pt x="701792" y="336699"/>
                </a:lnTo>
                <a:lnTo>
                  <a:pt x="693401" y="341538"/>
                </a:lnTo>
                <a:lnTo>
                  <a:pt x="684914" y="346300"/>
                </a:lnTo>
                <a:lnTo>
                  <a:pt x="676332" y="350958"/>
                </a:lnTo>
                <a:lnTo>
                  <a:pt x="667674" y="355530"/>
                </a:lnTo>
                <a:lnTo>
                  <a:pt x="658930" y="359997"/>
                </a:lnTo>
                <a:lnTo>
                  <a:pt x="650100" y="364388"/>
                </a:lnTo>
                <a:lnTo>
                  <a:pt x="641194" y="368675"/>
                </a:lnTo>
                <a:lnTo>
                  <a:pt x="632212" y="372875"/>
                </a:lnTo>
                <a:lnTo>
                  <a:pt x="623154" y="376971"/>
                </a:lnTo>
                <a:lnTo>
                  <a:pt x="614029" y="380981"/>
                </a:lnTo>
                <a:lnTo>
                  <a:pt x="604828" y="384905"/>
                </a:lnTo>
                <a:lnTo>
                  <a:pt x="595570" y="388725"/>
                </a:lnTo>
                <a:lnTo>
                  <a:pt x="586235" y="392459"/>
                </a:lnTo>
                <a:lnTo>
                  <a:pt x="576844" y="396107"/>
                </a:lnTo>
                <a:lnTo>
                  <a:pt x="567395" y="399659"/>
                </a:lnTo>
                <a:lnTo>
                  <a:pt x="557879" y="403117"/>
                </a:lnTo>
                <a:lnTo>
                  <a:pt x="548316" y="406489"/>
                </a:lnTo>
                <a:lnTo>
                  <a:pt x="538696" y="409775"/>
                </a:lnTo>
                <a:lnTo>
                  <a:pt x="529028" y="412966"/>
                </a:lnTo>
                <a:lnTo>
                  <a:pt x="519303" y="416071"/>
                </a:lnTo>
                <a:lnTo>
                  <a:pt x="509540" y="419100"/>
                </a:lnTo>
                <a:lnTo>
                  <a:pt x="499720" y="422034"/>
                </a:lnTo>
                <a:lnTo>
                  <a:pt x="489871" y="424882"/>
                </a:lnTo>
                <a:lnTo>
                  <a:pt x="479965" y="427644"/>
                </a:lnTo>
                <a:lnTo>
                  <a:pt x="470030" y="430330"/>
                </a:lnTo>
                <a:lnTo>
                  <a:pt x="460058" y="432921"/>
                </a:lnTo>
                <a:lnTo>
                  <a:pt x="450037" y="435445"/>
                </a:lnTo>
                <a:lnTo>
                  <a:pt x="439998" y="437874"/>
                </a:lnTo>
                <a:lnTo>
                  <a:pt x="429911" y="440236"/>
                </a:lnTo>
                <a:lnTo>
                  <a:pt x="419805" y="442512"/>
                </a:lnTo>
                <a:lnTo>
                  <a:pt x="409661" y="444703"/>
                </a:lnTo>
                <a:lnTo>
                  <a:pt x="399488" y="446827"/>
                </a:lnTo>
                <a:lnTo>
                  <a:pt x="389296" y="448875"/>
                </a:lnTo>
                <a:lnTo>
                  <a:pt x="379066" y="450847"/>
                </a:lnTo>
                <a:lnTo>
                  <a:pt x="368827" y="452742"/>
                </a:lnTo>
                <a:lnTo>
                  <a:pt x="358550" y="454562"/>
                </a:lnTo>
                <a:lnTo>
                  <a:pt x="348263" y="456314"/>
                </a:lnTo>
                <a:lnTo>
                  <a:pt x="337947" y="457991"/>
                </a:lnTo>
                <a:lnTo>
                  <a:pt x="327612" y="459600"/>
                </a:lnTo>
                <a:lnTo>
                  <a:pt x="317268" y="461143"/>
                </a:lnTo>
                <a:lnTo>
                  <a:pt x="306896" y="462610"/>
                </a:lnTo>
                <a:lnTo>
                  <a:pt x="296513" y="464020"/>
                </a:lnTo>
                <a:lnTo>
                  <a:pt x="286112" y="465353"/>
                </a:lnTo>
                <a:lnTo>
                  <a:pt x="275701" y="466630"/>
                </a:lnTo>
                <a:lnTo>
                  <a:pt x="265281" y="467830"/>
                </a:lnTo>
                <a:lnTo>
                  <a:pt x="254841" y="468973"/>
                </a:lnTo>
                <a:lnTo>
                  <a:pt x="244383" y="470059"/>
                </a:lnTo>
                <a:lnTo>
                  <a:pt x="233924" y="471078"/>
                </a:lnTo>
                <a:lnTo>
                  <a:pt x="223457" y="472030"/>
                </a:lnTo>
                <a:lnTo>
                  <a:pt x="212969" y="472935"/>
                </a:lnTo>
                <a:lnTo>
                  <a:pt x="202482" y="473774"/>
                </a:lnTo>
                <a:lnTo>
                  <a:pt x="191986" y="474555"/>
                </a:lnTo>
                <a:lnTo>
                  <a:pt x="181480" y="475278"/>
                </a:lnTo>
                <a:lnTo>
                  <a:pt x="170974" y="475936"/>
                </a:lnTo>
                <a:lnTo>
                  <a:pt x="160458" y="476545"/>
                </a:lnTo>
                <a:lnTo>
                  <a:pt x="149933" y="477107"/>
                </a:lnTo>
                <a:lnTo>
                  <a:pt x="139408" y="477612"/>
                </a:lnTo>
                <a:lnTo>
                  <a:pt x="128873" y="478060"/>
                </a:lnTo>
                <a:lnTo>
                  <a:pt x="118339" y="478450"/>
                </a:lnTo>
                <a:lnTo>
                  <a:pt x="107804" y="478793"/>
                </a:lnTo>
                <a:lnTo>
                  <a:pt x="97269" y="479088"/>
                </a:lnTo>
                <a:lnTo>
                  <a:pt x="86725" y="479327"/>
                </a:lnTo>
                <a:lnTo>
                  <a:pt x="76181" y="479527"/>
                </a:lnTo>
                <a:lnTo>
                  <a:pt x="65637" y="479669"/>
                </a:lnTo>
                <a:lnTo>
                  <a:pt x="55083" y="479765"/>
                </a:lnTo>
                <a:lnTo>
                  <a:pt x="44539" y="479812"/>
                </a:lnTo>
                <a:lnTo>
                  <a:pt x="33995" y="479822"/>
                </a:lnTo>
                <a:lnTo>
                  <a:pt x="23451" y="479774"/>
                </a:lnTo>
                <a:lnTo>
                  <a:pt x="12897" y="479689"/>
                </a:lnTo>
                <a:lnTo>
                  <a:pt x="2353" y="479555"/>
                </a:lnTo>
                <a:lnTo>
                  <a:pt x="0" y="479422"/>
                </a:lnTo>
                <a:lnTo>
                  <a:pt x="10544" y="479222"/>
                </a:lnTo>
                <a:lnTo>
                  <a:pt x="21079" y="478888"/>
                </a:lnTo>
                <a:lnTo>
                  <a:pt x="31613" y="478450"/>
                </a:lnTo>
                <a:lnTo>
                  <a:pt x="42139" y="477917"/>
                </a:lnTo>
                <a:lnTo>
                  <a:pt x="52654" y="477288"/>
                </a:lnTo>
                <a:lnTo>
                  <a:pt x="63160" y="476574"/>
                </a:lnTo>
                <a:lnTo>
                  <a:pt x="73647" y="475774"/>
                </a:lnTo>
                <a:lnTo>
                  <a:pt x="84134" y="474888"/>
                </a:lnTo>
                <a:lnTo>
                  <a:pt x="94602" y="473916"/>
                </a:lnTo>
                <a:lnTo>
                  <a:pt x="105061" y="472869"/>
                </a:lnTo>
                <a:lnTo>
                  <a:pt x="115500" y="471726"/>
                </a:lnTo>
                <a:lnTo>
                  <a:pt x="125921" y="470506"/>
                </a:lnTo>
                <a:lnTo>
                  <a:pt x="136331" y="469202"/>
                </a:lnTo>
                <a:lnTo>
                  <a:pt x="146714" y="467811"/>
                </a:lnTo>
                <a:lnTo>
                  <a:pt x="157077" y="466325"/>
                </a:lnTo>
                <a:lnTo>
                  <a:pt x="167421" y="464753"/>
                </a:lnTo>
                <a:lnTo>
                  <a:pt x="177737" y="463096"/>
                </a:lnTo>
                <a:lnTo>
                  <a:pt x="188033" y="461343"/>
                </a:lnTo>
                <a:lnTo>
                  <a:pt x="198291" y="459496"/>
                </a:lnTo>
                <a:lnTo>
                  <a:pt x="208521" y="457552"/>
                </a:lnTo>
                <a:lnTo>
                  <a:pt x="218723" y="455514"/>
                </a:lnTo>
                <a:lnTo>
                  <a:pt x="228886" y="453371"/>
                </a:lnTo>
                <a:lnTo>
                  <a:pt x="239011" y="451133"/>
                </a:lnTo>
                <a:lnTo>
                  <a:pt x="249098" y="448780"/>
                </a:lnTo>
                <a:lnTo>
                  <a:pt x="259128" y="446322"/>
                </a:lnTo>
                <a:lnTo>
                  <a:pt x="269119" y="443751"/>
                </a:lnTo>
                <a:lnTo>
                  <a:pt x="279063" y="441074"/>
                </a:lnTo>
                <a:lnTo>
                  <a:pt x="288941" y="438274"/>
                </a:lnTo>
                <a:lnTo>
                  <a:pt x="298761" y="435359"/>
                </a:lnTo>
                <a:lnTo>
                  <a:pt x="308524" y="432321"/>
                </a:lnTo>
                <a:lnTo>
                  <a:pt x="318202" y="429149"/>
                </a:lnTo>
                <a:lnTo>
                  <a:pt x="327812" y="425853"/>
                </a:lnTo>
                <a:lnTo>
                  <a:pt x="337347" y="422424"/>
                </a:lnTo>
                <a:lnTo>
                  <a:pt x="346786" y="418852"/>
                </a:lnTo>
                <a:lnTo>
                  <a:pt x="356140" y="415147"/>
                </a:lnTo>
                <a:lnTo>
                  <a:pt x="365389" y="411299"/>
                </a:lnTo>
                <a:lnTo>
                  <a:pt x="374523" y="407299"/>
                </a:lnTo>
                <a:lnTo>
                  <a:pt x="383543" y="403146"/>
                </a:lnTo>
                <a:lnTo>
                  <a:pt x="392430" y="398840"/>
                </a:lnTo>
                <a:lnTo>
                  <a:pt x="401193" y="394383"/>
                </a:lnTo>
                <a:lnTo>
                  <a:pt x="409804" y="389763"/>
                </a:lnTo>
                <a:lnTo>
                  <a:pt x="418262" y="384972"/>
                </a:lnTo>
                <a:lnTo>
                  <a:pt x="426549" y="380028"/>
                </a:lnTo>
                <a:lnTo>
                  <a:pt x="434664" y="374904"/>
                </a:lnTo>
                <a:lnTo>
                  <a:pt x="442589" y="369627"/>
                </a:lnTo>
                <a:lnTo>
                  <a:pt x="450304" y="364169"/>
                </a:lnTo>
                <a:lnTo>
                  <a:pt x="457810" y="358540"/>
                </a:lnTo>
                <a:lnTo>
                  <a:pt x="465087" y="352749"/>
                </a:lnTo>
                <a:lnTo>
                  <a:pt x="472126" y="346786"/>
                </a:lnTo>
                <a:lnTo>
                  <a:pt x="478907" y="340662"/>
                </a:lnTo>
                <a:lnTo>
                  <a:pt x="485432" y="334366"/>
                </a:lnTo>
                <a:lnTo>
                  <a:pt x="491681" y="327917"/>
                </a:lnTo>
                <a:lnTo>
                  <a:pt x="497643" y="321307"/>
                </a:lnTo>
                <a:lnTo>
                  <a:pt x="503301" y="314554"/>
                </a:lnTo>
                <a:lnTo>
                  <a:pt x="508664" y="307658"/>
                </a:lnTo>
                <a:lnTo>
                  <a:pt x="513702" y="300628"/>
                </a:lnTo>
                <a:lnTo>
                  <a:pt x="518427" y="293465"/>
                </a:lnTo>
                <a:lnTo>
                  <a:pt x="522827" y="286188"/>
                </a:lnTo>
                <a:lnTo>
                  <a:pt x="526894" y="278806"/>
                </a:lnTo>
                <a:lnTo>
                  <a:pt x="530628" y="271320"/>
                </a:lnTo>
                <a:lnTo>
                  <a:pt x="534029" y="263738"/>
                </a:lnTo>
                <a:lnTo>
                  <a:pt x="537096" y="256080"/>
                </a:lnTo>
                <a:lnTo>
                  <a:pt x="539839" y="248345"/>
                </a:lnTo>
                <a:lnTo>
                  <a:pt x="542258" y="240554"/>
                </a:lnTo>
                <a:lnTo>
                  <a:pt x="544344" y="232705"/>
                </a:lnTo>
                <a:lnTo>
                  <a:pt x="546125" y="224819"/>
                </a:lnTo>
                <a:lnTo>
                  <a:pt x="547592" y="216894"/>
                </a:lnTo>
                <a:lnTo>
                  <a:pt x="548764" y="208931"/>
                </a:lnTo>
                <a:lnTo>
                  <a:pt x="549640" y="200949"/>
                </a:lnTo>
                <a:lnTo>
                  <a:pt x="550231" y="192957"/>
                </a:lnTo>
                <a:lnTo>
                  <a:pt x="550545" y="184956"/>
                </a:lnTo>
                <a:lnTo>
                  <a:pt x="550593" y="176946"/>
                </a:lnTo>
                <a:lnTo>
                  <a:pt x="550383" y="168945"/>
                </a:lnTo>
                <a:lnTo>
                  <a:pt x="549926" y="160944"/>
                </a:lnTo>
                <a:lnTo>
                  <a:pt x="549231" y="152962"/>
                </a:lnTo>
                <a:lnTo>
                  <a:pt x="558994" y="151000"/>
                </a:lnTo>
                <a:lnTo>
                  <a:pt x="569271" y="149209"/>
                </a:lnTo>
                <a:lnTo>
                  <a:pt x="579511" y="147295"/>
                </a:lnTo>
                <a:lnTo>
                  <a:pt x="589721" y="145294"/>
                </a:lnTo>
                <a:lnTo>
                  <a:pt x="599904" y="143199"/>
                </a:lnTo>
                <a:lnTo>
                  <a:pt x="610057" y="141018"/>
                </a:lnTo>
                <a:lnTo>
                  <a:pt x="620173" y="138751"/>
                </a:lnTo>
                <a:lnTo>
                  <a:pt x="630260" y="136408"/>
                </a:lnTo>
                <a:lnTo>
                  <a:pt x="640309" y="133998"/>
                </a:lnTo>
                <a:lnTo>
                  <a:pt x="650329" y="131502"/>
                </a:lnTo>
                <a:lnTo>
                  <a:pt x="660321" y="128930"/>
                </a:lnTo>
                <a:lnTo>
                  <a:pt x="670274" y="126282"/>
                </a:lnTo>
                <a:lnTo>
                  <a:pt x="680199" y="123568"/>
                </a:lnTo>
                <a:lnTo>
                  <a:pt x="690086" y="120767"/>
                </a:lnTo>
                <a:lnTo>
                  <a:pt x="699926" y="117900"/>
                </a:lnTo>
                <a:lnTo>
                  <a:pt x="709736" y="114967"/>
                </a:lnTo>
                <a:lnTo>
                  <a:pt x="719509" y="111947"/>
                </a:lnTo>
                <a:lnTo>
                  <a:pt x="729244" y="108861"/>
                </a:lnTo>
                <a:lnTo>
                  <a:pt x="738930" y="105689"/>
                </a:lnTo>
                <a:lnTo>
                  <a:pt x="748570" y="102451"/>
                </a:lnTo>
                <a:lnTo>
                  <a:pt x="758171" y="99136"/>
                </a:lnTo>
                <a:lnTo>
                  <a:pt x="767725" y="95736"/>
                </a:lnTo>
                <a:lnTo>
                  <a:pt x="777230" y="92269"/>
                </a:lnTo>
                <a:lnTo>
                  <a:pt x="786679" y="88716"/>
                </a:lnTo>
                <a:lnTo>
                  <a:pt x="796080" y="85087"/>
                </a:lnTo>
                <a:lnTo>
                  <a:pt x="805434" y="81382"/>
                </a:lnTo>
                <a:lnTo>
                  <a:pt x="814721" y="77600"/>
                </a:lnTo>
                <a:lnTo>
                  <a:pt x="823960" y="73724"/>
                </a:lnTo>
                <a:lnTo>
                  <a:pt x="833133" y="69771"/>
                </a:lnTo>
                <a:lnTo>
                  <a:pt x="842239" y="65742"/>
                </a:lnTo>
                <a:lnTo>
                  <a:pt x="851287" y="61617"/>
                </a:lnTo>
                <a:lnTo>
                  <a:pt x="860260" y="57417"/>
                </a:lnTo>
                <a:lnTo>
                  <a:pt x="869166" y="53121"/>
                </a:lnTo>
                <a:lnTo>
                  <a:pt x="877995" y="48749"/>
                </a:lnTo>
                <a:lnTo>
                  <a:pt x="886749" y="44282"/>
                </a:lnTo>
                <a:lnTo>
                  <a:pt x="895426" y="39729"/>
                </a:lnTo>
                <a:lnTo>
                  <a:pt x="904018" y="35081"/>
                </a:lnTo>
                <a:lnTo>
                  <a:pt x="912524" y="30347"/>
                </a:lnTo>
                <a:lnTo>
                  <a:pt x="920944" y="25527"/>
                </a:lnTo>
                <a:lnTo>
                  <a:pt x="929259" y="20603"/>
                </a:lnTo>
                <a:lnTo>
                  <a:pt x="937489" y="15592"/>
                </a:lnTo>
                <a:lnTo>
                  <a:pt x="945613" y="10497"/>
                </a:lnTo>
                <a:lnTo>
                  <a:pt x="953633" y="5296"/>
                </a:lnTo>
                <a:lnTo>
                  <a:pt x="96154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5" name="note-sheet-shadow-6">
            <a:extLst xmlns:a="http://schemas.openxmlformats.org/drawingml/2006/main">
              <a:ext uri="{FF2B5EF4-FFF2-40B4-BE49-F238E27FC236}">
                <a16:creationId xmlns:a16="http://schemas.microsoft.com/office/drawing/2014/main" id="{32484B1A-727C-4DC4-B2B8-CA22CCF7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9010" y="3885057"/>
            <a:ext cx="2610441" cy="526771"/>
          </a:xfrm>
          <a:custGeom xmlns:a="http://schemas.openxmlformats.org/drawingml/2006/main">
            <a:pathLst>
              <a:path w="2610441" h="526771">
                <a:moveTo>
                  <a:pt x="2609640" y="0"/>
                </a:moveTo>
                <a:lnTo>
                  <a:pt x="2610441" y="19402"/>
                </a:lnTo>
                <a:lnTo>
                  <a:pt x="2610088" y="38805"/>
                </a:lnTo>
                <a:lnTo>
                  <a:pt x="2608821" y="58188"/>
                </a:lnTo>
                <a:lnTo>
                  <a:pt x="2606716" y="77534"/>
                </a:lnTo>
                <a:lnTo>
                  <a:pt x="2603802" y="96822"/>
                </a:lnTo>
                <a:lnTo>
                  <a:pt x="2600087" y="116024"/>
                </a:lnTo>
                <a:lnTo>
                  <a:pt x="2595572" y="135131"/>
                </a:lnTo>
                <a:lnTo>
                  <a:pt x="2590229" y="154115"/>
                </a:lnTo>
                <a:lnTo>
                  <a:pt x="2584066" y="172945"/>
                </a:lnTo>
                <a:lnTo>
                  <a:pt x="2577055" y="191614"/>
                </a:lnTo>
                <a:lnTo>
                  <a:pt x="2569178" y="210083"/>
                </a:lnTo>
                <a:lnTo>
                  <a:pt x="2560415" y="228314"/>
                </a:lnTo>
                <a:lnTo>
                  <a:pt x="2550757" y="246288"/>
                </a:lnTo>
                <a:lnTo>
                  <a:pt x="2540175" y="263957"/>
                </a:lnTo>
                <a:lnTo>
                  <a:pt x="2528668" y="281292"/>
                </a:lnTo>
                <a:lnTo>
                  <a:pt x="2516219" y="298247"/>
                </a:lnTo>
                <a:lnTo>
                  <a:pt x="2502818" y="314773"/>
                </a:lnTo>
                <a:lnTo>
                  <a:pt x="2488482" y="330841"/>
                </a:lnTo>
                <a:lnTo>
                  <a:pt x="2473195" y="346405"/>
                </a:lnTo>
                <a:lnTo>
                  <a:pt x="2456993" y="361417"/>
                </a:lnTo>
                <a:lnTo>
                  <a:pt x="2439876" y="375837"/>
                </a:lnTo>
                <a:lnTo>
                  <a:pt x="2421903" y="389639"/>
                </a:lnTo>
                <a:lnTo>
                  <a:pt x="2403081" y="402774"/>
                </a:lnTo>
                <a:lnTo>
                  <a:pt x="2383469" y="415233"/>
                </a:lnTo>
                <a:lnTo>
                  <a:pt x="2363124" y="426977"/>
                </a:lnTo>
                <a:lnTo>
                  <a:pt x="2342074" y="437998"/>
                </a:lnTo>
                <a:lnTo>
                  <a:pt x="2320395" y="448294"/>
                </a:lnTo>
                <a:lnTo>
                  <a:pt x="2298144" y="457848"/>
                </a:lnTo>
                <a:lnTo>
                  <a:pt x="2275370" y="466668"/>
                </a:lnTo>
                <a:lnTo>
                  <a:pt x="2252129" y="474764"/>
                </a:lnTo>
                <a:lnTo>
                  <a:pt x="2228479" y="482146"/>
                </a:lnTo>
                <a:lnTo>
                  <a:pt x="2204476" y="488833"/>
                </a:lnTo>
                <a:lnTo>
                  <a:pt x="2180168" y="494843"/>
                </a:lnTo>
                <a:lnTo>
                  <a:pt x="2155584" y="500196"/>
                </a:lnTo>
                <a:lnTo>
                  <a:pt x="2130790" y="504920"/>
                </a:lnTo>
                <a:lnTo>
                  <a:pt x="2105797" y="509035"/>
                </a:lnTo>
                <a:lnTo>
                  <a:pt x="2080660" y="512569"/>
                </a:lnTo>
                <a:lnTo>
                  <a:pt x="2055390" y="515541"/>
                </a:lnTo>
                <a:lnTo>
                  <a:pt x="2030025" y="517998"/>
                </a:lnTo>
                <a:lnTo>
                  <a:pt x="2004584" y="519941"/>
                </a:lnTo>
                <a:lnTo>
                  <a:pt x="1979085" y="521389"/>
                </a:lnTo>
                <a:lnTo>
                  <a:pt x="1953530" y="522075"/>
                </a:lnTo>
                <a:lnTo>
                  <a:pt x="1927965" y="522532"/>
                </a:lnTo>
                <a:lnTo>
                  <a:pt x="1902400" y="522894"/>
                </a:lnTo>
                <a:lnTo>
                  <a:pt x="1876835" y="523199"/>
                </a:lnTo>
                <a:lnTo>
                  <a:pt x="1851269" y="523465"/>
                </a:lnTo>
                <a:lnTo>
                  <a:pt x="1825704" y="523713"/>
                </a:lnTo>
                <a:lnTo>
                  <a:pt x="1800130" y="523932"/>
                </a:lnTo>
                <a:lnTo>
                  <a:pt x="1774565" y="524142"/>
                </a:lnTo>
                <a:lnTo>
                  <a:pt x="1748990" y="524323"/>
                </a:lnTo>
                <a:lnTo>
                  <a:pt x="1723425" y="524504"/>
                </a:lnTo>
                <a:lnTo>
                  <a:pt x="1697860" y="524666"/>
                </a:lnTo>
                <a:lnTo>
                  <a:pt x="1672285" y="524818"/>
                </a:lnTo>
                <a:lnTo>
                  <a:pt x="1646720" y="524970"/>
                </a:lnTo>
                <a:lnTo>
                  <a:pt x="1621145" y="525104"/>
                </a:lnTo>
                <a:lnTo>
                  <a:pt x="1595580" y="525237"/>
                </a:lnTo>
                <a:lnTo>
                  <a:pt x="1570006" y="525361"/>
                </a:lnTo>
                <a:lnTo>
                  <a:pt x="1544441" y="525475"/>
                </a:lnTo>
                <a:lnTo>
                  <a:pt x="1518866" y="525590"/>
                </a:lnTo>
                <a:lnTo>
                  <a:pt x="1493301" y="525694"/>
                </a:lnTo>
                <a:lnTo>
                  <a:pt x="1467726" y="525790"/>
                </a:lnTo>
                <a:lnTo>
                  <a:pt x="1442161" y="525885"/>
                </a:lnTo>
                <a:lnTo>
                  <a:pt x="1416587" y="525971"/>
                </a:lnTo>
                <a:lnTo>
                  <a:pt x="1391021" y="526047"/>
                </a:lnTo>
                <a:lnTo>
                  <a:pt x="1365447" y="526132"/>
                </a:lnTo>
                <a:lnTo>
                  <a:pt x="1339882" y="526199"/>
                </a:lnTo>
                <a:lnTo>
                  <a:pt x="1314307" y="526266"/>
                </a:lnTo>
                <a:lnTo>
                  <a:pt x="1288733" y="526332"/>
                </a:lnTo>
                <a:lnTo>
                  <a:pt x="1263167" y="526399"/>
                </a:lnTo>
                <a:lnTo>
                  <a:pt x="1237593" y="526447"/>
                </a:lnTo>
                <a:lnTo>
                  <a:pt x="1212028" y="526494"/>
                </a:lnTo>
                <a:lnTo>
                  <a:pt x="1186453" y="526552"/>
                </a:lnTo>
                <a:lnTo>
                  <a:pt x="1160888" y="526590"/>
                </a:lnTo>
                <a:lnTo>
                  <a:pt x="1135313" y="526618"/>
                </a:lnTo>
                <a:lnTo>
                  <a:pt x="1109748" y="526656"/>
                </a:lnTo>
                <a:lnTo>
                  <a:pt x="1084174" y="526685"/>
                </a:lnTo>
                <a:lnTo>
                  <a:pt x="1058609" y="526704"/>
                </a:lnTo>
                <a:lnTo>
                  <a:pt x="1033034" y="526733"/>
                </a:lnTo>
                <a:lnTo>
                  <a:pt x="1007469" y="526752"/>
                </a:lnTo>
                <a:lnTo>
                  <a:pt x="981894" y="526761"/>
                </a:lnTo>
                <a:lnTo>
                  <a:pt x="956329" y="526761"/>
                </a:lnTo>
                <a:lnTo>
                  <a:pt x="930754" y="526771"/>
                </a:lnTo>
                <a:lnTo>
                  <a:pt x="905180" y="526771"/>
                </a:lnTo>
                <a:lnTo>
                  <a:pt x="879615" y="526752"/>
                </a:lnTo>
                <a:lnTo>
                  <a:pt x="854040" y="526742"/>
                </a:lnTo>
                <a:lnTo>
                  <a:pt x="828475" y="526733"/>
                </a:lnTo>
                <a:lnTo>
                  <a:pt x="802900" y="526704"/>
                </a:lnTo>
                <a:lnTo>
                  <a:pt x="777335" y="526675"/>
                </a:lnTo>
                <a:lnTo>
                  <a:pt x="751761" y="526656"/>
                </a:lnTo>
                <a:lnTo>
                  <a:pt x="726196" y="526609"/>
                </a:lnTo>
                <a:lnTo>
                  <a:pt x="700621" y="526561"/>
                </a:lnTo>
                <a:lnTo>
                  <a:pt x="675056" y="526523"/>
                </a:lnTo>
                <a:lnTo>
                  <a:pt x="649481" y="526466"/>
                </a:lnTo>
                <a:lnTo>
                  <a:pt x="623916" y="526399"/>
                </a:lnTo>
                <a:lnTo>
                  <a:pt x="598341" y="526332"/>
                </a:lnTo>
                <a:lnTo>
                  <a:pt x="572767" y="526256"/>
                </a:lnTo>
                <a:lnTo>
                  <a:pt x="547202" y="526171"/>
                </a:lnTo>
                <a:lnTo>
                  <a:pt x="521627" y="526075"/>
                </a:lnTo>
                <a:lnTo>
                  <a:pt x="496062" y="525990"/>
                </a:lnTo>
                <a:lnTo>
                  <a:pt x="470487" y="525875"/>
                </a:lnTo>
                <a:lnTo>
                  <a:pt x="444922" y="525761"/>
                </a:lnTo>
                <a:lnTo>
                  <a:pt x="419348" y="525628"/>
                </a:lnTo>
                <a:lnTo>
                  <a:pt x="393783" y="525494"/>
                </a:lnTo>
                <a:lnTo>
                  <a:pt x="368208" y="525342"/>
                </a:lnTo>
                <a:lnTo>
                  <a:pt x="342643" y="525170"/>
                </a:lnTo>
                <a:lnTo>
                  <a:pt x="317078" y="524999"/>
                </a:lnTo>
                <a:lnTo>
                  <a:pt x="291503" y="524799"/>
                </a:lnTo>
                <a:lnTo>
                  <a:pt x="265938" y="524580"/>
                </a:lnTo>
                <a:lnTo>
                  <a:pt x="240363" y="524342"/>
                </a:lnTo>
                <a:lnTo>
                  <a:pt x="214798" y="524085"/>
                </a:lnTo>
                <a:lnTo>
                  <a:pt x="189233" y="523789"/>
                </a:lnTo>
                <a:lnTo>
                  <a:pt x="163668" y="523465"/>
                </a:lnTo>
                <a:lnTo>
                  <a:pt x="138103" y="523103"/>
                </a:lnTo>
                <a:lnTo>
                  <a:pt x="112538" y="522684"/>
                </a:lnTo>
                <a:lnTo>
                  <a:pt x="86973" y="522189"/>
                </a:lnTo>
                <a:lnTo>
                  <a:pt x="61417" y="521579"/>
                </a:lnTo>
                <a:lnTo>
                  <a:pt x="35871" y="520789"/>
                </a:lnTo>
                <a:lnTo>
                  <a:pt x="10354" y="519522"/>
                </a:lnTo>
                <a:lnTo>
                  <a:pt x="4743" y="503749"/>
                </a:lnTo>
                <a:lnTo>
                  <a:pt x="4401" y="484337"/>
                </a:lnTo>
                <a:lnTo>
                  <a:pt x="4067" y="464925"/>
                </a:lnTo>
                <a:lnTo>
                  <a:pt x="3724" y="445522"/>
                </a:lnTo>
                <a:lnTo>
                  <a:pt x="3391" y="426110"/>
                </a:lnTo>
                <a:lnTo>
                  <a:pt x="3048" y="406698"/>
                </a:lnTo>
                <a:lnTo>
                  <a:pt x="2705" y="387296"/>
                </a:lnTo>
                <a:lnTo>
                  <a:pt x="2372" y="367884"/>
                </a:lnTo>
                <a:lnTo>
                  <a:pt x="2029" y="348472"/>
                </a:lnTo>
                <a:lnTo>
                  <a:pt x="1695" y="329060"/>
                </a:lnTo>
                <a:lnTo>
                  <a:pt x="1353" y="309658"/>
                </a:lnTo>
                <a:lnTo>
                  <a:pt x="1019" y="290246"/>
                </a:lnTo>
                <a:lnTo>
                  <a:pt x="676" y="270834"/>
                </a:lnTo>
                <a:lnTo>
                  <a:pt x="343" y="251422"/>
                </a:lnTo>
                <a:lnTo>
                  <a:pt x="0" y="232019"/>
                </a:lnTo>
                <a:lnTo>
                  <a:pt x="9382" y="219323"/>
                </a:lnTo>
                <a:lnTo>
                  <a:pt x="34881" y="217913"/>
                </a:lnTo>
                <a:lnTo>
                  <a:pt x="60408" y="216722"/>
                </a:lnTo>
                <a:lnTo>
                  <a:pt x="85944" y="215732"/>
                </a:lnTo>
                <a:lnTo>
                  <a:pt x="111490" y="214922"/>
                </a:lnTo>
                <a:lnTo>
                  <a:pt x="137046" y="214274"/>
                </a:lnTo>
                <a:lnTo>
                  <a:pt x="162611" y="213770"/>
                </a:lnTo>
                <a:lnTo>
                  <a:pt x="188176" y="213398"/>
                </a:lnTo>
                <a:lnTo>
                  <a:pt x="213741" y="213150"/>
                </a:lnTo>
                <a:lnTo>
                  <a:pt x="239316" y="213008"/>
                </a:lnTo>
                <a:lnTo>
                  <a:pt x="264881" y="212969"/>
                </a:lnTo>
                <a:lnTo>
                  <a:pt x="290455" y="213027"/>
                </a:lnTo>
                <a:lnTo>
                  <a:pt x="316020" y="213170"/>
                </a:lnTo>
                <a:lnTo>
                  <a:pt x="341586" y="213379"/>
                </a:lnTo>
                <a:lnTo>
                  <a:pt x="367160" y="213674"/>
                </a:lnTo>
                <a:lnTo>
                  <a:pt x="392725" y="214036"/>
                </a:lnTo>
                <a:lnTo>
                  <a:pt x="418290" y="214455"/>
                </a:lnTo>
                <a:lnTo>
                  <a:pt x="443846" y="214932"/>
                </a:lnTo>
                <a:lnTo>
                  <a:pt x="469411" y="215465"/>
                </a:lnTo>
                <a:lnTo>
                  <a:pt x="494967" y="216046"/>
                </a:lnTo>
                <a:lnTo>
                  <a:pt x="520522" y="216675"/>
                </a:lnTo>
                <a:lnTo>
                  <a:pt x="546078" y="217351"/>
                </a:lnTo>
                <a:lnTo>
                  <a:pt x="571633" y="218056"/>
                </a:lnTo>
                <a:lnTo>
                  <a:pt x="597189" y="218799"/>
                </a:lnTo>
                <a:lnTo>
                  <a:pt x="622735" y="219580"/>
                </a:lnTo>
                <a:lnTo>
                  <a:pt x="648281" y="220389"/>
                </a:lnTo>
                <a:lnTo>
                  <a:pt x="673827" y="221228"/>
                </a:lnTo>
                <a:lnTo>
                  <a:pt x="699373" y="222094"/>
                </a:lnTo>
                <a:lnTo>
                  <a:pt x="724919" y="222980"/>
                </a:lnTo>
                <a:lnTo>
                  <a:pt x="750465" y="223895"/>
                </a:lnTo>
                <a:lnTo>
                  <a:pt x="776002" y="224819"/>
                </a:lnTo>
                <a:lnTo>
                  <a:pt x="801538" y="225762"/>
                </a:lnTo>
                <a:lnTo>
                  <a:pt x="827084" y="226724"/>
                </a:lnTo>
                <a:lnTo>
                  <a:pt x="852621" y="227695"/>
                </a:lnTo>
                <a:lnTo>
                  <a:pt x="878157" y="228676"/>
                </a:lnTo>
                <a:lnTo>
                  <a:pt x="903694" y="229667"/>
                </a:lnTo>
                <a:lnTo>
                  <a:pt x="929230" y="230667"/>
                </a:lnTo>
                <a:lnTo>
                  <a:pt x="954767" y="231667"/>
                </a:lnTo>
                <a:lnTo>
                  <a:pt x="980303" y="232677"/>
                </a:lnTo>
                <a:lnTo>
                  <a:pt x="1005840" y="233686"/>
                </a:lnTo>
                <a:lnTo>
                  <a:pt x="1031377" y="234686"/>
                </a:lnTo>
                <a:lnTo>
                  <a:pt x="1056913" y="235687"/>
                </a:lnTo>
                <a:lnTo>
                  <a:pt x="1082450" y="236687"/>
                </a:lnTo>
                <a:lnTo>
                  <a:pt x="1107986" y="237687"/>
                </a:lnTo>
                <a:lnTo>
                  <a:pt x="1133523" y="238677"/>
                </a:lnTo>
                <a:lnTo>
                  <a:pt x="1159059" y="239659"/>
                </a:lnTo>
                <a:lnTo>
                  <a:pt x="1184596" y="240621"/>
                </a:lnTo>
                <a:lnTo>
                  <a:pt x="1210132" y="241583"/>
                </a:lnTo>
                <a:lnTo>
                  <a:pt x="1235678" y="242516"/>
                </a:lnTo>
                <a:lnTo>
                  <a:pt x="1261215" y="243440"/>
                </a:lnTo>
                <a:lnTo>
                  <a:pt x="1286761" y="244335"/>
                </a:lnTo>
                <a:lnTo>
                  <a:pt x="1312307" y="245212"/>
                </a:lnTo>
                <a:lnTo>
                  <a:pt x="1337853" y="246069"/>
                </a:lnTo>
                <a:lnTo>
                  <a:pt x="1363399" y="246888"/>
                </a:lnTo>
                <a:lnTo>
                  <a:pt x="1388945" y="247688"/>
                </a:lnTo>
                <a:lnTo>
                  <a:pt x="1414501" y="248450"/>
                </a:lnTo>
                <a:lnTo>
                  <a:pt x="1440047" y="249184"/>
                </a:lnTo>
                <a:lnTo>
                  <a:pt x="1465602" y="249869"/>
                </a:lnTo>
                <a:lnTo>
                  <a:pt x="1491158" y="250517"/>
                </a:lnTo>
                <a:lnTo>
                  <a:pt x="1516713" y="251117"/>
                </a:lnTo>
                <a:lnTo>
                  <a:pt x="1542278" y="251670"/>
                </a:lnTo>
                <a:lnTo>
                  <a:pt x="1567834" y="252174"/>
                </a:lnTo>
                <a:lnTo>
                  <a:pt x="1593399" y="252622"/>
                </a:lnTo>
                <a:lnTo>
                  <a:pt x="1618964" y="253003"/>
                </a:lnTo>
                <a:lnTo>
                  <a:pt x="1644529" y="253317"/>
                </a:lnTo>
                <a:lnTo>
                  <a:pt x="1670104" y="253556"/>
                </a:lnTo>
                <a:lnTo>
                  <a:pt x="1695669" y="253717"/>
                </a:lnTo>
                <a:lnTo>
                  <a:pt x="1721244" y="253794"/>
                </a:lnTo>
                <a:lnTo>
                  <a:pt x="1746809" y="253775"/>
                </a:lnTo>
                <a:lnTo>
                  <a:pt x="1772383" y="253651"/>
                </a:lnTo>
                <a:lnTo>
                  <a:pt x="1797949" y="253413"/>
                </a:lnTo>
                <a:lnTo>
                  <a:pt x="1823514" y="253060"/>
                </a:lnTo>
                <a:lnTo>
                  <a:pt x="1849079" y="252565"/>
                </a:lnTo>
                <a:lnTo>
                  <a:pt x="1874634" y="251917"/>
                </a:lnTo>
                <a:lnTo>
                  <a:pt x="1900180" y="251108"/>
                </a:lnTo>
                <a:lnTo>
                  <a:pt x="1925717" y="250107"/>
                </a:lnTo>
                <a:lnTo>
                  <a:pt x="1951234" y="248907"/>
                </a:lnTo>
                <a:lnTo>
                  <a:pt x="1976742" y="247460"/>
                </a:lnTo>
                <a:lnTo>
                  <a:pt x="2002212" y="245745"/>
                </a:lnTo>
                <a:lnTo>
                  <a:pt x="2027634" y="243716"/>
                </a:lnTo>
                <a:lnTo>
                  <a:pt x="2053019" y="241335"/>
                </a:lnTo>
                <a:lnTo>
                  <a:pt x="2078307" y="238516"/>
                </a:lnTo>
                <a:lnTo>
                  <a:pt x="2103501" y="235172"/>
                </a:lnTo>
                <a:lnTo>
                  <a:pt x="2128533" y="231210"/>
                </a:lnTo>
                <a:lnTo>
                  <a:pt x="2153317" y="226447"/>
                </a:lnTo>
                <a:lnTo>
                  <a:pt x="2177720" y="220656"/>
                </a:lnTo>
                <a:lnTo>
                  <a:pt x="2201466" y="213474"/>
                </a:lnTo>
                <a:lnTo>
                  <a:pt x="2224021" y="204368"/>
                </a:lnTo>
                <a:lnTo>
                  <a:pt x="2244176" y="192481"/>
                </a:lnTo>
                <a:lnTo>
                  <a:pt x="2259235" y="176917"/>
                </a:lnTo>
                <a:lnTo>
                  <a:pt x="2265302" y="158201"/>
                </a:lnTo>
                <a:lnTo>
                  <a:pt x="2282447" y="148476"/>
                </a:lnTo>
                <a:lnTo>
                  <a:pt x="2306507" y="141923"/>
                </a:lnTo>
                <a:lnTo>
                  <a:pt x="2330244" y="134712"/>
                </a:lnTo>
                <a:lnTo>
                  <a:pt x="2353675" y="126940"/>
                </a:lnTo>
                <a:lnTo>
                  <a:pt x="2376802" y="118662"/>
                </a:lnTo>
                <a:lnTo>
                  <a:pt x="2399633" y="109909"/>
                </a:lnTo>
                <a:lnTo>
                  <a:pt x="2422150" y="100717"/>
                </a:lnTo>
                <a:lnTo>
                  <a:pt x="2444353" y="91088"/>
                </a:lnTo>
                <a:lnTo>
                  <a:pt x="2466232" y="81048"/>
                </a:lnTo>
                <a:lnTo>
                  <a:pt x="2487787" y="70609"/>
                </a:lnTo>
                <a:lnTo>
                  <a:pt x="2508999" y="59769"/>
                </a:lnTo>
                <a:lnTo>
                  <a:pt x="2529869" y="48549"/>
                </a:lnTo>
                <a:lnTo>
                  <a:pt x="2550366" y="36947"/>
                </a:lnTo>
                <a:lnTo>
                  <a:pt x="2570502" y="24984"/>
                </a:lnTo>
                <a:lnTo>
                  <a:pt x="2590267" y="12668"/>
                </a:lnTo>
                <a:lnTo>
                  <a:pt x="2609640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paper-6">
            <a:extLst xmlns:a="http://schemas.openxmlformats.org/drawingml/2006/main">
              <a:ext uri="{FF2B5EF4-FFF2-40B4-BE49-F238E27FC236}">
                <a16:creationId xmlns:a16="http://schemas.microsoft.com/office/drawing/2014/main" id="{AE70FDFC-3C31-404D-B762-D2298DDD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2428875"/>
            <a:ext cx="2609850" cy="1981200"/>
          </a:xfrm>
          <a:custGeom xmlns:a="http://schemas.openxmlformats.org/drawingml/2006/main">
            <a:pathLst>
              <a:path w="2609850" h="1981200">
                <a:moveTo>
                  <a:pt x="0" y="1981200"/>
                </a:moveTo>
                <a:lnTo>
                  <a:pt x="41900" y="1981200"/>
                </a:lnTo>
                <a:lnTo>
                  <a:pt x="83810" y="1981200"/>
                </a:lnTo>
                <a:lnTo>
                  <a:pt x="125711" y="1981200"/>
                </a:lnTo>
                <a:lnTo>
                  <a:pt x="167611" y="1981200"/>
                </a:lnTo>
                <a:lnTo>
                  <a:pt x="209521" y="1981200"/>
                </a:lnTo>
                <a:lnTo>
                  <a:pt x="251422" y="1981200"/>
                </a:lnTo>
                <a:lnTo>
                  <a:pt x="293332" y="1981200"/>
                </a:lnTo>
                <a:lnTo>
                  <a:pt x="335232" y="1981200"/>
                </a:lnTo>
                <a:lnTo>
                  <a:pt x="377133" y="1981200"/>
                </a:lnTo>
                <a:lnTo>
                  <a:pt x="419043" y="1981200"/>
                </a:lnTo>
                <a:lnTo>
                  <a:pt x="460943" y="1981200"/>
                </a:lnTo>
                <a:lnTo>
                  <a:pt x="502844" y="1981200"/>
                </a:lnTo>
                <a:lnTo>
                  <a:pt x="544754" y="1981200"/>
                </a:lnTo>
                <a:lnTo>
                  <a:pt x="586654" y="1981200"/>
                </a:lnTo>
                <a:lnTo>
                  <a:pt x="628555" y="1981200"/>
                </a:lnTo>
                <a:lnTo>
                  <a:pt x="670465" y="1981200"/>
                </a:lnTo>
                <a:lnTo>
                  <a:pt x="712365" y="1981200"/>
                </a:lnTo>
                <a:lnTo>
                  <a:pt x="754275" y="1981200"/>
                </a:lnTo>
                <a:lnTo>
                  <a:pt x="796176" y="1981200"/>
                </a:lnTo>
                <a:lnTo>
                  <a:pt x="838076" y="1981200"/>
                </a:lnTo>
                <a:lnTo>
                  <a:pt x="879986" y="1981200"/>
                </a:lnTo>
                <a:lnTo>
                  <a:pt x="921887" y="1981200"/>
                </a:lnTo>
                <a:lnTo>
                  <a:pt x="963787" y="1981200"/>
                </a:lnTo>
                <a:lnTo>
                  <a:pt x="1005697" y="1981200"/>
                </a:lnTo>
                <a:lnTo>
                  <a:pt x="1047598" y="1981200"/>
                </a:lnTo>
                <a:lnTo>
                  <a:pt x="1089508" y="1981200"/>
                </a:lnTo>
                <a:lnTo>
                  <a:pt x="1131408" y="1981200"/>
                </a:lnTo>
                <a:lnTo>
                  <a:pt x="1173309" y="1981200"/>
                </a:lnTo>
                <a:lnTo>
                  <a:pt x="1215219" y="1981200"/>
                </a:lnTo>
                <a:lnTo>
                  <a:pt x="1257119" y="1981200"/>
                </a:lnTo>
                <a:lnTo>
                  <a:pt x="1299020" y="1981200"/>
                </a:lnTo>
                <a:lnTo>
                  <a:pt x="1340930" y="1981200"/>
                </a:lnTo>
                <a:lnTo>
                  <a:pt x="1382830" y="1981200"/>
                </a:lnTo>
                <a:lnTo>
                  <a:pt x="1424730" y="1981200"/>
                </a:lnTo>
                <a:lnTo>
                  <a:pt x="1466640" y="1981200"/>
                </a:lnTo>
                <a:lnTo>
                  <a:pt x="1508541" y="1981200"/>
                </a:lnTo>
                <a:lnTo>
                  <a:pt x="1550451" y="1981200"/>
                </a:lnTo>
                <a:lnTo>
                  <a:pt x="1592351" y="1981200"/>
                </a:lnTo>
                <a:lnTo>
                  <a:pt x="1634252" y="1981200"/>
                </a:lnTo>
                <a:lnTo>
                  <a:pt x="1676162" y="1981200"/>
                </a:lnTo>
                <a:lnTo>
                  <a:pt x="1718062" y="1981200"/>
                </a:lnTo>
                <a:lnTo>
                  <a:pt x="1759553" y="1977619"/>
                </a:lnTo>
                <a:lnTo>
                  <a:pt x="1800806" y="1972056"/>
                </a:lnTo>
                <a:lnTo>
                  <a:pt x="1842068" y="1966503"/>
                </a:lnTo>
                <a:lnTo>
                  <a:pt x="1883331" y="1960940"/>
                </a:lnTo>
                <a:lnTo>
                  <a:pt x="1924593" y="1955387"/>
                </a:lnTo>
                <a:lnTo>
                  <a:pt x="1965846" y="1949834"/>
                </a:lnTo>
                <a:lnTo>
                  <a:pt x="2007108" y="1944272"/>
                </a:lnTo>
                <a:lnTo>
                  <a:pt x="2048370" y="1938719"/>
                </a:lnTo>
                <a:lnTo>
                  <a:pt x="2079860" y="1919259"/>
                </a:lnTo>
                <a:lnTo>
                  <a:pt x="2108940" y="1896351"/>
                </a:lnTo>
                <a:lnTo>
                  <a:pt x="2138020" y="1873444"/>
                </a:lnTo>
                <a:lnTo>
                  <a:pt x="2167099" y="1850536"/>
                </a:lnTo>
                <a:lnTo>
                  <a:pt x="2196170" y="1827628"/>
                </a:lnTo>
                <a:lnTo>
                  <a:pt x="2225250" y="1804730"/>
                </a:lnTo>
                <a:lnTo>
                  <a:pt x="2254329" y="1781823"/>
                </a:lnTo>
                <a:lnTo>
                  <a:pt x="2283400" y="1758915"/>
                </a:lnTo>
                <a:lnTo>
                  <a:pt x="2312480" y="1736007"/>
                </a:lnTo>
                <a:lnTo>
                  <a:pt x="2341559" y="1713100"/>
                </a:lnTo>
                <a:lnTo>
                  <a:pt x="2370630" y="1690202"/>
                </a:lnTo>
                <a:lnTo>
                  <a:pt x="2399709" y="1667294"/>
                </a:lnTo>
                <a:lnTo>
                  <a:pt x="2428789" y="1644386"/>
                </a:lnTo>
                <a:lnTo>
                  <a:pt x="2457860" y="1621479"/>
                </a:lnTo>
                <a:lnTo>
                  <a:pt x="2486939" y="1598571"/>
                </a:lnTo>
                <a:lnTo>
                  <a:pt x="2516019" y="1575664"/>
                </a:lnTo>
                <a:lnTo>
                  <a:pt x="2545090" y="1552766"/>
                </a:lnTo>
                <a:lnTo>
                  <a:pt x="2574169" y="1529858"/>
                </a:lnTo>
                <a:lnTo>
                  <a:pt x="2603249" y="1506950"/>
                </a:lnTo>
                <a:lnTo>
                  <a:pt x="2609850" y="1477166"/>
                </a:lnTo>
                <a:lnTo>
                  <a:pt x="2609850" y="1445352"/>
                </a:lnTo>
                <a:lnTo>
                  <a:pt x="2609850" y="1413539"/>
                </a:lnTo>
                <a:lnTo>
                  <a:pt x="2609850" y="1381735"/>
                </a:lnTo>
                <a:lnTo>
                  <a:pt x="2609850" y="1349921"/>
                </a:lnTo>
                <a:lnTo>
                  <a:pt x="2609850" y="1318108"/>
                </a:lnTo>
                <a:lnTo>
                  <a:pt x="2609850" y="1286304"/>
                </a:lnTo>
                <a:lnTo>
                  <a:pt x="2609850" y="1254490"/>
                </a:lnTo>
                <a:lnTo>
                  <a:pt x="2609850" y="1222677"/>
                </a:lnTo>
                <a:lnTo>
                  <a:pt x="2609850" y="1190873"/>
                </a:lnTo>
                <a:lnTo>
                  <a:pt x="2609850" y="1159059"/>
                </a:lnTo>
                <a:lnTo>
                  <a:pt x="2609850" y="1127246"/>
                </a:lnTo>
                <a:lnTo>
                  <a:pt x="2609850" y="1095442"/>
                </a:lnTo>
                <a:lnTo>
                  <a:pt x="2609850" y="1063628"/>
                </a:lnTo>
                <a:lnTo>
                  <a:pt x="2609850" y="1031815"/>
                </a:lnTo>
                <a:lnTo>
                  <a:pt x="2609850" y="1000011"/>
                </a:lnTo>
                <a:lnTo>
                  <a:pt x="2609850" y="968197"/>
                </a:lnTo>
                <a:lnTo>
                  <a:pt x="2609850" y="936384"/>
                </a:lnTo>
                <a:lnTo>
                  <a:pt x="2609850" y="904580"/>
                </a:lnTo>
                <a:lnTo>
                  <a:pt x="2609850" y="872766"/>
                </a:lnTo>
                <a:lnTo>
                  <a:pt x="2609850" y="840953"/>
                </a:lnTo>
                <a:lnTo>
                  <a:pt x="2609850" y="809149"/>
                </a:lnTo>
                <a:lnTo>
                  <a:pt x="2609850" y="777335"/>
                </a:lnTo>
                <a:lnTo>
                  <a:pt x="2609850" y="745522"/>
                </a:lnTo>
                <a:lnTo>
                  <a:pt x="2609850" y="713718"/>
                </a:lnTo>
                <a:lnTo>
                  <a:pt x="2609850" y="681904"/>
                </a:lnTo>
                <a:lnTo>
                  <a:pt x="2609850" y="650091"/>
                </a:lnTo>
                <a:lnTo>
                  <a:pt x="2609850" y="618287"/>
                </a:lnTo>
                <a:lnTo>
                  <a:pt x="2609850" y="586473"/>
                </a:lnTo>
                <a:lnTo>
                  <a:pt x="2609850" y="554660"/>
                </a:lnTo>
                <a:lnTo>
                  <a:pt x="2609850" y="522856"/>
                </a:lnTo>
                <a:lnTo>
                  <a:pt x="2609850" y="491042"/>
                </a:lnTo>
                <a:lnTo>
                  <a:pt x="2609850" y="459229"/>
                </a:lnTo>
                <a:lnTo>
                  <a:pt x="2609850" y="427425"/>
                </a:lnTo>
                <a:lnTo>
                  <a:pt x="2609850" y="395611"/>
                </a:lnTo>
                <a:lnTo>
                  <a:pt x="2609850" y="363798"/>
                </a:lnTo>
                <a:lnTo>
                  <a:pt x="2609850" y="331994"/>
                </a:lnTo>
                <a:lnTo>
                  <a:pt x="2609850" y="300180"/>
                </a:lnTo>
                <a:lnTo>
                  <a:pt x="2609850" y="268367"/>
                </a:lnTo>
                <a:lnTo>
                  <a:pt x="2609850" y="236563"/>
                </a:lnTo>
                <a:lnTo>
                  <a:pt x="2609850" y="204749"/>
                </a:lnTo>
                <a:lnTo>
                  <a:pt x="2609850" y="172936"/>
                </a:lnTo>
                <a:lnTo>
                  <a:pt x="2609850" y="141132"/>
                </a:lnTo>
                <a:lnTo>
                  <a:pt x="2609850" y="109318"/>
                </a:lnTo>
                <a:lnTo>
                  <a:pt x="2609850" y="77505"/>
                </a:lnTo>
                <a:lnTo>
                  <a:pt x="2609850" y="45701"/>
                </a:lnTo>
                <a:lnTo>
                  <a:pt x="2609850" y="13887"/>
                </a:lnTo>
                <a:lnTo>
                  <a:pt x="2586238" y="0"/>
                </a:lnTo>
                <a:lnTo>
                  <a:pt x="2544337" y="0"/>
                </a:lnTo>
                <a:lnTo>
                  <a:pt x="2502437" y="0"/>
                </a:lnTo>
                <a:lnTo>
                  <a:pt x="2460527" y="0"/>
                </a:lnTo>
                <a:lnTo>
                  <a:pt x="2418626" y="0"/>
                </a:lnTo>
                <a:lnTo>
                  <a:pt x="2376726" y="0"/>
                </a:lnTo>
                <a:lnTo>
                  <a:pt x="2334816" y="0"/>
                </a:lnTo>
                <a:lnTo>
                  <a:pt x="2292915" y="0"/>
                </a:lnTo>
                <a:lnTo>
                  <a:pt x="2251005" y="0"/>
                </a:lnTo>
                <a:lnTo>
                  <a:pt x="2209105" y="0"/>
                </a:lnTo>
                <a:lnTo>
                  <a:pt x="2167204" y="0"/>
                </a:lnTo>
                <a:lnTo>
                  <a:pt x="2125294" y="0"/>
                </a:lnTo>
                <a:lnTo>
                  <a:pt x="2083394" y="0"/>
                </a:lnTo>
                <a:lnTo>
                  <a:pt x="2041493" y="0"/>
                </a:lnTo>
                <a:lnTo>
                  <a:pt x="1999583" y="0"/>
                </a:lnTo>
                <a:lnTo>
                  <a:pt x="1957683" y="0"/>
                </a:lnTo>
                <a:lnTo>
                  <a:pt x="1915782" y="0"/>
                </a:lnTo>
                <a:lnTo>
                  <a:pt x="1873872" y="0"/>
                </a:lnTo>
                <a:lnTo>
                  <a:pt x="1831972" y="0"/>
                </a:lnTo>
                <a:lnTo>
                  <a:pt x="1790062" y="0"/>
                </a:lnTo>
                <a:lnTo>
                  <a:pt x="1748161" y="0"/>
                </a:lnTo>
                <a:lnTo>
                  <a:pt x="1706261" y="0"/>
                </a:lnTo>
                <a:lnTo>
                  <a:pt x="1664351" y="0"/>
                </a:lnTo>
                <a:lnTo>
                  <a:pt x="1622450" y="0"/>
                </a:lnTo>
                <a:lnTo>
                  <a:pt x="1580550" y="0"/>
                </a:lnTo>
                <a:lnTo>
                  <a:pt x="1538640" y="0"/>
                </a:lnTo>
                <a:lnTo>
                  <a:pt x="1496739" y="0"/>
                </a:lnTo>
                <a:lnTo>
                  <a:pt x="1454829" y="0"/>
                </a:lnTo>
                <a:lnTo>
                  <a:pt x="1412929" y="0"/>
                </a:lnTo>
                <a:lnTo>
                  <a:pt x="1371029" y="0"/>
                </a:lnTo>
                <a:lnTo>
                  <a:pt x="1329119" y="0"/>
                </a:lnTo>
                <a:lnTo>
                  <a:pt x="1287218" y="0"/>
                </a:lnTo>
                <a:lnTo>
                  <a:pt x="1245318" y="0"/>
                </a:lnTo>
                <a:lnTo>
                  <a:pt x="1203408" y="0"/>
                </a:lnTo>
                <a:lnTo>
                  <a:pt x="1161507" y="0"/>
                </a:lnTo>
                <a:lnTo>
                  <a:pt x="1119607" y="0"/>
                </a:lnTo>
                <a:lnTo>
                  <a:pt x="1077697" y="0"/>
                </a:lnTo>
                <a:lnTo>
                  <a:pt x="1035796" y="0"/>
                </a:lnTo>
                <a:lnTo>
                  <a:pt x="993886" y="0"/>
                </a:lnTo>
                <a:lnTo>
                  <a:pt x="951986" y="0"/>
                </a:lnTo>
                <a:lnTo>
                  <a:pt x="910085" y="0"/>
                </a:lnTo>
                <a:lnTo>
                  <a:pt x="868175" y="0"/>
                </a:lnTo>
                <a:lnTo>
                  <a:pt x="826275" y="0"/>
                </a:lnTo>
                <a:lnTo>
                  <a:pt x="784374" y="0"/>
                </a:lnTo>
                <a:lnTo>
                  <a:pt x="742464" y="0"/>
                </a:lnTo>
                <a:lnTo>
                  <a:pt x="700564" y="0"/>
                </a:lnTo>
                <a:lnTo>
                  <a:pt x="658663" y="0"/>
                </a:lnTo>
                <a:lnTo>
                  <a:pt x="616753" y="0"/>
                </a:lnTo>
                <a:lnTo>
                  <a:pt x="574853" y="0"/>
                </a:lnTo>
                <a:lnTo>
                  <a:pt x="532943" y="0"/>
                </a:lnTo>
                <a:lnTo>
                  <a:pt x="491042" y="0"/>
                </a:lnTo>
                <a:lnTo>
                  <a:pt x="449142" y="0"/>
                </a:lnTo>
                <a:lnTo>
                  <a:pt x="407232" y="0"/>
                </a:lnTo>
                <a:lnTo>
                  <a:pt x="365331" y="0"/>
                </a:lnTo>
                <a:lnTo>
                  <a:pt x="323431" y="0"/>
                </a:lnTo>
                <a:lnTo>
                  <a:pt x="281521" y="0"/>
                </a:lnTo>
                <a:lnTo>
                  <a:pt x="239620" y="0"/>
                </a:lnTo>
                <a:lnTo>
                  <a:pt x="197720" y="0"/>
                </a:lnTo>
                <a:lnTo>
                  <a:pt x="155810" y="0"/>
                </a:lnTo>
                <a:lnTo>
                  <a:pt x="113909" y="0"/>
                </a:lnTo>
                <a:lnTo>
                  <a:pt x="71999" y="0"/>
                </a:lnTo>
                <a:lnTo>
                  <a:pt x="30099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27" name="note-sheet-header-6">
            <a:extLst xmlns:a="http://schemas.openxmlformats.org/drawingml/2006/main">
              <a:ext uri="{FF2B5EF4-FFF2-40B4-BE49-F238E27FC236}">
                <a16:creationId xmlns:a16="http://schemas.microsoft.com/office/drawing/2014/main" id="{99D37D07-A63C-491B-864F-9873DD78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2428875"/>
            <a:ext cx="26098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fold-6">
            <a:extLst xmlns:a="http://schemas.openxmlformats.org/drawingml/2006/main">
              <a:ext uri="{FF2B5EF4-FFF2-40B4-BE49-F238E27FC236}">
                <a16:creationId xmlns:a16="http://schemas.microsoft.com/office/drawing/2014/main" id="{57AC2615-DEFA-4476-949A-C82C53BA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7101" y="3930625"/>
            <a:ext cx="961549" cy="479822"/>
          </a:xfrm>
          <a:custGeom xmlns:a="http://schemas.openxmlformats.org/drawingml/2006/main">
            <a:pathLst>
              <a:path w="961549" h="479822">
                <a:moveTo>
                  <a:pt x="961549" y="0"/>
                </a:moveTo>
                <a:lnTo>
                  <a:pt x="960406" y="7963"/>
                </a:lnTo>
                <a:lnTo>
                  <a:pt x="958901" y="15888"/>
                </a:lnTo>
                <a:lnTo>
                  <a:pt x="957148" y="23774"/>
                </a:lnTo>
                <a:lnTo>
                  <a:pt x="955177" y="31642"/>
                </a:lnTo>
                <a:lnTo>
                  <a:pt x="952995" y="39481"/>
                </a:lnTo>
                <a:lnTo>
                  <a:pt x="950633" y="47282"/>
                </a:lnTo>
                <a:lnTo>
                  <a:pt x="948090" y="55055"/>
                </a:lnTo>
                <a:lnTo>
                  <a:pt x="945375" y="62789"/>
                </a:lnTo>
                <a:lnTo>
                  <a:pt x="942489" y="70485"/>
                </a:lnTo>
                <a:lnTo>
                  <a:pt x="939441" y="78153"/>
                </a:lnTo>
                <a:lnTo>
                  <a:pt x="936231" y="85782"/>
                </a:lnTo>
                <a:lnTo>
                  <a:pt x="932869" y="93364"/>
                </a:lnTo>
                <a:lnTo>
                  <a:pt x="929345" y="100917"/>
                </a:lnTo>
                <a:lnTo>
                  <a:pt x="925668" y="108423"/>
                </a:lnTo>
                <a:lnTo>
                  <a:pt x="921839" y="115881"/>
                </a:lnTo>
                <a:lnTo>
                  <a:pt x="917858" y="123292"/>
                </a:lnTo>
                <a:lnTo>
                  <a:pt x="913733" y="130664"/>
                </a:lnTo>
                <a:lnTo>
                  <a:pt x="909457" y="137979"/>
                </a:lnTo>
                <a:lnTo>
                  <a:pt x="905037" y="145247"/>
                </a:lnTo>
                <a:lnTo>
                  <a:pt x="900465" y="152467"/>
                </a:lnTo>
                <a:lnTo>
                  <a:pt x="895750" y="159629"/>
                </a:lnTo>
                <a:lnTo>
                  <a:pt x="890892" y="166735"/>
                </a:lnTo>
                <a:lnTo>
                  <a:pt x="885892" y="173784"/>
                </a:lnTo>
                <a:lnTo>
                  <a:pt x="880748" y="180775"/>
                </a:lnTo>
                <a:lnTo>
                  <a:pt x="875462" y="187700"/>
                </a:lnTo>
                <a:lnTo>
                  <a:pt x="870042" y="194567"/>
                </a:lnTo>
                <a:lnTo>
                  <a:pt x="864479" y="201368"/>
                </a:lnTo>
                <a:lnTo>
                  <a:pt x="858784" y="208112"/>
                </a:lnTo>
                <a:lnTo>
                  <a:pt x="852945" y="214779"/>
                </a:lnTo>
                <a:lnTo>
                  <a:pt x="846982" y="221380"/>
                </a:lnTo>
                <a:lnTo>
                  <a:pt x="840877" y="227914"/>
                </a:lnTo>
                <a:lnTo>
                  <a:pt x="834638" y="234372"/>
                </a:lnTo>
                <a:lnTo>
                  <a:pt x="828275" y="240754"/>
                </a:lnTo>
                <a:lnTo>
                  <a:pt x="821779" y="247059"/>
                </a:lnTo>
                <a:lnTo>
                  <a:pt x="815150" y="253289"/>
                </a:lnTo>
                <a:lnTo>
                  <a:pt x="808406" y="259442"/>
                </a:lnTo>
                <a:lnTo>
                  <a:pt x="801529" y="265519"/>
                </a:lnTo>
                <a:lnTo>
                  <a:pt x="794537" y="271510"/>
                </a:lnTo>
                <a:lnTo>
                  <a:pt x="787422" y="277416"/>
                </a:lnTo>
                <a:lnTo>
                  <a:pt x="780183" y="283245"/>
                </a:lnTo>
                <a:lnTo>
                  <a:pt x="772839" y="288989"/>
                </a:lnTo>
                <a:lnTo>
                  <a:pt x="765372" y="294637"/>
                </a:lnTo>
                <a:lnTo>
                  <a:pt x="757790" y="300209"/>
                </a:lnTo>
                <a:lnTo>
                  <a:pt x="750103" y="305695"/>
                </a:lnTo>
                <a:lnTo>
                  <a:pt x="742312" y="311086"/>
                </a:lnTo>
                <a:lnTo>
                  <a:pt x="734406" y="316392"/>
                </a:lnTo>
                <a:lnTo>
                  <a:pt x="726405" y="321602"/>
                </a:lnTo>
                <a:lnTo>
                  <a:pt x="718299" y="326727"/>
                </a:lnTo>
                <a:lnTo>
                  <a:pt x="710089" y="331756"/>
                </a:lnTo>
                <a:lnTo>
                  <a:pt x="701792" y="336699"/>
                </a:lnTo>
                <a:lnTo>
                  <a:pt x="693401" y="341538"/>
                </a:lnTo>
                <a:lnTo>
                  <a:pt x="684914" y="346300"/>
                </a:lnTo>
                <a:lnTo>
                  <a:pt x="676332" y="350958"/>
                </a:lnTo>
                <a:lnTo>
                  <a:pt x="667674" y="355530"/>
                </a:lnTo>
                <a:lnTo>
                  <a:pt x="658930" y="359997"/>
                </a:lnTo>
                <a:lnTo>
                  <a:pt x="650100" y="364388"/>
                </a:lnTo>
                <a:lnTo>
                  <a:pt x="641194" y="368675"/>
                </a:lnTo>
                <a:lnTo>
                  <a:pt x="632212" y="372875"/>
                </a:lnTo>
                <a:lnTo>
                  <a:pt x="623154" y="376971"/>
                </a:lnTo>
                <a:lnTo>
                  <a:pt x="614029" y="380981"/>
                </a:lnTo>
                <a:lnTo>
                  <a:pt x="604828" y="384905"/>
                </a:lnTo>
                <a:lnTo>
                  <a:pt x="595570" y="388725"/>
                </a:lnTo>
                <a:lnTo>
                  <a:pt x="586235" y="392459"/>
                </a:lnTo>
                <a:lnTo>
                  <a:pt x="576844" y="396107"/>
                </a:lnTo>
                <a:lnTo>
                  <a:pt x="567395" y="399659"/>
                </a:lnTo>
                <a:lnTo>
                  <a:pt x="557879" y="403117"/>
                </a:lnTo>
                <a:lnTo>
                  <a:pt x="548316" y="406489"/>
                </a:lnTo>
                <a:lnTo>
                  <a:pt x="538696" y="409775"/>
                </a:lnTo>
                <a:lnTo>
                  <a:pt x="529028" y="412966"/>
                </a:lnTo>
                <a:lnTo>
                  <a:pt x="519303" y="416071"/>
                </a:lnTo>
                <a:lnTo>
                  <a:pt x="509540" y="419100"/>
                </a:lnTo>
                <a:lnTo>
                  <a:pt x="499720" y="422034"/>
                </a:lnTo>
                <a:lnTo>
                  <a:pt x="489871" y="424882"/>
                </a:lnTo>
                <a:lnTo>
                  <a:pt x="479965" y="427644"/>
                </a:lnTo>
                <a:lnTo>
                  <a:pt x="470030" y="430330"/>
                </a:lnTo>
                <a:lnTo>
                  <a:pt x="460058" y="432921"/>
                </a:lnTo>
                <a:lnTo>
                  <a:pt x="450037" y="435445"/>
                </a:lnTo>
                <a:lnTo>
                  <a:pt x="439998" y="437874"/>
                </a:lnTo>
                <a:lnTo>
                  <a:pt x="429911" y="440236"/>
                </a:lnTo>
                <a:lnTo>
                  <a:pt x="419805" y="442512"/>
                </a:lnTo>
                <a:lnTo>
                  <a:pt x="409661" y="444703"/>
                </a:lnTo>
                <a:lnTo>
                  <a:pt x="399488" y="446827"/>
                </a:lnTo>
                <a:lnTo>
                  <a:pt x="389296" y="448875"/>
                </a:lnTo>
                <a:lnTo>
                  <a:pt x="379066" y="450847"/>
                </a:lnTo>
                <a:lnTo>
                  <a:pt x="368827" y="452742"/>
                </a:lnTo>
                <a:lnTo>
                  <a:pt x="358550" y="454562"/>
                </a:lnTo>
                <a:lnTo>
                  <a:pt x="348263" y="456314"/>
                </a:lnTo>
                <a:lnTo>
                  <a:pt x="337947" y="457991"/>
                </a:lnTo>
                <a:lnTo>
                  <a:pt x="327612" y="459600"/>
                </a:lnTo>
                <a:lnTo>
                  <a:pt x="317268" y="461143"/>
                </a:lnTo>
                <a:lnTo>
                  <a:pt x="306896" y="462610"/>
                </a:lnTo>
                <a:lnTo>
                  <a:pt x="296513" y="464020"/>
                </a:lnTo>
                <a:lnTo>
                  <a:pt x="286112" y="465353"/>
                </a:lnTo>
                <a:lnTo>
                  <a:pt x="275701" y="466630"/>
                </a:lnTo>
                <a:lnTo>
                  <a:pt x="265281" y="467830"/>
                </a:lnTo>
                <a:lnTo>
                  <a:pt x="254841" y="468973"/>
                </a:lnTo>
                <a:lnTo>
                  <a:pt x="244383" y="470059"/>
                </a:lnTo>
                <a:lnTo>
                  <a:pt x="233924" y="471078"/>
                </a:lnTo>
                <a:lnTo>
                  <a:pt x="223457" y="472030"/>
                </a:lnTo>
                <a:lnTo>
                  <a:pt x="212969" y="472935"/>
                </a:lnTo>
                <a:lnTo>
                  <a:pt x="202482" y="473774"/>
                </a:lnTo>
                <a:lnTo>
                  <a:pt x="191986" y="474555"/>
                </a:lnTo>
                <a:lnTo>
                  <a:pt x="181480" y="475278"/>
                </a:lnTo>
                <a:lnTo>
                  <a:pt x="170974" y="475936"/>
                </a:lnTo>
                <a:lnTo>
                  <a:pt x="160458" y="476545"/>
                </a:lnTo>
                <a:lnTo>
                  <a:pt x="149933" y="477107"/>
                </a:lnTo>
                <a:lnTo>
                  <a:pt x="139408" y="477612"/>
                </a:lnTo>
                <a:lnTo>
                  <a:pt x="128873" y="478060"/>
                </a:lnTo>
                <a:lnTo>
                  <a:pt x="118339" y="478450"/>
                </a:lnTo>
                <a:lnTo>
                  <a:pt x="107804" y="478793"/>
                </a:lnTo>
                <a:lnTo>
                  <a:pt x="97269" y="479088"/>
                </a:lnTo>
                <a:lnTo>
                  <a:pt x="86725" y="479327"/>
                </a:lnTo>
                <a:lnTo>
                  <a:pt x="76181" y="479527"/>
                </a:lnTo>
                <a:lnTo>
                  <a:pt x="65637" y="479669"/>
                </a:lnTo>
                <a:lnTo>
                  <a:pt x="55083" y="479765"/>
                </a:lnTo>
                <a:lnTo>
                  <a:pt x="44539" y="479812"/>
                </a:lnTo>
                <a:lnTo>
                  <a:pt x="33995" y="479822"/>
                </a:lnTo>
                <a:lnTo>
                  <a:pt x="23451" y="479774"/>
                </a:lnTo>
                <a:lnTo>
                  <a:pt x="12897" y="479689"/>
                </a:lnTo>
                <a:lnTo>
                  <a:pt x="2353" y="479555"/>
                </a:lnTo>
                <a:lnTo>
                  <a:pt x="0" y="479422"/>
                </a:lnTo>
                <a:lnTo>
                  <a:pt x="10544" y="479222"/>
                </a:lnTo>
                <a:lnTo>
                  <a:pt x="21079" y="478888"/>
                </a:lnTo>
                <a:lnTo>
                  <a:pt x="31613" y="478450"/>
                </a:lnTo>
                <a:lnTo>
                  <a:pt x="42139" y="477917"/>
                </a:lnTo>
                <a:lnTo>
                  <a:pt x="52654" y="477288"/>
                </a:lnTo>
                <a:lnTo>
                  <a:pt x="63160" y="476574"/>
                </a:lnTo>
                <a:lnTo>
                  <a:pt x="73647" y="475774"/>
                </a:lnTo>
                <a:lnTo>
                  <a:pt x="84134" y="474888"/>
                </a:lnTo>
                <a:lnTo>
                  <a:pt x="94602" y="473916"/>
                </a:lnTo>
                <a:lnTo>
                  <a:pt x="105061" y="472869"/>
                </a:lnTo>
                <a:lnTo>
                  <a:pt x="115500" y="471726"/>
                </a:lnTo>
                <a:lnTo>
                  <a:pt x="125921" y="470506"/>
                </a:lnTo>
                <a:lnTo>
                  <a:pt x="136331" y="469202"/>
                </a:lnTo>
                <a:lnTo>
                  <a:pt x="146714" y="467811"/>
                </a:lnTo>
                <a:lnTo>
                  <a:pt x="157077" y="466325"/>
                </a:lnTo>
                <a:lnTo>
                  <a:pt x="167421" y="464753"/>
                </a:lnTo>
                <a:lnTo>
                  <a:pt x="177737" y="463096"/>
                </a:lnTo>
                <a:lnTo>
                  <a:pt x="188033" y="461343"/>
                </a:lnTo>
                <a:lnTo>
                  <a:pt x="198291" y="459496"/>
                </a:lnTo>
                <a:lnTo>
                  <a:pt x="208521" y="457552"/>
                </a:lnTo>
                <a:lnTo>
                  <a:pt x="218723" y="455514"/>
                </a:lnTo>
                <a:lnTo>
                  <a:pt x="228886" y="453371"/>
                </a:lnTo>
                <a:lnTo>
                  <a:pt x="239011" y="451133"/>
                </a:lnTo>
                <a:lnTo>
                  <a:pt x="249098" y="448780"/>
                </a:lnTo>
                <a:lnTo>
                  <a:pt x="259128" y="446322"/>
                </a:lnTo>
                <a:lnTo>
                  <a:pt x="269119" y="443751"/>
                </a:lnTo>
                <a:lnTo>
                  <a:pt x="279063" y="441074"/>
                </a:lnTo>
                <a:lnTo>
                  <a:pt x="288941" y="438274"/>
                </a:lnTo>
                <a:lnTo>
                  <a:pt x="298761" y="435359"/>
                </a:lnTo>
                <a:lnTo>
                  <a:pt x="308524" y="432321"/>
                </a:lnTo>
                <a:lnTo>
                  <a:pt x="318202" y="429149"/>
                </a:lnTo>
                <a:lnTo>
                  <a:pt x="327812" y="425853"/>
                </a:lnTo>
                <a:lnTo>
                  <a:pt x="337347" y="422424"/>
                </a:lnTo>
                <a:lnTo>
                  <a:pt x="346786" y="418852"/>
                </a:lnTo>
                <a:lnTo>
                  <a:pt x="356140" y="415147"/>
                </a:lnTo>
                <a:lnTo>
                  <a:pt x="365389" y="411299"/>
                </a:lnTo>
                <a:lnTo>
                  <a:pt x="374523" y="407299"/>
                </a:lnTo>
                <a:lnTo>
                  <a:pt x="383543" y="403146"/>
                </a:lnTo>
                <a:lnTo>
                  <a:pt x="392430" y="398840"/>
                </a:lnTo>
                <a:lnTo>
                  <a:pt x="401193" y="394383"/>
                </a:lnTo>
                <a:lnTo>
                  <a:pt x="409804" y="389763"/>
                </a:lnTo>
                <a:lnTo>
                  <a:pt x="418262" y="384972"/>
                </a:lnTo>
                <a:lnTo>
                  <a:pt x="426549" y="380028"/>
                </a:lnTo>
                <a:lnTo>
                  <a:pt x="434664" y="374904"/>
                </a:lnTo>
                <a:lnTo>
                  <a:pt x="442589" y="369627"/>
                </a:lnTo>
                <a:lnTo>
                  <a:pt x="450304" y="364169"/>
                </a:lnTo>
                <a:lnTo>
                  <a:pt x="457810" y="358540"/>
                </a:lnTo>
                <a:lnTo>
                  <a:pt x="465087" y="352749"/>
                </a:lnTo>
                <a:lnTo>
                  <a:pt x="472126" y="346786"/>
                </a:lnTo>
                <a:lnTo>
                  <a:pt x="478907" y="340662"/>
                </a:lnTo>
                <a:lnTo>
                  <a:pt x="485432" y="334366"/>
                </a:lnTo>
                <a:lnTo>
                  <a:pt x="491681" y="327917"/>
                </a:lnTo>
                <a:lnTo>
                  <a:pt x="497643" y="321307"/>
                </a:lnTo>
                <a:lnTo>
                  <a:pt x="503301" y="314554"/>
                </a:lnTo>
                <a:lnTo>
                  <a:pt x="508664" y="307658"/>
                </a:lnTo>
                <a:lnTo>
                  <a:pt x="513702" y="300628"/>
                </a:lnTo>
                <a:lnTo>
                  <a:pt x="518427" y="293465"/>
                </a:lnTo>
                <a:lnTo>
                  <a:pt x="522827" y="286188"/>
                </a:lnTo>
                <a:lnTo>
                  <a:pt x="526894" y="278806"/>
                </a:lnTo>
                <a:lnTo>
                  <a:pt x="530628" y="271320"/>
                </a:lnTo>
                <a:lnTo>
                  <a:pt x="534029" y="263738"/>
                </a:lnTo>
                <a:lnTo>
                  <a:pt x="537096" y="256080"/>
                </a:lnTo>
                <a:lnTo>
                  <a:pt x="539839" y="248345"/>
                </a:lnTo>
                <a:lnTo>
                  <a:pt x="542258" y="240554"/>
                </a:lnTo>
                <a:lnTo>
                  <a:pt x="544344" y="232705"/>
                </a:lnTo>
                <a:lnTo>
                  <a:pt x="546125" y="224819"/>
                </a:lnTo>
                <a:lnTo>
                  <a:pt x="547592" y="216894"/>
                </a:lnTo>
                <a:lnTo>
                  <a:pt x="548764" y="208931"/>
                </a:lnTo>
                <a:lnTo>
                  <a:pt x="549640" y="200949"/>
                </a:lnTo>
                <a:lnTo>
                  <a:pt x="550231" y="192957"/>
                </a:lnTo>
                <a:lnTo>
                  <a:pt x="550545" y="184956"/>
                </a:lnTo>
                <a:lnTo>
                  <a:pt x="550593" y="176946"/>
                </a:lnTo>
                <a:lnTo>
                  <a:pt x="550383" y="168945"/>
                </a:lnTo>
                <a:lnTo>
                  <a:pt x="549926" y="160944"/>
                </a:lnTo>
                <a:lnTo>
                  <a:pt x="549231" y="152962"/>
                </a:lnTo>
                <a:lnTo>
                  <a:pt x="558994" y="151000"/>
                </a:lnTo>
                <a:lnTo>
                  <a:pt x="569271" y="149209"/>
                </a:lnTo>
                <a:lnTo>
                  <a:pt x="579511" y="147295"/>
                </a:lnTo>
                <a:lnTo>
                  <a:pt x="589721" y="145294"/>
                </a:lnTo>
                <a:lnTo>
                  <a:pt x="599904" y="143199"/>
                </a:lnTo>
                <a:lnTo>
                  <a:pt x="610057" y="141018"/>
                </a:lnTo>
                <a:lnTo>
                  <a:pt x="620173" y="138751"/>
                </a:lnTo>
                <a:lnTo>
                  <a:pt x="630260" y="136408"/>
                </a:lnTo>
                <a:lnTo>
                  <a:pt x="640309" y="133998"/>
                </a:lnTo>
                <a:lnTo>
                  <a:pt x="650329" y="131502"/>
                </a:lnTo>
                <a:lnTo>
                  <a:pt x="660321" y="128930"/>
                </a:lnTo>
                <a:lnTo>
                  <a:pt x="670274" y="126282"/>
                </a:lnTo>
                <a:lnTo>
                  <a:pt x="680199" y="123568"/>
                </a:lnTo>
                <a:lnTo>
                  <a:pt x="690086" y="120767"/>
                </a:lnTo>
                <a:lnTo>
                  <a:pt x="699926" y="117900"/>
                </a:lnTo>
                <a:lnTo>
                  <a:pt x="709736" y="114967"/>
                </a:lnTo>
                <a:lnTo>
                  <a:pt x="719509" y="111947"/>
                </a:lnTo>
                <a:lnTo>
                  <a:pt x="729244" y="108861"/>
                </a:lnTo>
                <a:lnTo>
                  <a:pt x="738930" y="105689"/>
                </a:lnTo>
                <a:lnTo>
                  <a:pt x="748570" y="102451"/>
                </a:lnTo>
                <a:lnTo>
                  <a:pt x="758171" y="99136"/>
                </a:lnTo>
                <a:lnTo>
                  <a:pt x="767725" y="95736"/>
                </a:lnTo>
                <a:lnTo>
                  <a:pt x="777230" y="92269"/>
                </a:lnTo>
                <a:lnTo>
                  <a:pt x="786679" y="88716"/>
                </a:lnTo>
                <a:lnTo>
                  <a:pt x="796080" y="85087"/>
                </a:lnTo>
                <a:lnTo>
                  <a:pt x="805434" y="81382"/>
                </a:lnTo>
                <a:lnTo>
                  <a:pt x="814721" y="77600"/>
                </a:lnTo>
                <a:lnTo>
                  <a:pt x="823960" y="73724"/>
                </a:lnTo>
                <a:lnTo>
                  <a:pt x="833133" y="69771"/>
                </a:lnTo>
                <a:lnTo>
                  <a:pt x="842239" y="65742"/>
                </a:lnTo>
                <a:lnTo>
                  <a:pt x="851287" y="61617"/>
                </a:lnTo>
                <a:lnTo>
                  <a:pt x="860260" y="57417"/>
                </a:lnTo>
                <a:lnTo>
                  <a:pt x="869166" y="53121"/>
                </a:lnTo>
                <a:lnTo>
                  <a:pt x="877995" y="48749"/>
                </a:lnTo>
                <a:lnTo>
                  <a:pt x="886749" y="44282"/>
                </a:lnTo>
                <a:lnTo>
                  <a:pt x="895426" y="39729"/>
                </a:lnTo>
                <a:lnTo>
                  <a:pt x="904018" y="35081"/>
                </a:lnTo>
                <a:lnTo>
                  <a:pt x="912524" y="30347"/>
                </a:lnTo>
                <a:lnTo>
                  <a:pt x="920944" y="25527"/>
                </a:lnTo>
                <a:lnTo>
                  <a:pt x="929259" y="20603"/>
                </a:lnTo>
                <a:lnTo>
                  <a:pt x="937489" y="15592"/>
                </a:lnTo>
                <a:lnTo>
                  <a:pt x="945613" y="10497"/>
                </a:lnTo>
                <a:lnTo>
                  <a:pt x="953633" y="5296"/>
                </a:lnTo>
                <a:lnTo>
                  <a:pt x="96154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9" name="note-sheet-shadow-7">
            <a:extLst xmlns:a="http://schemas.openxmlformats.org/drawingml/2006/main">
              <a:ext uri="{FF2B5EF4-FFF2-40B4-BE49-F238E27FC236}">
                <a16:creationId xmlns:a16="http://schemas.microsoft.com/office/drawing/2014/main" id="{EC4D4ACB-018D-41A3-AE0A-058FB358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210" y="3885057"/>
            <a:ext cx="2610441" cy="526771"/>
          </a:xfrm>
          <a:custGeom xmlns:a="http://schemas.openxmlformats.org/drawingml/2006/main">
            <a:pathLst>
              <a:path w="2610441" h="526771">
                <a:moveTo>
                  <a:pt x="2609640" y="0"/>
                </a:moveTo>
                <a:lnTo>
                  <a:pt x="2610441" y="19402"/>
                </a:lnTo>
                <a:lnTo>
                  <a:pt x="2610088" y="38805"/>
                </a:lnTo>
                <a:lnTo>
                  <a:pt x="2608821" y="58188"/>
                </a:lnTo>
                <a:lnTo>
                  <a:pt x="2606716" y="77534"/>
                </a:lnTo>
                <a:lnTo>
                  <a:pt x="2603802" y="96822"/>
                </a:lnTo>
                <a:lnTo>
                  <a:pt x="2600087" y="116024"/>
                </a:lnTo>
                <a:lnTo>
                  <a:pt x="2595572" y="135131"/>
                </a:lnTo>
                <a:lnTo>
                  <a:pt x="2590229" y="154115"/>
                </a:lnTo>
                <a:lnTo>
                  <a:pt x="2584066" y="172945"/>
                </a:lnTo>
                <a:lnTo>
                  <a:pt x="2577055" y="191614"/>
                </a:lnTo>
                <a:lnTo>
                  <a:pt x="2569178" y="210083"/>
                </a:lnTo>
                <a:lnTo>
                  <a:pt x="2560415" y="228314"/>
                </a:lnTo>
                <a:lnTo>
                  <a:pt x="2550757" y="246288"/>
                </a:lnTo>
                <a:lnTo>
                  <a:pt x="2540175" y="263957"/>
                </a:lnTo>
                <a:lnTo>
                  <a:pt x="2528668" y="281292"/>
                </a:lnTo>
                <a:lnTo>
                  <a:pt x="2516219" y="298247"/>
                </a:lnTo>
                <a:lnTo>
                  <a:pt x="2502818" y="314773"/>
                </a:lnTo>
                <a:lnTo>
                  <a:pt x="2488482" y="330841"/>
                </a:lnTo>
                <a:lnTo>
                  <a:pt x="2473195" y="346405"/>
                </a:lnTo>
                <a:lnTo>
                  <a:pt x="2456993" y="361417"/>
                </a:lnTo>
                <a:lnTo>
                  <a:pt x="2439876" y="375837"/>
                </a:lnTo>
                <a:lnTo>
                  <a:pt x="2421903" y="389639"/>
                </a:lnTo>
                <a:lnTo>
                  <a:pt x="2403081" y="402774"/>
                </a:lnTo>
                <a:lnTo>
                  <a:pt x="2383469" y="415233"/>
                </a:lnTo>
                <a:lnTo>
                  <a:pt x="2363124" y="426977"/>
                </a:lnTo>
                <a:lnTo>
                  <a:pt x="2342074" y="437998"/>
                </a:lnTo>
                <a:lnTo>
                  <a:pt x="2320395" y="448294"/>
                </a:lnTo>
                <a:lnTo>
                  <a:pt x="2298144" y="457848"/>
                </a:lnTo>
                <a:lnTo>
                  <a:pt x="2275370" y="466668"/>
                </a:lnTo>
                <a:lnTo>
                  <a:pt x="2252129" y="474764"/>
                </a:lnTo>
                <a:lnTo>
                  <a:pt x="2228479" y="482146"/>
                </a:lnTo>
                <a:lnTo>
                  <a:pt x="2204476" y="488833"/>
                </a:lnTo>
                <a:lnTo>
                  <a:pt x="2180168" y="494843"/>
                </a:lnTo>
                <a:lnTo>
                  <a:pt x="2155584" y="500196"/>
                </a:lnTo>
                <a:lnTo>
                  <a:pt x="2130790" y="504920"/>
                </a:lnTo>
                <a:lnTo>
                  <a:pt x="2105797" y="509035"/>
                </a:lnTo>
                <a:lnTo>
                  <a:pt x="2080660" y="512569"/>
                </a:lnTo>
                <a:lnTo>
                  <a:pt x="2055390" y="515541"/>
                </a:lnTo>
                <a:lnTo>
                  <a:pt x="2030025" y="517998"/>
                </a:lnTo>
                <a:lnTo>
                  <a:pt x="2004584" y="519941"/>
                </a:lnTo>
                <a:lnTo>
                  <a:pt x="1979085" y="521389"/>
                </a:lnTo>
                <a:lnTo>
                  <a:pt x="1953530" y="522075"/>
                </a:lnTo>
                <a:lnTo>
                  <a:pt x="1927965" y="522532"/>
                </a:lnTo>
                <a:lnTo>
                  <a:pt x="1902400" y="522894"/>
                </a:lnTo>
                <a:lnTo>
                  <a:pt x="1876835" y="523199"/>
                </a:lnTo>
                <a:lnTo>
                  <a:pt x="1851269" y="523465"/>
                </a:lnTo>
                <a:lnTo>
                  <a:pt x="1825704" y="523713"/>
                </a:lnTo>
                <a:lnTo>
                  <a:pt x="1800130" y="523932"/>
                </a:lnTo>
                <a:lnTo>
                  <a:pt x="1774565" y="524142"/>
                </a:lnTo>
                <a:lnTo>
                  <a:pt x="1748990" y="524323"/>
                </a:lnTo>
                <a:lnTo>
                  <a:pt x="1723425" y="524504"/>
                </a:lnTo>
                <a:lnTo>
                  <a:pt x="1697860" y="524666"/>
                </a:lnTo>
                <a:lnTo>
                  <a:pt x="1672285" y="524818"/>
                </a:lnTo>
                <a:lnTo>
                  <a:pt x="1646720" y="524970"/>
                </a:lnTo>
                <a:lnTo>
                  <a:pt x="1621145" y="525104"/>
                </a:lnTo>
                <a:lnTo>
                  <a:pt x="1595580" y="525237"/>
                </a:lnTo>
                <a:lnTo>
                  <a:pt x="1570006" y="525361"/>
                </a:lnTo>
                <a:lnTo>
                  <a:pt x="1544441" y="525475"/>
                </a:lnTo>
                <a:lnTo>
                  <a:pt x="1518866" y="525590"/>
                </a:lnTo>
                <a:lnTo>
                  <a:pt x="1493301" y="525694"/>
                </a:lnTo>
                <a:lnTo>
                  <a:pt x="1467726" y="525790"/>
                </a:lnTo>
                <a:lnTo>
                  <a:pt x="1442161" y="525885"/>
                </a:lnTo>
                <a:lnTo>
                  <a:pt x="1416587" y="525971"/>
                </a:lnTo>
                <a:lnTo>
                  <a:pt x="1391021" y="526047"/>
                </a:lnTo>
                <a:lnTo>
                  <a:pt x="1365447" y="526132"/>
                </a:lnTo>
                <a:lnTo>
                  <a:pt x="1339882" y="526199"/>
                </a:lnTo>
                <a:lnTo>
                  <a:pt x="1314307" y="526266"/>
                </a:lnTo>
                <a:lnTo>
                  <a:pt x="1288733" y="526332"/>
                </a:lnTo>
                <a:lnTo>
                  <a:pt x="1263167" y="526399"/>
                </a:lnTo>
                <a:lnTo>
                  <a:pt x="1237593" y="526447"/>
                </a:lnTo>
                <a:lnTo>
                  <a:pt x="1212028" y="526494"/>
                </a:lnTo>
                <a:lnTo>
                  <a:pt x="1186453" y="526552"/>
                </a:lnTo>
                <a:lnTo>
                  <a:pt x="1160888" y="526590"/>
                </a:lnTo>
                <a:lnTo>
                  <a:pt x="1135313" y="526618"/>
                </a:lnTo>
                <a:lnTo>
                  <a:pt x="1109748" y="526656"/>
                </a:lnTo>
                <a:lnTo>
                  <a:pt x="1084174" y="526685"/>
                </a:lnTo>
                <a:lnTo>
                  <a:pt x="1058609" y="526704"/>
                </a:lnTo>
                <a:lnTo>
                  <a:pt x="1033034" y="526733"/>
                </a:lnTo>
                <a:lnTo>
                  <a:pt x="1007469" y="526752"/>
                </a:lnTo>
                <a:lnTo>
                  <a:pt x="981894" y="526761"/>
                </a:lnTo>
                <a:lnTo>
                  <a:pt x="956329" y="526761"/>
                </a:lnTo>
                <a:lnTo>
                  <a:pt x="930754" y="526771"/>
                </a:lnTo>
                <a:lnTo>
                  <a:pt x="905180" y="526771"/>
                </a:lnTo>
                <a:lnTo>
                  <a:pt x="879615" y="526752"/>
                </a:lnTo>
                <a:lnTo>
                  <a:pt x="854040" y="526742"/>
                </a:lnTo>
                <a:lnTo>
                  <a:pt x="828475" y="526733"/>
                </a:lnTo>
                <a:lnTo>
                  <a:pt x="802900" y="526704"/>
                </a:lnTo>
                <a:lnTo>
                  <a:pt x="777335" y="526675"/>
                </a:lnTo>
                <a:lnTo>
                  <a:pt x="751761" y="526656"/>
                </a:lnTo>
                <a:lnTo>
                  <a:pt x="726196" y="526609"/>
                </a:lnTo>
                <a:lnTo>
                  <a:pt x="700621" y="526561"/>
                </a:lnTo>
                <a:lnTo>
                  <a:pt x="675056" y="526523"/>
                </a:lnTo>
                <a:lnTo>
                  <a:pt x="649481" y="526466"/>
                </a:lnTo>
                <a:lnTo>
                  <a:pt x="623916" y="526399"/>
                </a:lnTo>
                <a:lnTo>
                  <a:pt x="598341" y="526332"/>
                </a:lnTo>
                <a:lnTo>
                  <a:pt x="572767" y="526256"/>
                </a:lnTo>
                <a:lnTo>
                  <a:pt x="547202" y="526171"/>
                </a:lnTo>
                <a:lnTo>
                  <a:pt x="521627" y="526075"/>
                </a:lnTo>
                <a:lnTo>
                  <a:pt x="496062" y="525990"/>
                </a:lnTo>
                <a:lnTo>
                  <a:pt x="470487" y="525875"/>
                </a:lnTo>
                <a:lnTo>
                  <a:pt x="444922" y="525761"/>
                </a:lnTo>
                <a:lnTo>
                  <a:pt x="419348" y="525628"/>
                </a:lnTo>
                <a:lnTo>
                  <a:pt x="393783" y="525494"/>
                </a:lnTo>
                <a:lnTo>
                  <a:pt x="368208" y="525342"/>
                </a:lnTo>
                <a:lnTo>
                  <a:pt x="342643" y="525170"/>
                </a:lnTo>
                <a:lnTo>
                  <a:pt x="317078" y="524999"/>
                </a:lnTo>
                <a:lnTo>
                  <a:pt x="291503" y="524799"/>
                </a:lnTo>
                <a:lnTo>
                  <a:pt x="265938" y="524580"/>
                </a:lnTo>
                <a:lnTo>
                  <a:pt x="240363" y="524342"/>
                </a:lnTo>
                <a:lnTo>
                  <a:pt x="214798" y="524085"/>
                </a:lnTo>
                <a:lnTo>
                  <a:pt x="189233" y="523789"/>
                </a:lnTo>
                <a:lnTo>
                  <a:pt x="163668" y="523465"/>
                </a:lnTo>
                <a:lnTo>
                  <a:pt x="138103" y="523103"/>
                </a:lnTo>
                <a:lnTo>
                  <a:pt x="112538" y="522684"/>
                </a:lnTo>
                <a:lnTo>
                  <a:pt x="86973" y="522189"/>
                </a:lnTo>
                <a:lnTo>
                  <a:pt x="61417" y="521579"/>
                </a:lnTo>
                <a:lnTo>
                  <a:pt x="35871" y="520789"/>
                </a:lnTo>
                <a:lnTo>
                  <a:pt x="10354" y="519522"/>
                </a:lnTo>
                <a:lnTo>
                  <a:pt x="4743" y="503749"/>
                </a:lnTo>
                <a:lnTo>
                  <a:pt x="4401" y="484337"/>
                </a:lnTo>
                <a:lnTo>
                  <a:pt x="4067" y="464925"/>
                </a:lnTo>
                <a:lnTo>
                  <a:pt x="3724" y="445522"/>
                </a:lnTo>
                <a:lnTo>
                  <a:pt x="3391" y="426110"/>
                </a:lnTo>
                <a:lnTo>
                  <a:pt x="3048" y="406698"/>
                </a:lnTo>
                <a:lnTo>
                  <a:pt x="2705" y="387296"/>
                </a:lnTo>
                <a:lnTo>
                  <a:pt x="2372" y="367884"/>
                </a:lnTo>
                <a:lnTo>
                  <a:pt x="2029" y="348472"/>
                </a:lnTo>
                <a:lnTo>
                  <a:pt x="1695" y="329060"/>
                </a:lnTo>
                <a:lnTo>
                  <a:pt x="1353" y="309658"/>
                </a:lnTo>
                <a:lnTo>
                  <a:pt x="1019" y="290246"/>
                </a:lnTo>
                <a:lnTo>
                  <a:pt x="676" y="270834"/>
                </a:lnTo>
                <a:lnTo>
                  <a:pt x="343" y="251422"/>
                </a:lnTo>
                <a:lnTo>
                  <a:pt x="0" y="232019"/>
                </a:lnTo>
                <a:lnTo>
                  <a:pt x="9382" y="219323"/>
                </a:lnTo>
                <a:lnTo>
                  <a:pt x="34881" y="217913"/>
                </a:lnTo>
                <a:lnTo>
                  <a:pt x="60408" y="216722"/>
                </a:lnTo>
                <a:lnTo>
                  <a:pt x="85944" y="215732"/>
                </a:lnTo>
                <a:lnTo>
                  <a:pt x="111490" y="214922"/>
                </a:lnTo>
                <a:lnTo>
                  <a:pt x="137046" y="214274"/>
                </a:lnTo>
                <a:lnTo>
                  <a:pt x="162611" y="213770"/>
                </a:lnTo>
                <a:lnTo>
                  <a:pt x="188176" y="213398"/>
                </a:lnTo>
                <a:lnTo>
                  <a:pt x="213741" y="213150"/>
                </a:lnTo>
                <a:lnTo>
                  <a:pt x="239316" y="213008"/>
                </a:lnTo>
                <a:lnTo>
                  <a:pt x="264881" y="212969"/>
                </a:lnTo>
                <a:lnTo>
                  <a:pt x="290455" y="213027"/>
                </a:lnTo>
                <a:lnTo>
                  <a:pt x="316020" y="213170"/>
                </a:lnTo>
                <a:lnTo>
                  <a:pt x="341586" y="213379"/>
                </a:lnTo>
                <a:lnTo>
                  <a:pt x="367160" y="213674"/>
                </a:lnTo>
                <a:lnTo>
                  <a:pt x="392725" y="214036"/>
                </a:lnTo>
                <a:lnTo>
                  <a:pt x="418290" y="214455"/>
                </a:lnTo>
                <a:lnTo>
                  <a:pt x="443846" y="214932"/>
                </a:lnTo>
                <a:lnTo>
                  <a:pt x="469411" y="215465"/>
                </a:lnTo>
                <a:lnTo>
                  <a:pt x="494967" y="216046"/>
                </a:lnTo>
                <a:lnTo>
                  <a:pt x="520522" y="216675"/>
                </a:lnTo>
                <a:lnTo>
                  <a:pt x="546078" y="217351"/>
                </a:lnTo>
                <a:lnTo>
                  <a:pt x="571633" y="218056"/>
                </a:lnTo>
                <a:lnTo>
                  <a:pt x="597189" y="218799"/>
                </a:lnTo>
                <a:lnTo>
                  <a:pt x="622735" y="219580"/>
                </a:lnTo>
                <a:lnTo>
                  <a:pt x="648281" y="220389"/>
                </a:lnTo>
                <a:lnTo>
                  <a:pt x="673827" y="221228"/>
                </a:lnTo>
                <a:lnTo>
                  <a:pt x="699373" y="222094"/>
                </a:lnTo>
                <a:lnTo>
                  <a:pt x="724919" y="222980"/>
                </a:lnTo>
                <a:lnTo>
                  <a:pt x="750465" y="223895"/>
                </a:lnTo>
                <a:lnTo>
                  <a:pt x="776002" y="224819"/>
                </a:lnTo>
                <a:lnTo>
                  <a:pt x="801538" y="225762"/>
                </a:lnTo>
                <a:lnTo>
                  <a:pt x="827084" y="226724"/>
                </a:lnTo>
                <a:lnTo>
                  <a:pt x="852621" y="227695"/>
                </a:lnTo>
                <a:lnTo>
                  <a:pt x="878157" y="228676"/>
                </a:lnTo>
                <a:lnTo>
                  <a:pt x="903694" y="229667"/>
                </a:lnTo>
                <a:lnTo>
                  <a:pt x="929230" y="230667"/>
                </a:lnTo>
                <a:lnTo>
                  <a:pt x="954767" y="231667"/>
                </a:lnTo>
                <a:lnTo>
                  <a:pt x="980303" y="232677"/>
                </a:lnTo>
                <a:lnTo>
                  <a:pt x="1005840" y="233686"/>
                </a:lnTo>
                <a:lnTo>
                  <a:pt x="1031377" y="234686"/>
                </a:lnTo>
                <a:lnTo>
                  <a:pt x="1056913" y="235687"/>
                </a:lnTo>
                <a:lnTo>
                  <a:pt x="1082450" y="236687"/>
                </a:lnTo>
                <a:lnTo>
                  <a:pt x="1107986" y="237687"/>
                </a:lnTo>
                <a:lnTo>
                  <a:pt x="1133523" y="238677"/>
                </a:lnTo>
                <a:lnTo>
                  <a:pt x="1159059" y="239659"/>
                </a:lnTo>
                <a:lnTo>
                  <a:pt x="1184596" y="240621"/>
                </a:lnTo>
                <a:lnTo>
                  <a:pt x="1210132" y="241583"/>
                </a:lnTo>
                <a:lnTo>
                  <a:pt x="1235678" y="242516"/>
                </a:lnTo>
                <a:lnTo>
                  <a:pt x="1261215" y="243440"/>
                </a:lnTo>
                <a:lnTo>
                  <a:pt x="1286761" y="244335"/>
                </a:lnTo>
                <a:lnTo>
                  <a:pt x="1312307" y="245212"/>
                </a:lnTo>
                <a:lnTo>
                  <a:pt x="1337853" y="246069"/>
                </a:lnTo>
                <a:lnTo>
                  <a:pt x="1363399" y="246888"/>
                </a:lnTo>
                <a:lnTo>
                  <a:pt x="1388945" y="247688"/>
                </a:lnTo>
                <a:lnTo>
                  <a:pt x="1414501" y="248450"/>
                </a:lnTo>
                <a:lnTo>
                  <a:pt x="1440047" y="249184"/>
                </a:lnTo>
                <a:lnTo>
                  <a:pt x="1465602" y="249869"/>
                </a:lnTo>
                <a:lnTo>
                  <a:pt x="1491158" y="250517"/>
                </a:lnTo>
                <a:lnTo>
                  <a:pt x="1516713" y="251117"/>
                </a:lnTo>
                <a:lnTo>
                  <a:pt x="1542278" y="251670"/>
                </a:lnTo>
                <a:lnTo>
                  <a:pt x="1567834" y="252174"/>
                </a:lnTo>
                <a:lnTo>
                  <a:pt x="1593399" y="252622"/>
                </a:lnTo>
                <a:lnTo>
                  <a:pt x="1618964" y="253003"/>
                </a:lnTo>
                <a:lnTo>
                  <a:pt x="1644529" y="253317"/>
                </a:lnTo>
                <a:lnTo>
                  <a:pt x="1670104" y="253556"/>
                </a:lnTo>
                <a:lnTo>
                  <a:pt x="1695669" y="253717"/>
                </a:lnTo>
                <a:lnTo>
                  <a:pt x="1721244" y="253794"/>
                </a:lnTo>
                <a:lnTo>
                  <a:pt x="1746809" y="253775"/>
                </a:lnTo>
                <a:lnTo>
                  <a:pt x="1772383" y="253651"/>
                </a:lnTo>
                <a:lnTo>
                  <a:pt x="1797949" y="253413"/>
                </a:lnTo>
                <a:lnTo>
                  <a:pt x="1823514" y="253060"/>
                </a:lnTo>
                <a:lnTo>
                  <a:pt x="1849079" y="252565"/>
                </a:lnTo>
                <a:lnTo>
                  <a:pt x="1874634" y="251917"/>
                </a:lnTo>
                <a:lnTo>
                  <a:pt x="1900180" y="251108"/>
                </a:lnTo>
                <a:lnTo>
                  <a:pt x="1925717" y="250107"/>
                </a:lnTo>
                <a:lnTo>
                  <a:pt x="1951234" y="248907"/>
                </a:lnTo>
                <a:lnTo>
                  <a:pt x="1976742" y="247460"/>
                </a:lnTo>
                <a:lnTo>
                  <a:pt x="2002212" y="245745"/>
                </a:lnTo>
                <a:lnTo>
                  <a:pt x="2027634" y="243716"/>
                </a:lnTo>
                <a:lnTo>
                  <a:pt x="2053019" y="241335"/>
                </a:lnTo>
                <a:lnTo>
                  <a:pt x="2078307" y="238516"/>
                </a:lnTo>
                <a:lnTo>
                  <a:pt x="2103501" y="235172"/>
                </a:lnTo>
                <a:lnTo>
                  <a:pt x="2128533" y="231210"/>
                </a:lnTo>
                <a:lnTo>
                  <a:pt x="2153317" y="226447"/>
                </a:lnTo>
                <a:lnTo>
                  <a:pt x="2177720" y="220656"/>
                </a:lnTo>
                <a:lnTo>
                  <a:pt x="2201466" y="213474"/>
                </a:lnTo>
                <a:lnTo>
                  <a:pt x="2224021" y="204368"/>
                </a:lnTo>
                <a:lnTo>
                  <a:pt x="2244176" y="192481"/>
                </a:lnTo>
                <a:lnTo>
                  <a:pt x="2259235" y="176917"/>
                </a:lnTo>
                <a:lnTo>
                  <a:pt x="2265302" y="158201"/>
                </a:lnTo>
                <a:lnTo>
                  <a:pt x="2282447" y="148476"/>
                </a:lnTo>
                <a:lnTo>
                  <a:pt x="2306507" y="141923"/>
                </a:lnTo>
                <a:lnTo>
                  <a:pt x="2330244" y="134712"/>
                </a:lnTo>
                <a:lnTo>
                  <a:pt x="2353675" y="126940"/>
                </a:lnTo>
                <a:lnTo>
                  <a:pt x="2376802" y="118662"/>
                </a:lnTo>
                <a:lnTo>
                  <a:pt x="2399633" y="109909"/>
                </a:lnTo>
                <a:lnTo>
                  <a:pt x="2422150" y="100717"/>
                </a:lnTo>
                <a:lnTo>
                  <a:pt x="2444353" y="91088"/>
                </a:lnTo>
                <a:lnTo>
                  <a:pt x="2466232" y="81048"/>
                </a:lnTo>
                <a:lnTo>
                  <a:pt x="2487787" y="70609"/>
                </a:lnTo>
                <a:lnTo>
                  <a:pt x="2508999" y="59769"/>
                </a:lnTo>
                <a:lnTo>
                  <a:pt x="2529869" y="48549"/>
                </a:lnTo>
                <a:lnTo>
                  <a:pt x="2550366" y="36947"/>
                </a:lnTo>
                <a:lnTo>
                  <a:pt x="2570502" y="24984"/>
                </a:lnTo>
                <a:lnTo>
                  <a:pt x="2590267" y="12668"/>
                </a:lnTo>
                <a:lnTo>
                  <a:pt x="2609640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paper-7">
            <a:extLst xmlns:a="http://schemas.openxmlformats.org/drawingml/2006/main">
              <a:ext uri="{FF2B5EF4-FFF2-40B4-BE49-F238E27FC236}">
                <a16:creationId xmlns:a16="http://schemas.microsoft.com/office/drawing/2014/main" id="{FB154DEF-FB60-453C-A00B-12A14265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428875"/>
            <a:ext cx="2609850" cy="1981200"/>
          </a:xfrm>
          <a:custGeom xmlns:a="http://schemas.openxmlformats.org/drawingml/2006/main">
            <a:pathLst>
              <a:path w="2609850" h="1981200">
                <a:moveTo>
                  <a:pt x="0" y="1981200"/>
                </a:moveTo>
                <a:lnTo>
                  <a:pt x="41900" y="1981200"/>
                </a:lnTo>
                <a:lnTo>
                  <a:pt x="83810" y="1981200"/>
                </a:lnTo>
                <a:lnTo>
                  <a:pt x="125711" y="1981200"/>
                </a:lnTo>
                <a:lnTo>
                  <a:pt x="167611" y="1981200"/>
                </a:lnTo>
                <a:lnTo>
                  <a:pt x="209521" y="1981200"/>
                </a:lnTo>
                <a:lnTo>
                  <a:pt x="251422" y="1981200"/>
                </a:lnTo>
                <a:lnTo>
                  <a:pt x="293332" y="1981200"/>
                </a:lnTo>
                <a:lnTo>
                  <a:pt x="335232" y="1981200"/>
                </a:lnTo>
                <a:lnTo>
                  <a:pt x="377133" y="1981200"/>
                </a:lnTo>
                <a:lnTo>
                  <a:pt x="419043" y="1981200"/>
                </a:lnTo>
                <a:lnTo>
                  <a:pt x="460943" y="1981200"/>
                </a:lnTo>
                <a:lnTo>
                  <a:pt x="502844" y="1981200"/>
                </a:lnTo>
                <a:lnTo>
                  <a:pt x="544754" y="1981200"/>
                </a:lnTo>
                <a:lnTo>
                  <a:pt x="586654" y="1981200"/>
                </a:lnTo>
                <a:lnTo>
                  <a:pt x="628555" y="1981200"/>
                </a:lnTo>
                <a:lnTo>
                  <a:pt x="670465" y="1981200"/>
                </a:lnTo>
                <a:lnTo>
                  <a:pt x="712365" y="1981200"/>
                </a:lnTo>
                <a:lnTo>
                  <a:pt x="754275" y="1981200"/>
                </a:lnTo>
                <a:lnTo>
                  <a:pt x="796176" y="1981200"/>
                </a:lnTo>
                <a:lnTo>
                  <a:pt x="838076" y="1981200"/>
                </a:lnTo>
                <a:lnTo>
                  <a:pt x="879986" y="1981200"/>
                </a:lnTo>
                <a:lnTo>
                  <a:pt x="921887" y="1981200"/>
                </a:lnTo>
                <a:lnTo>
                  <a:pt x="963787" y="1981200"/>
                </a:lnTo>
                <a:lnTo>
                  <a:pt x="1005697" y="1981200"/>
                </a:lnTo>
                <a:lnTo>
                  <a:pt x="1047598" y="1981200"/>
                </a:lnTo>
                <a:lnTo>
                  <a:pt x="1089508" y="1981200"/>
                </a:lnTo>
                <a:lnTo>
                  <a:pt x="1131408" y="1981200"/>
                </a:lnTo>
                <a:lnTo>
                  <a:pt x="1173309" y="1981200"/>
                </a:lnTo>
                <a:lnTo>
                  <a:pt x="1215219" y="1981200"/>
                </a:lnTo>
                <a:lnTo>
                  <a:pt x="1257119" y="1981200"/>
                </a:lnTo>
                <a:lnTo>
                  <a:pt x="1299020" y="1981200"/>
                </a:lnTo>
                <a:lnTo>
                  <a:pt x="1340930" y="1981200"/>
                </a:lnTo>
                <a:lnTo>
                  <a:pt x="1382830" y="1981200"/>
                </a:lnTo>
                <a:lnTo>
                  <a:pt x="1424730" y="1981200"/>
                </a:lnTo>
                <a:lnTo>
                  <a:pt x="1466640" y="1981200"/>
                </a:lnTo>
                <a:lnTo>
                  <a:pt x="1508541" y="1981200"/>
                </a:lnTo>
                <a:lnTo>
                  <a:pt x="1550451" y="1981200"/>
                </a:lnTo>
                <a:lnTo>
                  <a:pt x="1592351" y="1981200"/>
                </a:lnTo>
                <a:lnTo>
                  <a:pt x="1634252" y="1981200"/>
                </a:lnTo>
                <a:lnTo>
                  <a:pt x="1676162" y="1981200"/>
                </a:lnTo>
                <a:lnTo>
                  <a:pt x="1718062" y="1981200"/>
                </a:lnTo>
                <a:lnTo>
                  <a:pt x="1759553" y="1977619"/>
                </a:lnTo>
                <a:lnTo>
                  <a:pt x="1800806" y="1972056"/>
                </a:lnTo>
                <a:lnTo>
                  <a:pt x="1842068" y="1966503"/>
                </a:lnTo>
                <a:lnTo>
                  <a:pt x="1883331" y="1960940"/>
                </a:lnTo>
                <a:lnTo>
                  <a:pt x="1924593" y="1955387"/>
                </a:lnTo>
                <a:lnTo>
                  <a:pt x="1965846" y="1949834"/>
                </a:lnTo>
                <a:lnTo>
                  <a:pt x="2007108" y="1944272"/>
                </a:lnTo>
                <a:lnTo>
                  <a:pt x="2048370" y="1938719"/>
                </a:lnTo>
                <a:lnTo>
                  <a:pt x="2079860" y="1919259"/>
                </a:lnTo>
                <a:lnTo>
                  <a:pt x="2108940" y="1896351"/>
                </a:lnTo>
                <a:lnTo>
                  <a:pt x="2138020" y="1873444"/>
                </a:lnTo>
                <a:lnTo>
                  <a:pt x="2167099" y="1850536"/>
                </a:lnTo>
                <a:lnTo>
                  <a:pt x="2196170" y="1827628"/>
                </a:lnTo>
                <a:lnTo>
                  <a:pt x="2225250" y="1804730"/>
                </a:lnTo>
                <a:lnTo>
                  <a:pt x="2254329" y="1781823"/>
                </a:lnTo>
                <a:lnTo>
                  <a:pt x="2283400" y="1758915"/>
                </a:lnTo>
                <a:lnTo>
                  <a:pt x="2312480" y="1736007"/>
                </a:lnTo>
                <a:lnTo>
                  <a:pt x="2341559" y="1713100"/>
                </a:lnTo>
                <a:lnTo>
                  <a:pt x="2370630" y="1690202"/>
                </a:lnTo>
                <a:lnTo>
                  <a:pt x="2399709" y="1667294"/>
                </a:lnTo>
                <a:lnTo>
                  <a:pt x="2428789" y="1644386"/>
                </a:lnTo>
                <a:lnTo>
                  <a:pt x="2457860" y="1621479"/>
                </a:lnTo>
                <a:lnTo>
                  <a:pt x="2486939" y="1598571"/>
                </a:lnTo>
                <a:lnTo>
                  <a:pt x="2516019" y="1575664"/>
                </a:lnTo>
                <a:lnTo>
                  <a:pt x="2545090" y="1552766"/>
                </a:lnTo>
                <a:lnTo>
                  <a:pt x="2574169" y="1529858"/>
                </a:lnTo>
                <a:lnTo>
                  <a:pt x="2603249" y="1506950"/>
                </a:lnTo>
                <a:lnTo>
                  <a:pt x="2609850" y="1477166"/>
                </a:lnTo>
                <a:lnTo>
                  <a:pt x="2609850" y="1445352"/>
                </a:lnTo>
                <a:lnTo>
                  <a:pt x="2609850" y="1413539"/>
                </a:lnTo>
                <a:lnTo>
                  <a:pt x="2609850" y="1381735"/>
                </a:lnTo>
                <a:lnTo>
                  <a:pt x="2609850" y="1349921"/>
                </a:lnTo>
                <a:lnTo>
                  <a:pt x="2609850" y="1318108"/>
                </a:lnTo>
                <a:lnTo>
                  <a:pt x="2609850" y="1286304"/>
                </a:lnTo>
                <a:lnTo>
                  <a:pt x="2609850" y="1254490"/>
                </a:lnTo>
                <a:lnTo>
                  <a:pt x="2609850" y="1222677"/>
                </a:lnTo>
                <a:lnTo>
                  <a:pt x="2609850" y="1190873"/>
                </a:lnTo>
                <a:lnTo>
                  <a:pt x="2609850" y="1159059"/>
                </a:lnTo>
                <a:lnTo>
                  <a:pt x="2609850" y="1127246"/>
                </a:lnTo>
                <a:lnTo>
                  <a:pt x="2609850" y="1095442"/>
                </a:lnTo>
                <a:lnTo>
                  <a:pt x="2609850" y="1063628"/>
                </a:lnTo>
                <a:lnTo>
                  <a:pt x="2609850" y="1031815"/>
                </a:lnTo>
                <a:lnTo>
                  <a:pt x="2609850" y="1000011"/>
                </a:lnTo>
                <a:lnTo>
                  <a:pt x="2609850" y="968197"/>
                </a:lnTo>
                <a:lnTo>
                  <a:pt x="2609850" y="936384"/>
                </a:lnTo>
                <a:lnTo>
                  <a:pt x="2609850" y="904580"/>
                </a:lnTo>
                <a:lnTo>
                  <a:pt x="2609850" y="872766"/>
                </a:lnTo>
                <a:lnTo>
                  <a:pt x="2609850" y="840953"/>
                </a:lnTo>
                <a:lnTo>
                  <a:pt x="2609850" y="809149"/>
                </a:lnTo>
                <a:lnTo>
                  <a:pt x="2609850" y="777335"/>
                </a:lnTo>
                <a:lnTo>
                  <a:pt x="2609850" y="745522"/>
                </a:lnTo>
                <a:lnTo>
                  <a:pt x="2609850" y="713718"/>
                </a:lnTo>
                <a:lnTo>
                  <a:pt x="2609850" y="681904"/>
                </a:lnTo>
                <a:lnTo>
                  <a:pt x="2609850" y="650091"/>
                </a:lnTo>
                <a:lnTo>
                  <a:pt x="2609850" y="618287"/>
                </a:lnTo>
                <a:lnTo>
                  <a:pt x="2609850" y="586473"/>
                </a:lnTo>
                <a:lnTo>
                  <a:pt x="2609850" y="554660"/>
                </a:lnTo>
                <a:lnTo>
                  <a:pt x="2609850" y="522856"/>
                </a:lnTo>
                <a:lnTo>
                  <a:pt x="2609850" y="491042"/>
                </a:lnTo>
                <a:lnTo>
                  <a:pt x="2609850" y="459229"/>
                </a:lnTo>
                <a:lnTo>
                  <a:pt x="2609850" y="427425"/>
                </a:lnTo>
                <a:lnTo>
                  <a:pt x="2609850" y="395611"/>
                </a:lnTo>
                <a:lnTo>
                  <a:pt x="2609850" y="363798"/>
                </a:lnTo>
                <a:lnTo>
                  <a:pt x="2609850" y="331994"/>
                </a:lnTo>
                <a:lnTo>
                  <a:pt x="2609850" y="300180"/>
                </a:lnTo>
                <a:lnTo>
                  <a:pt x="2609850" y="268367"/>
                </a:lnTo>
                <a:lnTo>
                  <a:pt x="2609850" y="236563"/>
                </a:lnTo>
                <a:lnTo>
                  <a:pt x="2609850" y="204749"/>
                </a:lnTo>
                <a:lnTo>
                  <a:pt x="2609850" y="172936"/>
                </a:lnTo>
                <a:lnTo>
                  <a:pt x="2609850" y="141132"/>
                </a:lnTo>
                <a:lnTo>
                  <a:pt x="2609850" y="109318"/>
                </a:lnTo>
                <a:lnTo>
                  <a:pt x="2609850" y="77505"/>
                </a:lnTo>
                <a:lnTo>
                  <a:pt x="2609850" y="45701"/>
                </a:lnTo>
                <a:lnTo>
                  <a:pt x="2609850" y="13887"/>
                </a:lnTo>
                <a:lnTo>
                  <a:pt x="2586238" y="0"/>
                </a:lnTo>
                <a:lnTo>
                  <a:pt x="2544337" y="0"/>
                </a:lnTo>
                <a:lnTo>
                  <a:pt x="2502437" y="0"/>
                </a:lnTo>
                <a:lnTo>
                  <a:pt x="2460527" y="0"/>
                </a:lnTo>
                <a:lnTo>
                  <a:pt x="2418626" y="0"/>
                </a:lnTo>
                <a:lnTo>
                  <a:pt x="2376726" y="0"/>
                </a:lnTo>
                <a:lnTo>
                  <a:pt x="2334816" y="0"/>
                </a:lnTo>
                <a:lnTo>
                  <a:pt x="2292915" y="0"/>
                </a:lnTo>
                <a:lnTo>
                  <a:pt x="2251005" y="0"/>
                </a:lnTo>
                <a:lnTo>
                  <a:pt x="2209105" y="0"/>
                </a:lnTo>
                <a:lnTo>
                  <a:pt x="2167204" y="0"/>
                </a:lnTo>
                <a:lnTo>
                  <a:pt x="2125294" y="0"/>
                </a:lnTo>
                <a:lnTo>
                  <a:pt x="2083394" y="0"/>
                </a:lnTo>
                <a:lnTo>
                  <a:pt x="2041493" y="0"/>
                </a:lnTo>
                <a:lnTo>
                  <a:pt x="1999583" y="0"/>
                </a:lnTo>
                <a:lnTo>
                  <a:pt x="1957683" y="0"/>
                </a:lnTo>
                <a:lnTo>
                  <a:pt x="1915782" y="0"/>
                </a:lnTo>
                <a:lnTo>
                  <a:pt x="1873872" y="0"/>
                </a:lnTo>
                <a:lnTo>
                  <a:pt x="1831972" y="0"/>
                </a:lnTo>
                <a:lnTo>
                  <a:pt x="1790062" y="0"/>
                </a:lnTo>
                <a:lnTo>
                  <a:pt x="1748161" y="0"/>
                </a:lnTo>
                <a:lnTo>
                  <a:pt x="1706261" y="0"/>
                </a:lnTo>
                <a:lnTo>
                  <a:pt x="1664351" y="0"/>
                </a:lnTo>
                <a:lnTo>
                  <a:pt x="1622450" y="0"/>
                </a:lnTo>
                <a:lnTo>
                  <a:pt x="1580550" y="0"/>
                </a:lnTo>
                <a:lnTo>
                  <a:pt x="1538640" y="0"/>
                </a:lnTo>
                <a:lnTo>
                  <a:pt x="1496739" y="0"/>
                </a:lnTo>
                <a:lnTo>
                  <a:pt x="1454829" y="0"/>
                </a:lnTo>
                <a:lnTo>
                  <a:pt x="1412929" y="0"/>
                </a:lnTo>
                <a:lnTo>
                  <a:pt x="1371029" y="0"/>
                </a:lnTo>
                <a:lnTo>
                  <a:pt x="1329119" y="0"/>
                </a:lnTo>
                <a:lnTo>
                  <a:pt x="1287218" y="0"/>
                </a:lnTo>
                <a:lnTo>
                  <a:pt x="1245318" y="0"/>
                </a:lnTo>
                <a:lnTo>
                  <a:pt x="1203408" y="0"/>
                </a:lnTo>
                <a:lnTo>
                  <a:pt x="1161507" y="0"/>
                </a:lnTo>
                <a:lnTo>
                  <a:pt x="1119607" y="0"/>
                </a:lnTo>
                <a:lnTo>
                  <a:pt x="1077697" y="0"/>
                </a:lnTo>
                <a:lnTo>
                  <a:pt x="1035796" y="0"/>
                </a:lnTo>
                <a:lnTo>
                  <a:pt x="993886" y="0"/>
                </a:lnTo>
                <a:lnTo>
                  <a:pt x="951986" y="0"/>
                </a:lnTo>
                <a:lnTo>
                  <a:pt x="910085" y="0"/>
                </a:lnTo>
                <a:lnTo>
                  <a:pt x="868175" y="0"/>
                </a:lnTo>
                <a:lnTo>
                  <a:pt x="826275" y="0"/>
                </a:lnTo>
                <a:lnTo>
                  <a:pt x="784374" y="0"/>
                </a:lnTo>
                <a:lnTo>
                  <a:pt x="742464" y="0"/>
                </a:lnTo>
                <a:lnTo>
                  <a:pt x="700564" y="0"/>
                </a:lnTo>
                <a:lnTo>
                  <a:pt x="658663" y="0"/>
                </a:lnTo>
                <a:lnTo>
                  <a:pt x="616753" y="0"/>
                </a:lnTo>
                <a:lnTo>
                  <a:pt x="574853" y="0"/>
                </a:lnTo>
                <a:lnTo>
                  <a:pt x="532943" y="0"/>
                </a:lnTo>
                <a:lnTo>
                  <a:pt x="491042" y="0"/>
                </a:lnTo>
                <a:lnTo>
                  <a:pt x="449142" y="0"/>
                </a:lnTo>
                <a:lnTo>
                  <a:pt x="407232" y="0"/>
                </a:lnTo>
                <a:lnTo>
                  <a:pt x="365331" y="0"/>
                </a:lnTo>
                <a:lnTo>
                  <a:pt x="323431" y="0"/>
                </a:lnTo>
                <a:lnTo>
                  <a:pt x="281521" y="0"/>
                </a:lnTo>
                <a:lnTo>
                  <a:pt x="239620" y="0"/>
                </a:lnTo>
                <a:lnTo>
                  <a:pt x="197720" y="0"/>
                </a:lnTo>
                <a:lnTo>
                  <a:pt x="155810" y="0"/>
                </a:lnTo>
                <a:lnTo>
                  <a:pt x="113909" y="0"/>
                </a:lnTo>
                <a:lnTo>
                  <a:pt x="71999" y="0"/>
                </a:lnTo>
                <a:lnTo>
                  <a:pt x="30099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1" name="note-sheet-header-7">
            <a:extLst xmlns:a="http://schemas.openxmlformats.org/drawingml/2006/main">
              <a:ext uri="{FF2B5EF4-FFF2-40B4-BE49-F238E27FC236}">
                <a16:creationId xmlns:a16="http://schemas.microsoft.com/office/drawing/2014/main" id="{75EFD3B4-0340-47F4-AB87-A7FD9352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428875"/>
            <a:ext cx="26098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note-sheet-fold-7">
            <a:extLst xmlns:a="http://schemas.openxmlformats.org/drawingml/2006/main">
              <a:ext uri="{FF2B5EF4-FFF2-40B4-BE49-F238E27FC236}">
                <a16:creationId xmlns:a16="http://schemas.microsoft.com/office/drawing/2014/main" id="{371CB7B1-1957-42CC-AC0B-BF14867B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0301" y="3930625"/>
            <a:ext cx="961549" cy="479822"/>
          </a:xfrm>
          <a:custGeom xmlns:a="http://schemas.openxmlformats.org/drawingml/2006/main">
            <a:pathLst>
              <a:path w="961549" h="479822">
                <a:moveTo>
                  <a:pt x="961549" y="0"/>
                </a:moveTo>
                <a:lnTo>
                  <a:pt x="960406" y="7963"/>
                </a:lnTo>
                <a:lnTo>
                  <a:pt x="958901" y="15888"/>
                </a:lnTo>
                <a:lnTo>
                  <a:pt x="957148" y="23774"/>
                </a:lnTo>
                <a:lnTo>
                  <a:pt x="955177" y="31642"/>
                </a:lnTo>
                <a:lnTo>
                  <a:pt x="952995" y="39481"/>
                </a:lnTo>
                <a:lnTo>
                  <a:pt x="950633" y="47282"/>
                </a:lnTo>
                <a:lnTo>
                  <a:pt x="948090" y="55055"/>
                </a:lnTo>
                <a:lnTo>
                  <a:pt x="945375" y="62789"/>
                </a:lnTo>
                <a:lnTo>
                  <a:pt x="942489" y="70485"/>
                </a:lnTo>
                <a:lnTo>
                  <a:pt x="939441" y="78153"/>
                </a:lnTo>
                <a:lnTo>
                  <a:pt x="936231" y="85782"/>
                </a:lnTo>
                <a:lnTo>
                  <a:pt x="932869" y="93364"/>
                </a:lnTo>
                <a:lnTo>
                  <a:pt x="929345" y="100917"/>
                </a:lnTo>
                <a:lnTo>
                  <a:pt x="925668" y="108423"/>
                </a:lnTo>
                <a:lnTo>
                  <a:pt x="921839" y="115881"/>
                </a:lnTo>
                <a:lnTo>
                  <a:pt x="917858" y="123292"/>
                </a:lnTo>
                <a:lnTo>
                  <a:pt x="913733" y="130664"/>
                </a:lnTo>
                <a:lnTo>
                  <a:pt x="909457" y="137979"/>
                </a:lnTo>
                <a:lnTo>
                  <a:pt x="905037" y="145247"/>
                </a:lnTo>
                <a:lnTo>
                  <a:pt x="900465" y="152467"/>
                </a:lnTo>
                <a:lnTo>
                  <a:pt x="895750" y="159629"/>
                </a:lnTo>
                <a:lnTo>
                  <a:pt x="890892" y="166735"/>
                </a:lnTo>
                <a:lnTo>
                  <a:pt x="885892" y="173784"/>
                </a:lnTo>
                <a:lnTo>
                  <a:pt x="880748" y="180775"/>
                </a:lnTo>
                <a:lnTo>
                  <a:pt x="875462" y="187700"/>
                </a:lnTo>
                <a:lnTo>
                  <a:pt x="870042" y="194567"/>
                </a:lnTo>
                <a:lnTo>
                  <a:pt x="864479" y="201368"/>
                </a:lnTo>
                <a:lnTo>
                  <a:pt x="858784" y="208112"/>
                </a:lnTo>
                <a:lnTo>
                  <a:pt x="852945" y="214779"/>
                </a:lnTo>
                <a:lnTo>
                  <a:pt x="846982" y="221380"/>
                </a:lnTo>
                <a:lnTo>
                  <a:pt x="840877" y="227914"/>
                </a:lnTo>
                <a:lnTo>
                  <a:pt x="834638" y="234372"/>
                </a:lnTo>
                <a:lnTo>
                  <a:pt x="828275" y="240754"/>
                </a:lnTo>
                <a:lnTo>
                  <a:pt x="821779" y="247059"/>
                </a:lnTo>
                <a:lnTo>
                  <a:pt x="815150" y="253289"/>
                </a:lnTo>
                <a:lnTo>
                  <a:pt x="808406" y="259442"/>
                </a:lnTo>
                <a:lnTo>
                  <a:pt x="801529" y="265519"/>
                </a:lnTo>
                <a:lnTo>
                  <a:pt x="794537" y="271510"/>
                </a:lnTo>
                <a:lnTo>
                  <a:pt x="787422" y="277416"/>
                </a:lnTo>
                <a:lnTo>
                  <a:pt x="780183" y="283245"/>
                </a:lnTo>
                <a:lnTo>
                  <a:pt x="772839" y="288989"/>
                </a:lnTo>
                <a:lnTo>
                  <a:pt x="765372" y="294637"/>
                </a:lnTo>
                <a:lnTo>
                  <a:pt x="757790" y="300209"/>
                </a:lnTo>
                <a:lnTo>
                  <a:pt x="750103" y="305695"/>
                </a:lnTo>
                <a:lnTo>
                  <a:pt x="742312" y="311086"/>
                </a:lnTo>
                <a:lnTo>
                  <a:pt x="734406" y="316392"/>
                </a:lnTo>
                <a:lnTo>
                  <a:pt x="726405" y="321602"/>
                </a:lnTo>
                <a:lnTo>
                  <a:pt x="718299" y="326727"/>
                </a:lnTo>
                <a:lnTo>
                  <a:pt x="710089" y="331756"/>
                </a:lnTo>
                <a:lnTo>
                  <a:pt x="701792" y="336699"/>
                </a:lnTo>
                <a:lnTo>
                  <a:pt x="693401" y="341538"/>
                </a:lnTo>
                <a:lnTo>
                  <a:pt x="684914" y="346300"/>
                </a:lnTo>
                <a:lnTo>
                  <a:pt x="676332" y="350958"/>
                </a:lnTo>
                <a:lnTo>
                  <a:pt x="667674" y="355530"/>
                </a:lnTo>
                <a:lnTo>
                  <a:pt x="658930" y="359997"/>
                </a:lnTo>
                <a:lnTo>
                  <a:pt x="650100" y="364388"/>
                </a:lnTo>
                <a:lnTo>
                  <a:pt x="641194" y="368675"/>
                </a:lnTo>
                <a:lnTo>
                  <a:pt x="632212" y="372875"/>
                </a:lnTo>
                <a:lnTo>
                  <a:pt x="623154" y="376971"/>
                </a:lnTo>
                <a:lnTo>
                  <a:pt x="614029" y="380981"/>
                </a:lnTo>
                <a:lnTo>
                  <a:pt x="604828" y="384905"/>
                </a:lnTo>
                <a:lnTo>
                  <a:pt x="595570" y="388725"/>
                </a:lnTo>
                <a:lnTo>
                  <a:pt x="586235" y="392459"/>
                </a:lnTo>
                <a:lnTo>
                  <a:pt x="576844" y="396107"/>
                </a:lnTo>
                <a:lnTo>
                  <a:pt x="567395" y="399659"/>
                </a:lnTo>
                <a:lnTo>
                  <a:pt x="557879" y="403117"/>
                </a:lnTo>
                <a:lnTo>
                  <a:pt x="548316" y="406489"/>
                </a:lnTo>
                <a:lnTo>
                  <a:pt x="538696" y="409775"/>
                </a:lnTo>
                <a:lnTo>
                  <a:pt x="529028" y="412966"/>
                </a:lnTo>
                <a:lnTo>
                  <a:pt x="519303" y="416071"/>
                </a:lnTo>
                <a:lnTo>
                  <a:pt x="509540" y="419100"/>
                </a:lnTo>
                <a:lnTo>
                  <a:pt x="499720" y="422034"/>
                </a:lnTo>
                <a:lnTo>
                  <a:pt x="489871" y="424882"/>
                </a:lnTo>
                <a:lnTo>
                  <a:pt x="479965" y="427644"/>
                </a:lnTo>
                <a:lnTo>
                  <a:pt x="470030" y="430330"/>
                </a:lnTo>
                <a:lnTo>
                  <a:pt x="460058" y="432921"/>
                </a:lnTo>
                <a:lnTo>
                  <a:pt x="450037" y="435445"/>
                </a:lnTo>
                <a:lnTo>
                  <a:pt x="439998" y="437874"/>
                </a:lnTo>
                <a:lnTo>
                  <a:pt x="429911" y="440236"/>
                </a:lnTo>
                <a:lnTo>
                  <a:pt x="419805" y="442512"/>
                </a:lnTo>
                <a:lnTo>
                  <a:pt x="409661" y="444703"/>
                </a:lnTo>
                <a:lnTo>
                  <a:pt x="399488" y="446827"/>
                </a:lnTo>
                <a:lnTo>
                  <a:pt x="389296" y="448875"/>
                </a:lnTo>
                <a:lnTo>
                  <a:pt x="379066" y="450847"/>
                </a:lnTo>
                <a:lnTo>
                  <a:pt x="368827" y="452742"/>
                </a:lnTo>
                <a:lnTo>
                  <a:pt x="358550" y="454562"/>
                </a:lnTo>
                <a:lnTo>
                  <a:pt x="348263" y="456314"/>
                </a:lnTo>
                <a:lnTo>
                  <a:pt x="337947" y="457991"/>
                </a:lnTo>
                <a:lnTo>
                  <a:pt x="327612" y="459600"/>
                </a:lnTo>
                <a:lnTo>
                  <a:pt x="317268" y="461143"/>
                </a:lnTo>
                <a:lnTo>
                  <a:pt x="306896" y="462610"/>
                </a:lnTo>
                <a:lnTo>
                  <a:pt x="296513" y="464020"/>
                </a:lnTo>
                <a:lnTo>
                  <a:pt x="286112" y="465353"/>
                </a:lnTo>
                <a:lnTo>
                  <a:pt x="275701" y="466630"/>
                </a:lnTo>
                <a:lnTo>
                  <a:pt x="265281" y="467830"/>
                </a:lnTo>
                <a:lnTo>
                  <a:pt x="254841" y="468973"/>
                </a:lnTo>
                <a:lnTo>
                  <a:pt x="244383" y="470059"/>
                </a:lnTo>
                <a:lnTo>
                  <a:pt x="233924" y="471078"/>
                </a:lnTo>
                <a:lnTo>
                  <a:pt x="223457" y="472030"/>
                </a:lnTo>
                <a:lnTo>
                  <a:pt x="212969" y="472935"/>
                </a:lnTo>
                <a:lnTo>
                  <a:pt x="202482" y="473774"/>
                </a:lnTo>
                <a:lnTo>
                  <a:pt x="191986" y="474555"/>
                </a:lnTo>
                <a:lnTo>
                  <a:pt x="181480" y="475278"/>
                </a:lnTo>
                <a:lnTo>
                  <a:pt x="170974" y="475936"/>
                </a:lnTo>
                <a:lnTo>
                  <a:pt x="160458" y="476545"/>
                </a:lnTo>
                <a:lnTo>
                  <a:pt x="149933" y="477107"/>
                </a:lnTo>
                <a:lnTo>
                  <a:pt x="139408" y="477612"/>
                </a:lnTo>
                <a:lnTo>
                  <a:pt x="128873" y="478060"/>
                </a:lnTo>
                <a:lnTo>
                  <a:pt x="118339" y="478450"/>
                </a:lnTo>
                <a:lnTo>
                  <a:pt x="107804" y="478793"/>
                </a:lnTo>
                <a:lnTo>
                  <a:pt x="97269" y="479088"/>
                </a:lnTo>
                <a:lnTo>
                  <a:pt x="86725" y="479327"/>
                </a:lnTo>
                <a:lnTo>
                  <a:pt x="76181" y="479527"/>
                </a:lnTo>
                <a:lnTo>
                  <a:pt x="65637" y="479669"/>
                </a:lnTo>
                <a:lnTo>
                  <a:pt x="55083" y="479765"/>
                </a:lnTo>
                <a:lnTo>
                  <a:pt x="44539" y="479812"/>
                </a:lnTo>
                <a:lnTo>
                  <a:pt x="33995" y="479822"/>
                </a:lnTo>
                <a:lnTo>
                  <a:pt x="23451" y="479774"/>
                </a:lnTo>
                <a:lnTo>
                  <a:pt x="12897" y="479689"/>
                </a:lnTo>
                <a:lnTo>
                  <a:pt x="2353" y="479555"/>
                </a:lnTo>
                <a:lnTo>
                  <a:pt x="0" y="479422"/>
                </a:lnTo>
                <a:lnTo>
                  <a:pt x="10544" y="479222"/>
                </a:lnTo>
                <a:lnTo>
                  <a:pt x="21079" y="478888"/>
                </a:lnTo>
                <a:lnTo>
                  <a:pt x="31613" y="478450"/>
                </a:lnTo>
                <a:lnTo>
                  <a:pt x="42139" y="477917"/>
                </a:lnTo>
                <a:lnTo>
                  <a:pt x="52654" y="477288"/>
                </a:lnTo>
                <a:lnTo>
                  <a:pt x="63160" y="476574"/>
                </a:lnTo>
                <a:lnTo>
                  <a:pt x="73647" y="475774"/>
                </a:lnTo>
                <a:lnTo>
                  <a:pt x="84134" y="474888"/>
                </a:lnTo>
                <a:lnTo>
                  <a:pt x="94602" y="473916"/>
                </a:lnTo>
                <a:lnTo>
                  <a:pt x="105061" y="472869"/>
                </a:lnTo>
                <a:lnTo>
                  <a:pt x="115500" y="471726"/>
                </a:lnTo>
                <a:lnTo>
                  <a:pt x="125921" y="470506"/>
                </a:lnTo>
                <a:lnTo>
                  <a:pt x="136331" y="469202"/>
                </a:lnTo>
                <a:lnTo>
                  <a:pt x="146714" y="467811"/>
                </a:lnTo>
                <a:lnTo>
                  <a:pt x="157077" y="466325"/>
                </a:lnTo>
                <a:lnTo>
                  <a:pt x="167421" y="464753"/>
                </a:lnTo>
                <a:lnTo>
                  <a:pt x="177737" y="463096"/>
                </a:lnTo>
                <a:lnTo>
                  <a:pt x="188033" y="461343"/>
                </a:lnTo>
                <a:lnTo>
                  <a:pt x="198291" y="459496"/>
                </a:lnTo>
                <a:lnTo>
                  <a:pt x="208521" y="457552"/>
                </a:lnTo>
                <a:lnTo>
                  <a:pt x="218723" y="455514"/>
                </a:lnTo>
                <a:lnTo>
                  <a:pt x="228886" y="453371"/>
                </a:lnTo>
                <a:lnTo>
                  <a:pt x="239011" y="451133"/>
                </a:lnTo>
                <a:lnTo>
                  <a:pt x="249098" y="448780"/>
                </a:lnTo>
                <a:lnTo>
                  <a:pt x="259128" y="446322"/>
                </a:lnTo>
                <a:lnTo>
                  <a:pt x="269119" y="443751"/>
                </a:lnTo>
                <a:lnTo>
                  <a:pt x="279063" y="441074"/>
                </a:lnTo>
                <a:lnTo>
                  <a:pt x="288941" y="438274"/>
                </a:lnTo>
                <a:lnTo>
                  <a:pt x="298761" y="435359"/>
                </a:lnTo>
                <a:lnTo>
                  <a:pt x="308524" y="432321"/>
                </a:lnTo>
                <a:lnTo>
                  <a:pt x="318202" y="429149"/>
                </a:lnTo>
                <a:lnTo>
                  <a:pt x="327812" y="425853"/>
                </a:lnTo>
                <a:lnTo>
                  <a:pt x="337347" y="422424"/>
                </a:lnTo>
                <a:lnTo>
                  <a:pt x="346786" y="418852"/>
                </a:lnTo>
                <a:lnTo>
                  <a:pt x="356140" y="415147"/>
                </a:lnTo>
                <a:lnTo>
                  <a:pt x="365389" y="411299"/>
                </a:lnTo>
                <a:lnTo>
                  <a:pt x="374523" y="407299"/>
                </a:lnTo>
                <a:lnTo>
                  <a:pt x="383543" y="403146"/>
                </a:lnTo>
                <a:lnTo>
                  <a:pt x="392430" y="398840"/>
                </a:lnTo>
                <a:lnTo>
                  <a:pt x="401193" y="394383"/>
                </a:lnTo>
                <a:lnTo>
                  <a:pt x="409804" y="389763"/>
                </a:lnTo>
                <a:lnTo>
                  <a:pt x="418262" y="384972"/>
                </a:lnTo>
                <a:lnTo>
                  <a:pt x="426549" y="380028"/>
                </a:lnTo>
                <a:lnTo>
                  <a:pt x="434664" y="374904"/>
                </a:lnTo>
                <a:lnTo>
                  <a:pt x="442589" y="369627"/>
                </a:lnTo>
                <a:lnTo>
                  <a:pt x="450304" y="364169"/>
                </a:lnTo>
                <a:lnTo>
                  <a:pt x="457810" y="358540"/>
                </a:lnTo>
                <a:lnTo>
                  <a:pt x="465087" y="352749"/>
                </a:lnTo>
                <a:lnTo>
                  <a:pt x="472126" y="346786"/>
                </a:lnTo>
                <a:lnTo>
                  <a:pt x="478907" y="340662"/>
                </a:lnTo>
                <a:lnTo>
                  <a:pt x="485432" y="334366"/>
                </a:lnTo>
                <a:lnTo>
                  <a:pt x="491681" y="327917"/>
                </a:lnTo>
                <a:lnTo>
                  <a:pt x="497643" y="321307"/>
                </a:lnTo>
                <a:lnTo>
                  <a:pt x="503301" y="314554"/>
                </a:lnTo>
                <a:lnTo>
                  <a:pt x="508664" y="307658"/>
                </a:lnTo>
                <a:lnTo>
                  <a:pt x="513702" y="300628"/>
                </a:lnTo>
                <a:lnTo>
                  <a:pt x="518427" y="293465"/>
                </a:lnTo>
                <a:lnTo>
                  <a:pt x="522827" y="286188"/>
                </a:lnTo>
                <a:lnTo>
                  <a:pt x="526894" y="278806"/>
                </a:lnTo>
                <a:lnTo>
                  <a:pt x="530628" y="271320"/>
                </a:lnTo>
                <a:lnTo>
                  <a:pt x="534029" y="263738"/>
                </a:lnTo>
                <a:lnTo>
                  <a:pt x="537096" y="256080"/>
                </a:lnTo>
                <a:lnTo>
                  <a:pt x="539839" y="248345"/>
                </a:lnTo>
                <a:lnTo>
                  <a:pt x="542258" y="240554"/>
                </a:lnTo>
                <a:lnTo>
                  <a:pt x="544344" y="232705"/>
                </a:lnTo>
                <a:lnTo>
                  <a:pt x="546125" y="224819"/>
                </a:lnTo>
                <a:lnTo>
                  <a:pt x="547592" y="216894"/>
                </a:lnTo>
                <a:lnTo>
                  <a:pt x="548764" y="208931"/>
                </a:lnTo>
                <a:lnTo>
                  <a:pt x="549640" y="200949"/>
                </a:lnTo>
                <a:lnTo>
                  <a:pt x="550231" y="192957"/>
                </a:lnTo>
                <a:lnTo>
                  <a:pt x="550545" y="184956"/>
                </a:lnTo>
                <a:lnTo>
                  <a:pt x="550593" y="176946"/>
                </a:lnTo>
                <a:lnTo>
                  <a:pt x="550383" y="168945"/>
                </a:lnTo>
                <a:lnTo>
                  <a:pt x="549926" y="160944"/>
                </a:lnTo>
                <a:lnTo>
                  <a:pt x="549231" y="152962"/>
                </a:lnTo>
                <a:lnTo>
                  <a:pt x="558994" y="151000"/>
                </a:lnTo>
                <a:lnTo>
                  <a:pt x="569271" y="149209"/>
                </a:lnTo>
                <a:lnTo>
                  <a:pt x="579511" y="147295"/>
                </a:lnTo>
                <a:lnTo>
                  <a:pt x="589721" y="145294"/>
                </a:lnTo>
                <a:lnTo>
                  <a:pt x="599904" y="143199"/>
                </a:lnTo>
                <a:lnTo>
                  <a:pt x="610057" y="141018"/>
                </a:lnTo>
                <a:lnTo>
                  <a:pt x="620173" y="138751"/>
                </a:lnTo>
                <a:lnTo>
                  <a:pt x="630260" y="136408"/>
                </a:lnTo>
                <a:lnTo>
                  <a:pt x="640309" y="133998"/>
                </a:lnTo>
                <a:lnTo>
                  <a:pt x="650329" y="131502"/>
                </a:lnTo>
                <a:lnTo>
                  <a:pt x="660321" y="128930"/>
                </a:lnTo>
                <a:lnTo>
                  <a:pt x="670274" y="126282"/>
                </a:lnTo>
                <a:lnTo>
                  <a:pt x="680199" y="123568"/>
                </a:lnTo>
                <a:lnTo>
                  <a:pt x="690086" y="120767"/>
                </a:lnTo>
                <a:lnTo>
                  <a:pt x="699926" y="117900"/>
                </a:lnTo>
                <a:lnTo>
                  <a:pt x="709736" y="114967"/>
                </a:lnTo>
                <a:lnTo>
                  <a:pt x="719509" y="111947"/>
                </a:lnTo>
                <a:lnTo>
                  <a:pt x="729244" y="108861"/>
                </a:lnTo>
                <a:lnTo>
                  <a:pt x="738930" y="105689"/>
                </a:lnTo>
                <a:lnTo>
                  <a:pt x="748570" y="102451"/>
                </a:lnTo>
                <a:lnTo>
                  <a:pt x="758171" y="99136"/>
                </a:lnTo>
                <a:lnTo>
                  <a:pt x="767725" y="95736"/>
                </a:lnTo>
                <a:lnTo>
                  <a:pt x="777230" y="92269"/>
                </a:lnTo>
                <a:lnTo>
                  <a:pt x="786679" y="88716"/>
                </a:lnTo>
                <a:lnTo>
                  <a:pt x="796080" y="85087"/>
                </a:lnTo>
                <a:lnTo>
                  <a:pt x="805434" y="81382"/>
                </a:lnTo>
                <a:lnTo>
                  <a:pt x="814721" y="77600"/>
                </a:lnTo>
                <a:lnTo>
                  <a:pt x="823960" y="73724"/>
                </a:lnTo>
                <a:lnTo>
                  <a:pt x="833133" y="69771"/>
                </a:lnTo>
                <a:lnTo>
                  <a:pt x="842239" y="65742"/>
                </a:lnTo>
                <a:lnTo>
                  <a:pt x="851287" y="61617"/>
                </a:lnTo>
                <a:lnTo>
                  <a:pt x="860260" y="57417"/>
                </a:lnTo>
                <a:lnTo>
                  <a:pt x="869166" y="53121"/>
                </a:lnTo>
                <a:lnTo>
                  <a:pt x="877995" y="48749"/>
                </a:lnTo>
                <a:lnTo>
                  <a:pt x="886749" y="44282"/>
                </a:lnTo>
                <a:lnTo>
                  <a:pt x="895426" y="39729"/>
                </a:lnTo>
                <a:lnTo>
                  <a:pt x="904018" y="35081"/>
                </a:lnTo>
                <a:lnTo>
                  <a:pt x="912524" y="30347"/>
                </a:lnTo>
                <a:lnTo>
                  <a:pt x="920944" y="25527"/>
                </a:lnTo>
                <a:lnTo>
                  <a:pt x="929259" y="20603"/>
                </a:lnTo>
                <a:lnTo>
                  <a:pt x="937489" y="15592"/>
                </a:lnTo>
                <a:lnTo>
                  <a:pt x="945613" y="10497"/>
                </a:lnTo>
                <a:lnTo>
                  <a:pt x="953633" y="5296"/>
                </a:lnTo>
                <a:lnTo>
                  <a:pt x="96154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33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C7406D50-BF7E-4161-9516-69773D57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76225"/>
            <a:ext cx="18776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34" name="note-body-0">
            <a:extLst xmlns:a="http://schemas.openxmlformats.org/drawingml/2006/main">
              <a:ext uri="{FF2B5EF4-FFF2-40B4-BE49-F238E27FC236}">
                <a16:creationId xmlns:a16="http://schemas.microsoft.com/office/drawing/2014/main" id="{FB9DFC5F-B2C9-46A0-968A-718B5C5A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742950"/>
            <a:ext cx="1991916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关系明确，阅读路径稳定</a:t>
            </a:r>
          </a:p>
        </p:txBody>
      </p:sp>
      <p:sp>
        <p:nvSpPr>
          <p:cNvPr id="35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F7D6BFF6-9CB3-41BF-9911-A3CD17C5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276225"/>
            <a:ext cx="18776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36" name="note-body-1">
            <a:extLst xmlns:a="http://schemas.openxmlformats.org/drawingml/2006/main">
              <a:ext uri="{FF2B5EF4-FFF2-40B4-BE49-F238E27FC236}">
                <a16:creationId xmlns:a16="http://schemas.microsoft.com/office/drawing/2014/main" id="{1D8F5795-B186-450F-A1BF-1D5E211D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742950"/>
            <a:ext cx="1991916" cy="49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结果保持一致，减少随机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波动</a:t>
            </a:r>
          </a:p>
        </p:txBody>
      </p:sp>
      <p:sp>
        <p:nvSpPr>
          <p:cNvPr id="37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E28F952F-C2B9-4E8F-8B39-67831B97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276225"/>
            <a:ext cx="18776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38" name="note-body-2">
            <a:extLst xmlns:a="http://schemas.openxmlformats.org/drawingml/2006/main">
              <a:ext uri="{FF2B5EF4-FFF2-40B4-BE49-F238E27FC236}">
                <a16:creationId xmlns:a16="http://schemas.microsoft.com/office/drawing/2014/main" id="{01479225-929F-46B1-892D-77B46DAE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742950"/>
            <a:ext cx="1991916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文字与形状均可继续修改</a:t>
            </a:r>
          </a:p>
        </p:txBody>
      </p:sp>
      <p:sp>
        <p:nvSpPr>
          <p:cNvPr id="39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DE94CC94-0F19-49AB-9D3E-C5813A7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276225"/>
            <a:ext cx="18776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40" name="note-point-3-0">
            <a:extLst xmlns:a="http://schemas.openxmlformats.org/drawingml/2006/main">
              <a:ext uri="{FF2B5EF4-FFF2-40B4-BE49-F238E27FC236}">
                <a16:creationId xmlns:a16="http://schemas.microsoft.com/office/drawing/2014/main" id="{60C27021-E295-4593-BDCC-7814080B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742950"/>
            <a:ext cx="1991916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数量变化时重新求解</a:t>
            </a:r>
          </a:p>
        </p:txBody>
      </p:sp>
      <p:sp>
        <p:nvSpPr>
          <p:cNvPr id="41" name="note-point-3-1">
            <a:extLst xmlns:a="http://schemas.openxmlformats.org/drawingml/2006/main">
              <a:ext uri="{FF2B5EF4-FFF2-40B4-BE49-F238E27FC236}">
                <a16:creationId xmlns:a16="http://schemas.microsoft.com/office/drawing/2014/main" id="{68215DB3-C8E4-4003-BB47-D60B79A0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035996"/>
            <a:ext cx="1991916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末行始终保持居中</a:t>
            </a:r>
          </a:p>
        </p:txBody>
      </p:sp>
      <p:sp>
        <p:nvSpPr>
          <p:cNvPr id="42" name="note-heading-4">
            <a:extLst xmlns:a="http://schemas.openxmlformats.org/drawingml/2006/main">
              <a:ext uri="{FF2B5EF4-FFF2-40B4-BE49-F238E27FC236}">
                <a16:creationId xmlns:a16="http://schemas.microsoft.com/office/drawing/2014/main" id="{02620C78-E281-44DC-B93D-F6C8F79B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428875"/>
            <a:ext cx="18776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成本可控</a:t>
            </a:r>
          </a:p>
        </p:txBody>
      </p:sp>
      <p:sp>
        <p:nvSpPr>
          <p:cNvPr id="43" name="note-body-4">
            <a:extLst xmlns:a="http://schemas.openxmlformats.org/drawingml/2006/main">
              <a:ext uri="{FF2B5EF4-FFF2-40B4-BE49-F238E27FC236}">
                <a16:creationId xmlns:a16="http://schemas.microsoft.com/office/drawing/2014/main" id="{49FA8185-FC14-4591-86C5-D8408A1E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2895600"/>
            <a:ext cx="1991916" cy="49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把高成本设计前移到建设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期</a:t>
            </a:r>
          </a:p>
        </p:txBody>
      </p:sp>
      <p:sp>
        <p:nvSpPr>
          <p:cNvPr id="44" name="note-heading-5">
            <a:extLst xmlns:a="http://schemas.openxmlformats.org/drawingml/2006/main">
              <a:ext uri="{FF2B5EF4-FFF2-40B4-BE49-F238E27FC236}">
                <a16:creationId xmlns:a16="http://schemas.microsoft.com/office/drawing/2014/main" id="{8F81489B-3F7F-4315-86EA-21B56196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2428875"/>
            <a:ext cx="18776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持续复用</a:t>
            </a:r>
          </a:p>
        </p:txBody>
      </p:sp>
      <p:sp>
        <p:nvSpPr>
          <p:cNvPr id="45" name="note-body-5">
            <a:extLst xmlns:a="http://schemas.openxmlformats.org/drawingml/2006/main">
              <a:ext uri="{FF2B5EF4-FFF2-40B4-BE49-F238E27FC236}">
                <a16:creationId xmlns:a16="http://schemas.microsoft.com/office/drawing/2014/main" id="{03983B28-262A-4469-808B-53457AEE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2895600"/>
            <a:ext cx="1991916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已登记能力可以反复调用</a:t>
            </a:r>
          </a:p>
        </p:txBody>
      </p:sp>
      <p:sp>
        <p:nvSpPr>
          <p:cNvPr id="46" name="note-heading-6">
            <a:extLst xmlns:a="http://schemas.openxmlformats.org/drawingml/2006/main">
              <a:ext uri="{FF2B5EF4-FFF2-40B4-BE49-F238E27FC236}">
                <a16:creationId xmlns:a16="http://schemas.microsoft.com/office/drawing/2014/main" id="{C52ED2A7-70F4-4E92-B122-1ADDB1C6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2428875"/>
            <a:ext cx="18776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47" name="note-body-6">
            <a:extLst xmlns:a="http://schemas.openxmlformats.org/drawingml/2006/main">
              <a:ext uri="{FF2B5EF4-FFF2-40B4-BE49-F238E27FC236}">
                <a16:creationId xmlns:a16="http://schemas.microsoft.com/office/drawing/2014/main" id="{E6C43E64-1397-47DC-B5D8-9EA7E92B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895600"/>
            <a:ext cx="1991916" cy="49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不适配时换组、拆页或退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回简洁排版</a:t>
            </a:r>
          </a:p>
        </p:txBody>
      </p:sp>
      <p:sp>
        <p:nvSpPr>
          <p:cNvPr id="48" name="note-heading-7">
            <a:extLst xmlns:a="http://schemas.openxmlformats.org/drawingml/2006/main">
              <a:ext uri="{FF2B5EF4-FFF2-40B4-BE49-F238E27FC236}">
                <a16:creationId xmlns:a16="http://schemas.microsoft.com/office/drawing/2014/main" id="{942F4583-5C52-4955-93B1-14EF8D7D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2428875"/>
            <a:ext cx="187761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统一审核</a:t>
            </a:r>
          </a:p>
        </p:txBody>
      </p:sp>
      <p:sp>
        <p:nvSpPr>
          <p:cNvPr id="49" name="note-body-7">
            <a:extLst xmlns:a="http://schemas.openxmlformats.org/drawingml/2006/main">
              <a:ext uri="{FF2B5EF4-FFF2-40B4-BE49-F238E27FC236}">
                <a16:creationId xmlns:a16="http://schemas.microsoft.com/office/drawing/2014/main" id="{CF930989-D768-4CEC-81EE-879294CD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2895600"/>
            <a:ext cx="1991916" cy="49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来源、HTML 与结果保持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同一条链</a:t>
            </a:r>
          </a:p>
        </p:txBody>
      </p:sp>
      <p:sp>
        <p:nvSpPr>
          <p:cNvPr id="50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5BA9EB21-1C08-4A76-A6DA-70816B20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" y="276225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4f0abb84849d7">
            <a:extLst>
              <a:ext uri="{96DAC541-7B7A-43D3-8B79-37D633B846F1}">
                <asvg:svgBlip xmlns:asvg="http://schemas.microsoft.com/office/drawing/2016/SVG/main" r:embed="R5b723bcbc0fc48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7175" y="3429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2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70C87578-5295-4975-8A9D-D326F64F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76225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7fe9185d740fd">
            <a:extLst>
              <a:ext uri="{96DAC541-7B7A-43D3-8B79-37D633B846F1}">
                <asvg:svgBlip xmlns:asvg="http://schemas.microsoft.com/office/drawing/2016/SVG/main" r:embed="R84b1dce2175c4a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00375" y="3429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4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F8E1A306-898F-47C5-9E8A-FA700670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276225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601c0030b47ec">
            <a:extLst>
              <a:ext uri="{96DAC541-7B7A-43D3-8B79-37D633B846F1}">
                <asvg:svgBlip xmlns:asvg="http://schemas.microsoft.com/office/drawing/2016/SVG/main" r:embed="R002eefd2dcd045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43575" y="3429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6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846D78DD-11CC-4307-B0E5-F7505785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76225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0ab1004a64044">
            <a:extLst>
              <a:ext uri="{96DAC541-7B7A-43D3-8B79-37D633B846F1}">
                <asvg:svgBlip xmlns:asvg="http://schemas.microsoft.com/office/drawing/2016/SVG/main" r:embed="R427a97007e754f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86775" y="3429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8" name="note-icon-panel-4">
            <a:extLst xmlns:a="http://schemas.openxmlformats.org/drawingml/2006/main">
              <a:ext uri="{FF2B5EF4-FFF2-40B4-BE49-F238E27FC236}">
                <a16:creationId xmlns:a16="http://schemas.microsoft.com/office/drawing/2014/main" id="{D006EBCF-52E3-4EC5-95AF-E8E79C3B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" y="2428875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8ba2d986548c2">
            <a:extLst>
              <a:ext uri="{96DAC541-7B7A-43D3-8B79-37D633B846F1}">
                <asvg:svgBlip xmlns:asvg="http://schemas.microsoft.com/office/drawing/2016/SVG/main" r:embed="R32f5e8d897a343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7175" y="2495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0" name="note-icon-panel-5">
            <a:extLst xmlns:a="http://schemas.openxmlformats.org/drawingml/2006/main">
              <a:ext uri="{FF2B5EF4-FFF2-40B4-BE49-F238E27FC236}">
                <a16:creationId xmlns:a16="http://schemas.microsoft.com/office/drawing/2014/main" id="{3DD5C63D-5720-492C-9AA4-99DFBCEB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428875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0721f53de4e45">
            <a:extLst>
              <a:ext uri="{96DAC541-7B7A-43D3-8B79-37D633B846F1}">
                <asvg:svgBlip xmlns:asvg="http://schemas.microsoft.com/office/drawing/2016/SVG/main" r:embed="R77f69258a2fb4c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00375" y="2495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2" name="note-icon-panel-6">
            <a:extLst xmlns:a="http://schemas.openxmlformats.org/drawingml/2006/main">
              <a:ext uri="{FF2B5EF4-FFF2-40B4-BE49-F238E27FC236}">
                <a16:creationId xmlns:a16="http://schemas.microsoft.com/office/drawing/2014/main" id="{F7EC9ECA-1161-4046-A71E-CB6A9765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2428875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e6a05dc00478b">
            <a:extLst>
              <a:ext uri="{96DAC541-7B7A-43D3-8B79-37D633B846F1}">
                <asvg:svgBlip xmlns:asvg="http://schemas.microsoft.com/office/drawing/2016/SVG/main" r:embed="Rda09f20b656f45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43575" y="2495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4" name="note-icon-panel-7">
            <a:extLst xmlns:a="http://schemas.openxmlformats.org/drawingml/2006/main">
              <a:ext uri="{FF2B5EF4-FFF2-40B4-BE49-F238E27FC236}">
                <a16:creationId xmlns:a16="http://schemas.microsoft.com/office/drawing/2014/main" id="{C9B9B009-4109-4371-B65F-6BDB3765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428875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53ca6d08b4355">
            <a:extLst>
              <a:ext uri="{96DAC541-7B7A-43D3-8B79-37D633B846F1}">
                <asvg:svgBlip xmlns:asvg="http://schemas.microsoft.com/office/drawing/2016/SVG/main" r:embed="R209486e82bcc4e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86775" y="24955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34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2026-09-07T13:56:06.5780000Z</dcterms:created>
  <dcterms:modified xsi:type="dcterms:W3CDTF">2026-09-07T13:56:06.5790000Z</dcterms:modified>
</coreProperties>
</file>