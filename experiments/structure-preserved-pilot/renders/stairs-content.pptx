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6da9afaa69461f" /><Relationship Type="http://schemas.openxmlformats.org/officeDocument/2006/relationships/extended-properties" Target="/docProps/app.xml" Id="R482d61644df848cf" /><Relationship Type="http://schemas.openxmlformats.org/officeDocument/2006/relationships/officeDocument" Target="/ppt/presentation.xml" Id="Rb15a5cdc0b0b42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4b8b2c4a104c2d"/>
  </p:sldMasterIdLst>
  <p:notesMasterIdLst>
    <p:notesMasterId xmlns:r="http://schemas.openxmlformats.org/officeDocument/2006/relationships" r:id="R1f786f1339a7455d"/>
  </p:notesMasterIdLst>
  <p:sldIdLst>
    <p:sldId xmlns:r="http://schemas.openxmlformats.org/officeDocument/2006/relationships" id="256" r:id="Reee6158b6bfd4f22"/>
  </p:sldIdLst>
  <p:sldSz cx="13373100" cy="56235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b1015cd70e41d9" /><Relationship Type="http://schemas.openxmlformats.org/officeDocument/2006/relationships/slideMaster" Target="/ppt/slideMasters/slideMaster1.xml" Id="R274b8b2c4a104c2d" /><Relationship Type="http://schemas.openxmlformats.org/officeDocument/2006/relationships/notesMaster" Target="/ppt/notesMasters/notesMaster1.xml" Id="R1f786f1339a7455d" /><Relationship Type="http://schemas.openxmlformats.org/officeDocument/2006/relationships/presProps" Target="/ppt/presProps.xml" Id="Rfff202f1ff264944" /><Relationship Type="http://schemas.openxmlformats.org/officeDocument/2006/relationships/tableStyles" Target="/ppt/tableStyles.xml" Id="Ra00db51eded44256" /><Relationship Type="http://schemas.openxmlformats.org/officeDocument/2006/relationships/slide" Target="/ppt/slides/slide1.xml" Id="Reee6158b6bfd4f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31591315ec45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8c923e146c4d04" /><Relationship Type="http://schemas.openxmlformats.org/officeDocument/2006/relationships/notesMaster" Target="/ppt/notesMasters/notesMaster1.xml" Id="R66ba98b95fae40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c2063d4d844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0b299fd78345e7" /><Relationship Type="http://schemas.openxmlformats.org/officeDocument/2006/relationships/slideLayout" Target="/ppt/slideLayouts/slideLayout1.xml" Id="R138242973dc143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8242973dc143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c16d94dc143e2" /><Relationship Type="http://schemas.openxmlformats.org/officeDocument/2006/relationships/notesSlide" Target="/ppt/notesSlides/notesSlide1.xml" Id="R25f6dfa6018e48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6F18F918-7F23-4CEC-BADB-F01366C7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2755" y="3172611"/>
            <a:ext cx="1802825" cy="1301372"/>
          </a:xfrm>
          <a:custGeom xmlns:a="http://schemas.openxmlformats.org/drawingml/2006/main">
            <a:pathLst>
              <a:path w="1802825" h="1301372">
                <a:moveTo>
                  <a:pt x="107061" y="182089"/>
                </a:moveTo>
                <a:lnTo>
                  <a:pt x="130531" y="179556"/>
                </a:lnTo>
                <a:lnTo>
                  <a:pt x="154000" y="177032"/>
                </a:lnTo>
                <a:lnTo>
                  <a:pt x="177479" y="174498"/>
                </a:lnTo>
                <a:lnTo>
                  <a:pt x="200949" y="171974"/>
                </a:lnTo>
                <a:lnTo>
                  <a:pt x="224419" y="169440"/>
                </a:lnTo>
                <a:lnTo>
                  <a:pt x="247888" y="166916"/>
                </a:lnTo>
                <a:lnTo>
                  <a:pt x="271367" y="164382"/>
                </a:lnTo>
                <a:lnTo>
                  <a:pt x="294837" y="161858"/>
                </a:lnTo>
                <a:lnTo>
                  <a:pt x="318306" y="159325"/>
                </a:lnTo>
                <a:lnTo>
                  <a:pt x="341776" y="156801"/>
                </a:lnTo>
                <a:lnTo>
                  <a:pt x="365255" y="154267"/>
                </a:lnTo>
                <a:lnTo>
                  <a:pt x="388725" y="151743"/>
                </a:lnTo>
                <a:lnTo>
                  <a:pt x="412194" y="149209"/>
                </a:lnTo>
                <a:lnTo>
                  <a:pt x="435664" y="146685"/>
                </a:lnTo>
                <a:lnTo>
                  <a:pt x="459143" y="144151"/>
                </a:lnTo>
                <a:lnTo>
                  <a:pt x="482613" y="141627"/>
                </a:lnTo>
                <a:lnTo>
                  <a:pt x="506082" y="139094"/>
                </a:lnTo>
                <a:lnTo>
                  <a:pt x="529552" y="136569"/>
                </a:lnTo>
                <a:lnTo>
                  <a:pt x="553031" y="134036"/>
                </a:lnTo>
                <a:lnTo>
                  <a:pt x="576501" y="131502"/>
                </a:lnTo>
                <a:lnTo>
                  <a:pt x="599970" y="128978"/>
                </a:lnTo>
                <a:lnTo>
                  <a:pt x="623440" y="126444"/>
                </a:lnTo>
                <a:lnTo>
                  <a:pt x="646919" y="123920"/>
                </a:lnTo>
                <a:lnTo>
                  <a:pt x="670389" y="121387"/>
                </a:lnTo>
                <a:lnTo>
                  <a:pt x="693858" y="118862"/>
                </a:lnTo>
                <a:lnTo>
                  <a:pt x="717328" y="116329"/>
                </a:lnTo>
                <a:lnTo>
                  <a:pt x="740807" y="113805"/>
                </a:lnTo>
                <a:lnTo>
                  <a:pt x="764276" y="111271"/>
                </a:lnTo>
                <a:lnTo>
                  <a:pt x="787746" y="108747"/>
                </a:lnTo>
                <a:lnTo>
                  <a:pt x="811216" y="106213"/>
                </a:lnTo>
                <a:lnTo>
                  <a:pt x="834695" y="103689"/>
                </a:lnTo>
                <a:lnTo>
                  <a:pt x="858164" y="101155"/>
                </a:lnTo>
                <a:lnTo>
                  <a:pt x="881634" y="98631"/>
                </a:lnTo>
                <a:lnTo>
                  <a:pt x="905113" y="96098"/>
                </a:lnTo>
                <a:lnTo>
                  <a:pt x="928583" y="93574"/>
                </a:lnTo>
                <a:lnTo>
                  <a:pt x="952052" y="91040"/>
                </a:lnTo>
                <a:lnTo>
                  <a:pt x="975522" y="88516"/>
                </a:lnTo>
                <a:lnTo>
                  <a:pt x="999001" y="85982"/>
                </a:lnTo>
                <a:lnTo>
                  <a:pt x="1022471" y="83458"/>
                </a:lnTo>
                <a:lnTo>
                  <a:pt x="1045940" y="80924"/>
                </a:lnTo>
                <a:lnTo>
                  <a:pt x="1069410" y="78400"/>
                </a:lnTo>
                <a:lnTo>
                  <a:pt x="1092889" y="75867"/>
                </a:lnTo>
                <a:lnTo>
                  <a:pt x="1116359" y="73343"/>
                </a:lnTo>
                <a:lnTo>
                  <a:pt x="1139828" y="70809"/>
                </a:lnTo>
                <a:lnTo>
                  <a:pt x="1163298" y="68285"/>
                </a:lnTo>
                <a:lnTo>
                  <a:pt x="1186777" y="65751"/>
                </a:lnTo>
                <a:lnTo>
                  <a:pt x="1210247" y="63227"/>
                </a:lnTo>
                <a:lnTo>
                  <a:pt x="1233716" y="60693"/>
                </a:lnTo>
                <a:lnTo>
                  <a:pt x="1257186" y="58169"/>
                </a:lnTo>
                <a:lnTo>
                  <a:pt x="1280665" y="55636"/>
                </a:lnTo>
                <a:lnTo>
                  <a:pt x="1304134" y="53111"/>
                </a:lnTo>
                <a:lnTo>
                  <a:pt x="1327604" y="50578"/>
                </a:lnTo>
                <a:lnTo>
                  <a:pt x="1351074" y="48054"/>
                </a:lnTo>
                <a:lnTo>
                  <a:pt x="1374553" y="45520"/>
                </a:lnTo>
                <a:lnTo>
                  <a:pt x="1398022" y="42996"/>
                </a:lnTo>
                <a:lnTo>
                  <a:pt x="1421492" y="40462"/>
                </a:lnTo>
                <a:lnTo>
                  <a:pt x="1444962" y="37938"/>
                </a:lnTo>
                <a:lnTo>
                  <a:pt x="1468441" y="35404"/>
                </a:lnTo>
                <a:lnTo>
                  <a:pt x="1491910" y="32880"/>
                </a:lnTo>
                <a:lnTo>
                  <a:pt x="1515380" y="30347"/>
                </a:lnTo>
                <a:lnTo>
                  <a:pt x="1538849" y="27823"/>
                </a:lnTo>
                <a:lnTo>
                  <a:pt x="1562329" y="25289"/>
                </a:lnTo>
                <a:lnTo>
                  <a:pt x="1585798" y="22765"/>
                </a:lnTo>
                <a:lnTo>
                  <a:pt x="1609268" y="20231"/>
                </a:lnTo>
                <a:lnTo>
                  <a:pt x="1632737" y="17707"/>
                </a:lnTo>
                <a:lnTo>
                  <a:pt x="1656217" y="15173"/>
                </a:lnTo>
                <a:lnTo>
                  <a:pt x="1679686" y="12649"/>
                </a:lnTo>
                <a:lnTo>
                  <a:pt x="1703156" y="10116"/>
                </a:lnTo>
                <a:lnTo>
                  <a:pt x="1726625" y="7591"/>
                </a:lnTo>
                <a:lnTo>
                  <a:pt x="1750104" y="5058"/>
                </a:lnTo>
                <a:lnTo>
                  <a:pt x="1773574" y="2524"/>
                </a:lnTo>
                <a:lnTo>
                  <a:pt x="1797044" y="0"/>
                </a:lnTo>
                <a:lnTo>
                  <a:pt x="1802825" y="15354"/>
                </a:lnTo>
                <a:lnTo>
                  <a:pt x="1800549" y="38852"/>
                </a:lnTo>
                <a:lnTo>
                  <a:pt x="1798272" y="62351"/>
                </a:lnTo>
                <a:lnTo>
                  <a:pt x="1795996" y="85849"/>
                </a:lnTo>
                <a:lnTo>
                  <a:pt x="1793719" y="109347"/>
                </a:lnTo>
                <a:lnTo>
                  <a:pt x="1791443" y="132845"/>
                </a:lnTo>
                <a:lnTo>
                  <a:pt x="1789166" y="156343"/>
                </a:lnTo>
                <a:lnTo>
                  <a:pt x="1786890" y="179842"/>
                </a:lnTo>
                <a:lnTo>
                  <a:pt x="1784614" y="203340"/>
                </a:lnTo>
                <a:lnTo>
                  <a:pt x="1782337" y="226838"/>
                </a:lnTo>
                <a:lnTo>
                  <a:pt x="1780061" y="250336"/>
                </a:lnTo>
                <a:lnTo>
                  <a:pt x="1777784" y="273834"/>
                </a:lnTo>
                <a:lnTo>
                  <a:pt x="1775508" y="297332"/>
                </a:lnTo>
                <a:lnTo>
                  <a:pt x="1773231" y="320831"/>
                </a:lnTo>
                <a:lnTo>
                  <a:pt x="1770964" y="344329"/>
                </a:lnTo>
                <a:lnTo>
                  <a:pt x="1768688" y="367827"/>
                </a:lnTo>
                <a:lnTo>
                  <a:pt x="1766411" y="391325"/>
                </a:lnTo>
                <a:lnTo>
                  <a:pt x="1764135" y="414823"/>
                </a:lnTo>
                <a:lnTo>
                  <a:pt x="1761858" y="438321"/>
                </a:lnTo>
                <a:lnTo>
                  <a:pt x="1759582" y="461820"/>
                </a:lnTo>
                <a:lnTo>
                  <a:pt x="1757305" y="485318"/>
                </a:lnTo>
                <a:lnTo>
                  <a:pt x="1755029" y="508816"/>
                </a:lnTo>
                <a:lnTo>
                  <a:pt x="1752752" y="532314"/>
                </a:lnTo>
                <a:lnTo>
                  <a:pt x="1750476" y="555812"/>
                </a:lnTo>
                <a:lnTo>
                  <a:pt x="1748199" y="579311"/>
                </a:lnTo>
                <a:lnTo>
                  <a:pt x="1745923" y="602809"/>
                </a:lnTo>
                <a:lnTo>
                  <a:pt x="1743647" y="626307"/>
                </a:lnTo>
                <a:lnTo>
                  <a:pt x="1741370" y="649805"/>
                </a:lnTo>
                <a:lnTo>
                  <a:pt x="1739094" y="673303"/>
                </a:lnTo>
                <a:lnTo>
                  <a:pt x="1736817" y="696801"/>
                </a:lnTo>
                <a:lnTo>
                  <a:pt x="1734541" y="720300"/>
                </a:lnTo>
                <a:lnTo>
                  <a:pt x="1732264" y="743798"/>
                </a:lnTo>
                <a:lnTo>
                  <a:pt x="1729997" y="767296"/>
                </a:lnTo>
                <a:lnTo>
                  <a:pt x="1727721" y="790794"/>
                </a:lnTo>
                <a:lnTo>
                  <a:pt x="1725444" y="814292"/>
                </a:lnTo>
                <a:lnTo>
                  <a:pt x="1723168" y="837790"/>
                </a:lnTo>
                <a:lnTo>
                  <a:pt x="1720891" y="861289"/>
                </a:lnTo>
                <a:lnTo>
                  <a:pt x="1718615" y="884777"/>
                </a:lnTo>
                <a:lnTo>
                  <a:pt x="1716338" y="908275"/>
                </a:lnTo>
                <a:lnTo>
                  <a:pt x="1714062" y="931774"/>
                </a:lnTo>
                <a:lnTo>
                  <a:pt x="1711785" y="955272"/>
                </a:lnTo>
                <a:lnTo>
                  <a:pt x="1709509" y="978770"/>
                </a:lnTo>
                <a:lnTo>
                  <a:pt x="1707232" y="1002268"/>
                </a:lnTo>
                <a:lnTo>
                  <a:pt x="1704956" y="1025766"/>
                </a:lnTo>
                <a:lnTo>
                  <a:pt x="1702679" y="1049264"/>
                </a:lnTo>
                <a:lnTo>
                  <a:pt x="1700403" y="1072763"/>
                </a:lnTo>
                <a:lnTo>
                  <a:pt x="1698127" y="1096261"/>
                </a:lnTo>
                <a:lnTo>
                  <a:pt x="1695850" y="1119759"/>
                </a:lnTo>
                <a:lnTo>
                  <a:pt x="1672857" y="1122740"/>
                </a:lnTo>
                <a:lnTo>
                  <a:pt x="1649378" y="1125264"/>
                </a:lnTo>
                <a:lnTo>
                  <a:pt x="1625908" y="1127779"/>
                </a:lnTo>
                <a:lnTo>
                  <a:pt x="1602429" y="1130294"/>
                </a:lnTo>
                <a:lnTo>
                  <a:pt x="1578959" y="1132808"/>
                </a:lnTo>
                <a:lnTo>
                  <a:pt x="1555490" y="1135323"/>
                </a:lnTo>
                <a:lnTo>
                  <a:pt x="1532011" y="1137837"/>
                </a:lnTo>
                <a:lnTo>
                  <a:pt x="1508541" y="1140352"/>
                </a:lnTo>
                <a:lnTo>
                  <a:pt x="1485062" y="1142867"/>
                </a:lnTo>
                <a:lnTo>
                  <a:pt x="1461592" y="1145391"/>
                </a:lnTo>
                <a:lnTo>
                  <a:pt x="1438123" y="1147905"/>
                </a:lnTo>
                <a:lnTo>
                  <a:pt x="1414643" y="1150420"/>
                </a:lnTo>
                <a:lnTo>
                  <a:pt x="1391174" y="1152935"/>
                </a:lnTo>
                <a:lnTo>
                  <a:pt x="1367695" y="1155449"/>
                </a:lnTo>
                <a:lnTo>
                  <a:pt x="1344225" y="1157964"/>
                </a:lnTo>
                <a:lnTo>
                  <a:pt x="1320746" y="1160478"/>
                </a:lnTo>
                <a:lnTo>
                  <a:pt x="1297276" y="1163003"/>
                </a:lnTo>
                <a:lnTo>
                  <a:pt x="1273807" y="1165517"/>
                </a:lnTo>
                <a:lnTo>
                  <a:pt x="1250328" y="1168032"/>
                </a:lnTo>
                <a:lnTo>
                  <a:pt x="1226858" y="1170546"/>
                </a:lnTo>
                <a:lnTo>
                  <a:pt x="1203379" y="1173061"/>
                </a:lnTo>
                <a:lnTo>
                  <a:pt x="1179909" y="1175576"/>
                </a:lnTo>
                <a:lnTo>
                  <a:pt x="1156440" y="1178090"/>
                </a:lnTo>
                <a:lnTo>
                  <a:pt x="1132961" y="1180614"/>
                </a:lnTo>
                <a:lnTo>
                  <a:pt x="1109491" y="1183129"/>
                </a:lnTo>
                <a:lnTo>
                  <a:pt x="1086012" y="1185643"/>
                </a:lnTo>
                <a:lnTo>
                  <a:pt x="1062542" y="1188158"/>
                </a:lnTo>
                <a:lnTo>
                  <a:pt x="1039073" y="1190673"/>
                </a:lnTo>
                <a:lnTo>
                  <a:pt x="1015594" y="1193187"/>
                </a:lnTo>
                <a:lnTo>
                  <a:pt x="992124" y="1195702"/>
                </a:lnTo>
                <a:lnTo>
                  <a:pt x="968645" y="1198226"/>
                </a:lnTo>
                <a:lnTo>
                  <a:pt x="945175" y="1200741"/>
                </a:lnTo>
                <a:lnTo>
                  <a:pt x="921706" y="1203255"/>
                </a:lnTo>
                <a:lnTo>
                  <a:pt x="898227" y="1205770"/>
                </a:lnTo>
                <a:lnTo>
                  <a:pt x="874757" y="1208284"/>
                </a:lnTo>
                <a:lnTo>
                  <a:pt x="851278" y="1210799"/>
                </a:lnTo>
                <a:lnTo>
                  <a:pt x="827808" y="1213314"/>
                </a:lnTo>
                <a:lnTo>
                  <a:pt x="804339" y="1215838"/>
                </a:lnTo>
                <a:lnTo>
                  <a:pt x="780860" y="1218352"/>
                </a:lnTo>
                <a:lnTo>
                  <a:pt x="757390" y="1220867"/>
                </a:lnTo>
                <a:lnTo>
                  <a:pt x="733911" y="1223381"/>
                </a:lnTo>
                <a:lnTo>
                  <a:pt x="710441" y="1225896"/>
                </a:lnTo>
                <a:lnTo>
                  <a:pt x="686972" y="1228411"/>
                </a:lnTo>
                <a:lnTo>
                  <a:pt x="663492" y="1230925"/>
                </a:lnTo>
                <a:lnTo>
                  <a:pt x="640023" y="1233449"/>
                </a:lnTo>
                <a:lnTo>
                  <a:pt x="616544" y="1235964"/>
                </a:lnTo>
                <a:lnTo>
                  <a:pt x="593074" y="1238479"/>
                </a:lnTo>
                <a:lnTo>
                  <a:pt x="569605" y="1240993"/>
                </a:lnTo>
                <a:lnTo>
                  <a:pt x="546125" y="1243508"/>
                </a:lnTo>
                <a:lnTo>
                  <a:pt x="522656" y="1246022"/>
                </a:lnTo>
                <a:lnTo>
                  <a:pt x="499177" y="1248537"/>
                </a:lnTo>
                <a:lnTo>
                  <a:pt x="475707" y="1251061"/>
                </a:lnTo>
                <a:lnTo>
                  <a:pt x="452237" y="1253576"/>
                </a:lnTo>
                <a:lnTo>
                  <a:pt x="428758" y="1256090"/>
                </a:lnTo>
                <a:lnTo>
                  <a:pt x="405289" y="1258605"/>
                </a:lnTo>
                <a:lnTo>
                  <a:pt x="381810" y="1261120"/>
                </a:lnTo>
                <a:lnTo>
                  <a:pt x="358340" y="1263634"/>
                </a:lnTo>
                <a:lnTo>
                  <a:pt x="334861" y="1266149"/>
                </a:lnTo>
                <a:lnTo>
                  <a:pt x="311391" y="1268673"/>
                </a:lnTo>
                <a:lnTo>
                  <a:pt x="287922" y="1271187"/>
                </a:lnTo>
                <a:lnTo>
                  <a:pt x="264443" y="1273702"/>
                </a:lnTo>
                <a:lnTo>
                  <a:pt x="240973" y="1276217"/>
                </a:lnTo>
                <a:lnTo>
                  <a:pt x="217494" y="1278731"/>
                </a:lnTo>
                <a:lnTo>
                  <a:pt x="194024" y="1281246"/>
                </a:lnTo>
                <a:lnTo>
                  <a:pt x="170555" y="1283760"/>
                </a:lnTo>
                <a:lnTo>
                  <a:pt x="147076" y="1286285"/>
                </a:lnTo>
                <a:lnTo>
                  <a:pt x="123606" y="1288799"/>
                </a:lnTo>
                <a:lnTo>
                  <a:pt x="100127" y="1291314"/>
                </a:lnTo>
                <a:lnTo>
                  <a:pt x="76657" y="1293828"/>
                </a:lnTo>
                <a:lnTo>
                  <a:pt x="53188" y="1296343"/>
                </a:lnTo>
                <a:lnTo>
                  <a:pt x="29708" y="1298858"/>
                </a:lnTo>
                <a:lnTo>
                  <a:pt x="6239" y="1301372"/>
                </a:lnTo>
                <a:lnTo>
                  <a:pt x="0" y="1286485"/>
                </a:lnTo>
                <a:lnTo>
                  <a:pt x="2276" y="1262986"/>
                </a:lnTo>
                <a:lnTo>
                  <a:pt x="4553" y="1239488"/>
                </a:lnTo>
                <a:lnTo>
                  <a:pt x="6829" y="1215990"/>
                </a:lnTo>
                <a:lnTo>
                  <a:pt x="9115" y="1192492"/>
                </a:lnTo>
                <a:lnTo>
                  <a:pt x="11392" y="1168994"/>
                </a:lnTo>
                <a:lnTo>
                  <a:pt x="13668" y="1145496"/>
                </a:lnTo>
                <a:lnTo>
                  <a:pt x="15945" y="1121997"/>
                </a:lnTo>
                <a:lnTo>
                  <a:pt x="18221" y="1098499"/>
                </a:lnTo>
                <a:lnTo>
                  <a:pt x="20498" y="1075001"/>
                </a:lnTo>
                <a:lnTo>
                  <a:pt x="22774" y="1051503"/>
                </a:lnTo>
                <a:lnTo>
                  <a:pt x="25060" y="1028005"/>
                </a:lnTo>
                <a:lnTo>
                  <a:pt x="27337" y="1004506"/>
                </a:lnTo>
                <a:lnTo>
                  <a:pt x="29613" y="981008"/>
                </a:lnTo>
                <a:lnTo>
                  <a:pt x="31890" y="957510"/>
                </a:lnTo>
                <a:lnTo>
                  <a:pt x="34166" y="934012"/>
                </a:lnTo>
                <a:lnTo>
                  <a:pt x="36443" y="910514"/>
                </a:lnTo>
                <a:lnTo>
                  <a:pt x="38719" y="887016"/>
                </a:lnTo>
                <a:lnTo>
                  <a:pt x="41005" y="863517"/>
                </a:lnTo>
                <a:lnTo>
                  <a:pt x="43282" y="840019"/>
                </a:lnTo>
                <a:lnTo>
                  <a:pt x="45558" y="816521"/>
                </a:lnTo>
                <a:lnTo>
                  <a:pt x="47835" y="793023"/>
                </a:lnTo>
                <a:lnTo>
                  <a:pt x="50111" y="769534"/>
                </a:lnTo>
                <a:lnTo>
                  <a:pt x="52388" y="746036"/>
                </a:lnTo>
                <a:lnTo>
                  <a:pt x="54664" y="722538"/>
                </a:lnTo>
                <a:lnTo>
                  <a:pt x="56950" y="699040"/>
                </a:lnTo>
                <a:lnTo>
                  <a:pt x="59226" y="675542"/>
                </a:lnTo>
                <a:lnTo>
                  <a:pt x="61503" y="652043"/>
                </a:lnTo>
                <a:lnTo>
                  <a:pt x="63779" y="628545"/>
                </a:lnTo>
                <a:lnTo>
                  <a:pt x="66056" y="605047"/>
                </a:lnTo>
                <a:lnTo>
                  <a:pt x="68332" y="581549"/>
                </a:lnTo>
                <a:lnTo>
                  <a:pt x="70609" y="558051"/>
                </a:lnTo>
                <a:lnTo>
                  <a:pt x="72895" y="534553"/>
                </a:lnTo>
                <a:lnTo>
                  <a:pt x="75171" y="511054"/>
                </a:lnTo>
                <a:lnTo>
                  <a:pt x="77448" y="487556"/>
                </a:lnTo>
                <a:lnTo>
                  <a:pt x="79724" y="464058"/>
                </a:lnTo>
                <a:lnTo>
                  <a:pt x="82001" y="440560"/>
                </a:lnTo>
                <a:lnTo>
                  <a:pt x="84277" y="417062"/>
                </a:lnTo>
                <a:lnTo>
                  <a:pt x="86554" y="393563"/>
                </a:lnTo>
                <a:lnTo>
                  <a:pt x="88840" y="370065"/>
                </a:lnTo>
                <a:lnTo>
                  <a:pt x="91116" y="346567"/>
                </a:lnTo>
                <a:lnTo>
                  <a:pt x="93393" y="323069"/>
                </a:lnTo>
                <a:lnTo>
                  <a:pt x="95669" y="299571"/>
                </a:lnTo>
                <a:lnTo>
                  <a:pt x="97946" y="276073"/>
                </a:lnTo>
                <a:lnTo>
                  <a:pt x="100222" y="252584"/>
                </a:lnTo>
                <a:lnTo>
                  <a:pt x="102499" y="229086"/>
                </a:lnTo>
                <a:lnTo>
                  <a:pt x="104785" y="205588"/>
                </a:lnTo>
                <a:lnTo>
                  <a:pt x="107061" y="182089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96367391-2B80-4C03-8765-325A53AF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8363" y="2486773"/>
            <a:ext cx="1802730" cy="1301496"/>
          </a:xfrm>
          <a:custGeom xmlns:a="http://schemas.openxmlformats.org/drawingml/2006/main">
            <a:pathLst>
              <a:path w="1802730" h="1301496">
                <a:moveTo>
                  <a:pt x="106985" y="181175"/>
                </a:moveTo>
                <a:lnTo>
                  <a:pt x="130464" y="178660"/>
                </a:lnTo>
                <a:lnTo>
                  <a:pt x="153943" y="176146"/>
                </a:lnTo>
                <a:lnTo>
                  <a:pt x="177413" y="173631"/>
                </a:lnTo>
                <a:lnTo>
                  <a:pt x="200892" y="171107"/>
                </a:lnTo>
                <a:lnTo>
                  <a:pt x="224371" y="168593"/>
                </a:lnTo>
                <a:lnTo>
                  <a:pt x="247850" y="166078"/>
                </a:lnTo>
                <a:lnTo>
                  <a:pt x="271320" y="163563"/>
                </a:lnTo>
                <a:lnTo>
                  <a:pt x="294799" y="161049"/>
                </a:lnTo>
                <a:lnTo>
                  <a:pt x="318278" y="158525"/>
                </a:lnTo>
                <a:lnTo>
                  <a:pt x="341757" y="156010"/>
                </a:lnTo>
                <a:lnTo>
                  <a:pt x="365236" y="153495"/>
                </a:lnTo>
                <a:lnTo>
                  <a:pt x="388706" y="150981"/>
                </a:lnTo>
                <a:lnTo>
                  <a:pt x="412185" y="148466"/>
                </a:lnTo>
                <a:lnTo>
                  <a:pt x="435664" y="145952"/>
                </a:lnTo>
                <a:lnTo>
                  <a:pt x="459143" y="143427"/>
                </a:lnTo>
                <a:lnTo>
                  <a:pt x="482613" y="140913"/>
                </a:lnTo>
                <a:lnTo>
                  <a:pt x="506092" y="138398"/>
                </a:lnTo>
                <a:lnTo>
                  <a:pt x="529571" y="135884"/>
                </a:lnTo>
                <a:lnTo>
                  <a:pt x="553050" y="133369"/>
                </a:lnTo>
                <a:lnTo>
                  <a:pt x="576520" y="130845"/>
                </a:lnTo>
                <a:lnTo>
                  <a:pt x="599999" y="128330"/>
                </a:lnTo>
                <a:lnTo>
                  <a:pt x="623478" y="125816"/>
                </a:lnTo>
                <a:lnTo>
                  <a:pt x="646957" y="123301"/>
                </a:lnTo>
                <a:lnTo>
                  <a:pt x="670436" y="120787"/>
                </a:lnTo>
                <a:lnTo>
                  <a:pt x="693906" y="118272"/>
                </a:lnTo>
                <a:lnTo>
                  <a:pt x="717385" y="115748"/>
                </a:lnTo>
                <a:lnTo>
                  <a:pt x="740864" y="113233"/>
                </a:lnTo>
                <a:lnTo>
                  <a:pt x="764343" y="110719"/>
                </a:lnTo>
                <a:lnTo>
                  <a:pt x="787813" y="108204"/>
                </a:lnTo>
                <a:lnTo>
                  <a:pt x="811292" y="105689"/>
                </a:lnTo>
                <a:lnTo>
                  <a:pt x="834771" y="103165"/>
                </a:lnTo>
                <a:lnTo>
                  <a:pt x="858250" y="100651"/>
                </a:lnTo>
                <a:lnTo>
                  <a:pt x="881729" y="98136"/>
                </a:lnTo>
                <a:lnTo>
                  <a:pt x="905199" y="95621"/>
                </a:lnTo>
                <a:lnTo>
                  <a:pt x="928678" y="93107"/>
                </a:lnTo>
                <a:lnTo>
                  <a:pt x="952157" y="90592"/>
                </a:lnTo>
                <a:lnTo>
                  <a:pt x="975636" y="88068"/>
                </a:lnTo>
                <a:lnTo>
                  <a:pt x="999106" y="85554"/>
                </a:lnTo>
                <a:lnTo>
                  <a:pt x="1022585" y="83039"/>
                </a:lnTo>
                <a:lnTo>
                  <a:pt x="1046064" y="80524"/>
                </a:lnTo>
                <a:lnTo>
                  <a:pt x="1069543" y="78010"/>
                </a:lnTo>
                <a:lnTo>
                  <a:pt x="1093022" y="75486"/>
                </a:lnTo>
                <a:lnTo>
                  <a:pt x="1116492" y="72971"/>
                </a:lnTo>
                <a:lnTo>
                  <a:pt x="1139971" y="70456"/>
                </a:lnTo>
                <a:lnTo>
                  <a:pt x="1163450" y="67942"/>
                </a:lnTo>
                <a:lnTo>
                  <a:pt x="1186929" y="65427"/>
                </a:lnTo>
                <a:lnTo>
                  <a:pt x="1210399" y="62913"/>
                </a:lnTo>
                <a:lnTo>
                  <a:pt x="1233878" y="60389"/>
                </a:lnTo>
                <a:lnTo>
                  <a:pt x="1257357" y="57874"/>
                </a:lnTo>
                <a:lnTo>
                  <a:pt x="1280836" y="55359"/>
                </a:lnTo>
                <a:lnTo>
                  <a:pt x="1304315" y="52845"/>
                </a:lnTo>
                <a:lnTo>
                  <a:pt x="1327785" y="50330"/>
                </a:lnTo>
                <a:lnTo>
                  <a:pt x="1351264" y="47806"/>
                </a:lnTo>
                <a:lnTo>
                  <a:pt x="1374743" y="45291"/>
                </a:lnTo>
                <a:lnTo>
                  <a:pt x="1398222" y="42777"/>
                </a:lnTo>
                <a:lnTo>
                  <a:pt x="1421692" y="40262"/>
                </a:lnTo>
                <a:lnTo>
                  <a:pt x="1445171" y="37748"/>
                </a:lnTo>
                <a:lnTo>
                  <a:pt x="1468650" y="35233"/>
                </a:lnTo>
                <a:lnTo>
                  <a:pt x="1492129" y="32709"/>
                </a:lnTo>
                <a:lnTo>
                  <a:pt x="1515599" y="30194"/>
                </a:lnTo>
                <a:lnTo>
                  <a:pt x="1539078" y="27680"/>
                </a:lnTo>
                <a:lnTo>
                  <a:pt x="1562557" y="25165"/>
                </a:lnTo>
                <a:lnTo>
                  <a:pt x="1586036" y="22650"/>
                </a:lnTo>
                <a:lnTo>
                  <a:pt x="1609515" y="20126"/>
                </a:lnTo>
                <a:lnTo>
                  <a:pt x="1632985" y="17612"/>
                </a:lnTo>
                <a:lnTo>
                  <a:pt x="1656464" y="15097"/>
                </a:lnTo>
                <a:lnTo>
                  <a:pt x="1679943" y="12583"/>
                </a:lnTo>
                <a:lnTo>
                  <a:pt x="1703422" y="10068"/>
                </a:lnTo>
                <a:lnTo>
                  <a:pt x="1726892" y="7553"/>
                </a:lnTo>
                <a:lnTo>
                  <a:pt x="1750371" y="5029"/>
                </a:lnTo>
                <a:lnTo>
                  <a:pt x="1773850" y="2515"/>
                </a:lnTo>
                <a:lnTo>
                  <a:pt x="1797329" y="0"/>
                </a:lnTo>
                <a:lnTo>
                  <a:pt x="1802730" y="15764"/>
                </a:lnTo>
                <a:lnTo>
                  <a:pt x="1800463" y="39262"/>
                </a:lnTo>
                <a:lnTo>
                  <a:pt x="1798206" y="62770"/>
                </a:lnTo>
                <a:lnTo>
                  <a:pt x="1795948" y="86268"/>
                </a:lnTo>
                <a:lnTo>
                  <a:pt x="1793691" y="109776"/>
                </a:lnTo>
                <a:lnTo>
                  <a:pt x="1791433" y="133274"/>
                </a:lnTo>
                <a:lnTo>
                  <a:pt x="1789176" y="156782"/>
                </a:lnTo>
                <a:lnTo>
                  <a:pt x="1786919" y="180280"/>
                </a:lnTo>
                <a:lnTo>
                  <a:pt x="1784661" y="203787"/>
                </a:lnTo>
                <a:lnTo>
                  <a:pt x="1782404" y="227295"/>
                </a:lnTo>
                <a:lnTo>
                  <a:pt x="1780146" y="250793"/>
                </a:lnTo>
                <a:lnTo>
                  <a:pt x="1777879" y="274301"/>
                </a:lnTo>
                <a:lnTo>
                  <a:pt x="1775622" y="297799"/>
                </a:lnTo>
                <a:lnTo>
                  <a:pt x="1773365" y="321307"/>
                </a:lnTo>
                <a:lnTo>
                  <a:pt x="1771107" y="344805"/>
                </a:lnTo>
                <a:lnTo>
                  <a:pt x="1768850" y="368313"/>
                </a:lnTo>
                <a:lnTo>
                  <a:pt x="1766592" y="391811"/>
                </a:lnTo>
                <a:lnTo>
                  <a:pt x="1764335" y="415319"/>
                </a:lnTo>
                <a:lnTo>
                  <a:pt x="1762077" y="438817"/>
                </a:lnTo>
                <a:lnTo>
                  <a:pt x="1759820" y="462324"/>
                </a:lnTo>
                <a:lnTo>
                  <a:pt x="1757563" y="485823"/>
                </a:lnTo>
                <a:lnTo>
                  <a:pt x="1755296" y="509330"/>
                </a:lnTo>
                <a:lnTo>
                  <a:pt x="1753038" y="532829"/>
                </a:lnTo>
                <a:lnTo>
                  <a:pt x="1750781" y="556336"/>
                </a:lnTo>
                <a:lnTo>
                  <a:pt x="1748523" y="579834"/>
                </a:lnTo>
                <a:lnTo>
                  <a:pt x="1746266" y="603342"/>
                </a:lnTo>
                <a:lnTo>
                  <a:pt x="1744008" y="626850"/>
                </a:lnTo>
                <a:lnTo>
                  <a:pt x="1741751" y="650348"/>
                </a:lnTo>
                <a:lnTo>
                  <a:pt x="1739494" y="673856"/>
                </a:lnTo>
                <a:lnTo>
                  <a:pt x="1737236" y="697354"/>
                </a:lnTo>
                <a:lnTo>
                  <a:pt x="1734979" y="720862"/>
                </a:lnTo>
                <a:lnTo>
                  <a:pt x="1732712" y="744360"/>
                </a:lnTo>
                <a:lnTo>
                  <a:pt x="1730454" y="767867"/>
                </a:lnTo>
                <a:lnTo>
                  <a:pt x="1728197" y="791366"/>
                </a:lnTo>
                <a:lnTo>
                  <a:pt x="1725940" y="814873"/>
                </a:lnTo>
                <a:lnTo>
                  <a:pt x="1723682" y="838371"/>
                </a:lnTo>
                <a:lnTo>
                  <a:pt x="1721425" y="861879"/>
                </a:lnTo>
                <a:lnTo>
                  <a:pt x="1719167" y="885377"/>
                </a:lnTo>
                <a:lnTo>
                  <a:pt x="1716910" y="908885"/>
                </a:lnTo>
                <a:lnTo>
                  <a:pt x="1714652" y="932383"/>
                </a:lnTo>
                <a:lnTo>
                  <a:pt x="1712395" y="955891"/>
                </a:lnTo>
                <a:lnTo>
                  <a:pt x="1710128" y="979389"/>
                </a:lnTo>
                <a:lnTo>
                  <a:pt x="1707871" y="1002897"/>
                </a:lnTo>
                <a:lnTo>
                  <a:pt x="1705613" y="1026404"/>
                </a:lnTo>
                <a:lnTo>
                  <a:pt x="1703356" y="1049903"/>
                </a:lnTo>
                <a:lnTo>
                  <a:pt x="1701098" y="1073410"/>
                </a:lnTo>
                <a:lnTo>
                  <a:pt x="1698841" y="1096909"/>
                </a:lnTo>
                <a:lnTo>
                  <a:pt x="1695641" y="1119483"/>
                </a:lnTo>
                <a:lnTo>
                  <a:pt x="1672171" y="1122016"/>
                </a:lnTo>
                <a:lnTo>
                  <a:pt x="1648692" y="1124541"/>
                </a:lnTo>
                <a:lnTo>
                  <a:pt x="1625213" y="1127065"/>
                </a:lnTo>
                <a:lnTo>
                  <a:pt x="1601743" y="1129598"/>
                </a:lnTo>
                <a:lnTo>
                  <a:pt x="1578264" y="1132122"/>
                </a:lnTo>
                <a:lnTo>
                  <a:pt x="1554785" y="1134656"/>
                </a:lnTo>
                <a:lnTo>
                  <a:pt x="1531315" y="1137180"/>
                </a:lnTo>
                <a:lnTo>
                  <a:pt x="1507836" y="1139704"/>
                </a:lnTo>
                <a:lnTo>
                  <a:pt x="1484366" y="1142238"/>
                </a:lnTo>
                <a:lnTo>
                  <a:pt x="1460887" y="1144762"/>
                </a:lnTo>
                <a:lnTo>
                  <a:pt x="1437408" y="1147296"/>
                </a:lnTo>
                <a:lnTo>
                  <a:pt x="1413939" y="1149820"/>
                </a:lnTo>
                <a:lnTo>
                  <a:pt x="1390460" y="1152344"/>
                </a:lnTo>
                <a:lnTo>
                  <a:pt x="1366980" y="1154878"/>
                </a:lnTo>
                <a:lnTo>
                  <a:pt x="1343511" y="1157402"/>
                </a:lnTo>
                <a:lnTo>
                  <a:pt x="1320032" y="1159935"/>
                </a:lnTo>
                <a:lnTo>
                  <a:pt x="1296553" y="1162460"/>
                </a:lnTo>
                <a:lnTo>
                  <a:pt x="1273083" y="1164984"/>
                </a:lnTo>
                <a:lnTo>
                  <a:pt x="1249604" y="1167517"/>
                </a:lnTo>
                <a:lnTo>
                  <a:pt x="1226125" y="1170041"/>
                </a:lnTo>
                <a:lnTo>
                  <a:pt x="1202655" y="1172575"/>
                </a:lnTo>
                <a:lnTo>
                  <a:pt x="1179176" y="1175099"/>
                </a:lnTo>
                <a:lnTo>
                  <a:pt x="1155706" y="1177633"/>
                </a:lnTo>
                <a:lnTo>
                  <a:pt x="1132227" y="1180157"/>
                </a:lnTo>
                <a:lnTo>
                  <a:pt x="1108748" y="1182681"/>
                </a:lnTo>
                <a:lnTo>
                  <a:pt x="1085279" y="1185215"/>
                </a:lnTo>
                <a:lnTo>
                  <a:pt x="1061799" y="1187739"/>
                </a:lnTo>
                <a:lnTo>
                  <a:pt x="1038320" y="1190273"/>
                </a:lnTo>
                <a:lnTo>
                  <a:pt x="1014851" y="1192797"/>
                </a:lnTo>
                <a:lnTo>
                  <a:pt x="991372" y="1195321"/>
                </a:lnTo>
                <a:lnTo>
                  <a:pt x="967892" y="1197854"/>
                </a:lnTo>
                <a:lnTo>
                  <a:pt x="944423" y="1200379"/>
                </a:lnTo>
                <a:lnTo>
                  <a:pt x="920944" y="1202912"/>
                </a:lnTo>
                <a:lnTo>
                  <a:pt x="897465" y="1205436"/>
                </a:lnTo>
                <a:lnTo>
                  <a:pt x="873995" y="1207961"/>
                </a:lnTo>
                <a:lnTo>
                  <a:pt x="850516" y="1210494"/>
                </a:lnTo>
                <a:lnTo>
                  <a:pt x="827037" y="1213018"/>
                </a:lnTo>
                <a:lnTo>
                  <a:pt x="803567" y="1215552"/>
                </a:lnTo>
                <a:lnTo>
                  <a:pt x="780088" y="1218076"/>
                </a:lnTo>
                <a:lnTo>
                  <a:pt x="756618" y="1220600"/>
                </a:lnTo>
                <a:lnTo>
                  <a:pt x="733139" y="1223134"/>
                </a:lnTo>
                <a:lnTo>
                  <a:pt x="709660" y="1225658"/>
                </a:lnTo>
                <a:lnTo>
                  <a:pt x="686191" y="1228192"/>
                </a:lnTo>
                <a:lnTo>
                  <a:pt x="662711" y="1230716"/>
                </a:lnTo>
                <a:lnTo>
                  <a:pt x="639232" y="1233240"/>
                </a:lnTo>
                <a:lnTo>
                  <a:pt x="615763" y="1235774"/>
                </a:lnTo>
                <a:lnTo>
                  <a:pt x="592284" y="1238298"/>
                </a:lnTo>
                <a:lnTo>
                  <a:pt x="568804" y="1240831"/>
                </a:lnTo>
                <a:lnTo>
                  <a:pt x="545335" y="1243355"/>
                </a:lnTo>
                <a:lnTo>
                  <a:pt x="521856" y="1245880"/>
                </a:lnTo>
                <a:lnTo>
                  <a:pt x="498377" y="1248413"/>
                </a:lnTo>
                <a:lnTo>
                  <a:pt x="474907" y="1250937"/>
                </a:lnTo>
                <a:lnTo>
                  <a:pt x="451428" y="1253471"/>
                </a:lnTo>
                <a:lnTo>
                  <a:pt x="427949" y="1255995"/>
                </a:lnTo>
                <a:lnTo>
                  <a:pt x="404479" y="1258519"/>
                </a:lnTo>
                <a:lnTo>
                  <a:pt x="381000" y="1261053"/>
                </a:lnTo>
                <a:lnTo>
                  <a:pt x="357530" y="1263577"/>
                </a:lnTo>
                <a:lnTo>
                  <a:pt x="334051" y="1266111"/>
                </a:lnTo>
                <a:lnTo>
                  <a:pt x="310572" y="1268635"/>
                </a:lnTo>
                <a:lnTo>
                  <a:pt x="287103" y="1271159"/>
                </a:lnTo>
                <a:lnTo>
                  <a:pt x="263623" y="1273693"/>
                </a:lnTo>
                <a:lnTo>
                  <a:pt x="240144" y="1276217"/>
                </a:lnTo>
                <a:lnTo>
                  <a:pt x="216675" y="1278750"/>
                </a:lnTo>
                <a:lnTo>
                  <a:pt x="193196" y="1281274"/>
                </a:lnTo>
                <a:lnTo>
                  <a:pt x="169716" y="1283799"/>
                </a:lnTo>
                <a:lnTo>
                  <a:pt x="146247" y="1286332"/>
                </a:lnTo>
                <a:lnTo>
                  <a:pt x="122768" y="1288856"/>
                </a:lnTo>
                <a:lnTo>
                  <a:pt x="99289" y="1291390"/>
                </a:lnTo>
                <a:lnTo>
                  <a:pt x="75819" y="1293914"/>
                </a:lnTo>
                <a:lnTo>
                  <a:pt x="52340" y="1296438"/>
                </a:lnTo>
                <a:lnTo>
                  <a:pt x="28870" y="1298972"/>
                </a:lnTo>
                <a:lnTo>
                  <a:pt x="5391" y="1301496"/>
                </a:lnTo>
                <a:lnTo>
                  <a:pt x="0" y="1285742"/>
                </a:lnTo>
                <a:lnTo>
                  <a:pt x="2276" y="1262243"/>
                </a:lnTo>
                <a:lnTo>
                  <a:pt x="4553" y="1238745"/>
                </a:lnTo>
                <a:lnTo>
                  <a:pt x="6829" y="1215238"/>
                </a:lnTo>
                <a:lnTo>
                  <a:pt x="9106" y="1191739"/>
                </a:lnTo>
                <a:lnTo>
                  <a:pt x="11382" y="1168241"/>
                </a:lnTo>
                <a:lnTo>
                  <a:pt x="13659" y="1144734"/>
                </a:lnTo>
                <a:lnTo>
                  <a:pt x="15935" y="1121235"/>
                </a:lnTo>
                <a:lnTo>
                  <a:pt x="18212" y="1097737"/>
                </a:lnTo>
                <a:lnTo>
                  <a:pt x="20488" y="1074230"/>
                </a:lnTo>
                <a:lnTo>
                  <a:pt x="22765" y="1050731"/>
                </a:lnTo>
                <a:lnTo>
                  <a:pt x="25041" y="1027233"/>
                </a:lnTo>
                <a:lnTo>
                  <a:pt x="27318" y="1003725"/>
                </a:lnTo>
                <a:lnTo>
                  <a:pt x="29594" y="980227"/>
                </a:lnTo>
                <a:lnTo>
                  <a:pt x="31871" y="956729"/>
                </a:lnTo>
                <a:lnTo>
                  <a:pt x="34147" y="933221"/>
                </a:lnTo>
                <a:lnTo>
                  <a:pt x="36424" y="909723"/>
                </a:lnTo>
                <a:lnTo>
                  <a:pt x="38700" y="886216"/>
                </a:lnTo>
                <a:lnTo>
                  <a:pt x="40977" y="862717"/>
                </a:lnTo>
                <a:lnTo>
                  <a:pt x="43253" y="839219"/>
                </a:lnTo>
                <a:lnTo>
                  <a:pt x="45530" y="815711"/>
                </a:lnTo>
                <a:lnTo>
                  <a:pt x="47806" y="792213"/>
                </a:lnTo>
                <a:lnTo>
                  <a:pt x="50082" y="768715"/>
                </a:lnTo>
                <a:lnTo>
                  <a:pt x="52349" y="745207"/>
                </a:lnTo>
                <a:lnTo>
                  <a:pt x="54626" y="721709"/>
                </a:lnTo>
                <a:lnTo>
                  <a:pt x="56902" y="698211"/>
                </a:lnTo>
                <a:lnTo>
                  <a:pt x="59179" y="674703"/>
                </a:lnTo>
                <a:lnTo>
                  <a:pt x="61455" y="651205"/>
                </a:lnTo>
                <a:lnTo>
                  <a:pt x="63732" y="627707"/>
                </a:lnTo>
                <a:lnTo>
                  <a:pt x="66008" y="604199"/>
                </a:lnTo>
                <a:lnTo>
                  <a:pt x="68285" y="580701"/>
                </a:lnTo>
                <a:lnTo>
                  <a:pt x="70561" y="557203"/>
                </a:lnTo>
                <a:lnTo>
                  <a:pt x="72838" y="533695"/>
                </a:lnTo>
                <a:lnTo>
                  <a:pt x="75114" y="510197"/>
                </a:lnTo>
                <a:lnTo>
                  <a:pt x="77391" y="486699"/>
                </a:lnTo>
                <a:lnTo>
                  <a:pt x="79667" y="463191"/>
                </a:lnTo>
                <a:lnTo>
                  <a:pt x="81944" y="439693"/>
                </a:lnTo>
                <a:lnTo>
                  <a:pt x="84220" y="416195"/>
                </a:lnTo>
                <a:lnTo>
                  <a:pt x="86497" y="392687"/>
                </a:lnTo>
                <a:lnTo>
                  <a:pt x="88773" y="369189"/>
                </a:lnTo>
                <a:lnTo>
                  <a:pt x="91049" y="345691"/>
                </a:lnTo>
                <a:lnTo>
                  <a:pt x="93326" y="322183"/>
                </a:lnTo>
                <a:lnTo>
                  <a:pt x="95602" y="298685"/>
                </a:lnTo>
                <a:lnTo>
                  <a:pt x="97879" y="275177"/>
                </a:lnTo>
                <a:lnTo>
                  <a:pt x="100155" y="251679"/>
                </a:lnTo>
                <a:lnTo>
                  <a:pt x="102432" y="228181"/>
                </a:lnTo>
                <a:lnTo>
                  <a:pt x="104708" y="204673"/>
                </a:lnTo>
                <a:lnTo>
                  <a:pt x="106985" y="181175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2990C162-AB43-4188-83FC-34C21212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3896" y="1800039"/>
            <a:ext cx="1802730" cy="1301496"/>
          </a:xfrm>
          <a:custGeom xmlns:a="http://schemas.openxmlformats.org/drawingml/2006/main">
            <a:pathLst>
              <a:path w="1802730" h="1301496">
                <a:moveTo>
                  <a:pt x="106985" y="181175"/>
                </a:moveTo>
                <a:lnTo>
                  <a:pt x="130464" y="178660"/>
                </a:lnTo>
                <a:lnTo>
                  <a:pt x="153934" y="176146"/>
                </a:lnTo>
                <a:lnTo>
                  <a:pt x="177413" y="173631"/>
                </a:lnTo>
                <a:lnTo>
                  <a:pt x="200892" y="171107"/>
                </a:lnTo>
                <a:lnTo>
                  <a:pt x="224371" y="168593"/>
                </a:lnTo>
                <a:lnTo>
                  <a:pt x="247850" y="166078"/>
                </a:lnTo>
                <a:lnTo>
                  <a:pt x="271320" y="163563"/>
                </a:lnTo>
                <a:lnTo>
                  <a:pt x="294799" y="161049"/>
                </a:lnTo>
                <a:lnTo>
                  <a:pt x="318278" y="158525"/>
                </a:lnTo>
                <a:lnTo>
                  <a:pt x="341757" y="156010"/>
                </a:lnTo>
                <a:lnTo>
                  <a:pt x="365227" y="153495"/>
                </a:lnTo>
                <a:lnTo>
                  <a:pt x="388706" y="150981"/>
                </a:lnTo>
                <a:lnTo>
                  <a:pt x="412185" y="148466"/>
                </a:lnTo>
                <a:lnTo>
                  <a:pt x="435664" y="145952"/>
                </a:lnTo>
                <a:lnTo>
                  <a:pt x="459143" y="143427"/>
                </a:lnTo>
                <a:lnTo>
                  <a:pt x="482613" y="140913"/>
                </a:lnTo>
                <a:lnTo>
                  <a:pt x="506092" y="138398"/>
                </a:lnTo>
                <a:lnTo>
                  <a:pt x="529571" y="135884"/>
                </a:lnTo>
                <a:lnTo>
                  <a:pt x="553050" y="133369"/>
                </a:lnTo>
                <a:lnTo>
                  <a:pt x="576520" y="130845"/>
                </a:lnTo>
                <a:lnTo>
                  <a:pt x="599999" y="128330"/>
                </a:lnTo>
                <a:lnTo>
                  <a:pt x="623478" y="125816"/>
                </a:lnTo>
                <a:lnTo>
                  <a:pt x="646957" y="123301"/>
                </a:lnTo>
                <a:lnTo>
                  <a:pt x="670436" y="120787"/>
                </a:lnTo>
                <a:lnTo>
                  <a:pt x="693906" y="118272"/>
                </a:lnTo>
                <a:lnTo>
                  <a:pt x="717385" y="115748"/>
                </a:lnTo>
                <a:lnTo>
                  <a:pt x="740864" y="113233"/>
                </a:lnTo>
                <a:lnTo>
                  <a:pt x="764343" y="110719"/>
                </a:lnTo>
                <a:lnTo>
                  <a:pt x="787813" y="108204"/>
                </a:lnTo>
                <a:lnTo>
                  <a:pt x="811292" y="105689"/>
                </a:lnTo>
                <a:lnTo>
                  <a:pt x="834771" y="103165"/>
                </a:lnTo>
                <a:lnTo>
                  <a:pt x="858250" y="100651"/>
                </a:lnTo>
                <a:lnTo>
                  <a:pt x="881729" y="98136"/>
                </a:lnTo>
                <a:lnTo>
                  <a:pt x="905199" y="95621"/>
                </a:lnTo>
                <a:lnTo>
                  <a:pt x="928678" y="93107"/>
                </a:lnTo>
                <a:lnTo>
                  <a:pt x="952157" y="90592"/>
                </a:lnTo>
                <a:lnTo>
                  <a:pt x="975636" y="88068"/>
                </a:lnTo>
                <a:lnTo>
                  <a:pt x="999106" y="85554"/>
                </a:lnTo>
                <a:lnTo>
                  <a:pt x="1022585" y="83039"/>
                </a:lnTo>
                <a:lnTo>
                  <a:pt x="1046064" y="80524"/>
                </a:lnTo>
                <a:lnTo>
                  <a:pt x="1069543" y="78010"/>
                </a:lnTo>
                <a:lnTo>
                  <a:pt x="1093022" y="75486"/>
                </a:lnTo>
                <a:lnTo>
                  <a:pt x="1116492" y="72971"/>
                </a:lnTo>
                <a:lnTo>
                  <a:pt x="1139971" y="70456"/>
                </a:lnTo>
                <a:lnTo>
                  <a:pt x="1163450" y="67942"/>
                </a:lnTo>
                <a:lnTo>
                  <a:pt x="1186929" y="65427"/>
                </a:lnTo>
                <a:lnTo>
                  <a:pt x="1210399" y="62913"/>
                </a:lnTo>
                <a:lnTo>
                  <a:pt x="1233878" y="60389"/>
                </a:lnTo>
                <a:lnTo>
                  <a:pt x="1257357" y="57874"/>
                </a:lnTo>
                <a:lnTo>
                  <a:pt x="1280836" y="55359"/>
                </a:lnTo>
                <a:lnTo>
                  <a:pt x="1304315" y="52845"/>
                </a:lnTo>
                <a:lnTo>
                  <a:pt x="1327785" y="50330"/>
                </a:lnTo>
                <a:lnTo>
                  <a:pt x="1351264" y="47806"/>
                </a:lnTo>
                <a:lnTo>
                  <a:pt x="1374743" y="45291"/>
                </a:lnTo>
                <a:lnTo>
                  <a:pt x="1398222" y="42777"/>
                </a:lnTo>
                <a:lnTo>
                  <a:pt x="1421692" y="40262"/>
                </a:lnTo>
                <a:lnTo>
                  <a:pt x="1445171" y="37748"/>
                </a:lnTo>
                <a:lnTo>
                  <a:pt x="1468650" y="35233"/>
                </a:lnTo>
                <a:lnTo>
                  <a:pt x="1492129" y="32709"/>
                </a:lnTo>
                <a:lnTo>
                  <a:pt x="1515599" y="30194"/>
                </a:lnTo>
                <a:lnTo>
                  <a:pt x="1539078" y="27680"/>
                </a:lnTo>
                <a:lnTo>
                  <a:pt x="1562557" y="25165"/>
                </a:lnTo>
                <a:lnTo>
                  <a:pt x="1586036" y="22650"/>
                </a:lnTo>
                <a:lnTo>
                  <a:pt x="1609515" y="20126"/>
                </a:lnTo>
                <a:lnTo>
                  <a:pt x="1632985" y="17612"/>
                </a:lnTo>
                <a:lnTo>
                  <a:pt x="1656464" y="15097"/>
                </a:lnTo>
                <a:lnTo>
                  <a:pt x="1679943" y="12583"/>
                </a:lnTo>
                <a:lnTo>
                  <a:pt x="1703422" y="10068"/>
                </a:lnTo>
                <a:lnTo>
                  <a:pt x="1726892" y="7553"/>
                </a:lnTo>
                <a:lnTo>
                  <a:pt x="1750371" y="5029"/>
                </a:lnTo>
                <a:lnTo>
                  <a:pt x="1773850" y="2515"/>
                </a:lnTo>
                <a:lnTo>
                  <a:pt x="1797329" y="0"/>
                </a:lnTo>
                <a:lnTo>
                  <a:pt x="1802730" y="15764"/>
                </a:lnTo>
                <a:lnTo>
                  <a:pt x="1800463" y="39262"/>
                </a:lnTo>
                <a:lnTo>
                  <a:pt x="1798206" y="62770"/>
                </a:lnTo>
                <a:lnTo>
                  <a:pt x="1795948" y="86268"/>
                </a:lnTo>
                <a:lnTo>
                  <a:pt x="1793691" y="109776"/>
                </a:lnTo>
                <a:lnTo>
                  <a:pt x="1791433" y="133274"/>
                </a:lnTo>
                <a:lnTo>
                  <a:pt x="1789176" y="156782"/>
                </a:lnTo>
                <a:lnTo>
                  <a:pt x="1786919" y="180289"/>
                </a:lnTo>
                <a:lnTo>
                  <a:pt x="1784661" y="203787"/>
                </a:lnTo>
                <a:lnTo>
                  <a:pt x="1782404" y="227295"/>
                </a:lnTo>
                <a:lnTo>
                  <a:pt x="1780146" y="250793"/>
                </a:lnTo>
                <a:lnTo>
                  <a:pt x="1777879" y="274301"/>
                </a:lnTo>
                <a:lnTo>
                  <a:pt x="1775622" y="297799"/>
                </a:lnTo>
                <a:lnTo>
                  <a:pt x="1773365" y="321307"/>
                </a:lnTo>
                <a:lnTo>
                  <a:pt x="1771107" y="344805"/>
                </a:lnTo>
                <a:lnTo>
                  <a:pt x="1768850" y="368313"/>
                </a:lnTo>
                <a:lnTo>
                  <a:pt x="1766592" y="391811"/>
                </a:lnTo>
                <a:lnTo>
                  <a:pt x="1764335" y="415319"/>
                </a:lnTo>
                <a:lnTo>
                  <a:pt x="1762077" y="438817"/>
                </a:lnTo>
                <a:lnTo>
                  <a:pt x="1759820" y="462324"/>
                </a:lnTo>
                <a:lnTo>
                  <a:pt x="1757563" y="485823"/>
                </a:lnTo>
                <a:lnTo>
                  <a:pt x="1755296" y="509330"/>
                </a:lnTo>
                <a:lnTo>
                  <a:pt x="1753038" y="532829"/>
                </a:lnTo>
                <a:lnTo>
                  <a:pt x="1750781" y="556336"/>
                </a:lnTo>
                <a:lnTo>
                  <a:pt x="1748523" y="579834"/>
                </a:lnTo>
                <a:lnTo>
                  <a:pt x="1746266" y="603342"/>
                </a:lnTo>
                <a:lnTo>
                  <a:pt x="1744008" y="626850"/>
                </a:lnTo>
                <a:lnTo>
                  <a:pt x="1741751" y="650348"/>
                </a:lnTo>
                <a:lnTo>
                  <a:pt x="1739494" y="673856"/>
                </a:lnTo>
                <a:lnTo>
                  <a:pt x="1737236" y="697354"/>
                </a:lnTo>
                <a:lnTo>
                  <a:pt x="1734979" y="720862"/>
                </a:lnTo>
                <a:lnTo>
                  <a:pt x="1732712" y="744360"/>
                </a:lnTo>
                <a:lnTo>
                  <a:pt x="1730454" y="767867"/>
                </a:lnTo>
                <a:lnTo>
                  <a:pt x="1728197" y="791366"/>
                </a:lnTo>
                <a:lnTo>
                  <a:pt x="1725940" y="814873"/>
                </a:lnTo>
                <a:lnTo>
                  <a:pt x="1723682" y="838371"/>
                </a:lnTo>
                <a:lnTo>
                  <a:pt x="1721425" y="861879"/>
                </a:lnTo>
                <a:lnTo>
                  <a:pt x="1719167" y="885377"/>
                </a:lnTo>
                <a:lnTo>
                  <a:pt x="1716910" y="908885"/>
                </a:lnTo>
                <a:lnTo>
                  <a:pt x="1714652" y="932383"/>
                </a:lnTo>
                <a:lnTo>
                  <a:pt x="1712395" y="955891"/>
                </a:lnTo>
                <a:lnTo>
                  <a:pt x="1710128" y="979389"/>
                </a:lnTo>
                <a:lnTo>
                  <a:pt x="1707871" y="1002897"/>
                </a:lnTo>
                <a:lnTo>
                  <a:pt x="1705613" y="1026404"/>
                </a:lnTo>
                <a:lnTo>
                  <a:pt x="1703356" y="1049903"/>
                </a:lnTo>
                <a:lnTo>
                  <a:pt x="1701098" y="1073410"/>
                </a:lnTo>
                <a:lnTo>
                  <a:pt x="1698841" y="1096909"/>
                </a:lnTo>
                <a:lnTo>
                  <a:pt x="1695641" y="1119483"/>
                </a:lnTo>
                <a:lnTo>
                  <a:pt x="1672171" y="1122016"/>
                </a:lnTo>
                <a:lnTo>
                  <a:pt x="1648692" y="1124541"/>
                </a:lnTo>
                <a:lnTo>
                  <a:pt x="1625213" y="1127065"/>
                </a:lnTo>
                <a:lnTo>
                  <a:pt x="1601743" y="1129598"/>
                </a:lnTo>
                <a:lnTo>
                  <a:pt x="1578264" y="1132122"/>
                </a:lnTo>
                <a:lnTo>
                  <a:pt x="1554785" y="1134656"/>
                </a:lnTo>
                <a:lnTo>
                  <a:pt x="1531315" y="1137180"/>
                </a:lnTo>
                <a:lnTo>
                  <a:pt x="1507836" y="1139704"/>
                </a:lnTo>
                <a:lnTo>
                  <a:pt x="1484366" y="1142238"/>
                </a:lnTo>
                <a:lnTo>
                  <a:pt x="1460887" y="1144762"/>
                </a:lnTo>
                <a:lnTo>
                  <a:pt x="1437408" y="1147296"/>
                </a:lnTo>
                <a:lnTo>
                  <a:pt x="1413939" y="1149820"/>
                </a:lnTo>
                <a:lnTo>
                  <a:pt x="1390460" y="1152354"/>
                </a:lnTo>
                <a:lnTo>
                  <a:pt x="1366980" y="1154878"/>
                </a:lnTo>
                <a:lnTo>
                  <a:pt x="1343511" y="1157402"/>
                </a:lnTo>
                <a:lnTo>
                  <a:pt x="1320032" y="1159935"/>
                </a:lnTo>
                <a:lnTo>
                  <a:pt x="1296553" y="1162460"/>
                </a:lnTo>
                <a:lnTo>
                  <a:pt x="1273083" y="1164993"/>
                </a:lnTo>
                <a:lnTo>
                  <a:pt x="1249604" y="1167517"/>
                </a:lnTo>
                <a:lnTo>
                  <a:pt x="1226125" y="1170041"/>
                </a:lnTo>
                <a:lnTo>
                  <a:pt x="1202655" y="1172575"/>
                </a:lnTo>
                <a:lnTo>
                  <a:pt x="1179176" y="1175099"/>
                </a:lnTo>
                <a:lnTo>
                  <a:pt x="1155697" y="1177633"/>
                </a:lnTo>
                <a:lnTo>
                  <a:pt x="1132227" y="1180157"/>
                </a:lnTo>
                <a:lnTo>
                  <a:pt x="1108748" y="1182681"/>
                </a:lnTo>
                <a:lnTo>
                  <a:pt x="1085279" y="1185215"/>
                </a:lnTo>
                <a:lnTo>
                  <a:pt x="1061799" y="1187739"/>
                </a:lnTo>
                <a:lnTo>
                  <a:pt x="1038320" y="1190273"/>
                </a:lnTo>
                <a:lnTo>
                  <a:pt x="1014851" y="1192797"/>
                </a:lnTo>
                <a:lnTo>
                  <a:pt x="991372" y="1195321"/>
                </a:lnTo>
                <a:lnTo>
                  <a:pt x="967892" y="1197854"/>
                </a:lnTo>
                <a:lnTo>
                  <a:pt x="944423" y="1200379"/>
                </a:lnTo>
                <a:lnTo>
                  <a:pt x="920944" y="1202912"/>
                </a:lnTo>
                <a:lnTo>
                  <a:pt x="897465" y="1205436"/>
                </a:lnTo>
                <a:lnTo>
                  <a:pt x="873995" y="1207961"/>
                </a:lnTo>
                <a:lnTo>
                  <a:pt x="850516" y="1210494"/>
                </a:lnTo>
                <a:lnTo>
                  <a:pt x="827037" y="1213018"/>
                </a:lnTo>
                <a:lnTo>
                  <a:pt x="803567" y="1215552"/>
                </a:lnTo>
                <a:lnTo>
                  <a:pt x="780088" y="1218076"/>
                </a:lnTo>
                <a:lnTo>
                  <a:pt x="756618" y="1220600"/>
                </a:lnTo>
                <a:lnTo>
                  <a:pt x="733139" y="1223134"/>
                </a:lnTo>
                <a:lnTo>
                  <a:pt x="709660" y="1225658"/>
                </a:lnTo>
                <a:lnTo>
                  <a:pt x="686191" y="1228192"/>
                </a:lnTo>
                <a:lnTo>
                  <a:pt x="662711" y="1230716"/>
                </a:lnTo>
                <a:lnTo>
                  <a:pt x="639232" y="1233240"/>
                </a:lnTo>
                <a:lnTo>
                  <a:pt x="615763" y="1235774"/>
                </a:lnTo>
                <a:lnTo>
                  <a:pt x="592284" y="1238298"/>
                </a:lnTo>
                <a:lnTo>
                  <a:pt x="568804" y="1240831"/>
                </a:lnTo>
                <a:lnTo>
                  <a:pt x="545335" y="1243355"/>
                </a:lnTo>
                <a:lnTo>
                  <a:pt x="521856" y="1245880"/>
                </a:lnTo>
                <a:lnTo>
                  <a:pt x="498377" y="1248413"/>
                </a:lnTo>
                <a:lnTo>
                  <a:pt x="474907" y="1250937"/>
                </a:lnTo>
                <a:lnTo>
                  <a:pt x="451428" y="1253471"/>
                </a:lnTo>
                <a:lnTo>
                  <a:pt x="427958" y="1255995"/>
                </a:lnTo>
                <a:lnTo>
                  <a:pt x="404479" y="1258519"/>
                </a:lnTo>
                <a:lnTo>
                  <a:pt x="381000" y="1261053"/>
                </a:lnTo>
                <a:lnTo>
                  <a:pt x="357530" y="1263577"/>
                </a:lnTo>
                <a:lnTo>
                  <a:pt x="334051" y="1266111"/>
                </a:lnTo>
                <a:lnTo>
                  <a:pt x="310572" y="1268635"/>
                </a:lnTo>
                <a:lnTo>
                  <a:pt x="287103" y="1271159"/>
                </a:lnTo>
                <a:lnTo>
                  <a:pt x="263623" y="1273693"/>
                </a:lnTo>
                <a:lnTo>
                  <a:pt x="240144" y="1276217"/>
                </a:lnTo>
                <a:lnTo>
                  <a:pt x="216675" y="1278750"/>
                </a:lnTo>
                <a:lnTo>
                  <a:pt x="193196" y="1281274"/>
                </a:lnTo>
                <a:lnTo>
                  <a:pt x="169716" y="1283799"/>
                </a:lnTo>
                <a:lnTo>
                  <a:pt x="146247" y="1286332"/>
                </a:lnTo>
                <a:lnTo>
                  <a:pt x="122768" y="1288856"/>
                </a:lnTo>
                <a:lnTo>
                  <a:pt x="99289" y="1291390"/>
                </a:lnTo>
                <a:lnTo>
                  <a:pt x="75819" y="1293914"/>
                </a:lnTo>
                <a:lnTo>
                  <a:pt x="52340" y="1296438"/>
                </a:lnTo>
                <a:lnTo>
                  <a:pt x="28870" y="1298972"/>
                </a:lnTo>
                <a:lnTo>
                  <a:pt x="5391" y="1301496"/>
                </a:lnTo>
                <a:lnTo>
                  <a:pt x="0" y="1285742"/>
                </a:lnTo>
                <a:lnTo>
                  <a:pt x="2276" y="1262243"/>
                </a:lnTo>
                <a:lnTo>
                  <a:pt x="4553" y="1238745"/>
                </a:lnTo>
                <a:lnTo>
                  <a:pt x="6829" y="1215238"/>
                </a:lnTo>
                <a:lnTo>
                  <a:pt x="9106" y="1191739"/>
                </a:lnTo>
                <a:lnTo>
                  <a:pt x="11382" y="1168241"/>
                </a:lnTo>
                <a:lnTo>
                  <a:pt x="13659" y="1144734"/>
                </a:lnTo>
                <a:lnTo>
                  <a:pt x="15935" y="1121235"/>
                </a:lnTo>
                <a:lnTo>
                  <a:pt x="18212" y="1097737"/>
                </a:lnTo>
                <a:lnTo>
                  <a:pt x="20488" y="1074230"/>
                </a:lnTo>
                <a:lnTo>
                  <a:pt x="22765" y="1050731"/>
                </a:lnTo>
                <a:lnTo>
                  <a:pt x="25041" y="1027233"/>
                </a:lnTo>
                <a:lnTo>
                  <a:pt x="27318" y="1003725"/>
                </a:lnTo>
                <a:lnTo>
                  <a:pt x="29594" y="980227"/>
                </a:lnTo>
                <a:lnTo>
                  <a:pt x="31871" y="956729"/>
                </a:lnTo>
                <a:lnTo>
                  <a:pt x="34147" y="933221"/>
                </a:lnTo>
                <a:lnTo>
                  <a:pt x="36424" y="909723"/>
                </a:lnTo>
                <a:lnTo>
                  <a:pt x="38700" y="886225"/>
                </a:lnTo>
                <a:lnTo>
                  <a:pt x="40977" y="862717"/>
                </a:lnTo>
                <a:lnTo>
                  <a:pt x="43253" y="839219"/>
                </a:lnTo>
                <a:lnTo>
                  <a:pt x="45530" y="815721"/>
                </a:lnTo>
                <a:lnTo>
                  <a:pt x="47806" y="792213"/>
                </a:lnTo>
                <a:lnTo>
                  <a:pt x="50073" y="768715"/>
                </a:lnTo>
                <a:lnTo>
                  <a:pt x="52349" y="745207"/>
                </a:lnTo>
                <a:lnTo>
                  <a:pt x="54626" y="721709"/>
                </a:lnTo>
                <a:lnTo>
                  <a:pt x="56902" y="698211"/>
                </a:lnTo>
                <a:lnTo>
                  <a:pt x="59179" y="674703"/>
                </a:lnTo>
                <a:lnTo>
                  <a:pt x="61455" y="651205"/>
                </a:lnTo>
                <a:lnTo>
                  <a:pt x="63732" y="627707"/>
                </a:lnTo>
                <a:lnTo>
                  <a:pt x="66008" y="604199"/>
                </a:lnTo>
                <a:lnTo>
                  <a:pt x="68285" y="580701"/>
                </a:lnTo>
                <a:lnTo>
                  <a:pt x="70561" y="557203"/>
                </a:lnTo>
                <a:lnTo>
                  <a:pt x="72838" y="533695"/>
                </a:lnTo>
                <a:lnTo>
                  <a:pt x="75114" y="510197"/>
                </a:lnTo>
                <a:lnTo>
                  <a:pt x="77391" y="486699"/>
                </a:lnTo>
                <a:lnTo>
                  <a:pt x="79667" y="463191"/>
                </a:lnTo>
                <a:lnTo>
                  <a:pt x="81944" y="439693"/>
                </a:lnTo>
                <a:lnTo>
                  <a:pt x="84220" y="416195"/>
                </a:lnTo>
                <a:lnTo>
                  <a:pt x="86497" y="392687"/>
                </a:lnTo>
                <a:lnTo>
                  <a:pt x="88773" y="369189"/>
                </a:lnTo>
                <a:lnTo>
                  <a:pt x="91049" y="345691"/>
                </a:lnTo>
                <a:lnTo>
                  <a:pt x="93326" y="322183"/>
                </a:lnTo>
                <a:lnTo>
                  <a:pt x="95602" y="298685"/>
                </a:lnTo>
                <a:lnTo>
                  <a:pt x="97879" y="275177"/>
                </a:lnTo>
                <a:lnTo>
                  <a:pt x="100155" y="251679"/>
                </a:lnTo>
                <a:lnTo>
                  <a:pt x="102432" y="228181"/>
                </a:lnTo>
                <a:lnTo>
                  <a:pt x="104708" y="204673"/>
                </a:lnTo>
                <a:lnTo>
                  <a:pt x="106985" y="181175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298DBEA8-1C52-4E2A-9BAE-3AED8BC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0362" y="1113392"/>
            <a:ext cx="1802825" cy="1301391"/>
          </a:xfrm>
          <a:custGeom xmlns:a="http://schemas.openxmlformats.org/drawingml/2006/main">
            <a:pathLst>
              <a:path w="1802825" h="1301391">
                <a:moveTo>
                  <a:pt x="106051" y="181080"/>
                </a:moveTo>
                <a:lnTo>
                  <a:pt x="129530" y="178565"/>
                </a:lnTo>
                <a:lnTo>
                  <a:pt x="153010" y="176041"/>
                </a:lnTo>
                <a:lnTo>
                  <a:pt x="176489" y="173526"/>
                </a:lnTo>
                <a:lnTo>
                  <a:pt x="199968" y="171012"/>
                </a:lnTo>
                <a:lnTo>
                  <a:pt x="223437" y="168497"/>
                </a:lnTo>
                <a:lnTo>
                  <a:pt x="246917" y="165983"/>
                </a:lnTo>
                <a:lnTo>
                  <a:pt x="270396" y="163468"/>
                </a:lnTo>
                <a:lnTo>
                  <a:pt x="293875" y="160953"/>
                </a:lnTo>
                <a:lnTo>
                  <a:pt x="317354" y="158439"/>
                </a:lnTo>
                <a:lnTo>
                  <a:pt x="340824" y="155924"/>
                </a:lnTo>
                <a:lnTo>
                  <a:pt x="364303" y="153410"/>
                </a:lnTo>
                <a:lnTo>
                  <a:pt x="387782" y="150895"/>
                </a:lnTo>
                <a:lnTo>
                  <a:pt x="411261" y="148380"/>
                </a:lnTo>
                <a:lnTo>
                  <a:pt x="434731" y="145866"/>
                </a:lnTo>
                <a:lnTo>
                  <a:pt x="458210" y="143351"/>
                </a:lnTo>
                <a:lnTo>
                  <a:pt x="481689" y="140837"/>
                </a:lnTo>
                <a:lnTo>
                  <a:pt x="505168" y="138322"/>
                </a:lnTo>
                <a:lnTo>
                  <a:pt x="528647" y="135807"/>
                </a:lnTo>
                <a:lnTo>
                  <a:pt x="552117" y="133293"/>
                </a:lnTo>
                <a:lnTo>
                  <a:pt x="575596" y="130778"/>
                </a:lnTo>
                <a:lnTo>
                  <a:pt x="599075" y="128264"/>
                </a:lnTo>
                <a:lnTo>
                  <a:pt x="622554" y="125749"/>
                </a:lnTo>
                <a:lnTo>
                  <a:pt x="646033" y="123234"/>
                </a:lnTo>
                <a:lnTo>
                  <a:pt x="669503" y="120720"/>
                </a:lnTo>
                <a:lnTo>
                  <a:pt x="692982" y="118205"/>
                </a:lnTo>
                <a:lnTo>
                  <a:pt x="716461" y="115691"/>
                </a:lnTo>
                <a:lnTo>
                  <a:pt x="739940" y="113176"/>
                </a:lnTo>
                <a:lnTo>
                  <a:pt x="763419" y="110661"/>
                </a:lnTo>
                <a:lnTo>
                  <a:pt x="786889" y="108147"/>
                </a:lnTo>
                <a:lnTo>
                  <a:pt x="810368" y="105623"/>
                </a:lnTo>
                <a:lnTo>
                  <a:pt x="833847" y="103108"/>
                </a:lnTo>
                <a:lnTo>
                  <a:pt x="857326" y="100594"/>
                </a:lnTo>
                <a:lnTo>
                  <a:pt x="880796" y="98079"/>
                </a:lnTo>
                <a:lnTo>
                  <a:pt x="904275" y="95564"/>
                </a:lnTo>
                <a:lnTo>
                  <a:pt x="927754" y="93050"/>
                </a:lnTo>
                <a:lnTo>
                  <a:pt x="951233" y="90535"/>
                </a:lnTo>
                <a:lnTo>
                  <a:pt x="974712" y="88021"/>
                </a:lnTo>
                <a:lnTo>
                  <a:pt x="998182" y="85506"/>
                </a:lnTo>
                <a:lnTo>
                  <a:pt x="1021661" y="82991"/>
                </a:lnTo>
                <a:lnTo>
                  <a:pt x="1045140" y="80477"/>
                </a:lnTo>
                <a:lnTo>
                  <a:pt x="1068619" y="77962"/>
                </a:lnTo>
                <a:lnTo>
                  <a:pt x="1092098" y="75448"/>
                </a:lnTo>
                <a:lnTo>
                  <a:pt x="1115568" y="72933"/>
                </a:lnTo>
                <a:lnTo>
                  <a:pt x="1139047" y="70418"/>
                </a:lnTo>
                <a:lnTo>
                  <a:pt x="1162526" y="67904"/>
                </a:lnTo>
                <a:lnTo>
                  <a:pt x="1186005" y="65389"/>
                </a:lnTo>
                <a:lnTo>
                  <a:pt x="1209485" y="62875"/>
                </a:lnTo>
                <a:lnTo>
                  <a:pt x="1232954" y="60360"/>
                </a:lnTo>
                <a:lnTo>
                  <a:pt x="1256433" y="57845"/>
                </a:lnTo>
                <a:lnTo>
                  <a:pt x="1279912" y="55331"/>
                </a:lnTo>
                <a:lnTo>
                  <a:pt x="1303391" y="52816"/>
                </a:lnTo>
                <a:lnTo>
                  <a:pt x="1326871" y="50302"/>
                </a:lnTo>
                <a:lnTo>
                  <a:pt x="1350340" y="47787"/>
                </a:lnTo>
                <a:lnTo>
                  <a:pt x="1373819" y="45272"/>
                </a:lnTo>
                <a:lnTo>
                  <a:pt x="1397298" y="42758"/>
                </a:lnTo>
                <a:lnTo>
                  <a:pt x="1420778" y="40243"/>
                </a:lnTo>
                <a:lnTo>
                  <a:pt x="1444257" y="37729"/>
                </a:lnTo>
                <a:lnTo>
                  <a:pt x="1467726" y="35204"/>
                </a:lnTo>
                <a:lnTo>
                  <a:pt x="1491205" y="32690"/>
                </a:lnTo>
                <a:lnTo>
                  <a:pt x="1514685" y="30175"/>
                </a:lnTo>
                <a:lnTo>
                  <a:pt x="1538164" y="27661"/>
                </a:lnTo>
                <a:lnTo>
                  <a:pt x="1561633" y="25146"/>
                </a:lnTo>
                <a:lnTo>
                  <a:pt x="1585112" y="22631"/>
                </a:lnTo>
                <a:lnTo>
                  <a:pt x="1608592" y="20117"/>
                </a:lnTo>
                <a:lnTo>
                  <a:pt x="1632071" y="17602"/>
                </a:lnTo>
                <a:lnTo>
                  <a:pt x="1655550" y="15088"/>
                </a:lnTo>
                <a:lnTo>
                  <a:pt x="1679019" y="12573"/>
                </a:lnTo>
                <a:lnTo>
                  <a:pt x="1702499" y="10058"/>
                </a:lnTo>
                <a:lnTo>
                  <a:pt x="1725978" y="7544"/>
                </a:lnTo>
                <a:lnTo>
                  <a:pt x="1749457" y="5029"/>
                </a:lnTo>
                <a:lnTo>
                  <a:pt x="1772936" y="2515"/>
                </a:lnTo>
                <a:lnTo>
                  <a:pt x="1796405" y="0"/>
                </a:lnTo>
                <a:lnTo>
                  <a:pt x="1802825" y="14716"/>
                </a:lnTo>
                <a:lnTo>
                  <a:pt x="1800549" y="38224"/>
                </a:lnTo>
                <a:lnTo>
                  <a:pt x="1798272" y="61722"/>
                </a:lnTo>
                <a:lnTo>
                  <a:pt x="1795996" y="85220"/>
                </a:lnTo>
                <a:lnTo>
                  <a:pt x="1793710" y="108728"/>
                </a:lnTo>
                <a:lnTo>
                  <a:pt x="1791433" y="132226"/>
                </a:lnTo>
                <a:lnTo>
                  <a:pt x="1789157" y="155724"/>
                </a:lnTo>
                <a:lnTo>
                  <a:pt x="1786880" y="179222"/>
                </a:lnTo>
                <a:lnTo>
                  <a:pt x="1784604" y="202730"/>
                </a:lnTo>
                <a:lnTo>
                  <a:pt x="1782318" y="226228"/>
                </a:lnTo>
                <a:lnTo>
                  <a:pt x="1780042" y="249726"/>
                </a:lnTo>
                <a:lnTo>
                  <a:pt x="1777765" y="273234"/>
                </a:lnTo>
                <a:lnTo>
                  <a:pt x="1775489" y="296732"/>
                </a:lnTo>
                <a:lnTo>
                  <a:pt x="1773212" y="320231"/>
                </a:lnTo>
                <a:lnTo>
                  <a:pt x="1770936" y="343738"/>
                </a:lnTo>
                <a:lnTo>
                  <a:pt x="1768650" y="367236"/>
                </a:lnTo>
                <a:lnTo>
                  <a:pt x="1766373" y="390735"/>
                </a:lnTo>
                <a:lnTo>
                  <a:pt x="1764097" y="414242"/>
                </a:lnTo>
                <a:lnTo>
                  <a:pt x="1761820" y="437740"/>
                </a:lnTo>
                <a:lnTo>
                  <a:pt x="1759544" y="461239"/>
                </a:lnTo>
                <a:lnTo>
                  <a:pt x="1757258" y="484746"/>
                </a:lnTo>
                <a:lnTo>
                  <a:pt x="1754981" y="508244"/>
                </a:lnTo>
                <a:lnTo>
                  <a:pt x="1752705" y="531743"/>
                </a:lnTo>
                <a:lnTo>
                  <a:pt x="1750428" y="555250"/>
                </a:lnTo>
                <a:lnTo>
                  <a:pt x="1748152" y="578749"/>
                </a:lnTo>
                <a:lnTo>
                  <a:pt x="1745875" y="602247"/>
                </a:lnTo>
                <a:lnTo>
                  <a:pt x="1743589" y="625754"/>
                </a:lnTo>
                <a:lnTo>
                  <a:pt x="1741313" y="649253"/>
                </a:lnTo>
                <a:lnTo>
                  <a:pt x="1739036" y="672751"/>
                </a:lnTo>
                <a:lnTo>
                  <a:pt x="1736760" y="696258"/>
                </a:lnTo>
                <a:lnTo>
                  <a:pt x="1734483" y="719757"/>
                </a:lnTo>
                <a:lnTo>
                  <a:pt x="1732197" y="743255"/>
                </a:lnTo>
                <a:lnTo>
                  <a:pt x="1729921" y="766763"/>
                </a:lnTo>
                <a:lnTo>
                  <a:pt x="1727645" y="790261"/>
                </a:lnTo>
                <a:lnTo>
                  <a:pt x="1725368" y="813759"/>
                </a:lnTo>
                <a:lnTo>
                  <a:pt x="1723092" y="837267"/>
                </a:lnTo>
                <a:lnTo>
                  <a:pt x="1720815" y="860765"/>
                </a:lnTo>
                <a:lnTo>
                  <a:pt x="1718529" y="884263"/>
                </a:lnTo>
                <a:lnTo>
                  <a:pt x="1716253" y="907771"/>
                </a:lnTo>
                <a:lnTo>
                  <a:pt x="1713976" y="931269"/>
                </a:lnTo>
                <a:lnTo>
                  <a:pt x="1711700" y="954767"/>
                </a:lnTo>
                <a:lnTo>
                  <a:pt x="1709423" y="978275"/>
                </a:lnTo>
                <a:lnTo>
                  <a:pt x="1707137" y="1001773"/>
                </a:lnTo>
                <a:lnTo>
                  <a:pt x="1704861" y="1025271"/>
                </a:lnTo>
                <a:lnTo>
                  <a:pt x="1702584" y="1048779"/>
                </a:lnTo>
                <a:lnTo>
                  <a:pt x="1700308" y="1072277"/>
                </a:lnTo>
                <a:lnTo>
                  <a:pt x="1698031" y="1095775"/>
                </a:lnTo>
                <a:lnTo>
                  <a:pt x="1695745" y="1119273"/>
                </a:lnTo>
                <a:lnTo>
                  <a:pt x="1672266" y="1121807"/>
                </a:lnTo>
                <a:lnTo>
                  <a:pt x="1648797" y="1124331"/>
                </a:lnTo>
                <a:lnTo>
                  <a:pt x="1625317" y="1126865"/>
                </a:lnTo>
                <a:lnTo>
                  <a:pt x="1601848" y="1129389"/>
                </a:lnTo>
                <a:lnTo>
                  <a:pt x="1578369" y="1131922"/>
                </a:lnTo>
                <a:lnTo>
                  <a:pt x="1554890" y="1134447"/>
                </a:lnTo>
                <a:lnTo>
                  <a:pt x="1531420" y="1136980"/>
                </a:lnTo>
                <a:lnTo>
                  <a:pt x="1507941" y="1139504"/>
                </a:lnTo>
                <a:lnTo>
                  <a:pt x="1484462" y="1142038"/>
                </a:lnTo>
                <a:lnTo>
                  <a:pt x="1460992" y="1144572"/>
                </a:lnTo>
                <a:lnTo>
                  <a:pt x="1437513" y="1147096"/>
                </a:lnTo>
                <a:lnTo>
                  <a:pt x="1414034" y="1149629"/>
                </a:lnTo>
                <a:lnTo>
                  <a:pt x="1390564" y="1152154"/>
                </a:lnTo>
                <a:lnTo>
                  <a:pt x="1367085" y="1154687"/>
                </a:lnTo>
                <a:lnTo>
                  <a:pt x="1343616" y="1157211"/>
                </a:lnTo>
                <a:lnTo>
                  <a:pt x="1320136" y="1159745"/>
                </a:lnTo>
                <a:lnTo>
                  <a:pt x="1296657" y="1162269"/>
                </a:lnTo>
                <a:lnTo>
                  <a:pt x="1273188" y="1164803"/>
                </a:lnTo>
                <a:lnTo>
                  <a:pt x="1249709" y="1167327"/>
                </a:lnTo>
                <a:lnTo>
                  <a:pt x="1226229" y="1169861"/>
                </a:lnTo>
                <a:lnTo>
                  <a:pt x="1202760" y="1172394"/>
                </a:lnTo>
                <a:lnTo>
                  <a:pt x="1179281" y="1174918"/>
                </a:lnTo>
                <a:lnTo>
                  <a:pt x="1155811" y="1177452"/>
                </a:lnTo>
                <a:lnTo>
                  <a:pt x="1132332" y="1179976"/>
                </a:lnTo>
                <a:lnTo>
                  <a:pt x="1108853" y="1182510"/>
                </a:lnTo>
                <a:lnTo>
                  <a:pt x="1085383" y="1185034"/>
                </a:lnTo>
                <a:lnTo>
                  <a:pt x="1061904" y="1187567"/>
                </a:lnTo>
                <a:lnTo>
                  <a:pt x="1038425" y="1190092"/>
                </a:lnTo>
                <a:lnTo>
                  <a:pt x="1014955" y="1192625"/>
                </a:lnTo>
                <a:lnTo>
                  <a:pt x="991476" y="1195159"/>
                </a:lnTo>
                <a:lnTo>
                  <a:pt x="968007" y="1197683"/>
                </a:lnTo>
                <a:lnTo>
                  <a:pt x="944528" y="1200217"/>
                </a:lnTo>
                <a:lnTo>
                  <a:pt x="921048" y="1202741"/>
                </a:lnTo>
                <a:lnTo>
                  <a:pt x="897579" y="1205274"/>
                </a:lnTo>
                <a:lnTo>
                  <a:pt x="874100" y="1207799"/>
                </a:lnTo>
                <a:lnTo>
                  <a:pt x="850621" y="1210332"/>
                </a:lnTo>
                <a:lnTo>
                  <a:pt x="827151" y="1212856"/>
                </a:lnTo>
                <a:lnTo>
                  <a:pt x="803672" y="1215390"/>
                </a:lnTo>
                <a:lnTo>
                  <a:pt x="780202" y="1217914"/>
                </a:lnTo>
                <a:lnTo>
                  <a:pt x="756723" y="1220448"/>
                </a:lnTo>
                <a:lnTo>
                  <a:pt x="733244" y="1222981"/>
                </a:lnTo>
                <a:lnTo>
                  <a:pt x="709774" y="1225506"/>
                </a:lnTo>
                <a:lnTo>
                  <a:pt x="686295" y="1228039"/>
                </a:lnTo>
                <a:lnTo>
                  <a:pt x="662816" y="1230563"/>
                </a:lnTo>
                <a:lnTo>
                  <a:pt x="639347" y="1233097"/>
                </a:lnTo>
                <a:lnTo>
                  <a:pt x="615867" y="1235621"/>
                </a:lnTo>
                <a:lnTo>
                  <a:pt x="592398" y="1238155"/>
                </a:lnTo>
                <a:lnTo>
                  <a:pt x="568919" y="1240679"/>
                </a:lnTo>
                <a:lnTo>
                  <a:pt x="545440" y="1243213"/>
                </a:lnTo>
                <a:lnTo>
                  <a:pt x="521970" y="1245746"/>
                </a:lnTo>
                <a:lnTo>
                  <a:pt x="498491" y="1248270"/>
                </a:lnTo>
                <a:lnTo>
                  <a:pt x="475012" y="1250804"/>
                </a:lnTo>
                <a:lnTo>
                  <a:pt x="451542" y="1253328"/>
                </a:lnTo>
                <a:lnTo>
                  <a:pt x="428063" y="1255862"/>
                </a:lnTo>
                <a:lnTo>
                  <a:pt x="404584" y="1258386"/>
                </a:lnTo>
                <a:lnTo>
                  <a:pt x="381114" y="1260920"/>
                </a:lnTo>
                <a:lnTo>
                  <a:pt x="357635" y="1263444"/>
                </a:lnTo>
                <a:lnTo>
                  <a:pt x="334166" y="1265977"/>
                </a:lnTo>
                <a:lnTo>
                  <a:pt x="310686" y="1268501"/>
                </a:lnTo>
                <a:lnTo>
                  <a:pt x="287207" y="1271035"/>
                </a:lnTo>
                <a:lnTo>
                  <a:pt x="263738" y="1273569"/>
                </a:lnTo>
                <a:lnTo>
                  <a:pt x="240259" y="1276093"/>
                </a:lnTo>
                <a:lnTo>
                  <a:pt x="216779" y="1278626"/>
                </a:lnTo>
                <a:lnTo>
                  <a:pt x="193310" y="1281151"/>
                </a:lnTo>
                <a:lnTo>
                  <a:pt x="169831" y="1283684"/>
                </a:lnTo>
                <a:lnTo>
                  <a:pt x="146361" y="1286208"/>
                </a:lnTo>
                <a:lnTo>
                  <a:pt x="122882" y="1288742"/>
                </a:lnTo>
                <a:lnTo>
                  <a:pt x="99403" y="1291266"/>
                </a:lnTo>
                <a:lnTo>
                  <a:pt x="75933" y="1293800"/>
                </a:lnTo>
                <a:lnTo>
                  <a:pt x="52454" y="1296333"/>
                </a:lnTo>
                <a:lnTo>
                  <a:pt x="28975" y="1298858"/>
                </a:lnTo>
                <a:lnTo>
                  <a:pt x="5505" y="1301391"/>
                </a:lnTo>
                <a:lnTo>
                  <a:pt x="0" y="1285732"/>
                </a:lnTo>
                <a:lnTo>
                  <a:pt x="2257" y="1262234"/>
                </a:lnTo>
                <a:lnTo>
                  <a:pt x="4515" y="1238726"/>
                </a:lnTo>
                <a:lnTo>
                  <a:pt x="6772" y="1215228"/>
                </a:lnTo>
                <a:lnTo>
                  <a:pt x="9030" y="1191720"/>
                </a:lnTo>
                <a:lnTo>
                  <a:pt x="11278" y="1168222"/>
                </a:lnTo>
                <a:lnTo>
                  <a:pt x="13535" y="1144715"/>
                </a:lnTo>
                <a:lnTo>
                  <a:pt x="15792" y="1121207"/>
                </a:lnTo>
                <a:lnTo>
                  <a:pt x="18050" y="1097709"/>
                </a:lnTo>
                <a:lnTo>
                  <a:pt x="20307" y="1074201"/>
                </a:lnTo>
                <a:lnTo>
                  <a:pt x="22565" y="1050703"/>
                </a:lnTo>
                <a:lnTo>
                  <a:pt x="24822" y="1027195"/>
                </a:lnTo>
                <a:lnTo>
                  <a:pt x="27080" y="1003697"/>
                </a:lnTo>
                <a:lnTo>
                  <a:pt x="29337" y="980189"/>
                </a:lnTo>
                <a:lnTo>
                  <a:pt x="31594" y="956691"/>
                </a:lnTo>
                <a:lnTo>
                  <a:pt x="33842" y="933183"/>
                </a:lnTo>
                <a:lnTo>
                  <a:pt x="36100" y="909685"/>
                </a:lnTo>
                <a:lnTo>
                  <a:pt x="38357" y="886177"/>
                </a:lnTo>
                <a:lnTo>
                  <a:pt x="40615" y="862670"/>
                </a:lnTo>
                <a:lnTo>
                  <a:pt x="42872" y="839172"/>
                </a:lnTo>
                <a:lnTo>
                  <a:pt x="45129" y="815664"/>
                </a:lnTo>
                <a:lnTo>
                  <a:pt x="47387" y="792166"/>
                </a:lnTo>
                <a:lnTo>
                  <a:pt x="49644" y="768658"/>
                </a:lnTo>
                <a:lnTo>
                  <a:pt x="51902" y="745160"/>
                </a:lnTo>
                <a:lnTo>
                  <a:pt x="54159" y="721652"/>
                </a:lnTo>
                <a:lnTo>
                  <a:pt x="56417" y="698154"/>
                </a:lnTo>
                <a:lnTo>
                  <a:pt x="58674" y="674646"/>
                </a:lnTo>
                <a:lnTo>
                  <a:pt x="60922" y="651148"/>
                </a:lnTo>
                <a:lnTo>
                  <a:pt x="63179" y="627640"/>
                </a:lnTo>
                <a:lnTo>
                  <a:pt x="65437" y="604133"/>
                </a:lnTo>
                <a:lnTo>
                  <a:pt x="67694" y="580634"/>
                </a:lnTo>
                <a:lnTo>
                  <a:pt x="69952" y="557127"/>
                </a:lnTo>
                <a:lnTo>
                  <a:pt x="72209" y="533629"/>
                </a:lnTo>
                <a:lnTo>
                  <a:pt x="74466" y="510121"/>
                </a:lnTo>
                <a:lnTo>
                  <a:pt x="76724" y="486623"/>
                </a:lnTo>
                <a:lnTo>
                  <a:pt x="78981" y="463115"/>
                </a:lnTo>
                <a:lnTo>
                  <a:pt x="81229" y="439617"/>
                </a:lnTo>
                <a:lnTo>
                  <a:pt x="83487" y="416109"/>
                </a:lnTo>
                <a:lnTo>
                  <a:pt x="85744" y="392601"/>
                </a:lnTo>
                <a:lnTo>
                  <a:pt x="88001" y="369103"/>
                </a:lnTo>
                <a:lnTo>
                  <a:pt x="90259" y="345596"/>
                </a:lnTo>
                <a:lnTo>
                  <a:pt x="92516" y="322097"/>
                </a:lnTo>
                <a:lnTo>
                  <a:pt x="94774" y="298590"/>
                </a:lnTo>
                <a:lnTo>
                  <a:pt x="97031" y="275092"/>
                </a:lnTo>
                <a:lnTo>
                  <a:pt x="99289" y="251584"/>
                </a:lnTo>
                <a:lnTo>
                  <a:pt x="101546" y="228086"/>
                </a:lnTo>
                <a:lnTo>
                  <a:pt x="103794" y="204578"/>
                </a:lnTo>
                <a:lnTo>
                  <a:pt x="106051" y="181080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D1CFCD7B-B26E-43ED-83F5-0D4777EE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0478" y="3966805"/>
            <a:ext cx="742940" cy="948061"/>
          </a:xfrm>
          <a:custGeom xmlns:a="http://schemas.openxmlformats.org/drawingml/2006/main">
            <a:pathLst>
              <a:path w="742940" h="948061">
                <a:moveTo>
                  <a:pt x="0" y="948061"/>
                </a:moveTo>
                <a:lnTo>
                  <a:pt x="0" y="929021"/>
                </a:lnTo>
                <a:lnTo>
                  <a:pt x="0" y="909990"/>
                </a:lnTo>
                <a:lnTo>
                  <a:pt x="0" y="890959"/>
                </a:lnTo>
                <a:lnTo>
                  <a:pt x="0" y="871928"/>
                </a:lnTo>
                <a:lnTo>
                  <a:pt x="0" y="852888"/>
                </a:lnTo>
                <a:lnTo>
                  <a:pt x="0" y="833857"/>
                </a:lnTo>
                <a:lnTo>
                  <a:pt x="0" y="814826"/>
                </a:lnTo>
                <a:lnTo>
                  <a:pt x="0" y="795795"/>
                </a:lnTo>
                <a:lnTo>
                  <a:pt x="0" y="776754"/>
                </a:lnTo>
                <a:lnTo>
                  <a:pt x="0" y="757723"/>
                </a:lnTo>
                <a:lnTo>
                  <a:pt x="0" y="738692"/>
                </a:lnTo>
                <a:lnTo>
                  <a:pt x="0" y="719661"/>
                </a:lnTo>
                <a:lnTo>
                  <a:pt x="0" y="700621"/>
                </a:lnTo>
                <a:lnTo>
                  <a:pt x="0" y="681590"/>
                </a:lnTo>
                <a:lnTo>
                  <a:pt x="0" y="662559"/>
                </a:lnTo>
                <a:lnTo>
                  <a:pt x="0" y="643528"/>
                </a:lnTo>
                <a:lnTo>
                  <a:pt x="0" y="624488"/>
                </a:lnTo>
                <a:lnTo>
                  <a:pt x="0" y="605457"/>
                </a:lnTo>
                <a:lnTo>
                  <a:pt x="0" y="586426"/>
                </a:lnTo>
                <a:lnTo>
                  <a:pt x="0" y="567395"/>
                </a:lnTo>
                <a:lnTo>
                  <a:pt x="0" y="548354"/>
                </a:lnTo>
                <a:lnTo>
                  <a:pt x="0" y="529323"/>
                </a:lnTo>
                <a:lnTo>
                  <a:pt x="0" y="510292"/>
                </a:lnTo>
                <a:lnTo>
                  <a:pt x="0" y="491252"/>
                </a:lnTo>
                <a:lnTo>
                  <a:pt x="0" y="472221"/>
                </a:lnTo>
                <a:lnTo>
                  <a:pt x="0" y="453190"/>
                </a:lnTo>
                <a:lnTo>
                  <a:pt x="0" y="434159"/>
                </a:lnTo>
                <a:lnTo>
                  <a:pt x="0" y="415119"/>
                </a:lnTo>
                <a:lnTo>
                  <a:pt x="0" y="396088"/>
                </a:lnTo>
                <a:lnTo>
                  <a:pt x="0" y="377057"/>
                </a:lnTo>
                <a:lnTo>
                  <a:pt x="0" y="358026"/>
                </a:lnTo>
                <a:lnTo>
                  <a:pt x="0" y="338985"/>
                </a:lnTo>
                <a:lnTo>
                  <a:pt x="0" y="319954"/>
                </a:lnTo>
                <a:lnTo>
                  <a:pt x="0" y="300923"/>
                </a:lnTo>
                <a:lnTo>
                  <a:pt x="0" y="281892"/>
                </a:lnTo>
                <a:lnTo>
                  <a:pt x="0" y="262852"/>
                </a:lnTo>
                <a:lnTo>
                  <a:pt x="0" y="243821"/>
                </a:lnTo>
                <a:lnTo>
                  <a:pt x="13907" y="234896"/>
                </a:lnTo>
                <a:lnTo>
                  <a:pt x="32014" y="229029"/>
                </a:lnTo>
                <a:lnTo>
                  <a:pt x="50121" y="223152"/>
                </a:lnTo>
                <a:lnTo>
                  <a:pt x="68218" y="217284"/>
                </a:lnTo>
                <a:lnTo>
                  <a:pt x="86325" y="211407"/>
                </a:lnTo>
                <a:lnTo>
                  <a:pt x="104432" y="205540"/>
                </a:lnTo>
                <a:lnTo>
                  <a:pt x="122539" y="199663"/>
                </a:lnTo>
                <a:lnTo>
                  <a:pt x="140646" y="193796"/>
                </a:lnTo>
                <a:lnTo>
                  <a:pt x="158744" y="187919"/>
                </a:lnTo>
                <a:lnTo>
                  <a:pt x="176851" y="182042"/>
                </a:lnTo>
                <a:lnTo>
                  <a:pt x="194958" y="176174"/>
                </a:lnTo>
                <a:lnTo>
                  <a:pt x="213065" y="170297"/>
                </a:lnTo>
                <a:lnTo>
                  <a:pt x="231162" y="164430"/>
                </a:lnTo>
                <a:lnTo>
                  <a:pt x="249269" y="158553"/>
                </a:lnTo>
                <a:lnTo>
                  <a:pt x="267376" y="152686"/>
                </a:lnTo>
                <a:lnTo>
                  <a:pt x="285483" y="146809"/>
                </a:lnTo>
                <a:lnTo>
                  <a:pt x="303581" y="140941"/>
                </a:lnTo>
                <a:lnTo>
                  <a:pt x="321688" y="135065"/>
                </a:lnTo>
                <a:lnTo>
                  <a:pt x="339795" y="129197"/>
                </a:lnTo>
                <a:lnTo>
                  <a:pt x="357902" y="123320"/>
                </a:lnTo>
                <a:lnTo>
                  <a:pt x="376009" y="117453"/>
                </a:lnTo>
                <a:lnTo>
                  <a:pt x="394106" y="111576"/>
                </a:lnTo>
                <a:lnTo>
                  <a:pt x="412213" y="105708"/>
                </a:lnTo>
                <a:lnTo>
                  <a:pt x="430320" y="99832"/>
                </a:lnTo>
                <a:lnTo>
                  <a:pt x="448427" y="93955"/>
                </a:lnTo>
                <a:lnTo>
                  <a:pt x="466525" y="88087"/>
                </a:lnTo>
                <a:lnTo>
                  <a:pt x="484632" y="82210"/>
                </a:lnTo>
                <a:lnTo>
                  <a:pt x="502739" y="76343"/>
                </a:lnTo>
                <a:lnTo>
                  <a:pt x="520846" y="70466"/>
                </a:lnTo>
                <a:lnTo>
                  <a:pt x="538944" y="64599"/>
                </a:lnTo>
                <a:lnTo>
                  <a:pt x="557051" y="58722"/>
                </a:lnTo>
                <a:lnTo>
                  <a:pt x="575158" y="52854"/>
                </a:lnTo>
                <a:lnTo>
                  <a:pt x="593265" y="46977"/>
                </a:lnTo>
                <a:lnTo>
                  <a:pt x="611372" y="41110"/>
                </a:lnTo>
                <a:lnTo>
                  <a:pt x="629469" y="35233"/>
                </a:lnTo>
                <a:lnTo>
                  <a:pt x="647576" y="29366"/>
                </a:lnTo>
                <a:lnTo>
                  <a:pt x="665683" y="23489"/>
                </a:lnTo>
                <a:lnTo>
                  <a:pt x="683790" y="17621"/>
                </a:lnTo>
                <a:lnTo>
                  <a:pt x="701888" y="11744"/>
                </a:lnTo>
                <a:lnTo>
                  <a:pt x="719995" y="5877"/>
                </a:lnTo>
                <a:lnTo>
                  <a:pt x="738102" y="0"/>
                </a:lnTo>
                <a:lnTo>
                  <a:pt x="742940" y="12383"/>
                </a:lnTo>
                <a:lnTo>
                  <a:pt x="742940" y="31413"/>
                </a:lnTo>
                <a:lnTo>
                  <a:pt x="742940" y="50444"/>
                </a:lnTo>
                <a:lnTo>
                  <a:pt x="742940" y="69475"/>
                </a:lnTo>
                <a:lnTo>
                  <a:pt x="742940" y="88516"/>
                </a:lnTo>
                <a:lnTo>
                  <a:pt x="742940" y="107547"/>
                </a:lnTo>
                <a:lnTo>
                  <a:pt x="742940" y="126578"/>
                </a:lnTo>
                <a:lnTo>
                  <a:pt x="742940" y="145609"/>
                </a:lnTo>
                <a:lnTo>
                  <a:pt x="742940" y="164649"/>
                </a:lnTo>
                <a:lnTo>
                  <a:pt x="742940" y="183680"/>
                </a:lnTo>
                <a:lnTo>
                  <a:pt x="742940" y="202711"/>
                </a:lnTo>
                <a:lnTo>
                  <a:pt x="742940" y="221752"/>
                </a:lnTo>
                <a:lnTo>
                  <a:pt x="742940" y="240782"/>
                </a:lnTo>
                <a:lnTo>
                  <a:pt x="742940" y="259813"/>
                </a:lnTo>
                <a:lnTo>
                  <a:pt x="742940" y="278844"/>
                </a:lnTo>
                <a:lnTo>
                  <a:pt x="742940" y="297885"/>
                </a:lnTo>
                <a:lnTo>
                  <a:pt x="742940" y="316916"/>
                </a:lnTo>
                <a:lnTo>
                  <a:pt x="742940" y="335947"/>
                </a:lnTo>
                <a:lnTo>
                  <a:pt x="742940" y="354978"/>
                </a:lnTo>
                <a:lnTo>
                  <a:pt x="742940" y="374018"/>
                </a:lnTo>
                <a:lnTo>
                  <a:pt x="742940" y="393049"/>
                </a:lnTo>
                <a:lnTo>
                  <a:pt x="742940" y="412080"/>
                </a:lnTo>
                <a:lnTo>
                  <a:pt x="742940" y="431111"/>
                </a:lnTo>
                <a:lnTo>
                  <a:pt x="742940" y="450152"/>
                </a:lnTo>
                <a:lnTo>
                  <a:pt x="742940" y="469182"/>
                </a:lnTo>
                <a:lnTo>
                  <a:pt x="742940" y="488213"/>
                </a:lnTo>
                <a:lnTo>
                  <a:pt x="742940" y="507244"/>
                </a:lnTo>
                <a:lnTo>
                  <a:pt x="742940" y="526285"/>
                </a:lnTo>
                <a:lnTo>
                  <a:pt x="742940" y="545316"/>
                </a:lnTo>
                <a:lnTo>
                  <a:pt x="742940" y="564347"/>
                </a:lnTo>
                <a:lnTo>
                  <a:pt x="742940" y="583378"/>
                </a:lnTo>
                <a:lnTo>
                  <a:pt x="742940" y="602418"/>
                </a:lnTo>
                <a:lnTo>
                  <a:pt x="742940" y="621449"/>
                </a:lnTo>
                <a:lnTo>
                  <a:pt x="742940" y="640480"/>
                </a:lnTo>
                <a:lnTo>
                  <a:pt x="742940" y="659511"/>
                </a:lnTo>
                <a:lnTo>
                  <a:pt x="728672" y="668741"/>
                </a:lnTo>
                <a:lnTo>
                  <a:pt x="710898" y="675551"/>
                </a:lnTo>
                <a:lnTo>
                  <a:pt x="693125" y="682361"/>
                </a:lnTo>
                <a:lnTo>
                  <a:pt x="675351" y="689172"/>
                </a:lnTo>
                <a:lnTo>
                  <a:pt x="657577" y="695982"/>
                </a:lnTo>
                <a:lnTo>
                  <a:pt x="639804" y="702802"/>
                </a:lnTo>
                <a:lnTo>
                  <a:pt x="622030" y="709613"/>
                </a:lnTo>
                <a:lnTo>
                  <a:pt x="604256" y="716423"/>
                </a:lnTo>
                <a:lnTo>
                  <a:pt x="586492" y="723233"/>
                </a:lnTo>
                <a:lnTo>
                  <a:pt x="568719" y="730053"/>
                </a:lnTo>
                <a:lnTo>
                  <a:pt x="550945" y="736864"/>
                </a:lnTo>
                <a:lnTo>
                  <a:pt x="533171" y="743674"/>
                </a:lnTo>
                <a:lnTo>
                  <a:pt x="515398" y="750484"/>
                </a:lnTo>
                <a:lnTo>
                  <a:pt x="497624" y="757304"/>
                </a:lnTo>
                <a:lnTo>
                  <a:pt x="479850" y="764115"/>
                </a:lnTo>
                <a:lnTo>
                  <a:pt x="462086" y="770925"/>
                </a:lnTo>
                <a:lnTo>
                  <a:pt x="444313" y="777735"/>
                </a:lnTo>
                <a:lnTo>
                  <a:pt x="426539" y="784555"/>
                </a:lnTo>
                <a:lnTo>
                  <a:pt x="408765" y="791366"/>
                </a:lnTo>
                <a:lnTo>
                  <a:pt x="390992" y="798176"/>
                </a:lnTo>
                <a:lnTo>
                  <a:pt x="373218" y="804986"/>
                </a:lnTo>
                <a:lnTo>
                  <a:pt x="355444" y="811806"/>
                </a:lnTo>
                <a:lnTo>
                  <a:pt x="337671" y="818617"/>
                </a:lnTo>
                <a:lnTo>
                  <a:pt x="319907" y="825427"/>
                </a:lnTo>
                <a:lnTo>
                  <a:pt x="302133" y="832237"/>
                </a:lnTo>
                <a:lnTo>
                  <a:pt x="284359" y="839057"/>
                </a:lnTo>
                <a:lnTo>
                  <a:pt x="266586" y="845868"/>
                </a:lnTo>
                <a:lnTo>
                  <a:pt x="248812" y="852678"/>
                </a:lnTo>
                <a:lnTo>
                  <a:pt x="231038" y="859488"/>
                </a:lnTo>
                <a:lnTo>
                  <a:pt x="213265" y="866308"/>
                </a:lnTo>
                <a:lnTo>
                  <a:pt x="195501" y="873119"/>
                </a:lnTo>
                <a:lnTo>
                  <a:pt x="177727" y="879929"/>
                </a:lnTo>
                <a:lnTo>
                  <a:pt x="159953" y="886739"/>
                </a:lnTo>
                <a:lnTo>
                  <a:pt x="142180" y="893559"/>
                </a:lnTo>
                <a:lnTo>
                  <a:pt x="124406" y="900370"/>
                </a:lnTo>
                <a:lnTo>
                  <a:pt x="106632" y="907180"/>
                </a:lnTo>
                <a:lnTo>
                  <a:pt x="88859" y="913990"/>
                </a:lnTo>
                <a:lnTo>
                  <a:pt x="71085" y="920810"/>
                </a:lnTo>
                <a:lnTo>
                  <a:pt x="53321" y="927621"/>
                </a:lnTo>
                <a:lnTo>
                  <a:pt x="35547" y="934431"/>
                </a:lnTo>
                <a:lnTo>
                  <a:pt x="17774" y="941241"/>
                </a:lnTo>
                <a:lnTo>
                  <a:pt x="0" y="948061"/>
                </a:lnTo>
              </a:path>
            </a:pathLst>
          </a:custGeom>
          <a:solidFill xmlns:a="http://schemas.openxmlformats.org/drawingml/2006/main">
            <a:srgbClr val="9DB7C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9BF6B8A1-4531-4891-8CC4-5A24E6A8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315" y="4630069"/>
            <a:ext cx="3561636" cy="284798"/>
          </a:xfrm>
          <a:custGeom xmlns:a="http://schemas.openxmlformats.org/drawingml/2006/main">
            <a:pathLst>
              <a:path w="3561636" h="284798">
                <a:moveTo>
                  <a:pt x="0" y="284798"/>
                </a:moveTo>
                <a:lnTo>
                  <a:pt x="30118" y="284798"/>
                </a:lnTo>
                <a:lnTo>
                  <a:pt x="60236" y="284798"/>
                </a:lnTo>
                <a:lnTo>
                  <a:pt x="90354" y="284798"/>
                </a:lnTo>
                <a:lnTo>
                  <a:pt x="120472" y="284798"/>
                </a:lnTo>
                <a:lnTo>
                  <a:pt x="150581" y="284798"/>
                </a:lnTo>
                <a:lnTo>
                  <a:pt x="180699" y="284798"/>
                </a:lnTo>
                <a:lnTo>
                  <a:pt x="210817" y="284798"/>
                </a:lnTo>
                <a:lnTo>
                  <a:pt x="240935" y="284798"/>
                </a:lnTo>
                <a:lnTo>
                  <a:pt x="271053" y="284798"/>
                </a:lnTo>
                <a:lnTo>
                  <a:pt x="301171" y="284798"/>
                </a:lnTo>
                <a:lnTo>
                  <a:pt x="331289" y="284798"/>
                </a:lnTo>
                <a:lnTo>
                  <a:pt x="361407" y="284798"/>
                </a:lnTo>
                <a:lnTo>
                  <a:pt x="391525" y="284798"/>
                </a:lnTo>
                <a:lnTo>
                  <a:pt x="421634" y="284798"/>
                </a:lnTo>
                <a:lnTo>
                  <a:pt x="451752" y="284798"/>
                </a:lnTo>
                <a:lnTo>
                  <a:pt x="481870" y="284798"/>
                </a:lnTo>
                <a:lnTo>
                  <a:pt x="511988" y="284798"/>
                </a:lnTo>
                <a:lnTo>
                  <a:pt x="542106" y="284798"/>
                </a:lnTo>
                <a:lnTo>
                  <a:pt x="572224" y="284798"/>
                </a:lnTo>
                <a:lnTo>
                  <a:pt x="602342" y="284798"/>
                </a:lnTo>
                <a:lnTo>
                  <a:pt x="632460" y="284798"/>
                </a:lnTo>
                <a:lnTo>
                  <a:pt x="662578" y="284798"/>
                </a:lnTo>
                <a:lnTo>
                  <a:pt x="692687" y="284798"/>
                </a:lnTo>
                <a:lnTo>
                  <a:pt x="722805" y="284798"/>
                </a:lnTo>
                <a:lnTo>
                  <a:pt x="752923" y="284798"/>
                </a:lnTo>
                <a:lnTo>
                  <a:pt x="783041" y="284798"/>
                </a:lnTo>
                <a:lnTo>
                  <a:pt x="813159" y="284798"/>
                </a:lnTo>
                <a:lnTo>
                  <a:pt x="843277" y="284798"/>
                </a:lnTo>
                <a:lnTo>
                  <a:pt x="873395" y="284798"/>
                </a:lnTo>
                <a:lnTo>
                  <a:pt x="903513" y="284798"/>
                </a:lnTo>
                <a:lnTo>
                  <a:pt x="933631" y="284798"/>
                </a:lnTo>
                <a:lnTo>
                  <a:pt x="963740" y="284798"/>
                </a:lnTo>
                <a:lnTo>
                  <a:pt x="993858" y="284798"/>
                </a:lnTo>
                <a:lnTo>
                  <a:pt x="1023976" y="284798"/>
                </a:lnTo>
                <a:lnTo>
                  <a:pt x="1054094" y="284798"/>
                </a:lnTo>
                <a:lnTo>
                  <a:pt x="1084212" y="284798"/>
                </a:lnTo>
                <a:lnTo>
                  <a:pt x="1114330" y="284798"/>
                </a:lnTo>
                <a:lnTo>
                  <a:pt x="1144448" y="284798"/>
                </a:lnTo>
                <a:lnTo>
                  <a:pt x="1174566" y="284798"/>
                </a:lnTo>
                <a:lnTo>
                  <a:pt x="1204674" y="284798"/>
                </a:lnTo>
                <a:lnTo>
                  <a:pt x="1234792" y="284798"/>
                </a:lnTo>
                <a:lnTo>
                  <a:pt x="1264910" y="284798"/>
                </a:lnTo>
                <a:lnTo>
                  <a:pt x="1295029" y="284798"/>
                </a:lnTo>
                <a:lnTo>
                  <a:pt x="1325147" y="284798"/>
                </a:lnTo>
                <a:lnTo>
                  <a:pt x="1355265" y="284798"/>
                </a:lnTo>
                <a:lnTo>
                  <a:pt x="1385383" y="284798"/>
                </a:lnTo>
                <a:lnTo>
                  <a:pt x="1415501" y="284798"/>
                </a:lnTo>
                <a:lnTo>
                  <a:pt x="1445619" y="284798"/>
                </a:lnTo>
                <a:lnTo>
                  <a:pt x="1475727" y="284798"/>
                </a:lnTo>
                <a:lnTo>
                  <a:pt x="1505845" y="284798"/>
                </a:lnTo>
                <a:lnTo>
                  <a:pt x="1535963" y="284798"/>
                </a:lnTo>
                <a:lnTo>
                  <a:pt x="1566081" y="284798"/>
                </a:lnTo>
                <a:lnTo>
                  <a:pt x="1596200" y="284798"/>
                </a:lnTo>
                <a:lnTo>
                  <a:pt x="1626318" y="284798"/>
                </a:lnTo>
                <a:lnTo>
                  <a:pt x="1656436" y="284798"/>
                </a:lnTo>
                <a:lnTo>
                  <a:pt x="1686554" y="284798"/>
                </a:lnTo>
                <a:lnTo>
                  <a:pt x="1716672" y="284798"/>
                </a:lnTo>
                <a:lnTo>
                  <a:pt x="1746780" y="284798"/>
                </a:lnTo>
                <a:lnTo>
                  <a:pt x="1776898" y="284798"/>
                </a:lnTo>
                <a:lnTo>
                  <a:pt x="1807016" y="284798"/>
                </a:lnTo>
                <a:lnTo>
                  <a:pt x="1837134" y="284798"/>
                </a:lnTo>
                <a:lnTo>
                  <a:pt x="1867252" y="284798"/>
                </a:lnTo>
                <a:lnTo>
                  <a:pt x="1897370" y="284798"/>
                </a:lnTo>
                <a:lnTo>
                  <a:pt x="1927489" y="284798"/>
                </a:lnTo>
                <a:lnTo>
                  <a:pt x="1957607" y="284798"/>
                </a:lnTo>
                <a:lnTo>
                  <a:pt x="1987725" y="284798"/>
                </a:lnTo>
                <a:lnTo>
                  <a:pt x="2017833" y="284798"/>
                </a:lnTo>
                <a:lnTo>
                  <a:pt x="2047951" y="284798"/>
                </a:lnTo>
                <a:lnTo>
                  <a:pt x="2078069" y="284798"/>
                </a:lnTo>
                <a:lnTo>
                  <a:pt x="2108187" y="284798"/>
                </a:lnTo>
                <a:lnTo>
                  <a:pt x="2138305" y="284798"/>
                </a:lnTo>
                <a:lnTo>
                  <a:pt x="2168423" y="284798"/>
                </a:lnTo>
                <a:lnTo>
                  <a:pt x="2198541" y="284798"/>
                </a:lnTo>
                <a:lnTo>
                  <a:pt x="2228660" y="284798"/>
                </a:lnTo>
                <a:lnTo>
                  <a:pt x="2258778" y="284798"/>
                </a:lnTo>
                <a:lnTo>
                  <a:pt x="2288886" y="284798"/>
                </a:lnTo>
                <a:lnTo>
                  <a:pt x="2319004" y="284798"/>
                </a:lnTo>
                <a:lnTo>
                  <a:pt x="2349122" y="284798"/>
                </a:lnTo>
                <a:lnTo>
                  <a:pt x="2379240" y="284798"/>
                </a:lnTo>
                <a:lnTo>
                  <a:pt x="2409358" y="284798"/>
                </a:lnTo>
                <a:lnTo>
                  <a:pt x="2439476" y="284798"/>
                </a:lnTo>
                <a:lnTo>
                  <a:pt x="2469594" y="284798"/>
                </a:lnTo>
                <a:lnTo>
                  <a:pt x="2499712" y="284798"/>
                </a:lnTo>
                <a:lnTo>
                  <a:pt x="2529830" y="284798"/>
                </a:lnTo>
                <a:lnTo>
                  <a:pt x="2559939" y="284798"/>
                </a:lnTo>
                <a:lnTo>
                  <a:pt x="2590057" y="284798"/>
                </a:lnTo>
                <a:lnTo>
                  <a:pt x="2620175" y="284798"/>
                </a:lnTo>
                <a:lnTo>
                  <a:pt x="2650293" y="284798"/>
                </a:lnTo>
                <a:lnTo>
                  <a:pt x="2680411" y="284798"/>
                </a:lnTo>
                <a:lnTo>
                  <a:pt x="2710529" y="284798"/>
                </a:lnTo>
                <a:lnTo>
                  <a:pt x="2740647" y="284798"/>
                </a:lnTo>
                <a:lnTo>
                  <a:pt x="2770765" y="284798"/>
                </a:lnTo>
                <a:lnTo>
                  <a:pt x="2800874" y="284798"/>
                </a:lnTo>
                <a:lnTo>
                  <a:pt x="2830478" y="281988"/>
                </a:lnTo>
                <a:lnTo>
                  <a:pt x="2858595" y="271215"/>
                </a:lnTo>
                <a:lnTo>
                  <a:pt x="2886723" y="260433"/>
                </a:lnTo>
                <a:lnTo>
                  <a:pt x="2914841" y="249650"/>
                </a:lnTo>
                <a:lnTo>
                  <a:pt x="2942968" y="238868"/>
                </a:lnTo>
                <a:lnTo>
                  <a:pt x="2971086" y="228086"/>
                </a:lnTo>
                <a:lnTo>
                  <a:pt x="2999203" y="217313"/>
                </a:lnTo>
                <a:lnTo>
                  <a:pt x="3027331" y="206531"/>
                </a:lnTo>
                <a:lnTo>
                  <a:pt x="3055449" y="195748"/>
                </a:lnTo>
                <a:lnTo>
                  <a:pt x="3083576" y="184966"/>
                </a:lnTo>
                <a:lnTo>
                  <a:pt x="3111694" y="174193"/>
                </a:lnTo>
                <a:lnTo>
                  <a:pt x="3139811" y="163411"/>
                </a:lnTo>
                <a:lnTo>
                  <a:pt x="3167939" y="152629"/>
                </a:lnTo>
                <a:lnTo>
                  <a:pt x="3196057" y="141846"/>
                </a:lnTo>
                <a:lnTo>
                  <a:pt x="3224184" y="131074"/>
                </a:lnTo>
                <a:lnTo>
                  <a:pt x="3252302" y="120291"/>
                </a:lnTo>
                <a:lnTo>
                  <a:pt x="3280420" y="109509"/>
                </a:lnTo>
                <a:lnTo>
                  <a:pt x="3308547" y="98727"/>
                </a:lnTo>
                <a:lnTo>
                  <a:pt x="3336665" y="87954"/>
                </a:lnTo>
                <a:lnTo>
                  <a:pt x="3364782" y="77172"/>
                </a:lnTo>
                <a:lnTo>
                  <a:pt x="3392910" y="66389"/>
                </a:lnTo>
                <a:lnTo>
                  <a:pt x="3421028" y="55607"/>
                </a:lnTo>
                <a:lnTo>
                  <a:pt x="3449155" y="44834"/>
                </a:lnTo>
                <a:lnTo>
                  <a:pt x="3477273" y="34052"/>
                </a:lnTo>
                <a:lnTo>
                  <a:pt x="3505391" y="23270"/>
                </a:lnTo>
                <a:lnTo>
                  <a:pt x="3533518" y="12487"/>
                </a:lnTo>
                <a:lnTo>
                  <a:pt x="3561636" y="1715"/>
                </a:lnTo>
                <a:lnTo>
                  <a:pt x="3540766" y="0"/>
                </a:lnTo>
                <a:lnTo>
                  <a:pt x="3510648" y="0"/>
                </a:lnTo>
                <a:lnTo>
                  <a:pt x="3480530" y="0"/>
                </a:lnTo>
                <a:lnTo>
                  <a:pt x="3450422" y="0"/>
                </a:lnTo>
                <a:lnTo>
                  <a:pt x="3420304" y="0"/>
                </a:lnTo>
                <a:lnTo>
                  <a:pt x="3390186" y="0"/>
                </a:lnTo>
                <a:lnTo>
                  <a:pt x="3360068" y="0"/>
                </a:lnTo>
                <a:lnTo>
                  <a:pt x="3329950" y="0"/>
                </a:lnTo>
                <a:lnTo>
                  <a:pt x="3299831" y="0"/>
                </a:lnTo>
                <a:lnTo>
                  <a:pt x="3269713" y="0"/>
                </a:lnTo>
                <a:lnTo>
                  <a:pt x="3239595" y="0"/>
                </a:lnTo>
                <a:lnTo>
                  <a:pt x="3209477" y="0"/>
                </a:lnTo>
                <a:lnTo>
                  <a:pt x="3179369" y="0"/>
                </a:lnTo>
                <a:lnTo>
                  <a:pt x="3149251" y="0"/>
                </a:lnTo>
                <a:lnTo>
                  <a:pt x="3119133" y="0"/>
                </a:lnTo>
                <a:lnTo>
                  <a:pt x="3089015" y="0"/>
                </a:lnTo>
                <a:lnTo>
                  <a:pt x="3058897" y="0"/>
                </a:lnTo>
                <a:lnTo>
                  <a:pt x="3028779" y="0"/>
                </a:lnTo>
                <a:lnTo>
                  <a:pt x="2998661" y="0"/>
                </a:lnTo>
                <a:lnTo>
                  <a:pt x="2968542" y="0"/>
                </a:lnTo>
                <a:lnTo>
                  <a:pt x="2938424" y="0"/>
                </a:lnTo>
                <a:lnTo>
                  <a:pt x="2908316" y="0"/>
                </a:lnTo>
                <a:lnTo>
                  <a:pt x="2878198" y="0"/>
                </a:lnTo>
                <a:lnTo>
                  <a:pt x="2848080" y="0"/>
                </a:lnTo>
                <a:lnTo>
                  <a:pt x="2817962" y="0"/>
                </a:lnTo>
                <a:lnTo>
                  <a:pt x="2787844" y="0"/>
                </a:lnTo>
                <a:lnTo>
                  <a:pt x="2757726" y="0"/>
                </a:lnTo>
                <a:lnTo>
                  <a:pt x="2727608" y="0"/>
                </a:lnTo>
                <a:lnTo>
                  <a:pt x="2697490" y="0"/>
                </a:lnTo>
                <a:lnTo>
                  <a:pt x="2667371" y="0"/>
                </a:lnTo>
                <a:lnTo>
                  <a:pt x="2637263" y="0"/>
                </a:lnTo>
                <a:lnTo>
                  <a:pt x="2607145" y="0"/>
                </a:lnTo>
                <a:lnTo>
                  <a:pt x="2577027" y="0"/>
                </a:lnTo>
                <a:lnTo>
                  <a:pt x="2546909" y="0"/>
                </a:lnTo>
                <a:lnTo>
                  <a:pt x="2516791" y="0"/>
                </a:lnTo>
                <a:lnTo>
                  <a:pt x="2486673" y="0"/>
                </a:lnTo>
                <a:lnTo>
                  <a:pt x="2456555" y="0"/>
                </a:lnTo>
                <a:lnTo>
                  <a:pt x="2426437" y="0"/>
                </a:lnTo>
                <a:lnTo>
                  <a:pt x="2396319" y="0"/>
                </a:lnTo>
                <a:lnTo>
                  <a:pt x="2366210" y="0"/>
                </a:lnTo>
                <a:lnTo>
                  <a:pt x="2336092" y="0"/>
                </a:lnTo>
                <a:lnTo>
                  <a:pt x="2305974" y="0"/>
                </a:lnTo>
                <a:lnTo>
                  <a:pt x="2275856" y="0"/>
                </a:lnTo>
                <a:lnTo>
                  <a:pt x="2245738" y="0"/>
                </a:lnTo>
                <a:lnTo>
                  <a:pt x="2215620" y="0"/>
                </a:lnTo>
                <a:lnTo>
                  <a:pt x="2185502" y="0"/>
                </a:lnTo>
                <a:lnTo>
                  <a:pt x="2155384" y="0"/>
                </a:lnTo>
                <a:lnTo>
                  <a:pt x="2125266" y="0"/>
                </a:lnTo>
                <a:lnTo>
                  <a:pt x="2095157" y="0"/>
                </a:lnTo>
                <a:lnTo>
                  <a:pt x="2065039" y="0"/>
                </a:lnTo>
                <a:lnTo>
                  <a:pt x="2034921" y="0"/>
                </a:lnTo>
                <a:lnTo>
                  <a:pt x="2004803" y="0"/>
                </a:lnTo>
                <a:lnTo>
                  <a:pt x="1974685" y="0"/>
                </a:lnTo>
                <a:lnTo>
                  <a:pt x="1944567" y="0"/>
                </a:lnTo>
                <a:lnTo>
                  <a:pt x="1914449" y="0"/>
                </a:lnTo>
                <a:lnTo>
                  <a:pt x="1884331" y="0"/>
                </a:lnTo>
                <a:lnTo>
                  <a:pt x="1854222" y="0"/>
                </a:lnTo>
                <a:lnTo>
                  <a:pt x="1824104" y="0"/>
                </a:lnTo>
                <a:lnTo>
                  <a:pt x="1793986" y="0"/>
                </a:lnTo>
                <a:lnTo>
                  <a:pt x="1763868" y="0"/>
                </a:lnTo>
                <a:lnTo>
                  <a:pt x="1733750" y="0"/>
                </a:lnTo>
                <a:lnTo>
                  <a:pt x="1703632" y="0"/>
                </a:lnTo>
                <a:lnTo>
                  <a:pt x="1673514" y="0"/>
                </a:lnTo>
                <a:lnTo>
                  <a:pt x="1643396" y="0"/>
                </a:lnTo>
                <a:lnTo>
                  <a:pt x="1613278" y="0"/>
                </a:lnTo>
                <a:lnTo>
                  <a:pt x="1583169" y="0"/>
                </a:lnTo>
                <a:lnTo>
                  <a:pt x="1553051" y="0"/>
                </a:lnTo>
                <a:lnTo>
                  <a:pt x="1522933" y="0"/>
                </a:lnTo>
                <a:lnTo>
                  <a:pt x="1492815" y="0"/>
                </a:lnTo>
                <a:lnTo>
                  <a:pt x="1462697" y="0"/>
                </a:lnTo>
                <a:lnTo>
                  <a:pt x="1432579" y="0"/>
                </a:lnTo>
                <a:lnTo>
                  <a:pt x="1402461" y="0"/>
                </a:lnTo>
                <a:lnTo>
                  <a:pt x="1372343" y="0"/>
                </a:lnTo>
                <a:lnTo>
                  <a:pt x="1342225" y="0"/>
                </a:lnTo>
                <a:lnTo>
                  <a:pt x="1312116" y="0"/>
                </a:lnTo>
                <a:lnTo>
                  <a:pt x="1281998" y="0"/>
                </a:lnTo>
                <a:lnTo>
                  <a:pt x="1251880" y="0"/>
                </a:lnTo>
                <a:lnTo>
                  <a:pt x="1221762" y="0"/>
                </a:lnTo>
                <a:lnTo>
                  <a:pt x="1191644" y="0"/>
                </a:lnTo>
                <a:lnTo>
                  <a:pt x="1161526" y="0"/>
                </a:lnTo>
                <a:lnTo>
                  <a:pt x="1131408" y="0"/>
                </a:lnTo>
                <a:lnTo>
                  <a:pt x="1101290" y="0"/>
                </a:lnTo>
                <a:lnTo>
                  <a:pt x="1071172" y="0"/>
                </a:lnTo>
                <a:lnTo>
                  <a:pt x="1041063" y="0"/>
                </a:lnTo>
                <a:lnTo>
                  <a:pt x="1010945" y="0"/>
                </a:lnTo>
                <a:lnTo>
                  <a:pt x="980827" y="0"/>
                </a:lnTo>
                <a:lnTo>
                  <a:pt x="950709" y="0"/>
                </a:lnTo>
                <a:lnTo>
                  <a:pt x="920591" y="0"/>
                </a:lnTo>
                <a:lnTo>
                  <a:pt x="891721" y="8211"/>
                </a:lnTo>
                <a:lnTo>
                  <a:pt x="862955" y="17135"/>
                </a:lnTo>
                <a:lnTo>
                  <a:pt x="834190" y="26060"/>
                </a:lnTo>
                <a:lnTo>
                  <a:pt x="805424" y="34976"/>
                </a:lnTo>
                <a:lnTo>
                  <a:pt x="776659" y="43901"/>
                </a:lnTo>
                <a:lnTo>
                  <a:pt x="747893" y="52826"/>
                </a:lnTo>
                <a:lnTo>
                  <a:pt x="719128" y="61741"/>
                </a:lnTo>
                <a:lnTo>
                  <a:pt x="690362" y="70666"/>
                </a:lnTo>
                <a:lnTo>
                  <a:pt x="661597" y="79591"/>
                </a:lnTo>
                <a:lnTo>
                  <a:pt x="632831" y="88506"/>
                </a:lnTo>
                <a:lnTo>
                  <a:pt x="604066" y="97431"/>
                </a:lnTo>
                <a:lnTo>
                  <a:pt x="575300" y="106356"/>
                </a:lnTo>
                <a:lnTo>
                  <a:pt x="546535" y="115272"/>
                </a:lnTo>
                <a:lnTo>
                  <a:pt x="517769" y="124196"/>
                </a:lnTo>
                <a:lnTo>
                  <a:pt x="489004" y="133121"/>
                </a:lnTo>
                <a:lnTo>
                  <a:pt x="460238" y="142046"/>
                </a:lnTo>
                <a:lnTo>
                  <a:pt x="431473" y="150962"/>
                </a:lnTo>
                <a:lnTo>
                  <a:pt x="402707" y="159887"/>
                </a:lnTo>
                <a:lnTo>
                  <a:pt x="373942" y="168812"/>
                </a:lnTo>
                <a:lnTo>
                  <a:pt x="345176" y="177727"/>
                </a:lnTo>
                <a:lnTo>
                  <a:pt x="316421" y="186652"/>
                </a:lnTo>
                <a:lnTo>
                  <a:pt x="287655" y="195577"/>
                </a:lnTo>
                <a:lnTo>
                  <a:pt x="258890" y="204492"/>
                </a:lnTo>
                <a:lnTo>
                  <a:pt x="230124" y="213417"/>
                </a:lnTo>
                <a:lnTo>
                  <a:pt x="201359" y="222342"/>
                </a:lnTo>
                <a:lnTo>
                  <a:pt x="172593" y="231257"/>
                </a:lnTo>
                <a:lnTo>
                  <a:pt x="143828" y="240182"/>
                </a:lnTo>
                <a:lnTo>
                  <a:pt x="115062" y="249107"/>
                </a:lnTo>
                <a:lnTo>
                  <a:pt x="86297" y="258023"/>
                </a:lnTo>
                <a:lnTo>
                  <a:pt x="57531" y="266948"/>
                </a:lnTo>
                <a:lnTo>
                  <a:pt x="28766" y="275873"/>
                </a:lnTo>
                <a:lnTo>
                  <a:pt x="0" y="284798"/>
                </a:lnTo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0DE30193-C58B-4F3D-AF6D-7687032C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905" y="4630069"/>
            <a:ext cx="3278457" cy="284798"/>
          </a:xfrm>
          <a:custGeom xmlns:a="http://schemas.openxmlformats.org/drawingml/2006/main">
            <a:pathLst>
              <a:path w="3278457" h="284798">
                <a:moveTo>
                  <a:pt x="0" y="284798"/>
                </a:moveTo>
                <a:lnTo>
                  <a:pt x="19031" y="284798"/>
                </a:lnTo>
                <a:lnTo>
                  <a:pt x="38062" y="284798"/>
                </a:lnTo>
                <a:lnTo>
                  <a:pt x="57093" y="284798"/>
                </a:lnTo>
                <a:lnTo>
                  <a:pt x="76124" y="284798"/>
                </a:lnTo>
                <a:lnTo>
                  <a:pt x="95155" y="284798"/>
                </a:lnTo>
                <a:lnTo>
                  <a:pt x="114186" y="284798"/>
                </a:lnTo>
                <a:lnTo>
                  <a:pt x="133226" y="284798"/>
                </a:lnTo>
                <a:lnTo>
                  <a:pt x="152257" y="284798"/>
                </a:lnTo>
                <a:lnTo>
                  <a:pt x="171288" y="284798"/>
                </a:lnTo>
                <a:lnTo>
                  <a:pt x="190319" y="284798"/>
                </a:lnTo>
                <a:lnTo>
                  <a:pt x="209350" y="284798"/>
                </a:lnTo>
                <a:lnTo>
                  <a:pt x="228381" y="284798"/>
                </a:lnTo>
                <a:lnTo>
                  <a:pt x="247412" y="284798"/>
                </a:lnTo>
                <a:lnTo>
                  <a:pt x="266443" y="284798"/>
                </a:lnTo>
                <a:lnTo>
                  <a:pt x="285474" y="284798"/>
                </a:lnTo>
                <a:lnTo>
                  <a:pt x="304505" y="284798"/>
                </a:lnTo>
                <a:lnTo>
                  <a:pt x="323536" y="284798"/>
                </a:lnTo>
                <a:lnTo>
                  <a:pt x="342567" y="284798"/>
                </a:lnTo>
                <a:lnTo>
                  <a:pt x="361598" y="284798"/>
                </a:lnTo>
                <a:lnTo>
                  <a:pt x="380638" y="284798"/>
                </a:lnTo>
                <a:lnTo>
                  <a:pt x="399669" y="284798"/>
                </a:lnTo>
                <a:lnTo>
                  <a:pt x="418700" y="284798"/>
                </a:lnTo>
                <a:lnTo>
                  <a:pt x="437731" y="284798"/>
                </a:lnTo>
                <a:lnTo>
                  <a:pt x="456762" y="284798"/>
                </a:lnTo>
                <a:lnTo>
                  <a:pt x="475793" y="284798"/>
                </a:lnTo>
                <a:lnTo>
                  <a:pt x="494824" y="284798"/>
                </a:lnTo>
                <a:lnTo>
                  <a:pt x="513855" y="284798"/>
                </a:lnTo>
                <a:lnTo>
                  <a:pt x="532886" y="284798"/>
                </a:lnTo>
                <a:lnTo>
                  <a:pt x="551917" y="284798"/>
                </a:lnTo>
                <a:lnTo>
                  <a:pt x="570948" y="284798"/>
                </a:lnTo>
                <a:lnTo>
                  <a:pt x="589979" y="284798"/>
                </a:lnTo>
                <a:lnTo>
                  <a:pt x="609009" y="284798"/>
                </a:lnTo>
                <a:lnTo>
                  <a:pt x="628050" y="284798"/>
                </a:lnTo>
                <a:lnTo>
                  <a:pt x="647081" y="284798"/>
                </a:lnTo>
                <a:lnTo>
                  <a:pt x="666112" y="284798"/>
                </a:lnTo>
                <a:lnTo>
                  <a:pt x="685143" y="284798"/>
                </a:lnTo>
                <a:lnTo>
                  <a:pt x="704174" y="284798"/>
                </a:lnTo>
                <a:lnTo>
                  <a:pt x="723205" y="284798"/>
                </a:lnTo>
                <a:lnTo>
                  <a:pt x="742236" y="284798"/>
                </a:lnTo>
                <a:lnTo>
                  <a:pt x="761267" y="284798"/>
                </a:lnTo>
                <a:lnTo>
                  <a:pt x="780298" y="284798"/>
                </a:lnTo>
                <a:lnTo>
                  <a:pt x="799328" y="284798"/>
                </a:lnTo>
                <a:lnTo>
                  <a:pt x="818359" y="284798"/>
                </a:lnTo>
                <a:lnTo>
                  <a:pt x="837390" y="284798"/>
                </a:lnTo>
                <a:lnTo>
                  <a:pt x="856421" y="284798"/>
                </a:lnTo>
                <a:lnTo>
                  <a:pt x="875462" y="284798"/>
                </a:lnTo>
                <a:lnTo>
                  <a:pt x="894493" y="284798"/>
                </a:lnTo>
                <a:lnTo>
                  <a:pt x="913524" y="284798"/>
                </a:lnTo>
                <a:lnTo>
                  <a:pt x="932555" y="284798"/>
                </a:lnTo>
                <a:lnTo>
                  <a:pt x="951586" y="284798"/>
                </a:lnTo>
                <a:lnTo>
                  <a:pt x="970617" y="284798"/>
                </a:lnTo>
                <a:lnTo>
                  <a:pt x="989648" y="284798"/>
                </a:lnTo>
                <a:lnTo>
                  <a:pt x="1008678" y="284798"/>
                </a:lnTo>
                <a:lnTo>
                  <a:pt x="1027709" y="284798"/>
                </a:lnTo>
                <a:lnTo>
                  <a:pt x="1046740" y="284798"/>
                </a:lnTo>
                <a:lnTo>
                  <a:pt x="1065771" y="284798"/>
                </a:lnTo>
                <a:lnTo>
                  <a:pt x="1084802" y="284798"/>
                </a:lnTo>
                <a:lnTo>
                  <a:pt x="1103833" y="284798"/>
                </a:lnTo>
                <a:lnTo>
                  <a:pt x="1122874" y="284798"/>
                </a:lnTo>
                <a:lnTo>
                  <a:pt x="1141905" y="284798"/>
                </a:lnTo>
                <a:lnTo>
                  <a:pt x="1160936" y="284798"/>
                </a:lnTo>
                <a:lnTo>
                  <a:pt x="1179967" y="284798"/>
                </a:lnTo>
                <a:lnTo>
                  <a:pt x="1198997" y="284798"/>
                </a:lnTo>
                <a:lnTo>
                  <a:pt x="1218028" y="284798"/>
                </a:lnTo>
                <a:lnTo>
                  <a:pt x="1237059" y="284798"/>
                </a:lnTo>
                <a:lnTo>
                  <a:pt x="1256090" y="284798"/>
                </a:lnTo>
                <a:lnTo>
                  <a:pt x="1275121" y="284798"/>
                </a:lnTo>
                <a:lnTo>
                  <a:pt x="1294152" y="284798"/>
                </a:lnTo>
                <a:lnTo>
                  <a:pt x="1313183" y="284798"/>
                </a:lnTo>
                <a:lnTo>
                  <a:pt x="1332214" y="284798"/>
                </a:lnTo>
                <a:lnTo>
                  <a:pt x="1351245" y="284798"/>
                </a:lnTo>
                <a:lnTo>
                  <a:pt x="1370286" y="284798"/>
                </a:lnTo>
                <a:lnTo>
                  <a:pt x="1389317" y="284798"/>
                </a:lnTo>
                <a:lnTo>
                  <a:pt x="1408347" y="284798"/>
                </a:lnTo>
                <a:lnTo>
                  <a:pt x="1427378" y="284798"/>
                </a:lnTo>
                <a:lnTo>
                  <a:pt x="1446409" y="284798"/>
                </a:lnTo>
                <a:lnTo>
                  <a:pt x="1465440" y="284798"/>
                </a:lnTo>
                <a:lnTo>
                  <a:pt x="1484471" y="284798"/>
                </a:lnTo>
                <a:lnTo>
                  <a:pt x="1503502" y="284798"/>
                </a:lnTo>
                <a:lnTo>
                  <a:pt x="1522533" y="284798"/>
                </a:lnTo>
                <a:lnTo>
                  <a:pt x="1541564" y="284798"/>
                </a:lnTo>
                <a:lnTo>
                  <a:pt x="1560595" y="284798"/>
                </a:lnTo>
                <a:lnTo>
                  <a:pt x="1579626" y="284798"/>
                </a:lnTo>
                <a:lnTo>
                  <a:pt x="1598657" y="284798"/>
                </a:lnTo>
                <a:lnTo>
                  <a:pt x="1617697" y="284798"/>
                </a:lnTo>
                <a:lnTo>
                  <a:pt x="1636728" y="284798"/>
                </a:lnTo>
                <a:lnTo>
                  <a:pt x="1655759" y="284798"/>
                </a:lnTo>
                <a:lnTo>
                  <a:pt x="1674790" y="284798"/>
                </a:lnTo>
                <a:lnTo>
                  <a:pt x="1693821" y="284798"/>
                </a:lnTo>
                <a:lnTo>
                  <a:pt x="1712852" y="284798"/>
                </a:lnTo>
                <a:lnTo>
                  <a:pt x="1731883" y="284798"/>
                </a:lnTo>
                <a:lnTo>
                  <a:pt x="1750914" y="284798"/>
                </a:lnTo>
                <a:lnTo>
                  <a:pt x="1769945" y="284798"/>
                </a:lnTo>
                <a:lnTo>
                  <a:pt x="1788976" y="284798"/>
                </a:lnTo>
                <a:lnTo>
                  <a:pt x="1808007" y="284798"/>
                </a:lnTo>
                <a:lnTo>
                  <a:pt x="1827038" y="284798"/>
                </a:lnTo>
                <a:lnTo>
                  <a:pt x="1846069" y="284798"/>
                </a:lnTo>
                <a:lnTo>
                  <a:pt x="1865109" y="284798"/>
                </a:lnTo>
                <a:lnTo>
                  <a:pt x="1884140" y="284798"/>
                </a:lnTo>
                <a:lnTo>
                  <a:pt x="1903171" y="284798"/>
                </a:lnTo>
                <a:lnTo>
                  <a:pt x="1922202" y="284798"/>
                </a:lnTo>
                <a:lnTo>
                  <a:pt x="1941233" y="284798"/>
                </a:lnTo>
                <a:lnTo>
                  <a:pt x="1960264" y="284798"/>
                </a:lnTo>
                <a:lnTo>
                  <a:pt x="1979295" y="284798"/>
                </a:lnTo>
                <a:lnTo>
                  <a:pt x="1998326" y="284798"/>
                </a:lnTo>
                <a:lnTo>
                  <a:pt x="2017357" y="284798"/>
                </a:lnTo>
                <a:lnTo>
                  <a:pt x="2036388" y="284798"/>
                </a:lnTo>
                <a:lnTo>
                  <a:pt x="2055419" y="284798"/>
                </a:lnTo>
                <a:lnTo>
                  <a:pt x="2074450" y="284798"/>
                </a:lnTo>
                <a:lnTo>
                  <a:pt x="2093481" y="284798"/>
                </a:lnTo>
                <a:lnTo>
                  <a:pt x="2112521" y="284798"/>
                </a:lnTo>
                <a:lnTo>
                  <a:pt x="2131552" y="284798"/>
                </a:lnTo>
                <a:lnTo>
                  <a:pt x="2150583" y="284798"/>
                </a:lnTo>
                <a:lnTo>
                  <a:pt x="2169614" y="284798"/>
                </a:lnTo>
                <a:lnTo>
                  <a:pt x="2188645" y="284798"/>
                </a:lnTo>
                <a:lnTo>
                  <a:pt x="2207676" y="284798"/>
                </a:lnTo>
                <a:lnTo>
                  <a:pt x="2226707" y="284798"/>
                </a:lnTo>
                <a:lnTo>
                  <a:pt x="2245738" y="284798"/>
                </a:lnTo>
                <a:lnTo>
                  <a:pt x="2264769" y="284798"/>
                </a:lnTo>
                <a:lnTo>
                  <a:pt x="2283800" y="284798"/>
                </a:lnTo>
                <a:lnTo>
                  <a:pt x="2302831" y="284798"/>
                </a:lnTo>
                <a:lnTo>
                  <a:pt x="2321862" y="284798"/>
                </a:lnTo>
                <a:lnTo>
                  <a:pt x="2340893" y="284798"/>
                </a:lnTo>
                <a:lnTo>
                  <a:pt x="2359933" y="284798"/>
                </a:lnTo>
                <a:lnTo>
                  <a:pt x="2378964" y="284798"/>
                </a:lnTo>
                <a:lnTo>
                  <a:pt x="2397995" y="284798"/>
                </a:lnTo>
                <a:lnTo>
                  <a:pt x="2417026" y="284798"/>
                </a:lnTo>
                <a:lnTo>
                  <a:pt x="2436057" y="284798"/>
                </a:lnTo>
                <a:lnTo>
                  <a:pt x="2455088" y="284798"/>
                </a:lnTo>
                <a:lnTo>
                  <a:pt x="2474119" y="284798"/>
                </a:lnTo>
                <a:lnTo>
                  <a:pt x="2493150" y="284798"/>
                </a:lnTo>
                <a:lnTo>
                  <a:pt x="2512181" y="284798"/>
                </a:lnTo>
                <a:lnTo>
                  <a:pt x="2530878" y="282940"/>
                </a:lnTo>
                <a:lnTo>
                  <a:pt x="2548671" y="276206"/>
                </a:lnTo>
                <a:lnTo>
                  <a:pt x="2566473" y="269472"/>
                </a:lnTo>
                <a:lnTo>
                  <a:pt x="2584275" y="262738"/>
                </a:lnTo>
                <a:lnTo>
                  <a:pt x="2602078" y="255994"/>
                </a:lnTo>
                <a:lnTo>
                  <a:pt x="2619870" y="249260"/>
                </a:lnTo>
                <a:lnTo>
                  <a:pt x="2637673" y="242526"/>
                </a:lnTo>
                <a:lnTo>
                  <a:pt x="2655475" y="235782"/>
                </a:lnTo>
                <a:lnTo>
                  <a:pt x="2673267" y="229048"/>
                </a:lnTo>
                <a:lnTo>
                  <a:pt x="2691070" y="222314"/>
                </a:lnTo>
                <a:lnTo>
                  <a:pt x="2708872" y="215579"/>
                </a:lnTo>
                <a:lnTo>
                  <a:pt x="2726674" y="208836"/>
                </a:lnTo>
                <a:lnTo>
                  <a:pt x="2744467" y="202101"/>
                </a:lnTo>
                <a:lnTo>
                  <a:pt x="2762269" y="195367"/>
                </a:lnTo>
                <a:lnTo>
                  <a:pt x="2780071" y="188633"/>
                </a:lnTo>
                <a:lnTo>
                  <a:pt x="2797864" y="181889"/>
                </a:lnTo>
                <a:lnTo>
                  <a:pt x="2815666" y="175155"/>
                </a:lnTo>
                <a:lnTo>
                  <a:pt x="2833468" y="168421"/>
                </a:lnTo>
                <a:lnTo>
                  <a:pt x="2851261" y="161687"/>
                </a:lnTo>
                <a:lnTo>
                  <a:pt x="2869063" y="154943"/>
                </a:lnTo>
                <a:lnTo>
                  <a:pt x="2886866" y="148209"/>
                </a:lnTo>
                <a:lnTo>
                  <a:pt x="2904668" y="141475"/>
                </a:lnTo>
                <a:lnTo>
                  <a:pt x="2922461" y="134731"/>
                </a:lnTo>
                <a:lnTo>
                  <a:pt x="2940263" y="127997"/>
                </a:lnTo>
                <a:lnTo>
                  <a:pt x="2958065" y="121263"/>
                </a:lnTo>
                <a:lnTo>
                  <a:pt x="2975858" y="114529"/>
                </a:lnTo>
                <a:lnTo>
                  <a:pt x="2993660" y="107785"/>
                </a:lnTo>
                <a:lnTo>
                  <a:pt x="3011462" y="101051"/>
                </a:lnTo>
                <a:lnTo>
                  <a:pt x="3029264" y="94317"/>
                </a:lnTo>
                <a:lnTo>
                  <a:pt x="3047057" y="87582"/>
                </a:lnTo>
                <a:lnTo>
                  <a:pt x="3064859" y="80839"/>
                </a:lnTo>
                <a:lnTo>
                  <a:pt x="3082661" y="74105"/>
                </a:lnTo>
                <a:lnTo>
                  <a:pt x="3100454" y="67370"/>
                </a:lnTo>
                <a:lnTo>
                  <a:pt x="3118256" y="60627"/>
                </a:lnTo>
                <a:lnTo>
                  <a:pt x="3136059" y="53892"/>
                </a:lnTo>
                <a:lnTo>
                  <a:pt x="3153861" y="47158"/>
                </a:lnTo>
                <a:lnTo>
                  <a:pt x="3171654" y="40424"/>
                </a:lnTo>
                <a:lnTo>
                  <a:pt x="3189456" y="33680"/>
                </a:lnTo>
                <a:lnTo>
                  <a:pt x="3207258" y="26946"/>
                </a:lnTo>
                <a:lnTo>
                  <a:pt x="3225051" y="20212"/>
                </a:lnTo>
                <a:lnTo>
                  <a:pt x="3242853" y="13478"/>
                </a:lnTo>
                <a:lnTo>
                  <a:pt x="3260655" y="6734"/>
                </a:lnTo>
                <a:lnTo>
                  <a:pt x="32784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D76AA49D-8635-4EFA-A4E3-506FE95F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5524" y="4630069"/>
            <a:ext cx="23688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81DCF8B3-14C8-482D-9D82-8043D425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3650" y="3301903"/>
            <a:ext cx="568633" cy="904313"/>
          </a:xfrm>
          <a:custGeom xmlns:a="http://schemas.openxmlformats.org/drawingml/2006/main">
            <a:pathLst>
              <a:path w="568633" h="904313">
                <a:moveTo>
                  <a:pt x="0" y="904313"/>
                </a:moveTo>
                <a:lnTo>
                  <a:pt x="0" y="885387"/>
                </a:lnTo>
                <a:lnTo>
                  <a:pt x="0" y="866461"/>
                </a:lnTo>
                <a:lnTo>
                  <a:pt x="0" y="847535"/>
                </a:lnTo>
                <a:lnTo>
                  <a:pt x="0" y="828608"/>
                </a:lnTo>
                <a:lnTo>
                  <a:pt x="0" y="809682"/>
                </a:lnTo>
                <a:lnTo>
                  <a:pt x="0" y="790756"/>
                </a:lnTo>
                <a:lnTo>
                  <a:pt x="0" y="771830"/>
                </a:lnTo>
                <a:lnTo>
                  <a:pt x="0" y="752904"/>
                </a:lnTo>
                <a:lnTo>
                  <a:pt x="0" y="733977"/>
                </a:lnTo>
                <a:lnTo>
                  <a:pt x="0" y="715051"/>
                </a:lnTo>
                <a:lnTo>
                  <a:pt x="0" y="696125"/>
                </a:lnTo>
                <a:lnTo>
                  <a:pt x="0" y="677199"/>
                </a:lnTo>
                <a:lnTo>
                  <a:pt x="0" y="658273"/>
                </a:lnTo>
                <a:lnTo>
                  <a:pt x="0" y="639347"/>
                </a:lnTo>
                <a:lnTo>
                  <a:pt x="0" y="620420"/>
                </a:lnTo>
                <a:lnTo>
                  <a:pt x="0" y="601494"/>
                </a:lnTo>
                <a:lnTo>
                  <a:pt x="0" y="582568"/>
                </a:lnTo>
                <a:lnTo>
                  <a:pt x="0" y="563642"/>
                </a:lnTo>
                <a:lnTo>
                  <a:pt x="0" y="544716"/>
                </a:lnTo>
                <a:lnTo>
                  <a:pt x="0" y="525790"/>
                </a:lnTo>
                <a:lnTo>
                  <a:pt x="0" y="506863"/>
                </a:lnTo>
                <a:lnTo>
                  <a:pt x="0" y="487937"/>
                </a:lnTo>
                <a:lnTo>
                  <a:pt x="0" y="469011"/>
                </a:lnTo>
                <a:lnTo>
                  <a:pt x="0" y="450085"/>
                </a:lnTo>
                <a:lnTo>
                  <a:pt x="0" y="431159"/>
                </a:lnTo>
                <a:lnTo>
                  <a:pt x="0" y="412232"/>
                </a:lnTo>
                <a:lnTo>
                  <a:pt x="0" y="393306"/>
                </a:lnTo>
                <a:lnTo>
                  <a:pt x="0" y="374380"/>
                </a:lnTo>
                <a:lnTo>
                  <a:pt x="0" y="355454"/>
                </a:lnTo>
                <a:lnTo>
                  <a:pt x="0" y="336518"/>
                </a:lnTo>
                <a:lnTo>
                  <a:pt x="0" y="317592"/>
                </a:lnTo>
                <a:lnTo>
                  <a:pt x="0" y="298666"/>
                </a:lnTo>
                <a:lnTo>
                  <a:pt x="0" y="279740"/>
                </a:lnTo>
                <a:lnTo>
                  <a:pt x="0" y="260814"/>
                </a:lnTo>
                <a:lnTo>
                  <a:pt x="0" y="241887"/>
                </a:lnTo>
                <a:lnTo>
                  <a:pt x="0" y="222961"/>
                </a:lnTo>
                <a:lnTo>
                  <a:pt x="0" y="204035"/>
                </a:lnTo>
                <a:lnTo>
                  <a:pt x="9973" y="192205"/>
                </a:lnTo>
                <a:lnTo>
                  <a:pt x="27851" y="186004"/>
                </a:lnTo>
                <a:lnTo>
                  <a:pt x="45739" y="179813"/>
                </a:lnTo>
                <a:lnTo>
                  <a:pt x="63617" y="173612"/>
                </a:lnTo>
                <a:lnTo>
                  <a:pt x="81496" y="167411"/>
                </a:lnTo>
                <a:lnTo>
                  <a:pt x="99384" y="161211"/>
                </a:lnTo>
                <a:lnTo>
                  <a:pt x="117262" y="155010"/>
                </a:lnTo>
                <a:lnTo>
                  <a:pt x="135150" y="148809"/>
                </a:lnTo>
                <a:lnTo>
                  <a:pt x="153029" y="142608"/>
                </a:lnTo>
                <a:lnTo>
                  <a:pt x="170907" y="136408"/>
                </a:lnTo>
                <a:lnTo>
                  <a:pt x="188795" y="130207"/>
                </a:lnTo>
                <a:lnTo>
                  <a:pt x="206673" y="124006"/>
                </a:lnTo>
                <a:lnTo>
                  <a:pt x="224552" y="117805"/>
                </a:lnTo>
                <a:lnTo>
                  <a:pt x="242440" y="111604"/>
                </a:lnTo>
                <a:lnTo>
                  <a:pt x="260318" y="105404"/>
                </a:lnTo>
                <a:lnTo>
                  <a:pt x="278206" y="99203"/>
                </a:lnTo>
                <a:lnTo>
                  <a:pt x="296085" y="93002"/>
                </a:lnTo>
                <a:lnTo>
                  <a:pt x="313963" y="86801"/>
                </a:lnTo>
                <a:lnTo>
                  <a:pt x="331851" y="80601"/>
                </a:lnTo>
                <a:lnTo>
                  <a:pt x="349729" y="74400"/>
                </a:lnTo>
                <a:lnTo>
                  <a:pt x="367608" y="68199"/>
                </a:lnTo>
                <a:lnTo>
                  <a:pt x="385496" y="61998"/>
                </a:lnTo>
                <a:lnTo>
                  <a:pt x="403374" y="55807"/>
                </a:lnTo>
                <a:lnTo>
                  <a:pt x="421253" y="49606"/>
                </a:lnTo>
                <a:lnTo>
                  <a:pt x="439141" y="43405"/>
                </a:lnTo>
                <a:lnTo>
                  <a:pt x="457019" y="37205"/>
                </a:lnTo>
                <a:lnTo>
                  <a:pt x="474907" y="31004"/>
                </a:lnTo>
                <a:lnTo>
                  <a:pt x="492785" y="24803"/>
                </a:lnTo>
                <a:lnTo>
                  <a:pt x="510664" y="18602"/>
                </a:lnTo>
                <a:lnTo>
                  <a:pt x="528552" y="12402"/>
                </a:lnTo>
                <a:lnTo>
                  <a:pt x="546430" y="6201"/>
                </a:lnTo>
                <a:lnTo>
                  <a:pt x="564309" y="0"/>
                </a:lnTo>
                <a:lnTo>
                  <a:pt x="568633" y="12859"/>
                </a:lnTo>
                <a:lnTo>
                  <a:pt x="568633" y="31785"/>
                </a:lnTo>
                <a:lnTo>
                  <a:pt x="568633" y="50711"/>
                </a:lnTo>
                <a:lnTo>
                  <a:pt x="568633" y="69637"/>
                </a:lnTo>
                <a:lnTo>
                  <a:pt x="568633" y="88563"/>
                </a:lnTo>
                <a:lnTo>
                  <a:pt x="568633" y="107490"/>
                </a:lnTo>
                <a:lnTo>
                  <a:pt x="568633" y="126416"/>
                </a:lnTo>
                <a:lnTo>
                  <a:pt x="568633" y="145342"/>
                </a:lnTo>
                <a:lnTo>
                  <a:pt x="568633" y="164268"/>
                </a:lnTo>
                <a:lnTo>
                  <a:pt x="568633" y="183194"/>
                </a:lnTo>
                <a:lnTo>
                  <a:pt x="568633" y="202121"/>
                </a:lnTo>
                <a:lnTo>
                  <a:pt x="568633" y="221047"/>
                </a:lnTo>
                <a:lnTo>
                  <a:pt x="568633" y="239973"/>
                </a:lnTo>
                <a:lnTo>
                  <a:pt x="568633" y="258899"/>
                </a:lnTo>
                <a:lnTo>
                  <a:pt x="568633" y="277825"/>
                </a:lnTo>
                <a:lnTo>
                  <a:pt x="568633" y="296751"/>
                </a:lnTo>
                <a:lnTo>
                  <a:pt x="568633" y="315678"/>
                </a:lnTo>
                <a:lnTo>
                  <a:pt x="568633" y="334604"/>
                </a:lnTo>
                <a:lnTo>
                  <a:pt x="568633" y="353530"/>
                </a:lnTo>
                <a:lnTo>
                  <a:pt x="568633" y="372456"/>
                </a:lnTo>
                <a:lnTo>
                  <a:pt x="568633" y="391382"/>
                </a:lnTo>
                <a:lnTo>
                  <a:pt x="568633" y="410308"/>
                </a:lnTo>
                <a:lnTo>
                  <a:pt x="568633" y="429235"/>
                </a:lnTo>
                <a:lnTo>
                  <a:pt x="568633" y="448161"/>
                </a:lnTo>
                <a:lnTo>
                  <a:pt x="568633" y="467087"/>
                </a:lnTo>
                <a:lnTo>
                  <a:pt x="568633" y="486013"/>
                </a:lnTo>
                <a:lnTo>
                  <a:pt x="568633" y="504939"/>
                </a:lnTo>
                <a:lnTo>
                  <a:pt x="568633" y="523865"/>
                </a:lnTo>
                <a:lnTo>
                  <a:pt x="568633" y="542792"/>
                </a:lnTo>
                <a:lnTo>
                  <a:pt x="568633" y="561718"/>
                </a:lnTo>
                <a:lnTo>
                  <a:pt x="568633" y="580644"/>
                </a:lnTo>
                <a:lnTo>
                  <a:pt x="568633" y="599570"/>
                </a:lnTo>
                <a:lnTo>
                  <a:pt x="568633" y="618496"/>
                </a:lnTo>
                <a:lnTo>
                  <a:pt x="568633" y="637423"/>
                </a:lnTo>
                <a:lnTo>
                  <a:pt x="568633" y="656349"/>
                </a:lnTo>
                <a:lnTo>
                  <a:pt x="557641" y="667998"/>
                </a:lnTo>
                <a:lnTo>
                  <a:pt x="540210" y="675380"/>
                </a:lnTo>
                <a:lnTo>
                  <a:pt x="522789" y="682771"/>
                </a:lnTo>
                <a:lnTo>
                  <a:pt x="505358" y="690153"/>
                </a:lnTo>
                <a:lnTo>
                  <a:pt x="487928" y="697535"/>
                </a:lnTo>
                <a:lnTo>
                  <a:pt x="470506" y="704917"/>
                </a:lnTo>
                <a:lnTo>
                  <a:pt x="453076" y="712308"/>
                </a:lnTo>
                <a:lnTo>
                  <a:pt x="435654" y="719690"/>
                </a:lnTo>
                <a:lnTo>
                  <a:pt x="418224" y="727072"/>
                </a:lnTo>
                <a:lnTo>
                  <a:pt x="400802" y="734463"/>
                </a:lnTo>
                <a:lnTo>
                  <a:pt x="383372" y="741845"/>
                </a:lnTo>
                <a:lnTo>
                  <a:pt x="365951" y="749227"/>
                </a:lnTo>
                <a:lnTo>
                  <a:pt x="348520" y="756618"/>
                </a:lnTo>
                <a:lnTo>
                  <a:pt x="331099" y="764000"/>
                </a:lnTo>
                <a:lnTo>
                  <a:pt x="313668" y="771382"/>
                </a:lnTo>
                <a:lnTo>
                  <a:pt x="296247" y="778774"/>
                </a:lnTo>
                <a:lnTo>
                  <a:pt x="278816" y="786155"/>
                </a:lnTo>
                <a:lnTo>
                  <a:pt x="261395" y="793537"/>
                </a:lnTo>
                <a:lnTo>
                  <a:pt x="243964" y="800929"/>
                </a:lnTo>
                <a:lnTo>
                  <a:pt x="226543" y="808311"/>
                </a:lnTo>
                <a:lnTo>
                  <a:pt x="209112" y="815692"/>
                </a:lnTo>
                <a:lnTo>
                  <a:pt x="191691" y="823084"/>
                </a:lnTo>
                <a:lnTo>
                  <a:pt x="174260" y="830466"/>
                </a:lnTo>
                <a:lnTo>
                  <a:pt x="156839" y="837848"/>
                </a:lnTo>
                <a:lnTo>
                  <a:pt x="139408" y="845239"/>
                </a:lnTo>
                <a:lnTo>
                  <a:pt x="121987" y="852621"/>
                </a:lnTo>
                <a:lnTo>
                  <a:pt x="104556" y="860003"/>
                </a:lnTo>
                <a:lnTo>
                  <a:pt x="87135" y="867394"/>
                </a:lnTo>
                <a:lnTo>
                  <a:pt x="69704" y="874776"/>
                </a:lnTo>
                <a:lnTo>
                  <a:pt x="52283" y="882158"/>
                </a:lnTo>
                <a:lnTo>
                  <a:pt x="34852" y="889549"/>
                </a:lnTo>
                <a:lnTo>
                  <a:pt x="17421" y="896931"/>
                </a:lnTo>
                <a:lnTo>
                  <a:pt x="0" y="904313"/>
                </a:lnTo>
              </a:path>
            </a:pathLst>
          </a:custGeom>
          <a:solidFill xmlns:a="http://schemas.openxmlformats.org/drawingml/2006/main">
            <a:srgbClr val="84A5B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AE44406A-0C0E-4BCF-99C4-BD08D639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0478" y="3965234"/>
            <a:ext cx="3386804" cy="240983"/>
          </a:xfrm>
          <a:custGeom xmlns:a="http://schemas.openxmlformats.org/drawingml/2006/main">
            <a:pathLst>
              <a:path w="3386804" h="240983">
                <a:moveTo>
                  <a:pt x="0" y="240983"/>
                </a:moveTo>
                <a:lnTo>
                  <a:pt x="28632" y="240983"/>
                </a:lnTo>
                <a:lnTo>
                  <a:pt x="57255" y="240983"/>
                </a:lnTo>
                <a:lnTo>
                  <a:pt x="85887" y="240983"/>
                </a:lnTo>
                <a:lnTo>
                  <a:pt x="114510" y="240983"/>
                </a:lnTo>
                <a:lnTo>
                  <a:pt x="143142" y="240983"/>
                </a:lnTo>
                <a:lnTo>
                  <a:pt x="171764" y="240983"/>
                </a:lnTo>
                <a:lnTo>
                  <a:pt x="200396" y="240983"/>
                </a:lnTo>
                <a:lnTo>
                  <a:pt x="229019" y="240983"/>
                </a:lnTo>
                <a:lnTo>
                  <a:pt x="257651" y="240983"/>
                </a:lnTo>
                <a:lnTo>
                  <a:pt x="286274" y="240983"/>
                </a:lnTo>
                <a:lnTo>
                  <a:pt x="314906" y="240983"/>
                </a:lnTo>
                <a:lnTo>
                  <a:pt x="343529" y="240983"/>
                </a:lnTo>
                <a:lnTo>
                  <a:pt x="372161" y="240983"/>
                </a:lnTo>
                <a:lnTo>
                  <a:pt x="400793" y="240983"/>
                </a:lnTo>
                <a:lnTo>
                  <a:pt x="429416" y="240983"/>
                </a:lnTo>
                <a:lnTo>
                  <a:pt x="458048" y="240983"/>
                </a:lnTo>
                <a:lnTo>
                  <a:pt x="486670" y="240983"/>
                </a:lnTo>
                <a:lnTo>
                  <a:pt x="515303" y="240983"/>
                </a:lnTo>
                <a:lnTo>
                  <a:pt x="543925" y="240983"/>
                </a:lnTo>
                <a:lnTo>
                  <a:pt x="572557" y="240983"/>
                </a:lnTo>
                <a:lnTo>
                  <a:pt x="601180" y="240983"/>
                </a:lnTo>
                <a:lnTo>
                  <a:pt x="629812" y="240983"/>
                </a:lnTo>
                <a:lnTo>
                  <a:pt x="658435" y="240983"/>
                </a:lnTo>
                <a:lnTo>
                  <a:pt x="687067" y="240983"/>
                </a:lnTo>
                <a:lnTo>
                  <a:pt x="715689" y="240983"/>
                </a:lnTo>
                <a:lnTo>
                  <a:pt x="744322" y="240983"/>
                </a:lnTo>
                <a:lnTo>
                  <a:pt x="772944" y="240983"/>
                </a:lnTo>
                <a:lnTo>
                  <a:pt x="801576" y="240983"/>
                </a:lnTo>
                <a:lnTo>
                  <a:pt x="830209" y="240983"/>
                </a:lnTo>
                <a:lnTo>
                  <a:pt x="858831" y="240983"/>
                </a:lnTo>
                <a:lnTo>
                  <a:pt x="887463" y="240983"/>
                </a:lnTo>
                <a:lnTo>
                  <a:pt x="916086" y="240983"/>
                </a:lnTo>
                <a:lnTo>
                  <a:pt x="944718" y="240983"/>
                </a:lnTo>
                <a:lnTo>
                  <a:pt x="973341" y="240983"/>
                </a:lnTo>
                <a:lnTo>
                  <a:pt x="1001973" y="240983"/>
                </a:lnTo>
                <a:lnTo>
                  <a:pt x="1030595" y="240983"/>
                </a:lnTo>
                <a:lnTo>
                  <a:pt x="1059228" y="240983"/>
                </a:lnTo>
                <a:lnTo>
                  <a:pt x="1087850" y="240983"/>
                </a:lnTo>
                <a:lnTo>
                  <a:pt x="1116482" y="240983"/>
                </a:lnTo>
                <a:lnTo>
                  <a:pt x="1145105" y="240983"/>
                </a:lnTo>
                <a:lnTo>
                  <a:pt x="1173737" y="240983"/>
                </a:lnTo>
                <a:lnTo>
                  <a:pt x="1202369" y="240983"/>
                </a:lnTo>
                <a:lnTo>
                  <a:pt x="1230992" y="240983"/>
                </a:lnTo>
                <a:lnTo>
                  <a:pt x="1259624" y="240983"/>
                </a:lnTo>
                <a:lnTo>
                  <a:pt x="1288247" y="240983"/>
                </a:lnTo>
                <a:lnTo>
                  <a:pt x="1316879" y="240983"/>
                </a:lnTo>
                <a:lnTo>
                  <a:pt x="1345502" y="240983"/>
                </a:lnTo>
                <a:lnTo>
                  <a:pt x="1374134" y="240983"/>
                </a:lnTo>
                <a:lnTo>
                  <a:pt x="1402756" y="240983"/>
                </a:lnTo>
                <a:lnTo>
                  <a:pt x="1431388" y="240983"/>
                </a:lnTo>
                <a:lnTo>
                  <a:pt x="1460011" y="240983"/>
                </a:lnTo>
                <a:lnTo>
                  <a:pt x="1488643" y="240983"/>
                </a:lnTo>
                <a:lnTo>
                  <a:pt x="1517266" y="240983"/>
                </a:lnTo>
                <a:lnTo>
                  <a:pt x="1545898" y="240983"/>
                </a:lnTo>
                <a:lnTo>
                  <a:pt x="1574521" y="240983"/>
                </a:lnTo>
                <a:lnTo>
                  <a:pt x="1603153" y="240983"/>
                </a:lnTo>
                <a:lnTo>
                  <a:pt x="1631785" y="240983"/>
                </a:lnTo>
                <a:lnTo>
                  <a:pt x="1660408" y="240983"/>
                </a:lnTo>
                <a:lnTo>
                  <a:pt x="1689040" y="240983"/>
                </a:lnTo>
                <a:lnTo>
                  <a:pt x="1717662" y="240983"/>
                </a:lnTo>
                <a:lnTo>
                  <a:pt x="1746294" y="240983"/>
                </a:lnTo>
                <a:lnTo>
                  <a:pt x="1774917" y="240983"/>
                </a:lnTo>
                <a:lnTo>
                  <a:pt x="1803549" y="240983"/>
                </a:lnTo>
                <a:lnTo>
                  <a:pt x="1832172" y="240983"/>
                </a:lnTo>
                <a:lnTo>
                  <a:pt x="1860804" y="240983"/>
                </a:lnTo>
                <a:lnTo>
                  <a:pt x="1889427" y="240983"/>
                </a:lnTo>
                <a:lnTo>
                  <a:pt x="1918059" y="240983"/>
                </a:lnTo>
                <a:lnTo>
                  <a:pt x="1946681" y="240983"/>
                </a:lnTo>
                <a:lnTo>
                  <a:pt x="1975314" y="240983"/>
                </a:lnTo>
                <a:lnTo>
                  <a:pt x="2003946" y="240983"/>
                </a:lnTo>
                <a:lnTo>
                  <a:pt x="2032568" y="240983"/>
                </a:lnTo>
                <a:lnTo>
                  <a:pt x="2061200" y="240983"/>
                </a:lnTo>
                <a:lnTo>
                  <a:pt x="2089823" y="240983"/>
                </a:lnTo>
                <a:lnTo>
                  <a:pt x="2118455" y="240983"/>
                </a:lnTo>
                <a:lnTo>
                  <a:pt x="2147078" y="240983"/>
                </a:lnTo>
                <a:lnTo>
                  <a:pt x="2175710" y="240983"/>
                </a:lnTo>
                <a:lnTo>
                  <a:pt x="2204333" y="240983"/>
                </a:lnTo>
                <a:lnTo>
                  <a:pt x="2232965" y="240983"/>
                </a:lnTo>
                <a:lnTo>
                  <a:pt x="2261587" y="240983"/>
                </a:lnTo>
                <a:lnTo>
                  <a:pt x="2290220" y="240983"/>
                </a:lnTo>
                <a:lnTo>
                  <a:pt x="2318842" y="240983"/>
                </a:lnTo>
                <a:lnTo>
                  <a:pt x="2347474" y="240983"/>
                </a:lnTo>
                <a:lnTo>
                  <a:pt x="2376097" y="240983"/>
                </a:lnTo>
                <a:lnTo>
                  <a:pt x="2404729" y="240983"/>
                </a:lnTo>
                <a:lnTo>
                  <a:pt x="2433361" y="240983"/>
                </a:lnTo>
                <a:lnTo>
                  <a:pt x="2461984" y="240983"/>
                </a:lnTo>
                <a:lnTo>
                  <a:pt x="2490616" y="240983"/>
                </a:lnTo>
                <a:lnTo>
                  <a:pt x="2519239" y="240983"/>
                </a:lnTo>
                <a:lnTo>
                  <a:pt x="2547871" y="240983"/>
                </a:lnTo>
                <a:lnTo>
                  <a:pt x="2576493" y="240983"/>
                </a:lnTo>
                <a:lnTo>
                  <a:pt x="2605126" y="240983"/>
                </a:lnTo>
                <a:lnTo>
                  <a:pt x="2633748" y="240983"/>
                </a:lnTo>
                <a:lnTo>
                  <a:pt x="2662380" y="240983"/>
                </a:lnTo>
                <a:lnTo>
                  <a:pt x="2691003" y="240983"/>
                </a:lnTo>
                <a:lnTo>
                  <a:pt x="2719635" y="240983"/>
                </a:lnTo>
                <a:lnTo>
                  <a:pt x="2748258" y="240983"/>
                </a:lnTo>
                <a:lnTo>
                  <a:pt x="2776890" y="240983"/>
                </a:lnTo>
                <a:lnTo>
                  <a:pt x="2805522" y="240983"/>
                </a:lnTo>
                <a:lnTo>
                  <a:pt x="2833278" y="236696"/>
                </a:lnTo>
                <a:lnTo>
                  <a:pt x="2859634" y="225523"/>
                </a:lnTo>
                <a:lnTo>
                  <a:pt x="2885989" y="214351"/>
                </a:lnTo>
                <a:lnTo>
                  <a:pt x="2912354" y="203187"/>
                </a:lnTo>
                <a:lnTo>
                  <a:pt x="2938710" y="192014"/>
                </a:lnTo>
                <a:lnTo>
                  <a:pt x="2965066" y="180842"/>
                </a:lnTo>
                <a:lnTo>
                  <a:pt x="2991422" y="169669"/>
                </a:lnTo>
                <a:lnTo>
                  <a:pt x="3017787" y="158506"/>
                </a:lnTo>
                <a:lnTo>
                  <a:pt x="3044142" y="147333"/>
                </a:lnTo>
                <a:lnTo>
                  <a:pt x="3070498" y="136160"/>
                </a:lnTo>
                <a:lnTo>
                  <a:pt x="3096863" y="124987"/>
                </a:lnTo>
                <a:lnTo>
                  <a:pt x="3123219" y="113824"/>
                </a:lnTo>
                <a:lnTo>
                  <a:pt x="3149575" y="102651"/>
                </a:lnTo>
                <a:lnTo>
                  <a:pt x="3175940" y="91478"/>
                </a:lnTo>
                <a:lnTo>
                  <a:pt x="3202295" y="80305"/>
                </a:lnTo>
                <a:lnTo>
                  <a:pt x="3228651" y="69142"/>
                </a:lnTo>
                <a:lnTo>
                  <a:pt x="3255007" y="57969"/>
                </a:lnTo>
                <a:lnTo>
                  <a:pt x="3281372" y="46796"/>
                </a:lnTo>
                <a:lnTo>
                  <a:pt x="3307728" y="35624"/>
                </a:lnTo>
                <a:lnTo>
                  <a:pt x="3334083" y="24460"/>
                </a:lnTo>
                <a:lnTo>
                  <a:pt x="3360449" y="13287"/>
                </a:lnTo>
                <a:lnTo>
                  <a:pt x="3386804" y="2115"/>
                </a:lnTo>
                <a:lnTo>
                  <a:pt x="3368592" y="0"/>
                </a:lnTo>
                <a:lnTo>
                  <a:pt x="3339970" y="0"/>
                </a:lnTo>
                <a:lnTo>
                  <a:pt x="3311338" y="0"/>
                </a:lnTo>
                <a:lnTo>
                  <a:pt x="3282715" y="0"/>
                </a:lnTo>
                <a:lnTo>
                  <a:pt x="3254083" y="0"/>
                </a:lnTo>
                <a:lnTo>
                  <a:pt x="3225460" y="0"/>
                </a:lnTo>
                <a:lnTo>
                  <a:pt x="3196828" y="0"/>
                </a:lnTo>
                <a:lnTo>
                  <a:pt x="3168206" y="0"/>
                </a:lnTo>
                <a:lnTo>
                  <a:pt x="3139573" y="0"/>
                </a:lnTo>
                <a:lnTo>
                  <a:pt x="3110951" y="0"/>
                </a:lnTo>
                <a:lnTo>
                  <a:pt x="3082319" y="0"/>
                </a:lnTo>
                <a:lnTo>
                  <a:pt x="3053686" y="0"/>
                </a:lnTo>
                <a:lnTo>
                  <a:pt x="3025064" y="0"/>
                </a:lnTo>
                <a:lnTo>
                  <a:pt x="2996432" y="0"/>
                </a:lnTo>
                <a:lnTo>
                  <a:pt x="2967809" y="0"/>
                </a:lnTo>
                <a:lnTo>
                  <a:pt x="2939177" y="0"/>
                </a:lnTo>
                <a:lnTo>
                  <a:pt x="2910554" y="0"/>
                </a:lnTo>
                <a:lnTo>
                  <a:pt x="2881922" y="0"/>
                </a:lnTo>
                <a:lnTo>
                  <a:pt x="2853299" y="0"/>
                </a:lnTo>
                <a:lnTo>
                  <a:pt x="2824667" y="0"/>
                </a:lnTo>
                <a:lnTo>
                  <a:pt x="2796045" y="0"/>
                </a:lnTo>
                <a:lnTo>
                  <a:pt x="2767413" y="0"/>
                </a:lnTo>
                <a:lnTo>
                  <a:pt x="2738780" y="0"/>
                </a:lnTo>
                <a:lnTo>
                  <a:pt x="2710158" y="0"/>
                </a:lnTo>
                <a:lnTo>
                  <a:pt x="2681526" y="0"/>
                </a:lnTo>
                <a:lnTo>
                  <a:pt x="2652903" y="0"/>
                </a:lnTo>
                <a:lnTo>
                  <a:pt x="2624271" y="0"/>
                </a:lnTo>
                <a:lnTo>
                  <a:pt x="2595648" y="0"/>
                </a:lnTo>
                <a:lnTo>
                  <a:pt x="2567016" y="0"/>
                </a:lnTo>
                <a:lnTo>
                  <a:pt x="2538393" y="0"/>
                </a:lnTo>
                <a:lnTo>
                  <a:pt x="2509761" y="0"/>
                </a:lnTo>
                <a:lnTo>
                  <a:pt x="2481139" y="0"/>
                </a:lnTo>
                <a:lnTo>
                  <a:pt x="2452507" y="0"/>
                </a:lnTo>
                <a:lnTo>
                  <a:pt x="2423884" y="0"/>
                </a:lnTo>
                <a:lnTo>
                  <a:pt x="2395252" y="0"/>
                </a:lnTo>
                <a:lnTo>
                  <a:pt x="2366629" y="0"/>
                </a:lnTo>
                <a:lnTo>
                  <a:pt x="2337997" y="0"/>
                </a:lnTo>
                <a:lnTo>
                  <a:pt x="2309365" y="0"/>
                </a:lnTo>
                <a:lnTo>
                  <a:pt x="2280742" y="0"/>
                </a:lnTo>
                <a:lnTo>
                  <a:pt x="2252110" y="0"/>
                </a:lnTo>
                <a:lnTo>
                  <a:pt x="2223487" y="0"/>
                </a:lnTo>
                <a:lnTo>
                  <a:pt x="2194855" y="0"/>
                </a:lnTo>
                <a:lnTo>
                  <a:pt x="2166233" y="0"/>
                </a:lnTo>
                <a:lnTo>
                  <a:pt x="2137601" y="0"/>
                </a:lnTo>
                <a:lnTo>
                  <a:pt x="2108978" y="0"/>
                </a:lnTo>
                <a:lnTo>
                  <a:pt x="2080346" y="0"/>
                </a:lnTo>
                <a:lnTo>
                  <a:pt x="2051723" y="0"/>
                </a:lnTo>
                <a:lnTo>
                  <a:pt x="2023091" y="0"/>
                </a:lnTo>
                <a:lnTo>
                  <a:pt x="1994468" y="0"/>
                </a:lnTo>
                <a:lnTo>
                  <a:pt x="1965836" y="0"/>
                </a:lnTo>
                <a:lnTo>
                  <a:pt x="1937214" y="0"/>
                </a:lnTo>
                <a:lnTo>
                  <a:pt x="1908581" y="0"/>
                </a:lnTo>
                <a:lnTo>
                  <a:pt x="1879949" y="0"/>
                </a:lnTo>
                <a:lnTo>
                  <a:pt x="1851327" y="0"/>
                </a:lnTo>
                <a:lnTo>
                  <a:pt x="1822694" y="0"/>
                </a:lnTo>
                <a:lnTo>
                  <a:pt x="1794072" y="0"/>
                </a:lnTo>
                <a:lnTo>
                  <a:pt x="1765440" y="0"/>
                </a:lnTo>
                <a:lnTo>
                  <a:pt x="1736817" y="0"/>
                </a:lnTo>
                <a:lnTo>
                  <a:pt x="1708185" y="0"/>
                </a:lnTo>
                <a:lnTo>
                  <a:pt x="1679562" y="0"/>
                </a:lnTo>
                <a:lnTo>
                  <a:pt x="1650930" y="0"/>
                </a:lnTo>
                <a:lnTo>
                  <a:pt x="1622308" y="0"/>
                </a:lnTo>
                <a:lnTo>
                  <a:pt x="1593675" y="0"/>
                </a:lnTo>
                <a:lnTo>
                  <a:pt x="1565053" y="0"/>
                </a:lnTo>
                <a:lnTo>
                  <a:pt x="1536421" y="0"/>
                </a:lnTo>
                <a:lnTo>
                  <a:pt x="1507788" y="0"/>
                </a:lnTo>
                <a:lnTo>
                  <a:pt x="1479166" y="0"/>
                </a:lnTo>
                <a:lnTo>
                  <a:pt x="1450534" y="0"/>
                </a:lnTo>
                <a:lnTo>
                  <a:pt x="1421911" y="0"/>
                </a:lnTo>
                <a:lnTo>
                  <a:pt x="1393279" y="0"/>
                </a:lnTo>
                <a:lnTo>
                  <a:pt x="1364656" y="0"/>
                </a:lnTo>
                <a:lnTo>
                  <a:pt x="1336024" y="0"/>
                </a:lnTo>
                <a:lnTo>
                  <a:pt x="1307402" y="0"/>
                </a:lnTo>
                <a:lnTo>
                  <a:pt x="1278769" y="0"/>
                </a:lnTo>
                <a:lnTo>
                  <a:pt x="1250147" y="0"/>
                </a:lnTo>
                <a:lnTo>
                  <a:pt x="1221515" y="0"/>
                </a:lnTo>
                <a:lnTo>
                  <a:pt x="1192892" y="0"/>
                </a:lnTo>
                <a:lnTo>
                  <a:pt x="1164260" y="0"/>
                </a:lnTo>
                <a:lnTo>
                  <a:pt x="1135628" y="0"/>
                </a:lnTo>
                <a:lnTo>
                  <a:pt x="1107005" y="0"/>
                </a:lnTo>
                <a:lnTo>
                  <a:pt x="1078373" y="0"/>
                </a:lnTo>
                <a:lnTo>
                  <a:pt x="1049750" y="0"/>
                </a:lnTo>
                <a:lnTo>
                  <a:pt x="1021118" y="0"/>
                </a:lnTo>
                <a:lnTo>
                  <a:pt x="992495" y="0"/>
                </a:lnTo>
                <a:lnTo>
                  <a:pt x="963863" y="0"/>
                </a:lnTo>
                <a:lnTo>
                  <a:pt x="935241" y="0"/>
                </a:lnTo>
                <a:lnTo>
                  <a:pt x="906609" y="0"/>
                </a:lnTo>
                <a:lnTo>
                  <a:pt x="877986" y="0"/>
                </a:lnTo>
                <a:lnTo>
                  <a:pt x="849354" y="0"/>
                </a:lnTo>
                <a:lnTo>
                  <a:pt x="820731" y="0"/>
                </a:lnTo>
                <a:lnTo>
                  <a:pt x="792099" y="0"/>
                </a:lnTo>
                <a:lnTo>
                  <a:pt x="763476" y="0"/>
                </a:lnTo>
                <a:lnTo>
                  <a:pt x="735235" y="2496"/>
                </a:lnTo>
                <a:lnTo>
                  <a:pt x="708012" y="11325"/>
                </a:lnTo>
                <a:lnTo>
                  <a:pt x="680780" y="20164"/>
                </a:lnTo>
                <a:lnTo>
                  <a:pt x="653548" y="28994"/>
                </a:lnTo>
                <a:lnTo>
                  <a:pt x="626316" y="37824"/>
                </a:lnTo>
                <a:lnTo>
                  <a:pt x="599084" y="46663"/>
                </a:lnTo>
                <a:lnTo>
                  <a:pt x="571852" y="55493"/>
                </a:lnTo>
                <a:lnTo>
                  <a:pt x="544620" y="64322"/>
                </a:lnTo>
                <a:lnTo>
                  <a:pt x="517388" y="73162"/>
                </a:lnTo>
                <a:lnTo>
                  <a:pt x="490157" y="81991"/>
                </a:lnTo>
                <a:lnTo>
                  <a:pt x="462925" y="90821"/>
                </a:lnTo>
                <a:lnTo>
                  <a:pt x="435693" y="99660"/>
                </a:lnTo>
                <a:lnTo>
                  <a:pt x="408470" y="108490"/>
                </a:lnTo>
                <a:lnTo>
                  <a:pt x="381238" y="117319"/>
                </a:lnTo>
                <a:lnTo>
                  <a:pt x="354006" y="126159"/>
                </a:lnTo>
                <a:lnTo>
                  <a:pt x="326774" y="134988"/>
                </a:lnTo>
                <a:lnTo>
                  <a:pt x="299542" y="143818"/>
                </a:lnTo>
                <a:lnTo>
                  <a:pt x="272310" y="152648"/>
                </a:lnTo>
                <a:lnTo>
                  <a:pt x="245078" y="161487"/>
                </a:lnTo>
                <a:lnTo>
                  <a:pt x="217846" y="170317"/>
                </a:lnTo>
                <a:lnTo>
                  <a:pt x="190614" y="179146"/>
                </a:lnTo>
                <a:lnTo>
                  <a:pt x="163382" y="187985"/>
                </a:lnTo>
                <a:lnTo>
                  <a:pt x="136160" y="196815"/>
                </a:lnTo>
                <a:lnTo>
                  <a:pt x="108928" y="205645"/>
                </a:lnTo>
                <a:lnTo>
                  <a:pt x="81696" y="214484"/>
                </a:lnTo>
                <a:lnTo>
                  <a:pt x="54464" y="223314"/>
                </a:lnTo>
                <a:lnTo>
                  <a:pt x="27232" y="232143"/>
                </a:lnTo>
                <a:lnTo>
                  <a:pt x="0" y="240983"/>
                </a:lnTo>
              </a:path>
            </a:pathLst>
          </a:custGeom>
          <a:solidFill xmlns:a="http://schemas.openxmlformats.org/drawingml/2006/main">
            <a:srgbClr val="ADC6D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A48E2C45-5EF2-41D8-951D-A434D7DD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9068" y="3965234"/>
            <a:ext cx="3103197" cy="240983"/>
          </a:xfrm>
          <a:custGeom xmlns:a="http://schemas.openxmlformats.org/drawingml/2006/main">
            <a:pathLst>
              <a:path w="3103197" h="240983">
                <a:moveTo>
                  <a:pt x="0" y="240983"/>
                </a:moveTo>
                <a:lnTo>
                  <a:pt x="18983" y="240983"/>
                </a:lnTo>
                <a:lnTo>
                  <a:pt x="37967" y="240983"/>
                </a:lnTo>
                <a:lnTo>
                  <a:pt x="56950" y="240983"/>
                </a:lnTo>
                <a:lnTo>
                  <a:pt x="75943" y="240983"/>
                </a:lnTo>
                <a:lnTo>
                  <a:pt x="94926" y="240983"/>
                </a:lnTo>
                <a:lnTo>
                  <a:pt x="113909" y="240983"/>
                </a:lnTo>
                <a:lnTo>
                  <a:pt x="132893" y="240983"/>
                </a:lnTo>
                <a:lnTo>
                  <a:pt x="151876" y="240983"/>
                </a:lnTo>
                <a:lnTo>
                  <a:pt x="170859" y="240983"/>
                </a:lnTo>
                <a:lnTo>
                  <a:pt x="189852" y="240983"/>
                </a:lnTo>
                <a:lnTo>
                  <a:pt x="208836" y="240983"/>
                </a:lnTo>
                <a:lnTo>
                  <a:pt x="227819" y="240983"/>
                </a:lnTo>
                <a:lnTo>
                  <a:pt x="246802" y="240983"/>
                </a:lnTo>
                <a:lnTo>
                  <a:pt x="265786" y="240983"/>
                </a:lnTo>
                <a:lnTo>
                  <a:pt x="284769" y="240983"/>
                </a:lnTo>
                <a:lnTo>
                  <a:pt x="303762" y="240983"/>
                </a:lnTo>
                <a:lnTo>
                  <a:pt x="322745" y="240983"/>
                </a:lnTo>
                <a:lnTo>
                  <a:pt x="341728" y="240983"/>
                </a:lnTo>
                <a:lnTo>
                  <a:pt x="360712" y="240983"/>
                </a:lnTo>
                <a:lnTo>
                  <a:pt x="379695" y="240983"/>
                </a:lnTo>
                <a:lnTo>
                  <a:pt x="398678" y="240983"/>
                </a:lnTo>
                <a:lnTo>
                  <a:pt x="417662" y="240983"/>
                </a:lnTo>
                <a:lnTo>
                  <a:pt x="436655" y="240983"/>
                </a:lnTo>
                <a:lnTo>
                  <a:pt x="455638" y="240983"/>
                </a:lnTo>
                <a:lnTo>
                  <a:pt x="474621" y="240983"/>
                </a:lnTo>
                <a:lnTo>
                  <a:pt x="493605" y="240983"/>
                </a:lnTo>
                <a:lnTo>
                  <a:pt x="512588" y="240983"/>
                </a:lnTo>
                <a:lnTo>
                  <a:pt x="531571" y="240983"/>
                </a:lnTo>
                <a:lnTo>
                  <a:pt x="550564" y="240983"/>
                </a:lnTo>
                <a:lnTo>
                  <a:pt x="569547" y="240983"/>
                </a:lnTo>
                <a:lnTo>
                  <a:pt x="588531" y="240983"/>
                </a:lnTo>
                <a:lnTo>
                  <a:pt x="607514" y="240983"/>
                </a:lnTo>
                <a:lnTo>
                  <a:pt x="626497" y="240983"/>
                </a:lnTo>
                <a:lnTo>
                  <a:pt x="645481" y="240983"/>
                </a:lnTo>
                <a:lnTo>
                  <a:pt x="664464" y="240983"/>
                </a:lnTo>
                <a:lnTo>
                  <a:pt x="683457" y="240983"/>
                </a:lnTo>
                <a:lnTo>
                  <a:pt x="702440" y="240983"/>
                </a:lnTo>
                <a:lnTo>
                  <a:pt x="721424" y="240983"/>
                </a:lnTo>
                <a:lnTo>
                  <a:pt x="740407" y="240983"/>
                </a:lnTo>
                <a:lnTo>
                  <a:pt x="759390" y="240983"/>
                </a:lnTo>
                <a:lnTo>
                  <a:pt x="778373" y="240983"/>
                </a:lnTo>
                <a:lnTo>
                  <a:pt x="797366" y="240983"/>
                </a:lnTo>
                <a:lnTo>
                  <a:pt x="816350" y="240983"/>
                </a:lnTo>
                <a:lnTo>
                  <a:pt x="835333" y="240983"/>
                </a:lnTo>
                <a:lnTo>
                  <a:pt x="854316" y="240983"/>
                </a:lnTo>
                <a:lnTo>
                  <a:pt x="873300" y="240983"/>
                </a:lnTo>
                <a:lnTo>
                  <a:pt x="892283" y="240983"/>
                </a:lnTo>
                <a:lnTo>
                  <a:pt x="911276" y="240983"/>
                </a:lnTo>
                <a:lnTo>
                  <a:pt x="930259" y="240983"/>
                </a:lnTo>
                <a:lnTo>
                  <a:pt x="949242" y="240983"/>
                </a:lnTo>
                <a:lnTo>
                  <a:pt x="968226" y="240983"/>
                </a:lnTo>
                <a:lnTo>
                  <a:pt x="987209" y="240983"/>
                </a:lnTo>
                <a:lnTo>
                  <a:pt x="1006192" y="240983"/>
                </a:lnTo>
                <a:lnTo>
                  <a:pt x="1025176" y="240983"/>
                </a:lnTo>
                <a:lnTo>
                  <a:pt x="1044169" y="240983"/>
                </a:lnTo>
                <a:lnTo>
                  <a:pt x="1063152" y="240983"/>
                </a:lnTo>
                <a:lnTo>
                  <a:pt x="1082135" y="240983"/>
                </a:lnTo>
                <a:lnTo>
                  <a:pt x="1101119" y="240983"/>
                </a:lnTo>
                <a:lnTo>
                  <a:pt x="1120102" y="240983"/>
                </a:lnTo>
                <a:lnTo>
                  <a:pt x="1139085" y="240983"/>
                </a:lnTo>
                <a:lnTo>
                  <a:pt x="1158078" y="240983"/>
                </a:lnTo>
                <a:lnTo>
                  <a:pt x="1177061" y="240983"/>
                </a:lnTo>
                <a:lnTo>
                  <a:pt x="1196045" y="240983"/>
                </a:lnTo>
                <a:lnTo>
                  <a:pt x="1215028" y="240983"/>
                </a:lnTo>
                <a:lnTo>
                  <a:pt x="1234011" y="240983"/>
                </a:lnTo>
                <a:lnTo>
                  <a:pt x="1252995" y="240983"/>
                </a:lnTo>
                <a:lnTo>
                  <a:pt x="1271978" y="240983"/>
                </a:lnTo>
                <a:lnTo>
                  <a:pt x="1290971" y="240983"/>
                </a:lnTo>
                <a:lnTo>
                  <a:pt x="1309954" y="240983"/>
                </a:lnTo>
                <a:lnTo>
                  <a:pt x="1328938" y="240983"/>
                </a:lnTo>
                <a:lnTo>
                  <a:pt x="1347921" y="240983"/>
                </a:lnTo>
                <a:lnTo>
                  <a:pt x="1366904" y="240983"/>
                </a:lnTo>
                <a:lnTo>
                  <a:pt x="1385888" y="240983"/>
                </a:lnTo>
                <a:lnTo>
                  <a:pt x="1404880" y="240983"/>
                </a:lnTo>
                <a:lnTo>
                  <a:pt x="1423864" y="240983"/>
                </a:lnTo>
                <a:lnTo>
                  <a:pt x="1442847" y="240983"/>
                </a:lnTo>
                <a:lnTo>
                  <a:pt x="1461830" y="240983"/>
                </a:lnTo>
                <a:lnTo>
                  <a:pt x="1480814" y="240983"/>
                </a:lnTo>
                <a:lnTo>
                  <a:pt x="1499797" y="240983"/>
                </a:lnTo>
                <a:lnTo>
                  <a:pt x="1518780" y="240983"/>
                </a:lnTo>
                <a:lnTo>
                  <a:pt x="1537773" y="240983"/>
                </a:lnTo>
                <a:lnTo>
                  <a:pt x="1556756" y="240983"/>
                </a:lnTo>
                <a:lnTo>
                  <a:pt x="1575740" y="240983"/>
                </a:lnTo>
                <a:lnTo>
                  <a:pt x="1594723" y="240983"/>
                </a:lnTo>
                <a:lnTo>
                  <a:pt x="1613706" y="240983"/>
                </a:lnTo>
                <a:lnTo>
                  <a:pt x="1632690" y="240983"/>
                </a:lnTo>
                <a:lnTo>
                  <a:pt x="1651683" y="240983"/>
                </a:lnTo>
                <a:lnTo>
                  <a:pt x="1670666" y="240983"/>
                </a:lnTo>
                <a:lnTo>
                  <a:pt x="1689649" y="240983"/>
                </a:lnTo>
                <a:lnTo>
                  <a:pt x="1708633" y="240983"/>
                </a:lnTo>
                <a:lnTo>
                  <a:pt x="1727616" y="240983"/>
                </a:lnTo>
                <a:lnTo>
                  <a:pt x="1746599" y="240983"/>
                </a:lnTo>
                <a:lnTo>
                  <a:pt x="1765592" y="240983"/>
                </a:lnTo>
                <a:lnTo>
                  <a:pt x="1784575" y="240983"/>
                </a:lnTo>
                <a:lnTo>
                  <a:pt x="1803559" y="240983"/>
                </a:lnTo>
                <a:lnTo>
                  <a:pt x="1822542" y="240983"/>
                </a:lnTo>
                <a:lnTo>
                  <a:pt x="1841525" y="240983"/>
                </a:lnTo>
                <a:lnTo>
                  <a:pt x="1860509" y="240983"/>
                </a:lnTo>
                <a:lnTo>
                  <a:pt x="1879492" y="240983"/>
                </a:lnTo>
                <a:lnTo>
                  <a:pt x="1898485" y="240983"/>
                </a:lnTo>
                <a:lnTo>
                  <a:pt x="1917468" y="240983"/>
                </a:lnTo>
                <a:lnTo>
                  <a:pt x="1936452" y="240983"/>
                </a:lnTo>
                <a:lnTo>
                  <a:pt x="1955435" y="240983"/>
                </a:lnTo>
                <a:lnTo>
                  <a:pt x="1974418" y="240983"/>
                </a:lnTo>
                <a:lnTo>
                  <a:pt x="1993402" y="240983"/>
                </a:lnTo>
                <a:lnTo>
                  <a:pt x="2012394" y="240983"/>
                </a:lnTo>
                <a:lnTo>
                  <a:pt x="2031378" y="240983"/>
                </a:lnTo>
                <a:lnTo>
                  <a:pt x="2050361" y="240983"/>
                </a:lnTo>
                <a:lnTo>
                  <a:pt x="2069344" y="240983"/>
                </a:lnTo>
                <a:lnTo>
                  <a:pt x="2088328" y="240983"/>
                </a:lnTo>
                <a:lnTo>
                  <a:pt x="2107311" y="240983"/>
                </a:lnTo>
                <a:lnTo>
                  <a:pt x="2126304" y="240983"/>
                </a:lnTo>
                <a:lnTo>
                  <a:pt x="2145287" y="240983"/>
                </a:lnTo>
                <a:lnTo>
                  <a:pt x="2164271" y="240983"/>
                </a:lnTo>
                <a:lnTo>
                  <a:pt x="2183254" y="240983"/>
                </a:lnTo>
                <a:lnTo>
                  <a:pt x="2202237" y="240983"/>
                </a:lnTo>
                <a:lnTo>
                  <a:pt x="2221220" y="240983"/>
                </a:lnTo>
                <a:lnTo>
                  <a:pt x="2240204" y="240983"/>
                </a:lnTo>
                <a:lnTo>
                  <a:pt x="2259197" y="240983"/>
                </a:lnTo>
                <a:lnTo>
                  <a:pt x="2278180" y="240983"/>
                </a:lnTo>
                <a:lnTo>
                  <a:pt x="2297163" y="240983"/>
                </a:lnTo>
                <a:lnTo>
                  <a:pt x="2316147" y="240983"/>
                </a:lnTo>
                <a:lnTo>
                  <a:pt x="2335130" y="240983"/>
                </a:lnTo>
                <a:lnTo>
                  <a:pt x="2354113" y="240983"/>
                </a:lnTo>
                <a:lnTo>
                  <a:pt x="2373106" y="240983"/>
                </a:lnTo>
                <a:lnTo>
                  <a:pt x="2392089" y="240983"/>
                </a:lnTo>
                <a:lnTo>
                  <a:pt x="2411073" y="240983"/>
                </a:lnTo>
                <a:lnTo>
                  <a:pt x="2430056" y="240983"/>
                </a:lnTo>
                <a:lnTo>
                  <a:pt x="2449039" y="240983"/>
                </a:lnTo>
                <a:lnTo>
                  <a:pt x="2468023" y="240983"/>
                </a:lnTo>
                <a:lnTo>
                  <a:pt x="2487006" y="240983"/>
                </a:lnTo>
                <a:lnTo>
                  <a:pt x="2505999" y="240983"/>
                </a:lnTo>
                <a:lnTo>
                  <a:pt x="2524982" y="240983"/>
                </a:lnTo>
                <a:lnTo>
                  <a:pt x="2542575" y="234058"/>
                </a:lnTo>
                <a:lnTo>
                  <a:pt x="2560101" y="226743"/>
                </a:lnTo>
                <a:lnTo>
                  <a:pt x="2577617" y="219427"/>
                </a:lnTo>
                <a:lnTo>
                  <a:pt x="2595134" y="212112"/>
                </a:lnTo>
                <a:lnTo>
                  <a:pt x="2612650" y="204797"/>
                </a:lnTo>
                <a:lnTo>
                  <a:pt x="2630176" y="197482"/>
                </a:lnTo>
                <a:lnTo>
                  <a:pt x="2647693" y="190167"/>
                </a:lnTo>
                <a:lnTo>
                  <a:pt x="2665209" y="182851"/>
                </a:lnTo>
                <a:lnTo>
                  <a:pt x="2682735" y="175536"/>
                </a:lnTo>
                <a:lnTo>
                  <a:pt x="2700252" y="168231"/>
                </a:lnTo>
                <a:lnTo>
                  <a:pt x="2717768" y="160915"/>
                </a:lnTo>
                <a:lnTo>
                  <a:pt x="2735294" y="153600"/>
                </a:lnTo>
                <a:lnTo>
                  <a:pt x="2752811" y="146285"/>
                </a:lnTo>
                <a:lnTo>
                  <a:pt x="2770327" y="138970"/>
                </a:lnTo>
                <a:lnTo>
                  <a:pt x="2787844" y="131655"/>
                </a:lnTo>
                <a:lnTo>
                  <a:pt x="2805370" y="124339"/>
                </a:lnTo>
                <a:lnTo>
                  <a:pt x="2822886" y="117024"/>
                </a:lnTo>
                <a:lnTo>
                  <a:pt x="2840403" y="109709"/>
                </a:lnTo>
                <a:lnTo>
                  <a:pt x="2857929" y="102403"/>
                </a:lnTo>
                <a:lnTo>
                  <a:pt x="2875445" y="95088"/>
                </a:lnTo>
                <a:lnTo>
                  <a:pt x="2892962" y="87773"/>
                </a:lnTo>
                <a:lnTo>
                  <a:pt x="2910488" y="80458"/>
                </a:lnTo>
                <a:lnTo>
                  <a:pt x="2928004" y="73142"/>
                </a:lnTo>
                <a:lnTo>
                  <a:pt x="2945521" y="65827"/>
                </a:lnTo>
                <a:lnTo>
                  <a:pt x="2963037" y="58512"/>
                </a:lnTo>
                <a:lnTo>
                  <a:pt x="2980563" y="51197"/>
                </a:lnTo>
                <a:lnTo>
                  <a:pt x="2998079" y="43882"/>
                </a:lnTo>
                <a:lnTo>
                  <a:pt x="3015596" y="36566"/>
                </a:lnTo>
                <a:lnTo>
                  <a:pt x="3033122" y="29261"/>
                </a:lnTo>
                <a:lnTo>
                  <a:pt x="3050638" y="21946"/>
                </a:lnTo>
                <a:lnTo>
                  <a:pt x="3068155" y="14630"/>
                </a:lnTo>
                <a:lnTo>
                  <a:pt x="3085671" y="7315"/>
                </a:lnTo>
                <a:lnTo>
                  <a:pt x="31031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81BF563C-12F6-4550-8DD6-EA7EFF7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3436" y="3965234"/>
            <a:ext cx="23688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CF69F27A-CA3C-4A93-A102-E1139917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812" y="2640287"/>
            <a:ext cx="393373" cy="857279"/>
          </a:xfrm>
          <a:custGeom xmlns:a="http://schemas.openxmlformats.org/drawingml/2006/main">
            <a:pathLst>
              <a:path w="393373" h="857279">
                <a:moveTo>
                  <a:pt x="0" y="857279"/>
                </a:moveTo>
                <a:lnTo>
                  <a:pt x="0" y="838333"/>
                </a:lnTo>
                <a:lnTo>
                  <a:pt x="0" y="819379"/>
                </a:lnTo>
                <a:lnTo>
                  <a:pt x="0" y="800433"/>
                </a:lnTo>
                <a:lnTo>
                  <a:pt x="0" y="781488"/>
                </a:lnTo>
                <a:lnTo>
                  <a:pt x="0" y="762543"/>
                </a:lnTo>
                <a:lnTo>
                  <a:pt x="0" y="743598"/>
                </a:lnTo>
                <a:lnTo>
                  <a:pt x="0" y="724652"/>
                </a:lnTo>
                <a:lnTo>
                  <a:pt x="0" y="705707"/>
                </a:lnTo>
                <a:lnTo>
                  <a:pt x="0" y="686753"/>
                </a:lnTo>
                <a:lnTo>
                  <a:pt x="0" y="667807"/>
                </a:lnTo>
                <a:lnTo>
                  <a:pt x="0" y="648862"/>
                </a:lnTo>
                <a:lnTo>
                  <a:pt x="0" y="629917"/>
                </a:lnTo>
                <a:lnTo>
                  <a:pt x="0" y="610972"/>
                </a:lnTo>
                <a:lnTo>
                  <a:pt x="0" y="592026"/>
                </a:lnTo>
                <a:lnTo>
                  <a:pt x="0" y="573072"/>
                </a:lnTo>
                <a:lnTo>
                  <a:pt x="0" y="554126"/>
                </a:lnTo>
                <a:lnTo>
                  <a:pt x="0" y="535181"/>
                </a:lnTo>
                <a:lnTo>
                  <a:pt x="0" y="516236"/>
                </a:lnTo>
                <a:lnTo>
                  <a:pt x="0" y="497291"/>
                </a:lnTo>
                <a:lnTo>
                  <a:pt x="0" y="478346"/>
                </a:lnTo>
                <a:lnTo>
                  <a:pt x="0" y="459391"/>
                </a:lnTo>
                <a:lnTo>
                  <a:pt x="0" y="440446"/>
                </a:lnTo>
                <a:lnTo>
                  <a:pt x="0" y="421500"/>
                </a:lnTo>
                <a:lnTo>
                  <a:pt x="0" y="402555"/>
                </a:lnTo>
                <a:lnTo>
                  <a:pt x="0" y="383610"/>
                </a:lnTo>
                <a:lnTo>
                  <a:pt x="0" y="364665"/>
                </a:lnTo>
                <a:lnTo>
                  <a:pt x="0" y="345719"/>
                </a:lnTo>
                <a:lnTo>
                  <a:pt x="0" y="326765"/>
                </a:lnTo>
                <a:lnTo>
                  <a:pt x="0" y="307819"/>
                </a:lnTo>
                <a:lnTo>
                  <a:pt x="0" y="288874"/>
                </a:lnTo>
                <a:lnTo>
                  <a:pt x="0" y="269929"/>
                </a:lnTo>
                <a:lnTo>
                  <a:pt x="0" y="250984"/>
                </a:lnTo>
                <a:lnTo>
                  <a:pt x="0" y="232039"/>
                </a:lnTo>
                <a:lnTo>
                  <a:pt x="0" y="213084"/>
                </a:lnTo>
                <a:lnTo>
                  <a:pt x="0" y="194139"/>
                </a:lnTo>
                <a:lnTo>
                  <a:pt x="0" y="175193"/>
                </a:lnTo>
                <a:lnTo>
                  <a:pt x="0" y="156248"/>
                </a:lnTo>
                <a:lnTo>
                  <a:pt x="10554" y="144513"/>
                </a:lnTo>
                <a:lnTo>
                  <a:pt x="28204" y="137636"/>
                </a:lnTo>
                <a:lnTo>
                  <a:pt x="45863" y="130750"/>
                </a:lnTo>
                <a:lnTo>
                  <a:pt x="63513" y="123873"/>
                </a:lnTo>
                <a:lnTo>
                  <a:pt x="81163" y="116986"/>
                </a:lnTo>
                <a:lnTo>
                  <a:pt x="98822" y="110109"/>
                </a:lnTo>
                <a:lnTo>
                  <a:pt x="116472" y="103222"/>
                </a:lnTo>
                <a:lnTo>
                  <a:pt x="134122" y="96345"/>
                </a:lnTo>
                <a:lnTo>
                  <a:pt x="151771" y="89459"/>
                </a:lnTo>
                <a:lnTo>
                  <a:pt x="169431" y="82582"/>
                </a:lnTo>
                <a:lnTo>
                  <a:pt x="187081" y="75695"/>
                </a:lnTo>
                <a:lnTo>
                  <a:pt x="204730" y="68818"/>
                </a:lnTo>
                <a:lnTo>
                  <a:pt x="222390" y="61932"/>
                </a:lnTo>
                <a:lnTo>
                  <a:pt x="240040" y="55055"/>
                </a:lnTo>
                <a:lnTo>
                  <a:pt x="257689" y="48168"/>
                </a:lnTo>
                <a:lnTo>
                  <a:pt x="275349" y="41291"/>
                </a:lnTo>
                <a:lnTo>
                  <a:pt x="292999" y="34404"/>
                </a:lnTo>
                <a:lnTo>
                  <a:pt x="310648" y="27527"/>
                </a:lnTo>
                <a:lnTo>
                  <a:pt x="328308" y="20641"/>
                </a:lnTo>
                <a:lnTo>
                  <a:pt x="345958" y="13764"/>
                </a:lnTo>
                <a:lnTo>
                  <a:pt x="363607" y="6877"/>
                </a:lnTo>
                <a:lnTo>
                  <a:pt x="381267" y="0"/>
                </a:lnTo>
                <a:lnTo>
                  <a:pt x="393373" y="1219"/>
                </a:lnTo>
                <a:lnTo>
                  <a:pt x="393373" y="20174"/>
                </a:lnTo>
                <a:lnTo>
                  <a:pt x="393373" y="39119"/>
                </a:lnTo>
                <a:lnTo>
                  <a:pt x="393373" y="58064"/>
                </a:lnTo>
                <a:lnTo>
                  <a:pt x="393373" y="77010"/>
                </a:lnTo>
                <a:lnTo>
                  <a:pt x="393373" y="95955"/>
                </a:lnTo>
                <a:lnTo>
                  <a:pt x="393373" y="114900"/>
                </a:lnTo>
                <a:lnTo>
                  <a:pt x="393373" y="133845"/>
                </a:lnTo>
                <a:lnTo>
                  <a:pt x="393373" y="152800"/>
                </a:lnTo>
                <a:lnTo>
                  <a:pt x="393373" y="171745"/>
                </a:lnTo>
                <a:lnTo>
                  <a:pt x="393373" y="190691"/>
                </a:lnTo>
                <a:lnTo>
                  <a:pt x="393373" y="209636"/>
                </a:lnTo>
                <a:lnTo>
                  <a:pt x="393373" y="228581"/>
                </a:lnTo>
                <a:lnTo>
                  <a:pt x="393373" y="247526"/>
                </a:lnTo>
                <a:lnTo>
                  <a:pt x="393373" y="266481"/>
                </a:lnTo>
                <a:lnTo>
                  <a:pt x="393373" y="285426"/>
                </a:lnTo>
                <a:lnTo>
                  <a:pt x="393373" y="304371"/>
                </a:lnTo>
                <a:lnTo>
                  <a:pt x="393373" y="323317"/>
                </a:lnTo>
                <a:lnTo>
                  <a:pt x="393373" y="342262"/>
                </a:lnTo>
                <a:lnTo>
                  <a:pt x="393373" y="361207"/>
                </a:lnTo>
                <a:lnTo>
                  <a:pt x="393373" y="380162"/>
                </a:lnTo>
                <a:lnTo>
                  <a:pt x="393373" y="399107"/>
                </a:lnTo>
                <a:lnTo>
                  <a:pt x="393373" y="418052"/>
                </a:lnTo>
                <a:lnTo>
                  <a:pt x="393373" y="436997"/>
                </a:lnTo>
                <a:lnTo>
                  <a:pt x="393373" y="455943"/>
                </a:lnTo>
                <a:lnTo>
                  <a:pt x="393373" y="474888"/>
                </a:lnTo>
                <a:lnTo>
                  <a:pt x="393373" y="493833"/>
                </a:lnTo>
                <a:lnTo>
                  <a:pt x="393373" y="512788"/>
                </a:lnTo>
                <a:lnTo>
                  <a:pt x="393373" y="531733"/>
                </a:lnTo>
                <a:lnTo>
                  <a:pt x="393373" y="550678"/>
                </a:lnTo>
                <a:lnTo>
                  <a:pt x="393373" y="569624"/>
                </a:lnTo>
                <a:lnTo>
                  <a:pt x="393373" y="588569"/>
                </a:lnTo>
                <a:lnTo>
                  <a:pt x="393373" y="607514"/>
                </a:lnTo>
                <a:lnTo>
                  <a:pt x="393373" y="626469"/>
                </a:lnTo>
                <a:lnTo>
                  <a:pt x="393373" y="645414"/>
                </a:lnTo>
                <a:lnTo>
                  <a:pt x="389582" y="662016"/>
                </a:lnTo>
                <a:lnTo>
                  <a:pt x="372637" y="670503"/>
                </a:lnTo>
                <a:lnTo>
                  <a:pt x="355702" y="678990"/>
                </a:lnTo>
                <a:lnTo>
                  <a:pt x="338766" y="687486"/>
                </a:lnTo>
                <a:lnTo>
                  <a:pt x="321831" y="695973"/>
                </a:lnTo>
                <a:lnTo>
                  <a:pt x="304886" y="704459"/>
                </a:lnTo>
                <a:lnTo>
                  <a:pt x="287950" y="712956"/>
                </a:lnTo>
                <a:lnTo>
                  <a:pt x="271015" y="721443"/>
                </a:lnTo>
                <a:lnTo>
                  <a:pt x="254070" y="729929"/>
                </a:lnTo>
                <a:lnTo>
                  <a:pt x="237134" y="738426"/>
                </a:lnTo>
                <a:lnTo>
                  <a:pt x="220199" y="746912"/>
                </a:lnTo>
                <a:lnTo>
                  <a:pt x="203264" y="755399"/>
                </a:lnTo>
                <a:lnTo>
                  <a:pt x="186319" y="763886"/>
                </a:lnTo>
                <a:lnTo>
                  <a:pt x="169383" y="772382"/>
                </a:lnTo>
                <a:lnTo>
                  <a:pt x="152448" y="780869"/>
                </a:lnTo>
                <a:lnTo>
                  <a:pt x="135503" y="789356"/>
                </a:lnTo>
                <a:lnTo>
                  <a:pt x="118567" y="797852"/>
                </a:lnTo>
                <a:lnTo>
                  <a:pt x="101632" y="806339"/>
                </a:lnTo>
                <a:lnTo>
                  <a:pt x="84687" y="814826"/>
                </a:lnTo>
                <a:lnTo>
                  <a:pt x="67751" y="823322"/>
                </a:lnTo>
                <a:lnTo>
                  <a:pt x="50816" y="831809"/>
                </a:lnTo>
                <a:lnTo>
                  <a:pt x="33880" y="840296"/>
                </a:lnTo>
                <a:lnTo>
                  <a:pt x="16935" y="848782"/>
                </a:lnTo>
                <a:lnTo>
                  <a:pt x="0" y="857279"/>
                </a:lnTo>
              </a:path>
            </a:pathLst>
          </a:custGeom>
          <a:solidFill xmlns:a="http://schemas.openxmlformats.org/drawingml/2006/main">
            <a:srgbClr val="6B91A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5F37AAF7-D44D-4BD0-9F7F-C6D68E39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3650" y="3300398"/>
            <a:ext cx="3210535" cy="197168"/>
          </a:xfrm>
          <a:custGeom xmlns:a="http://schemas.openxmlformats.org/drawingml/2006/main">
            <a:pathLst>
              <a:path w="3210535" h="197168">
                <a:moveTo>
                  <a:pt x="0" y="197168"/>
                </a:moveTo>
                <a:lnTo>
                  <a:pt x="27137" y="197168"/>
                </a:lnTo>
                <a:lnTo>
                  <a:pt x="54273" y="197168"/>
                </a:lnTo>
                <a:lnTo>
                  <a:pt x="81410" y="197168"/>
                </a:lnTo>
                <a:lnTo>
                  <a:pt x="108547" y="197168"/>
                </a:lnTo>
                <a:lnTo>
                  <a:pt x="135684" y="197168"/>
                </a:lnTo>
                <a:lnTo>
                  <a:pt x="162820" y="197168"/>
                </a:lnTo>
                <a:lnTo>
                  <a:pt x="189957" y="197168"/>
                </a:lnTo>
                <a:lnTo>
                  <a:pt x="217094" y="197168"/>
                </a:lnTo>
                <a:lnTo>
                  <a:pt x="244231" y="197168"/>
                </a:lnTo>
                <a:lnTo>
                  <a:pt x="271377" y="197168"/>
                </a:lnTo>
                <a:lnTo>
                  <a:pt x="298514" y="197168"/>
                </a:lnTo>
                <a:lnTo>
                  <a:pt x="325650" y="197168"/>
                </a:lnTo>
                <a:lnTo>
                  <a:pt x="352787" y="197168"/>
                </a:lnTo>
                <a:lnTo>
                  <a:pt x="379924" y="197168"/>
                </a:lnTo>
                <a:lnTo>
                  <a:pt x="407060" y="197168"/>
                </a:lnTo>
                <a:lnTo>
                  <a:pt x="434197" y="197168"/>
                </a:lnTo>
                <a:lnTo>
                  <a:pt x="461334" y="197168"/>
                </a:lnTo>
                <a:lnTo>
                  <a:pt x="488471" y="197168"/>
                </a:lnTo>
                <a:lnTo>
                  <a:pt x="515607" y="197168"/>
                </a:lnTo>
                <a:lnTo>
                  <a:pt x="542744" y="197168"/>
                </a:lnTo>
                <a:lnTo>
                  <a:pt x="569881" y="197168"/>
                </a:lnTo>
                <a:lnTo>
                  <a:pt x="597017" y="197168"/>
                </a:lnTo>
                <a:lnTo>
                  <a:pt x="624154" y="197168"/>
                </a:lnTo>
                <a:lnTo>
                  <a:pt x="651291" y="197168"/>
                </a:lnTo>
                <a:lnTo>
                  <a:pt x="678428" y="197168"/>
                </a:lnTo>
                <a:lnTo>
                  <a:pt x="705564" y="197168"/>
                </a:lnTo>
                <a:lnTo>
                  <a:pt x="732701" y="197168"/>
                </a:lnTo>
                <a:lnTo>
                  <a:pt x="759847" y="197168"/>
                </a:lnTo>
                <a:lnTo>
                  <a:pt x="786984" y="197168"/>
                </a:lnTo>
                <a:lnTo>
                  <a:pt x="814121" y="197168"/>
                </a:lnTo>
                <a:lnTo>
                  <a:pt x="841258" y="197168"/>
                </a:lnTo>
                <a:lnTo>
                  <a:pt x="868394" y="197168"/>
                </a:lnTo>
                <a:lnTo>
                  <a:pt x="895531" y="197168"/>
                </a:lnTo>
                <a:lnTo>
                  <a:pt x="922668" y="197168"/>
                </a:lnTo>
                <a:lnTo>
                  <a:pt x="949804" y="197168"/>
                </a:lnTo>
                <a:lnTo>
                  <a:pt x="976941" y="197168"/>
                </a:lnTo>
                <a:lnTo>
                  <a:pt x="1004078" y="197168"/>
                </a:lnTo>
                <a:lnTo>
                  <a:pt x="1031215" y="197168"/>
                </a:lnTo>
                <a:lnTo>
                  <a:pt x="1058351" y="197168"/>
                </a:lnTo>
                <a:lnTo>
                  <a:pt x="1085488" y="197168"/>
                </a:lnTo>
                <a:lnTo>
                  <a:pt x="1112625" y="197168"/>
                </a:lnTo>
                <a:lnTo>
                  <a:pt x="1139762" y="197168"/>
                </a:lnTo>
                <a:lnTo>
                  <a:pt x="1166898" y="197168"/>
                </a:lnTo>
                <a:lnTo>
                  <a:pt x="1194035" y="197168"/>
                </a:lnTo>
                <a:lnTo>
                  <a:pt x="1221172" y="197168"/>
                </a:lnTo>
                <a:lnTo>
                  <a:pt x="1248318" y="197168"/>
                </a:lnTo>
                <a:lnTo>
                  <a:pt x="1275455" y="197168"/>
                </a:lnTo>
                <a:lnTo>
                  <a:pt x="1302591" y="197168"/>
                </a:lnTo>
                <a:lnTo>
                  <a:pt x="1329728" y="197168"/>
                </a:lnTo>
                <a:lnTo>
                  <a:pt x="1356865" y="197168"/>
                </a:lnTo>
                <a:lnTo>
                  <a:pt x="1384002" y="197168"/>
                </a:lnTo>
                <a:lnTo>
                  <a:pt x="1411138" y="197168"/>
                </a:lnTo>
                <a:lnTo>
                  <a:pt x="1438275" y="197168"/>
                </a:lnTo>
                <a:lnTo>
                  <a:pt x="1465412" y="197168"/>
                </a:lnTo>
                <a:lnTo>
                  <a:pt x="1492548" y="197168"/>
                </a:lnTo>
                <a:lnTo>
                  <a:pt x="1519685" y="197168"/>
                </a:lnTo>
                <a:lnTo>
                  <a:pt x="1546822" y="197168"/>
                </a:lnTo>
                <a:lnTo>
                  <a:pt x="1573959" y="197168"/>
                </a:lnTo>
                <a:lnTo>
                  <a:pt x="1601095" y="197168"/>
                </a:lnTo>
                <a:lnTo>
                  <a:pt x="1628232" y="197168"/>
                </a:lnTo>
                <a:lnTo>
                  <a:pt x="1655369" y="197168"/>
                </a:lnTo>
                <a:lnTo>
                  <a:pt x="1682506" y="197168"/>
                </a:lnTo>
                <a:lnTo>
                  <a:pt x="1709642" y="197168"/>
                </a:lnTo>
                <a:lnTo>
                  <a:pt x="1736789" y="197168"/>
                </a:lnTo>
                <a:lnTo>
                  <a:pt x="1763925" y="197168"/>
                </a:lnTo>
                <a:lnTo>
                  <a:pt x="1791062" y="197168"/>
                </a:lnTo>
                <a:lnTo>
                  <a:pt x="1818199" y="197168"/>
                </a:lnTo>
                <a:lnTo>
                  <a:pt x="1845335" y="197168"/>
                </a:lnTo>
                <a:lnTo>
                  <a:pt x="1872472" y="197168"/>
                </a:lnTo>
                <a:lnTo>
                  <a:pt x="1899609" y="197168"/>
                </a:lnTo>
                <a:lnTo>
                  <a:pt x="1926746" y="197168"/>
                </a:lnTo>
                <a:lnTo>
                  <a:pt x="1953882" y="197168"/>
                </a:lnTo>
                <a:lnTo>
                  <a:pt x="1981019" y="197168"/>
                </a:lnTo>
                <a:lnTo>
                  <a:pt x="2008156" y="197168"/>
                </a:lnTo>
                <a:lnTo>
                  <a:pt x="2035292" y="197168"/>
                </a:lnTo>
                <a:lnTo>
                  <a:pt x="2062429" y="197168"/>
                </a:lnTo>
                <a:lnTo>
                  <a:pt x="2089566" y="197168"/>
                </a:lnTo>
                <a:lnTo>
                  <a:pt x="2116703" y="197168"/>
                </a:lnTo>
                <a:lnTo>
                  <a:pt x="2143839" y="197168"/>
                </a:lnTo>
                <a:lnTo>
                  <a:pt x="2170976" y="197168"/>
                </a:lnTo>
                <a:lnTo>
                  <a:pt x="2198113" y="197168"/>
                </a:lnTo>
                <a:lnTo>
                  <a:pt x="2225259" y="197168"/>
                </a:lnTo>
                <a:lnTo>
                  <a:pt x="2252396" y="197168"/>
                </a:lnTo>
                <a:lnTo>
                  <a:pt x="2279533" y="197168"/>
                </a:lnTo>
                <a:lnTo>
                  <a:pt x="2306669" y="197168"/>
                </a:lnTo>
                <a:lnTo>
                  <a:pt x="2333806" y="197168"/>
                </a:lnTo>
                <a:lnTo>
                  <a:pt x="2360943" y="197168"/>
                </a:lnTo>
                <a:lnTo>
                  <a:pt x="2388079" y="197168"/>
                </a:lnTo>
                <a:lnTo>
                  <a:pt x="2415216" y="197168"/>
                </a:lnTo>
                <a:lnTo>
                  <a:pt x="2442353" y="197168"/>
                </a:lnTo>
                <a:lnTo>
                  <a:pt x="2469490" y="197168"/>
                </a:lnTo>
                <a:lnTo>
                  <a:pt x="2496626" y="197168"/>
                </a:lnTo>
                <a:lnTo>
                  <a:pt x="2523763" y="197168"/>
                </a:lnTo>
                <a:lnTo>
                  <a:pt x="2550900" y="197168"/>
                </a:lnTo>
                <a:lnTo>
                  <a:pt x="2578037" y="197168"/>
                </a:lnTo>
                <a:lnTo>
                  <a:pt x="2605173" y="197168"/>
                </a:lnTo>
                <a:lnTo>
                  <a:pt x="2632310" y="197168"/>
                </a:lnTo>
                <a:lnTo>
                  <a:pt x="2659447" y="197168"/>
                </a:lnTo>
                <a:lnTo>
                  <a:pt x="2686583" y="197168"/>
                </a:lnTo>
                <a:lnTo>
                  <a:pt x="2713720" y="197168"/>
                </a:lnTo>
                <a:lnTo>
                  <a:pt x="2740866" y="197168"/>
                </a:lnTo>
                <a:lnTo>
                  <a:pt x="2768003" y="197168"/>
                </a:lnTo>
                <a:lnTo>
                  <a:pt x="2795140" y="197168"/>
                </a:lnTo>
                <a:lnTo>
                  <a:pt x="2822277" y="197168"/>
                </a:lnTo>
                <a:lnTo>
                  <a:pt x="2846632" y="185404"/>
                </a:lnTo>
                <a:lnTo>
                  <a:pt x="2870892" y="173241"/>
                </a:lnTo>
                <a:lnTo>
                  <a:pt x="2895152" y="161087"/>
                </a:lnTo>
                <a:lnTo>
                  <a:pt x="2919413" y="148923"/>
                </a:lnTo>
                <a:lnTo>
                  <a:pt x="2943673" y="136769"/>
                </a:lnTo>
                <a:lnTo>
                  <a:pt x="2967933" y="124606"/>
                </a:lnTo>
                <a:lnTo>
                  <a:pt x="2992193" y="112443"/>
                </a:lnTo>
                <a:lnTo>
                  <a:pt x="3016453" y="100289"/>
                </a:lnTo>
                <a:lnTo>
                  <a:pt x="3040713" y="88125"/>
                </a:lnTo>
                <a:lnTo>
                  <a:pt x="3064974" y="75971"/>
                </a:lnTo>
                <a:lnTo>
                  <a:pt x="3089234" y="63808"/>
                </a:lnTo>
                <a:lnTo>
                  <a:pt x="3113494" y="51645"/>
                </a:lnTo>
                <a:lnTo>
                  <a:pt x="3137754" y="39491"/>
                </a:lnTo>
                <a:lnTo>
                  <a:pt x="3162014" y="27327"/>
                </a:lnTo>
                <a:lnTo>
                  <a:pt x="3186274" y="15173"/>
                </a:lnTo>
                <a:lnTo>
                  <a:pt x="3210535" y="3010"/>
                </a:lnTo>
                <a:lnTo>
                  <a:pt x="3196123" y="0"/>
                </a:lnTo>
                <a:lnTo>
                  <a:pt x="3168987" y="0"/>
                </a:lnTo>
                <a:lnTo>
                  <a:pt x="3141850" y="0"/>
                </a:lnTo>
                <a:lnTo>
                  <a:pt x="3114713" y="0"/>
                </a:lnTo>
                <a:lnTo>
                  <a:pt x="3087576" y="0"/>
                </a:lnTo>
                <a:lnTo>
                  <a:pt x="3060430" y="0"/>
                </a:lnTo>
                <a:lnTo>
                  <a:pt x="3033293" y="0"/>
                </a:lnTo>
                <a:lnTo>
                  <a:pt x="3006157" y="0"/>
                </a:lnTo>
                <a:lnTo>
                  <a:pt x="2979020" y="0"/>
                </a:lnTo>
                <a:lnTo>
                  <a:pt x="2951883" y="0"/>
                </a:lnTo>
                <a:lnTo>
                  <a:pt x="2924747" y="0"/>
                </a:lnTo>
                <a:lnTo>
                  <a:pt x="2897610" y="0"/>
                </a:lnTo>
                <a:lnTo>
                  <a:pt x="2870473" y="0"/>
                </a:lnTo>
                <a:lnTo>
                  <a:pt x="2843336" y="0"/>
                </a:lnTo>
                <a:lnTo>
                  <a:pt x="2816200" y="0"/>
                </a:lnTo>
                <a:lnTo>
                  <a:pt x="2789063" y="0"/>
                </a:lnTo>
                <a:lnTo>
                  <a:pt x="2761926" y="0"/>
                </a:lnTo>
                <a:lnTo>
                  <a:pt x="2734789" y="0"/>
                </a:lnTo>
                <a:lnTo>
                  <a:pt x="2707653" y="0"/>
                </a:lnTo>
                <a:lnTo>
                  <a:pt x="2680516" y="0"/>
                </a:lnTo>
                <a:lnTo>
                  <a:pt x="2653379" y="0"/>
                </a:lnTo>
                <a:lnTo>
                  <a:pt x="2626243" y="0"/>
                </a:lnTo>
                <a:lnTo>
                  <a:pt x="2599106" y="0"/>
                </a:lnTo>
                <a:lnTo>
                  <a:pt x="2571960" y="0"/>
                </a:lnTo>
                <a:lnTo>
                  <a:pt x="2544823" y="0"/>
                </a:lnTo>
                <a:lnTo>
                  <a:pt x="2517686" y="0"/>
                </a:lnTo>
                <a:lnTo>
                  <a:pt x="2490549" y="0"/>
                </a:lnTo>
                <a:lnTo>
                  <a:pt x="2463413" y="0"/>
                </a:lnTo>
                <a:lnTo>
                  <a:pt x="2436276" y="0"/>
                </a:lnTo>
                <a:lnTo>
                  <a:pt x="2409139" y="0"/>
                </a:lnTo>
                <a:lnTo>
                  <a:pt x="2382002" y="0"/>
                </a:lnTo>
                <a:lnTo>
                  <a:pt x="2354866" y="0"/>
                </a:lnTo>
                <a:lnTo>
                  <a:pt x="2327729" y="0"/>
                </a:lnTo>
                <a:lnTo>
                  <a:pt x="2300592" y="0"/>
                </a:lnTo>
                <a:lnTo>
                  <a:pt x="2273456" y="0"/>
                </a:lnTo>
                <a:lnTo>
                  <a:pt x="2246319" y="0"/>
                </a:lnTo>
                <a:lnTo>
                  <a:pt x="2219182" y="0"/>
                </a:lnTo>
                <a:lnTo>
                  <a:pt x="2192045" y="0"/>
                </a:lnTo>
                <a:lnTo>
                  <a:pt x="2164909" y="0"/>
                </a:lnTo>
                <a:lnTo>
                  <a:pt x="2137772" y="0"/>
                </a:lnTo>
                <a:lnTo>
                  <a:pt x="2110635" y="0"/>
                </a:lnTo>
                <a:lnTo>
                  <a:pt x="2083489" y="0"/>
                </a:lnTo>
                <a:lnTo>
                  <a:pt x="2056352" y="0"/>
                </a:lnTo>
                <a:lnTo>
                  <a:pt x="2029216" y="0"/>
                </a:lnTo>
                <a:lnTo>
                  <a:pt x="2002079" y="0"/>
                </a:lnTo>
                <a:lnTo>
                  <a:pt x="1974942" y="0"/>
                </a:lnTo>
                <a:lnTo>
                  <a:pt x="1947805" y="0"/>
                </a:lnTo>
                <a:lnTo>
                  <a:pt x="1920669" y="0"/>
                </a:lnTo>
                <a:lnTo>
                  <a:pt x="1893532" y="0"/>
                </a:lnTo>
                <a:lnTo>
                  <a:pt x="1866395" y="0"/>
                </a:lnTo>
                <a:lnTo>
                  <a:pt x="1839258" y="0"/>
                </a:lnTo>
                <a:lnTo>
                  <a:pt x="1812122" y="0"/>
                </a:lnTo>
                <a:lnTo>
                  <a:pt x="1784985" y="0"/>
                </a:lnTo>
                <a:lnTo>
                  <a:pt x="1757848" y="0"/>
                </a:lnTo>
                <a:lnTo>
                  <a:pt x="1730712" y="0"/>
                </a:lnTo>
                <a:lnTo>
                  <a:pt x="1703575" y="0"/>
                </a:lnTo>
                <a:lnTo>
                  <a:pt x="1676438" y="0"/>
                </a:lnTo>
                <a:lnTo>
                  <a:pt x="1649301" y="0"/>
                </a:lnTo>
                <a:lnTo>
                  <a:pt x="1622165" y="0"/>
                </a:lnTo>
                <a:lnTo>
                  <a:pt x="1595028" y="0"/>
                </a:lnTo>
                <a:lnTo>
                  <a:pt x="1567882" y="0"/>
                </a:lnTo>
                <a:lnTo>
                  <a:pt x="1540745" y="0"/>
                </a:lnTo>
                <a:lnTo>
                  <a:pt x="1513608" y="0"/>
                </a:lnTo>
                <a:lnTo>
                  <a:pt x="1486472" y="0"/>
                </a:lnTo>
                <a:lnTo>
                  <a:pt x="1459335" y="0"/>
                </a:lnTo>
                <a:lnTo>
                  <a:pt x="1432198" y="0"/>
                </a:lnTo>
                <a:lnTo>
                  <a:pt x="1405061" y="0"/>
                </a:lnTo>
                <a:lnTo>
                  <a:pt x="1377925" y="0"/>
                </a:lnTo>
                <a:lnTo>
                  <a:pt x="1350788" y="0"/>
                </a:lnTo>
                <a:lnTo>
                  <a:pt x="1323651" y="0"/>
                </a:lnTo>
                <a:lnTo>
                  <a:pt x="1296514" y="0"/>
                </a:lnTo>
                <a:lnTo>
                  <a:pt x="1269378" y="0"/>
                </a:lnTo>
                <a:lnTo>
                  <a:pt x="1242241" y="0"/>
                </a:lnTo>
                <a:lnTo>
                  <a:pt x="1215104" y="0"/>
                </a:lnTo>
                <a:lnTo>
                  <a:pt x="1187968" y="0"/>
                </a:lnTo>
                <a:lnTo>
                  <a:pt x="1160831" y="0"/>
                </a:lnTo>
                <a:lnTo>
                  <a:pt x="1133694" y="0"/>
                </a:lnTo>
                <a:lnTo>
                  <a:pt x="1106557" y="0"/>
                </a:lnTo>
                <a:lnTo>
                  <a:pt x="1079411" y="0"/>
                </a:lnTo>
                <a:lnTo>
                  <a:pt x="1052274" y="0"/>
                </a:lnTo>
                <a:lnTo>
                  <a:pt x="1025138" y="0"/>
                </a:lnTo>
                <a:lnTo>
                  <a:pt x="998001" y="0"/>
                </a:lnTo>
                <a:lnTo>
                  <a:pt x="970864" y="0"/>
                </a:lnTo>
                <a:lnTo>
                  <a:pt x="943727" y="0"/>
                </a:lnTo>
                <a:lnTo>
                  <a:pt x="916591" y="0"/>
                </a:lnTo>
                <a:lnTo>
                  <a:pt x="889454" y="0"/>
                </a:lnTo>
                <a:lnTo>
                  <a:pt x="862317" y="0"/>
                </a:lnTo>
                <a:lnTo>
                  <a:pt x="835181" y="0"/>
                </a:lnTo>
                <a:lnTo>
                  <a:pt x="808044" y="0"/>
                </a:lnTo>
                <a:lnTo>
                  <a:pt x="780907" y="0"/>
                </a:lnTo>
                <a:lnTo>
                  <a:pt x="753770" y="0"/>
                </a:lnTo>
                <a:lnTo>
                  <a:pt x="726634" y="0"/>
                </a:lnTo>
                <a:lnTo>
                  <a:pt x="699497" y="0"/>
                </a:lnTo>
                <a:lnTo>
                  <a:pt x="672360" y="0"/>
                </a:lnTo>
                <a:lnTo>
                  <a:pt x="645224" y="0"/>
                </a:lnTo>
                <a:lnTo>
                  <a:pt x="618087" y="0"/>
                </a:lnTo>
                <a:lnTo>
                  <a:pt x="590941" y="0"/>
                </a:lnTo>
                <a:lnTo>
                  <a:pt x="564071" y="1581"/>
                </a:lnTo>
                <a:lnTo>
                  <a:pt x="538439" y="10468"/>
                </a:lnTo>
                <a:lnTo>
                  <a:pt x="512797" y="19364"/>
                </a:lnTo>
                <a:lnTo>
                  <a:pt x="487156" y="28251"/>
                </a:lnTo>
                <a:lnTo>
                  <a:pt x="461515" y="37138"/>
                </a:lnTo>
                <a:lnTo>
                  <a:pt x="435874" y="46034"/>
                </a:lnTo>
                <a:lnTo>
                  <a:pt x="410232" y="54921"/>
                </a:lnTo>
                <a:lnTo>
                  <a:pt x="384600" y="63808"/>
                </a:lnTo>
                <a:lnTo>
                  <a:pt x="358959" y="72704"/>
                </a:lnTo>
                <a:lnTo>
                  <a:pt x="333318" y="81591"/>
                </a:lnTo>
                <a:lnTo>
                  <a:pt x="307677" y="90478"/>
                </a:lnTo>
                <a:lnTo>
                  <a:pt x="282035" y="99374"/>
                </a:lnTo>
                <a:lnTo>
                  <a:pt x="256394" y="108261"/>
                </a:lnTo>
                <a:lnTo>
                  <a:pt x="230753" y="117158"/>
                </a:lnTo>
                <a:lnTo>
                  <a:pt x="205121" y="126044"/>
                </a:lnTo>
                <a:lnTo>
                  <a:pt x="179480" y="134931"/>
                </a:lnTo>
                <a:lnTo>
                  <a:pt x="153838" y="143828"/>
                </a:lnTo>
                <a:lnTo>
                  <a:pt x="128197" y="152714"/>
                </a:lnTo>
                <a:lnTo>
                  <a:pt x="102556" y="161601"/>
                </a:lnTo>
                <a:lnTo>
                  <a:pt x="76914" y="170498"/>
                </a:lnTo>
                <a:lnTo>
                  <a:pt x="51283" y="179384"/>
                </a:lnTo>
                <a:lnTo>
                  <a:pt x="25641" y="188271"/>
                </a:lnTo>
                <a:lnTo>
                  <a:pt x="0" y="197168"/>
                </a:lnTo>
              </a:path>
            </a:pathLst>
          </a:custGeom>
          <a:solidFill xmlns:a="http://schemas.openxmlformats.org/drawingml/2006/main">
            <a:srgbClr val="91B1C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29873A2A-7B74-48CE-A604-19978BCB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2230" y="3300398"/>
            <a:ext cx="2928890" cy="197168"/>
          </a:xfrm>
          <a:custGeom xmlns:a="http://schemas.openxmlformats.org/drawingml/2006/main">
            <a:pathLst>
              <a:path w="2928890" h="197168">
                <a:moveTo>
                  <a:pt x="0" y="197168"/>
                </a:moveTo>
                <a:lnTo>
                  <a:pt x="18945" y="197168"/>
                </a:lnTo>
                <a:lnTo>
                  <a:pt x="37890" y="197168"/>
                </a:lnTo>
                <a:lnTo>
                  <a:pt x="56836" y="197168"/>
                </a:lnTo>
                <a:lnTo>
                  <a:pt x="75781" y="197168"/>
                </a:lnTo>
                <a:lnTo>
                  <a:pt x="94726" y="197168"/>
                </a:lnTo>
                <a:lnTo>
                  <a:pt x="113681" y="197168"/>
                </a:lnTo>
                <a:lnTo>
                  <a:pt x="132626" y="197168"/>
                </a:lnTo>
                <a:lnTo>
                  <a:pt x="151571" y="197168"/>
                </a:lnTo>
                <a:lnTo>
                  <a:pt x="170517" y="197168"/>
                </a:lnTo>
                <a:lnTo>
                  <a:pt x="189462" y="197168"/>
                </a:lnTo>
                <a:lnTo>
                  <a:pt x="208407" y="197168"/>
                </a:lnTo>
                <a:lnTo>
                  <a:pt x="227352" y="197168"/>
                </a:lnTo>
                <a:lnTo>
                  <a:pt x="246297" y="197168"/>
                </a:lnTo>
                <a:lnTo>
                  <a:pt x="265243" y="197168"/>
                </a:lnTo>
                <a:lnTo>
                  <a:pt x="284188" y="197168"/>
                </a:lnTo>
                <a:lnTo>
                  <a:pt x="303143" y="197168"/>
                </a:lnTo>
                <a:lnTo>
                  <a:pt x="322088" y="197168"/>
                </a:lnTo>
                <a:lnTo>
                  <a:pt x="341033" y="197168"/>
                </a:lnTo>
                <a:lnTo>
                  <a:pt x="359978" y="197168"/>
                </a:lnTo>
                <a:lnTo>
                  <a:pt x="378924" y="197168"/>
                </a:lnTo>
                <a:lnTo>
                  <a:pt x="397869" y="197168"/>
                </a:lnTo>
                <a:lnTo>
                  <a:pt x="416814" y="197168"/>
                </a:lnTo>
                <a:lnTo>
                  <a:pt x="435759" y="197168"/>
                </a:lnTo>
                <a:lnTo>
                  <a:pt x="454704" y="197168"/>
                </a:lnTo>
                <a:lnTo>
                  <a:pt x="473650" y="197168"/>
                </a:lnTo>
                <a:lnTo>
                  <a:pt x="492604" y="197168"/>
                </a:lnTo>
                <a:lnTo>
                  <a:pt x="511550" y="197168"/>
                </a:lnTo>
                <a:lnTo>
                  <a:pt x="530495" y="197168"/>
                </a:lnTo>
                <a:lnTo>
                  <a:pt x="549440" y="197168"/>
                </a:lnTo>
                <a:lnTo>
                  <a:pt x="568385" y="197168"/>
                </a:lnTo>
                <a:lnTo>
                  <a:pt x="587331" y="197168"/>
                </a:lnTo>
                <a:lnTo>
                  <a:pt x="606276" y="197168"/>
                </a:lnTo>
                <a:lnTo>
                  <a:pt x="625221" y="197168"/>
                </a:lnTo>
                <a:lnTo>
                  <a:pt x="644166" y="197168"/>
                </a:lnTo>
                <a:lnTo>
                  <a:pt x="663111" y="197168"/>
                </a:lnTo>
                <a:lnTo>
                  <a:pt x="682066" y="197168"/>
                </a:lnTo>
                <a:lnTo>
                  <a:pt x="701011" y="197168"/>
                </a:lnTo>
                <a:lnTo>
                  <a:pt x="719957" y="197168"/>
                </a:lnTo>
                <a:lnTo>
                  <a:pt x="738902" y="197168"/>
                </a:lnTo>
                <a:lnTo>
                  <a:pt x="757847" y="197168"/>
                </a:lnTo>
                <a:lnTo>
                  <a:pt x="776792" y="197168"/>
                </a:lnTo>
                <a:lnTo>
                  <a:pt x="795738" y="197168"/>
                </a:lnTo>
                <a:lnTo>
                  <a:pt x="814683" y="197168"/>
                </a:lnTo>
                <a:lnTo>
                  <a:pt x="833628" y="197168"/>
                </a:lnTo>
                <a:lnTo>
                  <a:pt x="852573" y="197168"/>
                </a:lnTo>
                <a:lnTo>
                  <a:pt x="871518" y="197168"/>
                </a:lnTo>
                <a:lnTo>
                  <a:pt x="890473" y="197168"/>
                </a:lnTo>
                <a:lnTo>
                  <a:pt x="909418" y="197168"/>
                </a:lnTo>
                <a:lnTo>
                  <a:pt x="928364" y="197168"/>
                </a:lnTo>
                <a:lnTo>
                  <a:pt x="947309" y="197168"/>
                </a:lnTo>
                <a:lnTo>
                  <a:pt x="966254" y="197168"/>
                </a:lnTo>
                <a:lnTo>
                  <a:pt x="985199" y="197168"/>
                </a:lnTo>
                <a:lnTo>
                  <a:pt x="1004145" y="197168"/>
                </a:lnTo>
                <a:lnTo>
                  <a:pt x="1023090" y="197168"/>
                </a:lnTo>
                <a:lnTo>
                  <a:pt x="1042035" y="197168"/>
                </a:lnTo>
                <a:lnTo>
                  <a:pt x="1060980" y="197168"/>
                </a:lnTo>
                <a:lnTo>
                  <a:pt x="1079935" y="197168"/>
                </a:lnTo>
                <a:lnTo>
                  <a:pt x="1098880" y="197168"/>
                </a:lnTo>
                <a:lnTo>
                  <a:pt x="1117825" y="197168"/>
                </a:lnTo>
                <a:lnTo>
                  <a:pt x="1136771" y="197168"/>
                </a:lnTo>
                <a:lnTo>
                  <a:pt x="1155716" y="197168"/>
                </a:lnTo>
                <a:lnTo>
                  <a:pt x="1174661" y="197168"/>
                </a:lnTo>
                <a:lnTo>
                  <a:pt x="1193606" y="197168"/>
                </a:lnTo>
                <a:lnTo>
                  <a:pt x="1212552" y="197168"/>
                </a:lnTo>
                <a:lnTo>
                  <a:pt x="1231497" y="197168"/>
                </a:lnTo>
                <a:lnTo>
                  <a:pt x="1250442" y="197168"/>
                </a:lnTo>
                <a:lnTo>
                  <a:pt x="1269397" y="197168"/>
                </a:lnTo>
                <a:lnTo>
                  <a:pt x="1288342" y="197168"/>
                </a:lnTo>
                <a:lnTo>
                  <a:pt x="1307287" y="197168"/>
                </a:lnTo>
                <a:lnTo>
                  <a:pt x="1326232" y="197168"/>
                </a:lnTo>
                <a:lnTo>
                  <a:pt x="1345178" y="197168"/>
                </a:lnTo>
                <a:lnTo>
                  <a:pt x="1364123" y="197168"/>
                </a:lnTo>
                <a:lnTo>
                  <a:pt x="1383068" y="197168"/>
                </a:lnTo>
                <a:lnTo>
                  <a:pt x="1402013" y="197168"/>
                </a:lnTo>
                <a:lnTo>
                  <a:pt x="1420959" y="197168"/>
                </a:lnTo>
                <a:lnTo>
                  <a:pt x="1439904" y="197168"/>
                </a:lnTo>
                <a:lnTo>
                  <a:pt x="1458859" y="197168"/>
                </a:lnTo>
                <a:lnTo>
                  <a:pt x="1477804" y="197168"/>
                </a:lnTo>
                <a:lnTo>
                  <a:pt x="1496749" y="197168"/>
                </a:lnTo>
                <a:lnTo>
                  <a:pt x="1515694" y="197168"/>
                </a:lnTo>
                <a:lnTo>
                  <a:pt x="1534639" y="197168"/>
                </a:lnTo>
                <a:lnTo>
                  <a:pt x="1553585" y="197168"/>
                </a:lnTo>
                <a:lnTo>
                  <a:pt x="1572530" y="197168"/>
                </a:lnTo>
                <a:lnTo>
                  <a:pt x="1591475" y="197168"/>
                </a:lnTo>
                <a:lnTo>
                  <a:pt x="1610420" y="197168"/>
                </a:lnTo>
                <a:lnTo>
                  <a:pt x="1629366" y="197168"/>
                </a:lnTo>
                <a:lnTo>
                  <a:pt x="1648320" y="197168"/>
                </a:lnTo>
                <a:lnTo>
                  <a:pt x="1667266" y="197168"/>
                </a:lnTo>
                <a:lnTo>
                  <a:pt x="1686211" y="197168"/>
                </a:lnTo>
                <a:lnTo>
                  <a:pt x="1705156" y="197168"/>
                </a:lnTo>
                <a:lnTo>
                  <a:pt x="1724101" y="197168"/>
                </a:lnTo>
                <a:lnTo>
                  <a:pt x="1743046" y="197168"/>
                </a:lnTo>
                <a:lnTo>
                  <a:pt x="1761992" y="197168"/>
                </a:lnTo>
                <a:lnTo>
                  <a:pt x="1780937" y="197168"/>
                </a:lnTo>
                <a:lnTo>
                  <a:pt x="1799882" y="197168"/>
                </a:lnTo>
                <a:lnTo>
                  <a:pt x="1818827" y="197168"/>
                </a:lnTo>
                <a:lnTo>
                  <a:pt x="1837773" y="197168"/>
                </a:lnTo>
                <a:lnTo>
                  <a:pt x="1856727" y="197168"/>
                </a:lnTo>
                <a:lnTo>
                  <a:pt x="1875673" y="197168"/>
                </a:lnTo>
                <a:lnTo>
                  <a:pt x="1894618" y="197168"/>
                </a:lnTo>
                <a:lnTo>
                  <a:pt x="1913563" y="197168"/>
                </a:lnTo>
                <a:lnTo>
                  <a:pt x="1932508" y="197168"/>
                </a:lnTo>
                <a:lnTo>
                  <a:pt x="1951453" y="197168"/>
                </a:lnTo>
                <a:lnTo>
                  <a:pt x="1970399" y="197168"/>
                </a:lnTo>
                <a:lnTo>
                  <a:pt x="1989344" y="197168"/>
                </a:lnTo>
                <a:lnTo>
                  <a:pt x="2008289" y="197168"/>
                </a:lnTo>
                <a:lnTo>
                  <a:pt x="2027234" y="197168"/>
                </a:lnTo>
                <a:lnTo>
                  <a:pt x="2046189" y="197168"/>
                </a:lnTo>
                <a:lnTo>
                  <a:pt x="2065134" y="197168"/>
                </a:lnTo>
                <a:lnTo>
                  <a:pt x="2084080" y="197168"/>
                </a:lnTo>
                <a:lnTo>
                  <a:pt x="2103025" y="197168"/>
                </a:lnTo>
                <a:lnTo>
                  <a:pt x="2121970" y="197168"/>
                </a:lnTo>
                <a:lnTo>
                  <a:pt x="2140915" y="197168"/>
                </a:lnTo>
                <a:lnTo>
                  <a:pt x="2159860" y="197168"/>
                </a:lnTo>
                <a:lnTo>
                  <a:pt x="2178806" y="197168"/>
                </a:lnTo>
                <a:lnTo>
                  <a:pt x="2197751" y="197168"/>
                </a:lnTo>
                <a:lnTo>
                  <a:pt x="2216696" y="197168"/>
                </a:lnTo>
                <a:lnTo>
                  <a:pt x="2235651" y="197168"/>
                </a:lnTo>
                <a:lnTo>
                  <a:pt x="2254596" y="197168"/>
                </a:lnTo>
                <a:lnTo>
                  <a:pt x="2273541" y="197168"/>
                </a:lnTo>
                <a:lnTo>
                  <a:pt x="2292487" y="197168"/>
                </a:lnTo>
                <a:lnTo>
                  <a:pt x="2311432" y="197168"/>
                </a:lnTo>
                <a:lnTo>
                  <a:pt x="2330377" y="197168"/>
                </a:lnTo>
                <a:lnTo>
                  <a:pt x="2349322" y="197168"/>
                </a:lnTo>
                <a:lnTo>
                  <a:pt x="2368267" y="197168"/>
                </a:lnTo>
                <a:lnTo>
                  <a:pt x="2387213" y="197168"/>
                </a:lnTo>
                <a:lnTo>
                  <a:pt x="2406158" y="197168"/>
                </a:lnTo>
                <a:lnTo>
                  <a:pt x="2425113" y="197168"/>
                </a:lnTo>
                <a:lnTo>
                  <a:pt x="2444058" y="197168"/>
                </a:lnTo>
                <a:lnTo>
                  <a:pt x="2463003" y="197168"/>
                </a:lnTo>
                <a:lnTo>
                  <a:pt x="2481948" y="197168"/>
                </a:lnTo>
                <a:lnTo>
                  <a:pt x="2500894" y="197168"/>
                </a:lnTo>
                <a:lnTo>
                  <a:pt x="2519839" y="197168"/>
                </a:lnTo>
                <a:lnTo>
                  <a:pt x="2537479" y="191538"/>
                </a:lnTo>
                <a:lnTo>
                  <a:pt x="2554500" y="183213"/>
                </a:lnTo>
                <a:lnTo>
                  <a:pt x="2571521" y="174889"/>
                </a:lnTo>
                <a:lnTo>
                  <a:pt x="2588533" y="166554"/>
                </a:lnTo>
                <a:lnTo>
                  <a:pt x="2605554" y="158229"/>
                </a:lnTo>
                <a:lnTo>
                  <a:pt x="2622575" y="149904"/>
                </a:lnTo>
                <a:lnTo>
                  <a:pt x="2639587" y="141570"/>
                </a:lnTo>
                <a:lnTo>
                  <a:pt x="2656608" y="133245"/>
                </a:lnTo>
                <a:lnTo>
                  <a:pt x="2673620" y="124920"/>
                </a:lnTo>
                <a:lnTo>
                  <a:pt x="2690641" y="116586"/>
                </a:lnTo>
                <a:lnTo>
                  <a:pt x="2707662" y="108261"/>
                </a:lnTo>
                <a:lnTo>
                  <a:pt x="2724674" y="99936"/>
                </a:lnTo>
                <a:lnTo>
                  <a:pt x="2741695" y="91602"/>
                </a:lnTo>
                <a:lnTo>
                  <a:pt x="2758716" y="83277"/>
                </a:lnTo>
                <a:lnTo>
                  <a:pt x="2775728" y="74952"/>
                </a:lnTo>
                <a:lnTo>
                  <a:pt x="2792749" y="66627"/>
                </a:lnTo>
                <a:lnTo>
                  <a:pt x="2809770" y="58293"/>
                </a:lnTo>
                <a:lnTo>
                  <a:pt x="2826782" y="49968"/>
                </a:lnTo>
                <a:lnTo>
                  <a:pt x="2843803" y="41643"/>
                </a:lnTo>
                <a:lnTo>
                  <a:pt x="2860824" y="33309"/>
                </a:lnTo>
                <a:lnTo>
                  <a:pt x="2877836" y="24984"/>
                </a:lnTo>
                <a:lnTo>
                  <a:pt x="2894857" y="16659"/>
                </a:lnTo>
                <a:lnTo>
                  <a:pt x="2911869" y="8325"/>
                </a:lnTo>
                <a:lnTo>
                  <a:pt x="2928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73A5687B-D97D-4E0C-B0DB-C7AAF9F5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1348" y="3300398"/>
            <a:ext cx="23697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5801E07A-26AD-4008-AD7D-37D10316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9974" y="2636782"/>
            <a:ext cx="218123" cy="356664"/>
          </a:xfrm>
          <a:custGeom xmlns:a="http://schemas.openxmlformats.org/drawingml/2006/main">
            <a:pathLst>
              <a:path w="218123" h="356664">
                <a:moveTo>
                  <a:pt x="0" y="152143"/>
                </a:moveTo>
                <a:lnTo>
                  <a:pt x="0" y="171031"/>
                </a:lnTo>
                <a:lnTo>
                  <a:pt x="0" y="189929"/>
                </a:lnTo>
                <a:lnTo>
                  <a:pt x="0" y="208826"/>
                </a:lnTo>
                <a:lnTo>
                  <a:pt x="0" y="227714"/>
                </a:lnTo>
                <a:lnTo>
                  <a:pt x="0" y="246612"/>
                </a:lnTo>
                <a:lnTo>
                  <a:pt x="0" y="265509"/>
                </a:lnTo>
                <a:lnTo>
                  <a:pt x="0" y="284407"/>
                </a:lnTo>
                <a:lnTo>
                  <a:pt x="0" y="303295"/>
                </a:lnTo>
                <a:lnTo>
                  <a:pt x="0" y="322193"/>
                </a:lnTo>
                <a:lnTo>
                  <a:pt x="0" y="341090"/>
                </a:lnTo>
                <a:lnTo>
                  <a:pt x="1724" y="356664"/>
                </a:lnTo>
                <a:lnTo>
                  <a:pt x="17183" y="345796"/>
                </a:lnTo>
                <a:lnTo>
                  <a:pt x="32633" y="334928"/>
                </a:lnTo>
                <a:lnTo>
                  <a:pt x="48092" y="324060"/>
                </a:lnTo>
                <a:lnTo>
                  <a:pt x="63551" y="313201"/>
                </a:lnTo>
                <a:lnTo>
                  <a:pt x="79010" y="302333"/>
                </a:lnTo>
                <a:lnTo>
                  <a:pt x="94459" y="291465"/>
                </a:lnTo>
                <a:lnTo>
                  <a:pt x="109918" y="280597"/>
                </a:lnTo>
                <a:lnTo>
                  <a:pt x="125378" y="269729"/>
                </a:lnTo>
                <a:lnTo>
                  <a:pt x="140837" y="258861"/>
                </a:lnTo>
                <a:lnTo>
                  <a:pt x="156296" y="247993"/>
                </a:lnTo>
                <a:lnTo>
                  <a:pt x="171745" y="237125"/>
                </a:lnTo>
                <a:lnTo>
                  <a:pt x="187204" y="226257"/>
                </a:lnTo>
                <a:lnTo>
                  <a:pt x="202663" y="215389"/>
                </a:lnTo>
                <a:lnTo>
                  <a:pt x="218123" y="204530"/>
                </a:lnTo>
                <a:lnTo>
                  <a:pt x="218123" y="185633"/>
                </a:lnTo>
                <a:lnTo>
                  <a:pt x="218123" y="166735"/>
                </a:lnTo>
                <a:lnTo>
                  <a:pt x="218123" y="147838"/>
                </a:lnTo>
                <a:lnTo>
                  <a:pt x="218123" y="128949"/>
                </a:lnTo>
                <a:lnTo>
                  <a:pt x="218123" y="110052"/>
                </a:lnTo>
                <a:lnTo>
                  <a:pt x="218123" y="91154"/>
                </a:lnTo>
                <a:lnTo>
                  <a:pt x="218123" y="72266"/>
                </a:lnTo>
                <a:lnTo>
                  <a:pt x="218123" y="53369"/>
                </a:lnTo>
                <a:lnTo>
                  <a:pt x="218123" y="34471"/>
                </a:lnTo>
                <a:lnTo>
                  <a:pt x="218123" y="15583"/>
                </a:lnTo>
                <a:lnTo>
                  <a:pt x="216398" y="0"/>
                </a:lnTo>
                <a:lnTo>
                  <a:pt x="200939" y="10868"/>
                </a:lnTo>
                <a:lnTo>
                  <a:pt x="185480" y="21736"/>
                </a:lnTo>
                <a:lnTo>
                  <a:pt x="170031" y="32604"/>
                </a:lnTo>
                <a:lnTo>
                  <a:pt x="154572" y="43472"/>
                </a:lnTo>
                <a:lnTo>
                  <a:pt x="139113" y="54331"/>
                </a:lnTo>
                <a:lnTo>
                  <a:pt x="123654" y="65199"/>
                </a:lnTo>
                <a:lnTo>
                  <a:pt x="108194" y="76067"/>
                </a:lnTo>
                <a:lnTo>
                  <a:pt x="92745" y="86935"/>
                </a:lnTo>
                <a:lnTo>
                  <a:pt x="77286" y="97803"/>
                </a:lnTo>
                <a:lnTo>
                  <a:pt x="61827" y="108671"/>
                </a:lnTo>
                <a:lnTo>
                  <a:pt x="46368" y="119539"/>
                </a:lnTo>
                <a:lnTo>
                  <a:pt x="30918" y="130407"/>
                </a:lnTo>
                <a:lnTo>
                  <a:pt x="15459" y="141275"/>
                </a:lnTo>
                <a:lnTo>
                  <a:pt x="0" y="152143"/>
                </a:lnTo>
              </a:path>
            </a:pathLst>
          </a:custGeom>
          <a:solidFill xmlns:a="http://schemas.openxmlformats.org/drawingml/2006/main">
            <a:srgbClr val="537B9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8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9746F9F5-77E4-45A3-85A2-B23E262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812" y="2635572"/>
            <a:ext cx="3033236" cy="153353"/>
          </a:xfrm>
          <a:custGeom xmlns:a="http://schemas.openxmlformats.org/drawingml/2006/main">
            <a:pathLst>
              <a:path w="3033236" h="153353">
                <a:moveTo>
                  <a:pt x="0" y="153353"/>
                </a:moveTo>
                <a:lnTo>
                  <a:pt x="25670" y="153353"/>
                </a:lnTo>
                <a:lnTo>
                  <a:pt x="51330" y="153353"/>
                </a:lnTo>
                <a:lnTo>
                  <a:pt x="77000" y="153353"/>
                </a:lnTo>
                <a:lnTo>
                  <a:pt x="102670" y="153353"/>
                </a:lnTo>
                <a:lnTo>
                  <a:pt x="128330" y="153353"/>
                </a:lnTo>
                <a:lnTo>
                  <a:pt x="154000" y="153353"/>
                </a:lnTo>
                <a:lnTo>
                  <a:pt x="179661" y="153353"/>
                </a:lnTo>
                <a:lnTo>
                  <a:pt x="205330" y="153353"/>
                </a:lnTo>
                <a:lnTo>
                  <a:pt x="231000" y="153353"/>
                </a:lnTo>
                <a:lnTo>
                  <a:pt x="256661" y="153353"/>
                </a:lnTo>
                <a:lnTo>
                  <a:pt x="282331" y="153353"/>
                </a:lnTo>
                <a:lnTo>
                  <a:pt x="307991" y="153353"/>
                </a:lnTo>
                <a:lnTo>
                  <a:pt x="333661" y="153353"/>
                </a:lnTo>
                <a:lnTo>
                  <a:pt x="359331" y="153353"/>
                </a:lnTo>
                <a:lnTo>
                  <a:pt x="384991" y="153353"/>
                </a:lnTo>
                <a:lnTo>
                  <a:pt x="410661" y="153353"/>
                </a:lnTo>
                <a:lnTo>
                  <a:pt x="436331" y="153353"/>
                </a:lnTo>
                <a:lnTo>
                  <a:pt x="461991" y="153353"/>
                </a:lnTo>
                <a:lnTo>
                  <a:pt x="487661" y="153353"/>
                </a:lnTo>
                <a:lnTo>
                  <a:pt x="513331" y="153353"/>
                </a:lnTo>
                <a:lnTo>
                  <a:pt x="538991" y="153353"/>
                </a:lnTo>
                <a:lnTo>
                  <a:pt x="564661" y="153353"/>
                </a:lnTo>
                <a:lnTo>
                  <a:pt x="590321" y="153353"/>
                </a:lnTo>
                <a:lnTo>
                  <a:pt x="615991" y="153353"/>
                </a:lnTo>
                <a:lnTo>
                  <a:pt x="641661" y="153353"/>
                </a:lnTo>
                <a:lnTo>
                  <a:pt x="667322" y="153353"/>
                </a:lnTo>
                <a:lnTo>
                  <a:pt x="692991" y="153353"/>
                </a:lnTo>
                <a:lnTo>
                  <a:pt x="718652" y="153353"/>
                </a:lnTo>
                <a:lnTo>
                  <a:pt x="744322" y="153353"/>
                </a:lnTo>
                <a:lnTo>
                  <a:pt x="769991" y="153353"/>
                </a:lnTo>
                <a:lnTo>
                  <a:pt x="795652" y="153353"/>
                </a:lnTo>
                <a:lnTo>
                  <a:pt x="821322" y="153353"/>
                </a:lnTo>
                <a:lnTo>
                  <a:pt x="846992" y="153353"/>
                </a:lnTo>
                <a:lnTo>
                  <a:pt x="872652" y="153353"/>
                </a:lnTo>
                <a:lnTo>
                  <a:pt x="898322" y="153353"/>
                </a:lnTo>
                <a:lnTo>
                  <a:pt x="923992" y="153353"/>
                </a:lnTo>
                <a:lnTo>
                  <a:pt x="949652" y="153353"/>
                </a:lnTo>
                <a:lnTo>
                  <a:pt x="975322" y="153353"/>
                </a:lnTo>
                <a:lnTo>
                  <a:pt x="1000982" y="153353"/>
                </a:lnTo>
                <a:lnTo>
                  <a:pt x="1026652" y="153353"/>
                </a:lnTo>
                <a:lnTo>
                  <a:pt x="1052322" y="153353"/>
                </a:lnTo>
                <a:lnTo>
                  <a:pt x="1077982" y="153353"/>
                </a:lnTo>
                <a:lnTo>
                  <a:pt x="1103652" y="153353"/>
                </a:lnTo>
                <a:lnTo>
                  <a:pt x="1129322" y="153353"/>
                </a:lnTo>
                <a:lnTo>
                  <a:pt x="1154982" y="153353"/>
                </a:lnTo>
                <a:lnTo>
                  <a:pt x="1180652" y="153353"/>
                </a:lnTo>
                <a:lnTo>
                  <a:pt x="1206313" y="153353"/>
                </a:lnTo>
                <a:lnTo>
                  <a:pt x="1231983" y="153353"/>
                </a:lnTo>
                <a:lnTo>
                  <a:pt x="1257652" y="153353"/>
                </a:lnTo>
                <a:lnTo>
                  <a:pt x="1283313" y="153353"/>
                </a:lnTo>
                <a:lnTo>
                  <a:pt x="1308983" y="153353"/>
                </a:lnTo>
                <a:lnTo>
                  <a:pt x="1334653" y="153353"/>
                </a:lnTo>
                <a:lnTo>
                  <a:pt x="1360313" y="153353"/>
                </a:lnTo>
                <a:lnTo>
                  <a:pt x="1385983" y="153353"/>
                </a:lnTo>
                <a:lnTo>
                  <a:pt x="1411643" y="153353"/>
                </a:lnTo>
                <a:lnTo>
                  <a:pt x="1437313" y="153353"/>
                </a:lnTo>
                <a:lnTo>
                  <a:pt x="1462983" y="153353"/>
                </a:lnTo>
                <a:lnTo>
                  <a:pt x="1488643" y="153353"/>
                </a:lnTo>
                <a:lnTo>
                  <a:pt x="1514313" y="153353"/>
                </a:lnTo>
                <a:lnTo>
                  <a:pt x="1539983" y="153353"/>
                </a:lnTo>
                <a:lnTo>
                  <a:pt x="1565643" y="153353"/>
                </a:lnTo>
                <a:lnTo>
                  <a:pt x="1591313" y="153353"/>
                </a:lnTo>
                <a:lnTo>
                  <a:pt x="1616974" y="153353"/>
                </a:lnTo>
                <a:lnTo>
                  <a:pt x="1642643" y="153353"/>
                </a:lnTo>
                <a:lnTo>
                  <a:pt x="1668313" y="153353"/>
                </a:lnTo>
                <a:lnTo>
                  <a:pt x="1693974" y="153353"/>
                </a:lnTo>
                <a:lnTo>
                  <a:pt x="1719644" y="153353"/>
                </a:lnTo>
                <a:lnTo>
                  <a:pt x="1745313" y="153353"/>
                </a:lnTo>
                <a:lnTo>
                  <a:pt x="1770974" y="153353"/>
                </a:lnTo>
                <a:lnTo>
                  <a:pt x="1796644" y="153353"/>
                </a:lnTo>
                <a:lnTo>
                  <a:pt x="1822304" y="153353"/>
                </a:lnTo>
                <a:lnTo>
                  <a:pt x="1847974" y="153353"/>
                </a:lnTo>
                <a:lnTo>
                  <a:pt x="1873644" y="153353"/>
                </a:lnTo>
                <a:lnTo>
                  <a:pt x="1899304" y="153353"/>
                </a:lnTo>
                <a:lnTo>
                  <a:pt x="1924974" y="153353"/>
                </a:lnTo>
                <a:lnTo>
                  <a:pt x="1950644" y="153353"/>
                </a:lnTo>
                <a:lnTo>
                  <a:pt x="1976304" y="153353"/>
                </a:lnTo>
                <a:lnTo>
                  <a:pt x="2001974" y="153353"/>
                </a:lnTo>
                <a:lnTo>
                  <a:pt x="2027634" y="153353"/>
                </a:lnTo>
                <a:lnTo>
                  <a:pt x="2053304" y="153353"/>
                </a:lnTo>
                <a:lnTo>
                  <a:pt x="2078974" y="153353"/>
                </a:lnTo>
                <a:lnTo>
                  <a:pt x="2104634" y="153353"/>
                </a:lnTo>
                <a:lnTo>
                  <a:pt x="2130304" y="153353"/>
                </a:lnTo>
                <a:lnTo>
                  <a:pt x="2155974" y="153353"/>
                </a:lnTo>
                <a:lnTo>
                  <a:pt x="2181635" y="153353"/>
                </a:lnTo>
                <a:lnTo>
                  <a:pt x="2207304" y="153353"/>
                </a:lnTo>
                <a:lnTo>
                  <a:pt x="2232965" y="153353"/>
                </a:lnTo>
                <a:lnTo>
                  <a:pt x="2258635" y="153353"/>
                </a:lnTo>
                <a:lnTo>
                  <a:pt x="2284305" y="153353"/>
                </a:lnTo>
                <a:lnTo>
                  <a:pt x="2309965" y="153353"/>
                </a:lnTo>
                <a:lnTo>
                  <a:pt x="2335635" y="153353"/>
                </a:lnTo>
                <a:lnTo>
                  <a:pt x="2361305" y="153353"/>
                </a:lnTo>
                <a:lnTo>
                  <a:pt x="2386965" y="153353"/>
                </a:lnTo>
                <a:lnTo>
                  <a:pt x="2412635" y="153353"/>
                </a:lnTo>
                <a:lnTo>
                  <a:pt x="2438295" y="153353"/>
                </a:lnTo>
                <a:lnTo>
                  <a:pt x="2463965" y="153353"/>
                </a:lnTo>
                <a:lnTo>
                  <a:pt x="2489635" y="153353"/>
                </a:lnTo>
                <a:lnTo>
                  <a:pt x="2515295" y="153353"/>
                </a:lnTo>
                <a:lnTo>
                  <a:pt x="2540965" y="153353"/>
                </a:lnTo>
                <a:lnTo>
                  <a:pt x="2566635" y="153353"/>
                </a:lnTo>
                <a:lnTo>
                  <a:pt x="2592295" y="153353"/>
                </a:lnTo>
                <a:lnTo>
                  <a:pt x="2617965" y="153353"/>
                </a:lnTo>
                <a:lnTo>
                  <a:pt x="2643626" y="153353"/>
                </a:lnTo>
                <a:lnTo>
                  <a:pt x="2669296" y="153353"/>
                </a:lnTo>
                <a:lnTo>
                  <a:pt x="2694965" y="153353"/>
                </a:lnTo>
                <a:lnTo>
                  <a:pt x="2720626" y="153353"/>
                </a:lnTo>
                <a:lnTo>
                  <a:pt x="2746296" y="153353"/>
                </a:lnTo>
                <a:lnTo>
                  <a:pt x="2771966" y="153353"/>
                </a:lnTo>
                <a:lnTo>
                  <a:pt x="2797626" y="153353"/>
                </a:lnTo>
                <a:lnTo>
                  <a:pt x="2823267" y="153276"/>
                </a:lnTo>
                <a:lnTo>
                  <a:pt x="2844270" y="138513"/>
                </a:lnTo>
                <a:lnTo>
                  <a:pt x="2865263" y="123749"/>
                </a:lnTo>
                <a:lnTo>
                  <a:pt x="2886256" y="108995"/>
                </a:lnTo>
                <a:lnTo>
                  <a:pt x="2907259" y="94231"/>
                </a:lnTo>
                <a:lnTo>
                  <a:pt x="2928252" y="79467"/>
                </a:lnTo>
                <a:lnTo>
                  <a:pt x="2949254" y="64703"/>
                </a:lnTo>
                <a:lnTo>
                  <a:pt x="2970247" y="49940"/>
                </a:lnTo>
                <a:lnTo>
                  <a:pt x="2991241" y="35185"/>
                </a:lnTo>
                <a:lnTo>
                  <a:pt x="3012243" y="20422"/>
                </a:lnTo>
                <a:lnTo>
                  <a:pt x="3033236" y="5658"/>
                </a:lnTo>
                <a:lnTo>
                  <a:pt x="3025454" y="0"/>
                </a:lnTo>
                <a:lnTo>
                  <a:pt x="2999794" y="0"/>
                </a:lnTo>
                <a:lnTo>
                  <a:pt x="2974124" y="0"/>
                </a:lnTo>
                <a:lnTo>
                  <a:pt x="2948464" y="0"/>
                </a:lnTo>
                <a:lnTo>
                  <a:pt x="2922794" y="0"/>
                </a:lnTo>
                <a:lnTo>
                  <a:pt x="2897124" y="0"/>
                </a:lnTo>
                <a:lnTo>
                  <a:pt x="2871464" y="0"/>
                </a:lnTo>
                <a:lnTo>
                  <a:pt x="2845794" y="0"/>
                </a:lnTo>
                <a:lnTo>
                  <a:pt x="2820124" y="0"/>
                </a:lnTo>
                <a:lnTo>
                  <a:pt x="2794464" y="0"/>
                </a:lnTo>
                <a:lnTo>
                  <a:pt x="2768794" y="0"/>
                </a:lnTo>
                <a:lnTo>
                  <a:pt x="2743124" y="0"/>
                </a:lnTo>
                <a:lnTo>
                  <a:pt x="2717463" y="0"/>
                </a:lnTo>
                <a:lnTo>
                  <a:pt x="2691794" y="0"/>
                </a:lnTo>
                <a:lnTo>
                  <a:pt x="2666133" y="0"/>
                </a:lnTo>
                <a:lnTo>
                  <a:pt x="2640463" y="0"/>
                </a:lnTo>
                <a:lnTo>
                  <a:pt x="2614793" y="0"/>
                </a:lnTo>
                <a:lnTo>
                  <a:pt x="2589133" y="0"/>
                </a:lnTo>
                <a:lnTo>
                  <a:pt x="2563463" y="0"/>
                </a:lnTo>
                <a:lnTo>
                  <a:pt x="2537793" y="0"/>
                </a:lnTo>
                <a:lnTo>
                  <a:pt x="2512133" y="0"/>
                </a:lnTo>
                <a:lnTo>
                  <a:pt x="2486463" y="0"/>
                </a:lnTo>
                <a:lnTo>
                  <a:pt x="2460803" y="0"/>
                </a:lnTo>
                <a:lnTo>
                  <a:pt x="2435133" y="0"/>
                </a:lnTo>
                <a:lnTo>
                  <a:pt x="2409463" y="0"/>
                </a:lnTo>
                <a:lnTo>
                  <a:pt x="2383803" y="0"/>
                </a:lnTo>
                <a:lnTo>
                  <a:pt x="2358133" y="0"/>
                </a:lnTo>
                <a:lnTo>
                  <a:pt x="2332463" y="0"/>
                </a:lnTo>
                <a:lnTo>
                  <a:pt x="2306803" y="0"/>
                </a:lnTo>
                <a:lnTo>
                  <a:pt x="2281133" y="0"/>
                </a:lnTo>
                <a:lnTo>
                  <a:pt x="2255472" y="0"/>
                </a:lnTo>
                <a:lnTo>
                  <a:pt x="2229803" y="0"/>
                </a:lnTo>
                <a:lnTo>
                  <a:pt x="2204133" y="0"/>
                </a:lnTo>
                <a:lnTo>
                  <a:pt x="2178472" y="0"/>
                </a:lnTo>
                <a:lnTo>
                  <a:pt x="2152802" y="0"/>
                </a:lnTo>
                <a:lnTo>
                  <a:pt x="2127133" y="0"/>
                </a:lnTo>
                <a:lnTo>
                  <a:pt x="2101472" y="0"/>
                </a:lnTo>
                <a:lnTo>
                  <a:pt x="2075802" y="0"/>
                </a:lnTo>
                <a:lnTo>
                  <a:pt x="2050142" y="0"/>
                </a:lnTo>
                <a:lnTo>
                  <a:pt x="2024472" y="0"/>
                </a:lnTo>
                <a:lnTo>
                  <a:pt x="1998802" y="0"/>
                </a:lnTo>
                <a:lnTo>
                  <a:pt x="1973142" y="0"/>
                </a:lnTo>
                <a:lnTo>
                  <a:pt x="1947472" y="0"/>
                </a:lnTo>
                <a:lnTo>
                  <a:pt x="1921802" y="0"/>
                </a:lnTo>
                <a:lnTo>
                  <a:pt x="1896142" y="0"/>
                </a:lnTo>
                <a:lnTo>
                  <a:pt x="1870472" y="0"/>
                </a:lnTo>
                <a:lnTo>
                  <a:pt x="1844812" y="0"/>
                </a:lnTo>
                <a:lnTo>
                  <a:pt x="1819142" y="0"/>
                </a:lnTo>
                <a:lnTo>
                  <a:pt x="1793472" y="0"/>
                </a:lnTo>
                <a:lnTo>
                  <a:pt x="1767811" y="0"/>
                </a:lnTo>
                <a:lnTo>
                  <a:pt x="1742142" y="0"/>
                </a:lnTo>
                <a:lnTo>
                  <a:pt x="1716472" y="0"/>
                </a:lnTo>
                <a:lnTo>
                  <a:pt x="1690811" y="0"/>
                </a:lnTo>
                <a:lnTo>
                  <a:pt x="1665141" y="0"/>
                </a:lnTo>
                <a:lnTo>
                  <a:pt x="1639472" y="0"/>
                </a:lnTo>
                <a:lnTo>
                  <a:pt x="1613811" y="0"/>
                </a:lnTo>
                <a:lnTo>
                  <a:pt x="1588141" y="0"/>
                </a:lnTo>
                <a:lnTo>
                  <a:pt x="1562481" y="0"/>
                </a:lnTo>
                <a:lnTo>
                  <a:pt x="1536811" y="0"/>
                </a:lnTo>
                <a:lnTo>
                  <a:pt x="1511141" y="0"/>
                </a:lnTo>
                <a:lnTo>
                  <a:pt x="1485481" y="0"/>
                </a:lnTo>
                <a:lnTo>
                  <a:pt x="1459811" y="0"/>
                </a:lnTo>
                <a:lnTo>
                  <a:pt x="1434151" y="0"/>
                </a:lnTo>
                <a:lnTo>
                  <a:pt x="1408481" y="0"/>
                </a:lnTo>
                <a:lnTo>
                  <a:pt x="1382811" y="0"/>
                </a:lnTo>
                <a:lnTo>
                  <a:pt x="1357151" y="0"/>
                </a:lnTo>
                <a:lnTo>
                  <a:pt x="1331481" y="0"/>
                </a:lnTo>
                <a:lnTo>
                  <a:pt x="1305811" y="0"/>
                </a:lnTo>
                <a:lnTo>
                  <a:pt x="1280150" y="0"/>
                </a:lnTo>
                <a:lnTo>
                  <a:pt x="1254481" y="0"/>
                </a:lnTo>
                <a:lnTo>
                  <a:pt x="1228820" y="0"/>
                </a:lnTo>
                <a:lnTo>
                  <a:pt x="1203150" y="0"/>
                </a:lnTo>
                <a:lnTo>
                  <a:pt x="1177481" y="0"/>
                </a:lnTo>
                <a:lnTo>
                  <a:pt x="1151820" y="0"/>
                </a:lnTo>
                <a:lnTo>
                  <a:pt x="1126150" y="0"/>
                </a:lnTo>
                <a:lnTo>
                  <a:pt x="1100480" y="0"/>
                </a:lnTo>
                <a:lnTo>
                  <a:pt x="1074820" y="0"/>
                </a:lnTo>
                <a:lnTo>
                  <a:pt x="1049150" y="0"/>
                </a:lnTo>
                <a:lnTo>
                  <a:pt x="1023490" y="0"/>
                </a:lnTo>
                <a:lnTo>
                  <a:pt x="997820" y="0"/>
                </a:lnTo>
                <a:lnTo>
                  <a:pt x="972150" y="0"/>
                </a:lnTo>
                <a:lnTo>
                  <a:pt x="946490" y="0"/>
                </a:lnTo>
                <a:lnTo>
                  <a:pt x="920820" y="0"/>
                </a:lnTo>
                <a:lnTo>
                  <a:pt x="895150" y="0"/>
                </a:lnTo>
                <a:lnTo>
                  <a:pt x="869490" y="0"/>
                </a:lnTo>
                <a:lnTo>
                  <a:pt x="843820" y="0"/>
                </a:lnTo>
                <a:lnTo>
                  <a:pt x="818159" y="0"/>
                </a:lnTo>
                <a:lnTo>
                  <a:pt x="792490" y="0"/>
                </a:lnTo>
                <a:lnTo>
                  <a:pt x="766820" y="0"/>
                </a:lnTo>
                <a:lnTo>
                  <a:pt x="741159" y="0"/>
                </a:lnTo>
                <a:lnTo>
                  <a:pt x="715489" y="0"/>
                </a:lnTo>
                <a:lnTo>
                  <a:pt x="689820" y="0"/>
                </a:lnTo>
                <a:lnTo>
                  <a:pt x="664159" y="0"/>
                </a:lnTo>
                <a:lnTo>
                  <a:pt x="638489" y="0"/>
                </a:lnTo>
                <a:lnTo>
                  <a:pt x="612829" y="0"/>
                </a:lnTo>
                <a:lnTo>
                  <a:pt x="587159" y="0"/>
                </a:lnTo>
                <a:lnTo>
                  <a:pt x="561489" y="0"/>
                </a:lnTo>
                <a:lnTo>
                  <a:pt x="535829" y="0"/>
                </a:lnTo>
                <a:lnTo>
                  <a:pt x="510159" y="0"/>
                </a:lnTo>
                <a:lnTo>
                  <a:pt x="484489" y="0"/>
                </a:lnTo>
                <a:lnTo>
                  <a:pt x="458829" y="0"/>
                </a:lnTo>
                <a:lnTo>
                  <a:pt x="433159" y="0"/>
                </a:lnTo>
                <a:lnTo>
                  <a:pt x="407499" y="0"/>
                </a:lnTo>
                <a:lnTo>
                  <a:pt x="382619" y="4191"/>
                </a:lnTo>
                <a:lnTo>
                  <a:pt x="358702" y="13516"/>
                </a:lnTo>
                <a:lnTo>
                  <a:pt x="334785" y="22841"/>
                </a:lnTo>
                <a:lnTo>
                  <a:pt x="310877" y="32166"/>
                </a:lnTo>
                <a:lnTo>
                  <a:pt x="286960" y="41481"/>
                </a:lnTo>
                <a:lnTo>
                  <a:pt x="263052" y="50806"/>
                </a:lnTo>
                <a:lnTo>
                  <a:pt x="239135" y="60131"/>
                </a:lnTo>
                <a:lnTo>
                  <a:pt x="215217" y="69447"/>
                </a:lnTo>
                <a:lnTo>
                  <a:pt x="191310" y="78772"/>
                </a:lnTo>
                <a:lnTo>
                  <a:pt x="167392" y="88097"/>
                </a:lnTo>
                <a:lnTo>
                  <a:pt x="143485" y="97412"/>
                </a:lnTo>
                <a:lnTo>
                  <a:pt x="119567" y="106737"/>
                </a:lnTo>
                <a:lnTo>
                  <a:pt x="95650" y="116062"/>
                </a:lnTo>
                <a:lnTo>
                  <a:pt x="71742" y="125387"/>
                </a:lnTo>
                <a:lnTo>
                  <a:pt x="47825" y="134703"/>
                </a:lnTo>
                <a:lnTo>
                  <a:pt x="23917" y="144028"/>
                </a:lnTo>
                <a:lnTo>
                  <a:pt x="0" y="153353"/>
                </a:lnTo>
              </a:path>
            </a:pathLst>
          </a:custGeom>
          <a:solidFill xmlns:a="http://schemas.openxmlformats.org/drawingml/2006/main">
            <a:srgbClr val="7398B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99BA2581-49BE-4785-BB41-05D0467B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5402" y="2635572"/>
            <a:ext cx="2753630" cy="153353"/>
          </a:xfrm>
          <a:custGeom xmlns:a="http://schemas.openxmlformats.org/drawingml/2006/main">
            <a:pathLst>
              <a:path w="2753630" h="153353">
                <a:moveTo>
                  <a:pt x="0" y="153353"/>
                </a:moveTo>
                <a:lnTo>
                  <a:pt x="18926" y="153353"/>
                </a:lnTo>
                <a:lnTo>
                  <a:pt x="37843" y="153353"/>
                </a:lnTo>
                <a:lnTo>
                  <a:pt x="56769" y="153353"/>
                </a:lnTo>
                <a:lnTo>
                  <a:pt x="75686" y="153353"/>
                </a:lnTo>
                <a:lnTo>
                  <a:pt x="94612" y="153353"/>
                </a:lnTo>
                <a:lnTo>
                  <a:pt x="113528" y="153353"/>
                </a:lnTo>
                <a:lnTo>
                  <a:pt x="132455" y="153353"/>
                </a:lnTo>
                <a:lnTo>
                  <a:pt x="151381" y="153353"/>
                </a:lnTo>
                <a:lnTo>
                  <a:pt x="170297" y="153353"/>
                </a:lnTo>
                <a:lnTo>
                  <a:pt x="189224" y="153353"/>
                </a:lnTo>
                <a:lnTo>
                  <a:pt x="208140" y="153353"/>
                </a:lnTo>
                <a:lnTo>
                  <a:pt x="227066" y="153353"/>
                </a:lnTo>
                <a:lnTo>
                  <a:pt x="245983" y="153353"/>
                </a:lnTo>
                <a:lnTo>
                  <a:pt x="264909" y="153353"/>
                </a:lnTo>
                <a:lnTo>
                  <a:pt x="283835" y="153353"/>
                </a:lnTo>
                <a:lnTo>
                  <a:pt x="302752" y="153353"/>
                </a:lnTo>
                <a:lnTo>
                  <a:pt x="321678" y="153353"/>
                </a:lnTo>
                <a:lnTo>
                  <a:pt x="340595" y="153353"/>
                </a:lnTo>
                <a:lnTo>
                  <a:pt x="359521" y="153353"/>
                </a:lnTo>
                <a:lnTo>
                  <a:pt x="378438" y="153353"/>
                </a:lnTo>
                <a:lnTo>
                  <a:pt x="397364" y="153353"/>
                </a:lnTo>
                <a:lnTo>
                  <a:pt x="416290" y="153353"/>
                </a:lnTo>
                <a:lnTo>
                  <a:pt x="435207" y="153353"/>
                </a:lnTo>
                <a:lnTo>
                  <a:pt x="454133" y="153353"/>
                </a:lnTo>
                <a:lnTo>
                  <a:pt x="473050" y="153353"/>
                </a:lnTo>
                <a:lnTo>
                  <a:pt x="491976" y="153353"/>
                </a:lnTo>
                <a:lnTo>
                  <a:pt x="510892" y="153353"/>
                </a:lnTo>
                <a:lnTo>
                  <a:pt x="529819" y="153353"/>
                </a:lnTo>
                <a:lnTo>
                  <a:pt x="548745" y="153353"/>
                </a:lnTo>
                <a:lnTo>
                  <a:pt x="567661" y="153353"/>
                </a:lnTo>
                <a:lnTo>
                  <a:pt x="586588" y="153353"/>
                </a:lnTo>
                <a:lnTo>
                  <a:pt x="605504" y="153353"/>
                </a:lnTo>
                <a:lnTo>
                  <a:pt x="624430" y="153353"/>
                </a:lnTo>
                <a:lnTo>
                  <a:pt x="643347" y="153353"/>
                </a:lnTo>
                <a:lnTo>
                  <a:pt x="662273" y="153353"/>
                </a:lnTo>
                <a:lnTo>
                  <a:pt x="681199" y="153353"/>
                </a:lnTo>
                <a:lnTo>
                  <a:pt x="700116" y="153353"/>
                </a:lnTo>
                <a:lnTo>
                  <a:pt x="719042" y="153353"/>
                </a:lnTo>
                <a:lnTo>
                  <a:pt x="737959" y="153353"/>
                </a:lnTo>
                <a:lnTo>
                  <a:pt x="756885" y="153353"/>
                </a:lnTo>
                <a:lnTo>
                  <a:pt x="775802" y="153353"/>
                </a:lnTo>
                <a:lnTo>
                  <a:pt x="794728" y="153353"/>
                </a:lnTo>
                <a:lnTo>
                  <a:pt x="813645" y="153353"/>
                </a:lnTo>
                <a:lnTo>
                  <a:pt x="832571" y="153353"/>
                </a:lnTo>
                <a:lnTo>
                  <a:pt x="851497" y="153353"/>
                </a:lnTo>
                <a:lnTo>
                  <a:pt x="870414" y="153353"/>
                </a:lnTo>
                <a:lnTo>
                  <a:pt x="889340" y="153353"/>
                </a:lnTo>
                <a:lnTo>
                  <a:pt x="908256" y="153353"/>
                </a:lnTo>
                <a:lnTo>
                  <a:pt x="927183" y="153353"/>
                </a:lnTo>
                <a:lnTo>
                  <a:pt x="946099" y="153353"/>
                </a:lnTo>
                <a:lnTo>
                  <a:pt x="965025" y="153353"/>
                </a:lnTo>
                <a:lnTo>
                  <a:pt x="983952" y="153353"/>
                </a:lnTo>
                <a:lnTo>
                  <a:pt x="1002868" y="153353"/>
                </a:lnTo>
                <a:lnTo>
                  <a:pt x="1021794" y="153353"/>
                </a:lnTo>
                <a:lnTo>
                  <a:pt x="1040711" y="153353"/>
                </a:lnTo>
                <a:lnTo>
                  <a:pt x="1059637" y="153353"/>
                </a:lnTo>
                <a:lnTo>
                  <a:pt x="1078563" y="153353"/>
                </a:lnTo>
                <a:lnTo>
                  <a:pt x="1097480" y="153353"/>
                </a:lnTo>
                <a:lnTo>
                  <a:pt x="1116406" y="153353"/>
                </a:lnTo>
                <a:lnTo>
                  <a:pt x="1135323" y="153353"/>
                </a:lnTo>
                <a:lnTo>
                  <a:pt x="1154249" y="153353"/>
                </a:lnTo>
                <a:lnTo>
                  <a:pt x="1173166" y="153353"/>
                </a:lnTo>
                <a:lnTo>
                  <a:pt x="1192092" y="153353"/>
                </a:lnTo>
                <a:lnTo>
                  <a:pt x="1211009" y="153353"/>
                </a:lnTo>
                <a:lnTo>
                  <a:pt x="1229935" y="153353"/>
                </a:lnTo>
                <a:lnTo>
                  <a:pt x="1248861" y="153353"/>
                </a:lnTo>
                <a:lnTo>
                  <a:pt x="1267778" y="153353"/>
                </a:lnTo>
                <a:lnTo>
                  <a:pt x="1286704" y="153353"/>
                </a:lnTo>
                <a:lnTo>
                  <a:pt x="1305620" y="153353"/>
                </a:lnTo>
                <a:lnTo>
                  <a:pt x="1324547" y="153353"/>
                </a:lnTo>
                <a:lnTo>
                  <a:pt x="1343463" y="153353"/>
                </a:lnTo>
                <a:lnTo>
                  <a:pt x="1362389" y="153353"/>
                </a:lnTo>
                <a:lnTo>
                  <a:pt x="1381316" y="153353"/>
                </a:lnTo>
                <a:lnTo>
                  <a:pt x="1400232" y="153353"/>
                </a:lnTo>
                <a:lnTo>
                  <a:pt x="1419158" y="153353"/>
                </a:lnTo>
                <a:lnTo>
                  <a:pt x="1438075" y="153353"/>
                </a:lnTo>
                <a:lnTo>
                  <a:pt x="1457001" y="153353"/>
                </a:lnTo>
                <a:lnTo>
                  <a:pt x="1475918" y="153353"/>
                </a:lnTo>
                <a:lnTo>
                  <a:pt x="1494844" y="153353"/>
                </a:lnTo>
                <a:lnTo>
                  <a:pt x="1513770" y="153353"/>
                </a:lnTo>
                <a:lnTo>
                  <a:pt x="1532687" y="153353"/>
                </a:lnTo>
                <a:lnTo>
                  <a:pt x="1551613" y="153353"/>
                </a:lnTo>
                <a:lnTo>
                  <a:pt x="1570530" y="153353"/>
                </a:lnTo>
                <a:lnTo>
                  <a:pt x="1589456" y="153353"/>
                </a:lnTo>
                <a:lnTo>
                  <a:pt x="1608372" y="153353"/>
                </a:lnTo>
                <a:lnTo>
                  <a:pt x="1627299" y="153353"/>
                </a:lnTo>
                <a:lnTo>
                  <a:pt x="1646225" y="153353"/>
                </a:lnTo>
                <a:lnTo>
                  <a:pt x="1665141" y="153353"/>
                </a:lnTo>
                <a:lnTo>
                  <a:pt x="1684068" y="153353"/>
                </a:lnTo>
                <a:lnTo>
                  <a:pt x="1702984" y="153353"/>
                </a:lnTo>
                <a:lnTo>
                  <a:pt x="1721910" y="153353"/>
                </a:lnTo>
                <a:lnTo>
                  <a:pt x="1740827" y="153353"/>
                </a:lnTo>
                <a:lnTo>
                  <a:pt x="1759753" y="153353"/>
                </a:lnTo>
                <a:lnTo>
                  <a:pt x="1778679" y="153353"/>
                </a:lnTo>
                <a:lnTo>
                  <a:pt x="1797596" y="153353"/>
                </a:lnTo>
                <a:lnTo>
                  <a:pt x="1816522" y="153353"/>
                </a:lnTo>
                <a:lnTo>
                  <a:pt x="1835439" y="153353"/>
                </a:lnTo>
                <a:lnTo>
                  <a:pt x="1854365" y="153353"/>
                </a:lnTo>
                <a:lnTo>
                  <a:pt x="1873282" y="153353"/>
                </a:lnTo>
                <a:lnTo>
                  <a:pt x="1892208" y="153353"/>
                </a:lnTo>
                <a:lnTo>
                  <a:pt x="1911134" y="153353"/>
                </a:lnTo>
                <a:lnTo>
                  <a:pt x="1930051" y="153353"/>
                </a:lnTo>
                <a:lnTo>
                  <a:pt x="1948977" y="153353"/>
                </a:lnTo>
                <a:lnTo>
                  <a:pt x="1967894" y="153353"/>
                </a:lnTo>
                <a:lnTo>
                  <a:pt x="1986820" y="153353"/>
                </a:lnTo>
                <a:lnTo>
                  <a:pt x="2005736" y="153353"/>
                </a:lnTo>
                <a:lnTo>
                  <a:pt x="2024663" y="153353"/>
                </a:lnTo>
                <a:lnTo>
                  <a:pt x="2043589" y="153353"/>
                </a:lnTo>
                <a:lnTo>
                  <a:pt x="2062505" y="153353"/>
                </a:lnTo>
                <a:lnTo>
                  <a:pt x="2081432" y="153353"/>
                </a:lnTo>
                <a:lnTo>
                  <a:pt x="2100348" y="153353"/>
                </a:lnTo>
                <a:lnTo>
                  <a:pt x="2119274" y="153353"/>
                </a:lnTo>
                <a:lnTo>
                  <a:pt x="2138191" y="153353"/>
                </a:lnTo>
                <a:lnTo>
                  <a:pt x="2157117" y="153353"/>
                </a:lnTo>
                <a:lnTo>
                  <a:pt x="2176034" y="153353"/>
                </a:lnTo>
                <a:lnTo>
                  <a:pt x="2194960" y="153353"/>
                </a:lnTo>
                <a:lnTo>
                  <a:pt x="2213886" y="153353"/>
                </a:lnTo>
                <a:lnTo>
                  <a:pt x="2232803" y="153353"/>
                </a:lnTo>
                <a:lnTo>
                  <a:pt x="2251729" y="153353"/>
                </a:lnTo>
                <a:lnTo>
                  <a:pt x="2270646" y="153353"/>
                </a:lnTo>
                <a:lnTo>
                  <a:pt x="2289572" y="153353"/>
                </a:lnTo>
                <a:lnTo>
                  <a:pt x="2308489" y="153353"/>
                </a:lnTo>
                <a:lnTo>
                  <a:pt x="2327415" y="153353"/>
                </a:lnTo>
                <a:lnTo>
                  <a:pt x="2346341" y="153353"/>
                </a:lnTo>
                <a:lnTo>
                  <a:pt x="2365258" y="153353"/>
                </a:lnTo>
                <a:lnTo>
                  <a:pt x="2384184" y="153353"/>
                </a:lnTo>
                <a:lnTo>
                  <a:pt x="2403100" y="153353"/>
                </a:lnTo>
                <a:lnTo>
                  <a:pt x="2422027" y="153353"/>
                </a:lnTo>
                <a:lnTo>
                  <a:pt x="2440953" y="153353"/>
                </a:lnTo>
                <a:lnTo>
                  <a:pt x="2459869" y="153353"/>
                </a:lnTo>
                <a:lnTo>
                  <a:pt x="2478796" y="153353"/>
                </a:lnTo>
                <a:lnTo>
                  <a:pt x="2497712" y="153353"/>
                </a:lnTo>
                <a:lnTo>
                  <a:pt x="2516638" y="153353"/>
                </a:lnTo>
                <a:lnTo>
                  <a:pt x="2533926" y="148009"/>
                </a:lnTo>
                <a:lnTo>
                  <a:pt x="2549623" y="137436"/>
                </a:lnTo>
                <a:lnTo>
                  <a:pt x="2565311" y="126863"/>
                </a:lnTo>
                <a:lnTo>
                  <a:pt x="2581008" y="116291"/>
                </a:lnTo>
                <a:lnTo>
                  <a:pt x="2596696" y="105718"/>
                </a:lnTo>
                <a:lnTo>
                  <a:pt x="2612393" y="95145"/>
                </a:lnTo>
                <a:lnTo>
                  <a:pt x="2628090" y="84572"/>
                </a:lnTo>
                <a:lnTo>
                  <a:pt x="2643778" y="74000"/>
                </a:lnTo>
                <a:lnTo>
                  <a:pt x="2659475" y="63427"/>
                </a:lnTo>
                <a:lnTo>
                  <a:pt x="2675163" y="52854"/>
                </a:lnTo>
                <a:lnTo>
                  <a:pt x="2690860" y="42291"/>
                </a:lnTo>
                <a:lnTo>
                  <a:pt x="2706557" y="31718"/>
                </a:lnTo>
                <a:lnTo>
                  <a:pt x="2722245" y="21146"/>
                </a:lnTo>
                <a:lnTo>
                  <a:pt x="2737942" y="10573"/>
                </a:lnTo>
                <a:lnTo>
                  <a:pt x="27536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7FEA90E3-457A-4A20-9E15-6DA527C5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9250" y="2635572"/>
            <a:ext cx="23697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l1-text-heading">
            <a:extLst xmlns:a="http://schemas.openxmlformats.org/drawingml/2006/main">
              <a:ext uri="{FF2B5EF4-FFF2-40B4-BE49-F238E27FC236}">
                <a16:creationId xmlns:a16="http://schemas.microsoft.com/office/drawing/2014/main" id="{E18B1AB2-92D2-44F7-ADC7-A75EF5FA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094" y="3927467"/>
            <a:ext cx="1558233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基础操作</a:t>
            </a:r>
          </a:p>
        </p:txBody>
      </p:sp>
      <p:sp>
        <p:nvSpPr>
          <p:cNvPr id="22" name="l1-text-body">
            <a:extLst xmlns:a="http://schemas.openxmlformats.org/drawingml/2006/main">
              <a:ext uri="{FF2B5EF4-FFF2-40B4-BE49-F238E27FC236}">
                <a16:creationId xmlns:a16="http://schemas.microsoft.com/office/drawing/2014/main" id="{F07DF84A-EEFB-4832-A20E-092304B1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094" y="4194462"/>
            <a:ext cx="1558233" cy="194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按说明完成基础工作</a:t>
            </a:r>
          </a:p>
        </p:txBody>
      </p:sp>
      <p:sp>
        <p:nvSpPr>
          <p:cNvPr id="23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73E17AB7-C675-475E-A9CE-79C37DDF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4176" y="457233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l2-text-heading">
            <a:extLst xmlns:a="http://schemas.openxmlformats.org/drawingml/2006/main">
              <a:ext uri="{FF2B5EF4-FFF2-40B4-BE49-F238E27FC236}">
                <a16:creationId xmlns:a16="http://schemas.microsoft.com/office/drawing/2014/main" id="{A571F084-220E-4D21-8297-B2FAD230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702" y="3045814"/>
            <a:ext cx="1558233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独立处理</a:t>
            </a:r>
          </a:p>
        </p:txBody>
      </p:sp>
      <p:sp>
        <p:nvSpPr>
          <p:cNvPr id="25" name="l2-text-body">
            <a:extLst xmlns:a="http://schemas.openxmlformats.org/drawingml/2006/main">
              <a:ext uri="{FF2B5EF4-FFF2-40B4-BE49-F238E27FC236}">
                <a16:creationId xmlns:a16="http://schemas.microsoft.com/office/drawing/2014/main" id="{12DB1EEE-7487-45B8-A775-C7B08274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702" y="3312809"/>
            <a:ext cx="1558233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独立定位并处理常见问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26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DB921516-7FA3-4C72-9732-D0E37B69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9937" y="388565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l3-text-heading">
            <a:extLst xmlns:a="http://schemas.openxmlformats.org/drawingml/2006/main">
              <a:ext uri="{FF2B5EF4-FFF2-40B4-BE49-F238E27FC236}">
                <a16:creationId xmlns:a16="http://schemas.microsoft.com/office/drawing/2014/main" id="{CEB5B716-2A7A-4F61-A8C3-6FCFCE66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6454" y="2554086"/>
            <a:ext cx="1558233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团队协作</a:t>
            </a:r>
          </a:p>
        </p:txBody>
      </p:sp>
      <p:sp>
        <p:nvSpPr>
          <p:cNvPr id="28" name="l3-text-body">
            <a:extLst xmlns:a="http://schemas.openxmlformats.org/drawingml/2006/main">
              <a:ext uri="{FF2B5EF4-FFF2-40B4-BE49-F238E27FC236}">
                <a16:creationId xmlns:a16="http://schemas.microsoft.com/office/drawing/2014/main" id="{69ABF98E-5FDE-40AD-A9E6-7A39DF45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6454" y="2821081"/>
            <a:ext cx="1558233" cy="194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明确交接与共同责任</a:t>
            </a:r>
          </a:p>
        </p:txBody>
      </p:sp>
      <p:sp>
        <p:nvSpPr>
          <p:cNvPr id="29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37FC8637-28EE-4F32-B516-725C810A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545" y="3198957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l4-text-heading">
            <a:extLst xmlns:a="http://schemas.openxmlformats.org/drawingml/2006/main">
              <a:ext uri="{FF2B5EF4-FFF2-40B4-BE49-F238E27FC236}">
                <a16:creationId xmlns:a16="http://schemas.microsoft.com/office/drawing/2014/main" id="{AF77A3F8-34BB-455C-9FA6-52D6AC67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2072" y="1867391"/>
            <a:ext cx="1558233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持续优化</a:t>
            </a:r>
          </a:p>
        </p:txBody>
      </p:sp>
      <p:sp>
        <p:nvSpPr>
          <p:cNvPr id="31" name="l4-text-body">
            <a:extLst xmlns:a="http://schemas.openxmlformats.org/drawingml/2006/main">
              <a:ext uri="{FF2B5EF4-FFF2-40B4-BE49-F238E27FC236}">
                <a16:creationId xmlns:a16="http://schemas.microsoft.com/office/drawing/2014/main" id="{A83BBA7E-09C5-42CE-8CEC-CAC5485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2072" y="2134386"/>
            <a:ext cx="1558233" cy="194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根据复盘改进工作方法</a:t>
            </a:r>
          </a:p>
        </p:txBody>
      </p:sp>
      <p:sp>
        <p:nvSpPr>
          <p:cNvPr id="32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B8C3FC96-F68C-4B5A-860D-BB52DEA4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1306" y="251226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2A8B9E27-F518-402C-8D80-3A46B910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3737" y="4342852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9A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34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5CF7E56D-EDD3-4F12-9CF9-014A37FC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5106" y="2969462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389385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2026-09-07T13:56:42.8800000Z</dcterms:created>
  <dcterms:modified xsi:type="dcterms:W3CDTF">2026-09-07T13:56:42.8800000Z</dcterms:modified>
</coreProperties>
</file>