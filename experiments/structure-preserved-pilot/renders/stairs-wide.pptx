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68f29266b84289" /><Relationship Type="http://schemas.openxmlformats.org/officeDocument/2006/relationships/extended-properties" Target="/docProps/app.xml" Id="R9358737e5c534408" /><Relationship Type="http://schemas.openxmlformats.org/officeDocument/2006/relationships/officeDocument" Target="/ppt/presentation.xml" Id="R7d89f4a4f038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d4ad7935e0433f"/>
  </p:sldMasterIdLst>
  <p:notesMasterIdLst>
    <p:notesMasterId xmlns:r="http://schemas.openxmlformats.org/officeDocument/2006/relationships" r:id="R38f04ab8da02425f"/>
  </p:notesMasterIdLst>
  <p:sldIdLst>
    <p:sldId xmlns:r="http://schemas.openxmlformats.org/officeDocument/2006/relationships" id="256" r:id="R86b16d3160654940"/>
  </p:sldIdLst>
  <p:sldSz cx="12858750" cy="419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9f38795ba4c06" /><Relationship Type="http://schemas.openxmlformats.org/officeDocument/2006/relationships/slideMaster" Target="/ppt/slideMasters/slideMaster1.xml" Id="R80d4ad7935e0433f" /><Relationship Type="http://schemas.openxmlformats.org/officeDocument/2006/relationships/notesMaster" Target="/ppt/notesMasters/notesMaster1.xml" Id="R38f04ab8da02425f" /><Relationship Type="http://schemas.openxmlformats.org/officeDocument/2006/relationships/presProps" Target="/ppt/presProps.xml" Id="R37c071c65d57449c" /><Relationship Type="http://schemas.openxmlformats.org/officeDocument/2006/relationships/tableStyles" Target="/ppt/tableStyles.xml" Id="Rc2d178fe722045ba" /><Relationship Type="http://schemas.openxmlformats.org/officeDocument/2006/relationships/slide" Target="/ppt/slides/slide1.xml" Id="R86b16d316065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b22d981b2b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81e527308c4b9a" /><Relationship Type="http://schemas.openxmlformats.org/officeDocument/2006/relationships/notesMaster" Target="/ppt/notesMasters/notesMaster1.xml" Id="Rf4abc4e95287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b1669f5fb48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559a7fcec146ee" /><Relationship Type="http://schemas.openxmlformats.org/officeDocument/2006/relationships/slideLayout" Target="/ppt/slideLayouts/slideLayout1.xml" Id="R1a57f0c7c9f442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7f0c7c9f442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afa1449b24ce6" /><Relationship Type="http://schemas.openxmlformats.org/officeDocument/2006/relationships/notesSlide" Target="/ppt/notesSlides/notesSlide1.xml" Id="R4af904957a3d4a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3DA0F3C5-3FCC-4989-966A-F4852CF1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6915" y="2250443"/>
            <a:ext cx="1502273" cy="1084612"/>
          </a:xfrm>
          <a:custGeom xmlns:a="http://schemas.openxmlformats.org/drawingml/2006/main">
            <a:pathLst>
              <a:path w="1502273" h="1084612">
                <a:moveTo>
                  <a:pt x="89125" y="150809"/>
                </a:moveTo>
                <a:lnTo>
                  <a:pt x="108690" y="148714"/>
                </a:lnTo>
                <a:lnTo>
                  <a:pt x="128254" y="146618"/>
                </a:lnTo>
                <a:lnTo>
                  <a:pt x="147818" y="144523"/>
                </a:lnTo>
                <a:lnTo>
                  <a:pt x="167383" y="142427"/>
                </a:lnTo>
                <a:lnTo>
                  <a:pt x="186938" y="140332"/>
                </a:lnTo>
                <a:lnTo>
                  <a:pt x="206502" y="138236"/>
                </a:lnTo>
                <a:lnTo>
                  <a:pt x="226066" y="136150"/>
                </a:lnTo>
                <a:lnTo>
                  <a:pt x="245631" y="134055"/>
                </a:lnTo>
                <a:lnTo>
                  <a:pt x="265195" y="131959"/>
                </a:lnTo>
                <a:lnTo>
                  <a:pt x="284750" y="129864"/>
                </a:lnTo>
                <a:lnTo>
                  <a:pt x="304314" y="127768"/>
                </a:lnTo>
                <a:lnTo>
                  <a:pt x="323879" y="125673"/>
                </a:lnTo>
                <a:lnTo>
                  <a:pt x="343443" y="123577"/>
                </a:lnTo>
                <a:lnTo>
                  <a:pt x="362998" y="121482"/>
                </a:lnTo>
                <a:lnTo>
                  <a:pt x="382562" y="119386"/>
                </a:lnTo>
                <a:lnTo>
                  <a:pt x="402126" y="117291"/>
                </a:lnTo>
                <a:lnTo>
                  <a:pt x="421691" y="115205"/>
                </a:lnTo>
                <a:lnTo>
                  <a:pt x="441255" y="113109"/>
                </a:lnTo>
                <a:lnTo>
                  <a:pt x="460810" y="111014"/>
                </a:lnTo>
                <a:lnTo>
                  <a:pt x="480374" y="108918"/>
                </a:lnTo>
                <a:lnTo>
                  <a:pt x="499939" y="106823"/>
                </a:lnTo>
                <a:lnTo>
                  <a:pt x="519503" y="104727"/>
                </a:lnTo>
                <a:lnTo>
                  <a:pt x="539067" y="102632"/>
                </a:lnTo>
                <a:lnTo>
                  <a:pt x="558622" y="100536"/>
                </a:lnTo>
                <a:lnTo>
                  <a:pt x="578187" y="98441"/>
                </a:lnTo>
                <a:lnTo>
                  <a:pt x="597751" y="96345"/>
                </a:lnTo>
                <a:lnTo>
                  <a:pt x="617315" y="94259"/>
                </a:lnTo>
                <a:lnTo>
                  <a:pt x="636870" y="92164"/>
                </a:lnTo>
                <a:lnTo>
                  <a:pt x="656434" y="90068"/>
                </a:lnTo>
                <a:lnTo>
                  <a:pt x="675999" y="87973"/>
                </a:lnTo>
                <a:lnTo>
                  <a:pt x="695563" y="85877"/>
                </a:lnTo>
                <a:lnTo>
                  <a:pt x="715127" y="83782"/>
                </a:lnTo>
                <a:lnTo>
                  <a:pt x="734682" y="81686"/>
                </a:lnTo>
                <a:lnTo>
                  <a:pt x="754247" y="79591"/>
                </a:lnTo>
                <a:lnTo>
                  <a:pt x="773811" y="77495"/>
                </a:lnTo>
                <a:lnTo>
                  <a:pt x="793375" y="75400"/>
                </a:lnTo>
                <a:lnTo>
                  <a:pt x="812940" y="73314"/>
                </a:lnTo>
                <a:lnTo>
                  <a:pt x="832495" y="71218"/>
                </a:lnTo>
                <a:lnTo>
                  <a:pt x="852059" y="69123"/>
                </a:lnTo>
                <a:lnTo>
                  <a:pt x="871623" y="67027"/>
                </a:lnTo>
                <a:lnTo>
                  <a:pt x="891188" y="64932"/>
                </a:lnTo>
                <a:lnTo>
                  <a:pt x="910752" y="62836"/>
                </a:lnTo>
                <a:lnTo>
                  <a:pt x="930307" y="60741"/>
                </a:lnTo>
                <a:lnTo>
                  <a:pt x="949871" y="58645"/>
                </a:lnTo>
                <a:lnTo>
                  <a:pt x="969435" y="56550"/>
                </a:lnTo>
                <a:lnTo>
                  <a:pt x="989000" y="54454"/>
                </a:lnTo>
                <a:lnTo>
                  <a:pt x="1008555" y="52368"/>
                </a:lnTo>
                <a:lnTo>
                  <a:pt x="1028119" y="50273"/>
                </a:lnTo>
                <a:lnTo>
                  <a:pt x="1047683" y="48177"/>
                </a:lnTo>
                <a:lnTo>
                  <a:pt x="1067248" y="46082"/>
                </a:lnTo>
                <a:lnTo>
                  <a:pt x="1086812" y="43986"/>
                </a:lnTo>
                <a:lnTo>
                  <a:pt x="1106367" y="41891"/>
                </a:lnTo>
                <a:lnTo>
                  <a:pt x="1125931" y="39795"/>
                </a:lnTo>
                <a:lnTo>
                  <a:pt x="1145496" y="37700"/>
                </a:lnTo>
                <a:lnTo>
                  <a:pt x="1165060" y="35604"/>
                </a:lnTo>
                <a:lnTo>
                  <a:pt x="1184624" y="33509"/>
                </a:lnTo>
                <a:lnTo>
                  <a:pt x="1204179" y="31423"/>
                </a:lnTo>
                <a:lnTo>
                  <a:pt x="1223743" y="29327"/>
                </a:lnTo>
                <a:lnTo>
                  <a:pt x="1243308" y="27232"/>
                </a:lnTo>
                <a:lnTo>
                  <a:pt x="1262872" y="25136"/>
                </a:lnTo>
                <a:lnTo>
                  <a:pt x="1282436" y="23041"/>
                </a:lnTo>
                <a:lnTo>
                  <a:pt x="1301991" y="20945"/>
                </a:lnTo>
                <a:lnTo>
                  <a:pt x="1321556" y="18850"/>
                </a:lnTo>
                <a:lnTo>
                  <a:pt x="1341120" y="16754"/>
                </a:lnTo>
                <a:lnTo>
                  <a:pt x="1360684" y="14659"/>
                </a:lnTo>
                <a:lnTo>
                  <a:pt x="1380239" y="12563"/>
                </a:lnTo>
                <a:lnTo>
                  <a:pt x="1399804" y="10478"/>
                </a:lnTo>
                <a:lnTo>
                  <a:pt x="1419368" y="8382"/>
                </a:lnTo>
                <a:lnTo>
                  <a:pt x="1438932" y="6287"/>
                </a:lnTo>
                <a:lnTo>
                  <a:pt x="1458497" y="4191"/>
                </a:lnTo>
                <a:lnTo>
                  <a:pt x="1478051" y="2096"/>
                </a:lnTo>
                <a:lnTo>
                  <a:pt x="1497616" y="0"/>
                </a:lnTo>
                <a:lnTo>
                  <a:pt x="1502273" y="12964"/>
                </a:lnTo>
                <a:lnTo>
                  <a:pt x="1500378" y="32547"/>
                </a:lnTo>
                <a:lnTo>
                  <a:pt x="1498473" y="52130"/>
                </a:lnTo>
                <a:lnTo>
                  <a:pt x="1496578" y="71714"/>
                </a:lnTo>
                <a:lnTo>
                  <a:pt x="1494682" y="91288"/>
                </a:lnTo>
                <a:lnTo>
                  <a:pt x="1492787" y="110871"/>
                </a:lnTo>
                <a:lnTo>
                  <a:pt x="1490882" y="130454"/>
                </a:lnTo>
                <a:lnTo>
                  <a:pt x="1488986" y="150038"/>
                </a:lnTo>
                <a:lnTo>
                  <a:pt x="1487091" y="169621"/>
                </a:lnTo>
                <a:lnTo>
                  <a:pt x="1485186" y="189205"/>
                </a:lnTo>
                <a:lnTo>
                  <a:pt x="1483290" y="208788"/>
                </a:lnTo>
                <a:lnTo>
                  <a:pt x="1481395" y="228371"/>
                </a:lnTo>
                <a:lnTo>
                  <a:pt x="1479490" y="247955"/>
                </a:lnTo>
                <a:lnTo>
                  <a:pt x="1477594" y="267529"/>
                </a:lnTo>
                <a:lnTo>
                  <a:pt x="1475699" y="287112"/>
                </a:lnTo>
                <a:lnTo>
                  <a:pt x="1473803" y="306695"/>
                </a:lnTo>
                <a:lnTo>
                  <a:pt x="1471898" y="326279"/>
                </a:lnTo>
                <a:lnTo>
                  <a:pt x="1470003" y="345862"/>
                </a:lnTo>
                <a:lnTo>
                  <a:pt x="1468107" y="365446"/>
                </a:lnTo>
                <a:lnTo>
                  <a:pt x="1466202" y="385029"/>
                </a:lnTo>
                <a:lnTo>
                  <a:pt x="1464307" y="404612"/>
                </a:lnTo>
                <a:lnTo>
                  <a:pt x="1462411" y="424196"/>
                </a:lnTo>
                <a:lnTo>
                  <a:pt x="1460516" y="443770"/>
                </a:lnTo>
                <a:lnTo>
                  <a:pt x="1458611" y="463353"/>
                </a:lnTo>
                <a:lnTo>
                  <a:pt x="1456715" y="482937"/>
                </a:lnTo>
                <a:lnTo>
                  <a:pt x="1454820" y="502520"/>
                </a:lnTo>
                <a:lnTo>
                  <a:pt x="1452915" y="522103"/>
                </a:lnTo>
                <a:lnTo>
                  <a:pt x="1451019" y="541687"/>
                </a:lnTo>
                <a:lnTo>
                  <a:pt x="1449124" y="561270"/>
                </a:lnTo>
                <a:lnTo>
                  <a:pt x="1447219" y="580854"/>
                </a:lnTo>
                <a:lnTo>
                  <a:pt x="1445324" y="600437"/>
                </a:lnTo>
                <a:lnTo>
                  <a:pt x="1443428" y="620011"/>
                </a:lnTo>
                <a:lnTo>
                  <a:pt x="1441533" y="639594"/>
                </a:lnTo>
                <a:lnTo>
                  <a:pt x="1439628" y="659178"/>
                </a:lnTo>
                <a:lnTo>
                  <a:pt x="1437732" y="678761"/>
                </a:lnTo>
                <a:lnTo>
                  <a:pt x="1435837" y="698344"/>
                </a:lnTo>
                <a:lnTo>
                  <a:pt x="1433932" y="717928"/>
                </a:lnTo>
                <a:lnTo>
                  <a:pt x="1432036" y="737511"/>
                </a:lnTo>
                <a:lnTo>
                  <a:pt x="1430141" y="757095"/>
                </a:lnTo>
                <a:lnTo>
                  <a:pt x="1428236" y="776678"/>
                </a:lnTo>
                <a:lnTo>
                  <a:pt x="1426340" y="796252"/>
                </a:lnTo>
                <a:lnTo>
                  <a:pt x="1424445" y="815835"/>
                </a:lnTo>
                <a:lnTo>
                  <a:pt x="1422549" y="835419"/>
                </a:lnTo>
                <a:lnTo>
                  <a:pt x="1420644" y="855002"/>
                </a:lnTo>
                <a:lnTo>
                  <a:pt x="1418749" y="874585"/>
                </a:lnTo>
                <a:lnTo>
                  <a:pt x="1416853" y="894169"/>
                </a:lnTo>
                <a:lnTo>
                  <a:pt x="1414948" y="913752"/>
                </a:lnTo>
                <a:lnTo>
                  <a:pt x="1412586" y="932869"/>
                </a:lnTo>
                <a:lnTo>
                  <a:pt x="1393022" y="934974"/>
                </a:lnTo>
                <a:lnTo>
                  <a:pt x="1373457" y="937079"/>
                </a:lnTo>
                <a:lnTo>
                  <a:pt x="1353903" y="939194"/>
                </a:lnTo>
                <a:lnTo>
                  <a:pt x="1334338" y="941299"/>
                </a:lnTo>
                <a:lnTo>
                  <a:pt x="1314774" y="943404"/>
                </a:lnTo>
                <a:lnTo>
                  <a:pt x="1295219" y="945509"/>
                </a:lnTo>
                <a:lnTo>
                  <a:pt x="1275655" y="947623"/>
                </a:lnTo>
                <a:lnTo>
                  <a:pt x="1256100" y="949728"/>
                </a:lnTo>
                <a:lnTo>
                  <a:pt x="1236536" y="951833"/>
                </a:lnTo>
                <a:lnTo>
                  <a:pt x="1216971" y="953938"/>
                </a:lnTo>
                <a:lnTo>
                  <a:pt x="1197416" y="956053"/>
                </a:lnTo>
                <a:lnTo>
                  <a:pt x="1177852" y="958158"/>
                </a:lnTo>
                <a:lnTo>
                  <a:pt x="1158288" y="960263"/>
                </a:lnTo>
                <a:lnTo>
                  <a:pt x="1138733" y="962368"/>
                </a:lnTo>
                <a:lnTo>
                  <a:pt x="1119168" y="964482"/>
                </a:lnTo>
                <a:lnTo>
                  <a:pt x="1099604" y="966587"/>
                </a:lnTo>
                <a:lnTo>
                  <a:pt x="1080049" y="968693"/>
                </a:lnTo>
                <a:lnTo>
                  <a:pt x="1060485" y="970807"/>
                </a:lnTo>
                <a:lnTo>
                  <a:pt x="1040921" y="972912"/>
                </a:lnTo>
                <a:lnTo>
                  <a:pt x="1021366" y="975017"/>
                </a:lnTo>
                <a:lnTo>
                  <a:pt x="1001801" y="977122"/>
                </a:lnTo>
                <a:lnTo>
                  <a:pt x="982247" y="979237"/>
                </a:lnTo>
                <a:lnTo>
                  <a:pt x="962682" y="981342"/>
                </a:lnTo>
                <a:lnTo>
                  <a:pt x="943118" y="983447"/>
                </a:lnTo>
                <a:lnTo>
                  <a:pt x="923563" y="985552"/>
                </a:lnTo>
                <a:lnTo>
                  <a:pt x="903999" y="987666"/>
                </a:lnTo>
                <a:lnTo>
                  <a:pt x="884434" y="989771"/>
                </a:lnTo>
                <a:lnTo>
                  <a:pt x="864880" y="991876"/>
                </a:lnTo>
                <a:lnTo>
                  <a:pt x="845315" y="993991"/>
                </a:lnTo>
                <a:lnTo>
                  <a:pt x="825751" y="996096"/>
                </a:lnTo>
                <a:lnTo>
                  <a:pt x="806196" y="998201"/>
                </a:lnTo>
                <a:lnTo>
                  <a:pt x="786632" y="1000306"/>
                </a:lnTo>
                <a:lnTo>
                  <a:pt x="767067" y="1002421"/>
                </a:lnTo>
                <a:lnTo>
                  <a:pt x="747512" y="1004526"/>
                </a:lnTo>
                <a:lnTo>
                  <a:pt x="727948" y="1006631"/>
                </a:lnTo>
                <a:lnTo>
                  <a:pt x="708393" y="1008736"/>
                </a:lnTo>
                <a:lnTo>
                  <a:pt x="688829" y="1010850"/>
                </a:lnTo>
                <a:lnTo>
                  <a:pt x="669265" y="1012955"/>
                </a:lnTo>
                <a:lnTo>
                  <a:pt x="649710" y="1015060"/>
                </a:lnTo>
                <a:lnTo>
                  <a:pt x="630145" y="1017165"/>
                </a:lnTo>
                <a:lnTo>
                  <a:pt x="610581" y="1019280"/>
                </a:lnTo>
                <a:lnTo>
                  <a:pt x="591026" y="1021385"/>
                </a:lnTo>
                <a:lnTo>
                  <a:pt x="571462" y="1023490"/>
                </a:lnTo>
                <a:lnTo>
                  <a:pt x="551898" y="1025604"/>
                </a:lnTo>
                <a:lnTo>
                  <a:pt x="532343" y="1027709"/>
                </a:lnTo>
                <a:lnTo>
                  <a:pt x="512778" y="1029814"/>
                </a:lnTo>
                <a:lnTo>
                  <a:pt x="493214" y="1031919"/>
                </a:lnTo>
                <a:lnTo>
                  <a:pt x="473659" y="1034034"/>
                </a:lnTo>
                <a:lnTo>
                  <a:pt x="454095" y="1036139"/>
                </a:lnTo>
                <a:lnTo>
                  <a:pt x="434540" y="1038244"/>
                </a:lnTo>
                <a:lnTo>
                  <a:pt x="414976" y="1040349"/>
                </a:lnTo>
                <a:lnTo>
                  <a:pt x="395411" y="1042464"/>
                </a:lnTo>
                <a:lnTo>
                  <a:pt x="375857" y="1044569"/>
                </a:lnTo>
                <a:lnTo>
                  <a:pt x="356292" y="1046674"/>
                </a:lnTo>
                <a:lnTo>
                  <a:pt x="336728" y="1048779"/>
                </a:lnTo>
                <a:lnTo>
                  <a:pt x="317173" y="1050893"/>
                </a:lnTo>
                <a:lnTo>
                  <a:pt x="297609" y="1052998"/>
                </a:lnTo>
                <a:lnTo>
                  <a:pt x="278044" y="1055103"/>
                </a:lnTo>
                <a:lnTo>
                  <a:pt x="258489" y="1057218"/>
                </a:lnTo>
                <a:lnTo>
                  <a:pt x="238925" y="1059323"/>
                </a:lnTo>
                <a:lnTo>
                  <a:pt x="219361" y="1061428"/>
                </a:lnTo>
                <a:lnTo>
                  <a:pt x="199806" y="1063533"/>
                </a:lnTo>
                <a:lnTo>
                  <a:pt x="180242" y="1065647"/>
                </a:lnTo>
                <a:lnTo>
                  <a:pt x="160687" y="1067753"/>
                </a:lnTo>
                <a:lnTo>
                  <a:pt x="141122" y="1069858"/>
                </a:lnTo>
                <a:lnTo>
                  <a:pt x="121558" y="1071963"/>
                </a:lnTo>
                <a:lnTo>
                  <a:pt x="102003" y="1074077"/>
                </a:lnTo>
                <a:lnTo>
                  <a:pt x="82439" y="1076182"/>
                </a:lnTo>
                <a:lnTo>
                  <a:pt x="62875" y="1078287"/>
                </a:lnTo>
                <a:lnTo>
                  <a:pt x="43320" y="1080402"/>
                </a:lnTo>
                <a:lnTo>
                  <a:pt x="23755" y="1082507"/>
                </a:lnTo>
                <a:lnTo>
                  <a:pt x="4191" y="1084612"/>
                </a:lnTo>
                <a:lnTo>
                  <a:pt x="0" y="1071191"/>
                </a:lnTo>
                <a:lnTo>
                  <a:pt x="1895" y="1051608"/>
                </a:lnTo>
                <a:lnTo>
                  <a:pt x="3791" y="1032024"/>
                </a:lnTo>
                <a:lnTo>
                  <a:pt x="5686" y="1012441"/>
                </a:lnTo>
                <a:lnTo>
                  <a:pt x="7582" y="992857"/>
                </a:lnTo>
                <a:lnTo>
                  <a:pt x="9477" y="973274"/>
                </a:lnTo>
                <a:lnTo>
                  <a:pt x="11382" y="953691"/>
                </a:lnTo>
                <a:lnTo>
                  <a:pt x="13278" y="934107"/>
                </a:lnTo>
                <a:lnTo>
                  <a:pt x="15173" y="914524"/>
                </a:lnTo>
                <a:lnTo>
                  <a:pt x="17069" y="894940"/>
                </a:lnTo>
                <a:lnTo>
                  <a:pt x="18964" y="875367"/>
                </a:lnTo>
                <a:lnTo>
                  <a:pt x="20860" y="855783"/>
                </a:lnTo>
                <a:lnTo>
                  <a:pt x="22755" y="836200"/>
                </a:lnTo>
                <a:lnTo>
                  <a:pt x="24651" y="816616"/>
                </a:lnTo>
                <a:lnTo>
                  <a:pt x="26546" y="797033"/>
                </a:lnTo>
                <a:lnTo>
                  <a:pt x="28442" y="777450"/>
                </a:lnTo>
                <a:lnTo>
                  <a:pt x="30347" y="757866"/>
                </a:lnTo>
                <a:lnTo>
                  <a:pt x="32242" y="738283"/>
                </a:lnTo>
                <a:lnTo>
                  <a:pt x="34138" y="718699"/>
                </a:lnTo>
                <a:lnTo>
                  <a:pt x="36033" y="699116"/>
                </a:lnTo>
                <a:lnTo>
                  <a:pt x="37929" y="679533"/>
                </a:lnTo>
                <a:lnTo>
                  <a:pt x="39824" y="659949"/>
                </a:lnTo>
                <a:lnTo>
                  <a:pt x="41720" y="640375"/>
                </a:lnTo>
                <a:lnTo>
                  <a:pt x="43615" y="620792"/>
                </a:lnTo>
                <a:lnTo>
                  <a:pt x="45510" y="601208"/>
                </a:lnTo>
                <a:lnTo>
                  <a:pt x="47406" y="581625"/>
                </a:lnTo>
                <a:lnTo>
                  <a:pt x="49301" y="562042"/>
                </a:lnTo>
                <a:lnTo>
                  <a:pt x="51206" y="542458"/>
                </a:lnTo>
                <a:lnTo>
                  <a:pt x="53102" y="522875"/>
                </a:lnTo>
                <a:lnTo>
                  <a:pt x="54997" y="503291"/>
                </a:lnTo>
                <a:lnTo>
                  <a:pt x="56893" y="483708"/>
                </a:lnTo>
                <a:lnTo>
                  <a:pt x="58788" y="464125"/>
                </a:lnTo>
                <a:lnTo>
                  <a:pt x="60684" y="444551"/>
                </a:lnTo>
                <a:lnTo>
                  <a:pt x="62579" y="424967"/>
                </a:lnTo>
                <a:lnTo>
                  <a:pt x="64475" y="405384"/>
                </a:lnTo>
                <a:lnTo>
                  <a:pt x="66370" y="385801"/>
                </a:lnTo>
                <a:lnTo>
                  <a:pt x="68266" y="366217"/>
                </a:lnTo>
                <a:lnTo>
                  <a:pt x="70161" y="346634"/>
                </a:lnTo>
                <a:lnTo>
                  <a:pt x="72066" y="327050"/>
                </a:lnTo>
                <a:lnTo>
                  <a:pt x="73962" y="307467"/>
                </a:lnTo>
                <a:lnTo>
                  <a:pt x="75857" y="287884"/>
                </a:lnTo>
                <a:lnTo>
                  <a:pt x="77753" y="268300"/>
                </a:lnTo>
                <a:lnTo>
                  <a:pt x="79648" y="248717"/>
                </a:lnTo>
                <a:lnTo>
                  <a:pt x="81544" y="229133"/>
                </a:lnTo>
                <a:lnTo>
                  <a:pt x="83439" y="209560"/>
                </a:lnTo>
                <a:lnTo>
                  <a:pt x="85334" y="189976"/>
                </a:lnTo>
                <a:lnTo>
                  <a:pt x="87230" y="170393"/>
                </a:lnTo>
                <a:lnTo>
                  <a:pt x="89125" y="15080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EA4BCE5B-52FD-4079-A8DA-731CBA0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5169" y="1738017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29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1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5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73" y="32433"/>
                </a:lnTo>
                <a:lnTo>
                  <a:pt x="1498578" y="52016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14" y="247841"/>
                </a:lnTo>
                <a:lnTo>
                  <a:pt x="1477718" y="26742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3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89" y="659073"/>
                </a:lnTo>
                <a:lnTo>
                  <a:pt x="1437894" y="678656"/>
                </a:lnTo>
                <a:lnTo>
                  <a:pt x="1435999" y="69824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0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58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1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64DD49F8-CCB4-4BFA-B9AF-172ADB1A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4453" y="1226620"/>
            <a:ext cx="1502483" cy="1084383"/>
          </a:xfrm>
          <a:custGeom xmlns:a="http://schemas.openxmlformats.org/drawingml/2006/main">
            <a:pathLst>
              <a:path w="1502483" h="1084383">
                <a:moveTo>
                  <a:pt x="88287" y="151648"/>
                </a:moveTo>
                <a:lnTo>
                  <a:pt x="107852" y="149543"/>
                </a:lnTo>
                <a:lnTo>
                  <a:pt x="127406" y="147428"/>
                </a:lnTo>
                <a:lnTo>
                  <a:pt x="146971" y="145323"/>
                </a:lnTo>
                <a:lnTo>
                  <a:pt x="166535" y="143218"/>
                </a:lnTo>
                <a:lnTo>
                  <a:pt x="186090" y="141113"/>
                </a:lnTo>
                <a:lnTo>
                  <a:pt x="205654" y="139008"/>
                </a:lnTo>
                <a:lnTo>
                  <a:pt x="225219" y="136903"/>
                </a:lnTo>
                <a:lnTo>
                  <a:pt x="244773" y="134798"/>
                </a:lnTo>
                <a:lnTo>
                  <a:pt x="264338" y="132693"/>
                </a:lnTo>
                <a:lnTo>
                  <a:pt x="283902" y="130588"/>
                </a:lnTo>
                <a:lnTo>
                  <a:pt x="303457" y="128473"/>
                </a:lnTo>
                <a:lnTo>
                  <a:pt x="323021" y="126368"/>
                </a:lnTo>
                <a:lnTo>
                  <a:pt x="342586" y="124263"/>
                </a:lnTo>
                <a:lnTo>
                  <a:pt x="362141" y="122158"/>
                </a:lnTo>
                <a:lnTo>
                  <a:pt x="381705" y="120053"/>
                </a:lnTo>
                <a:lnTo>
                  <a:pt x="401269" y="117948"/>
                </a:lnTo>
                <a:lnTo>
                  <a:pt x="420824" y="115843"/>
                </a:lnTo>
                <a:lnTo>
                  <a:pt x="440388" y="113738"/>
                </a:lnTo>
                <a:lnTo>
                  <a:pt x="459953" y="111623"/>
                </a:lnTo>
                <a:lnTo>
                  <a:pt x="479508" y="109518"/>
                </a:lnTo>
                <a:lnTo>
                  <a:pt x="499072" y="107413"/>
                </a:lnTo>
                <a:lnTo>
                  <a:pt x="518636" y="105308"/>
                </a:lnTo>
                <a:lnTo>
                  <a:pt x="538191" y="103203"/>
                </a:lnTo>
                <a:lnTo>
                  <a:pt x="557755" y="101098"/>
                </a:lnTo>
                <a:lnTo>
                  <a:pt x="577320" y="98993"/>
                </a:lnTo>
                <a:lnTo>
                  <a:pt x="596875" y="96888"/>
                </a:lnTo>
                <a:lnTo>
                  <a:pt x="616439" y="94774"/>
                </a:lnTo>
                <a:lnTo>
                  <a:pt x="636003" y="92669"/>
                </a:lnTo>
                <a:lnTo>
                  <a:pt x="655558" y="90564"/>
                </a:lnTo>
                <a:lnTo>
                  <a:pt x="675122" y="88459"/>
                </a:lnTo>
                <a:lnTo>
                  <a:pt x="694687" y="86354"/>
                </a:lnTo>
                <a:lnTo>
                  <a:pt x="714242" y="84249"/>
                </a:lnTo>
                <a:lnTo>
                  <a:pt x="733806" y="82144"/>
                </a:lnTo>
                <a:lnTo>
                  <a:pt x="753370" y="80039"/>
                </a:lnTo>
                <a:lnTo>
                  <a:pt x="772925" y="77924"/>
                </a:lnTo>
                <a:lnTo>
                  <a:pt x="792490" y="75819"/>
                </a:lnTo>
                <a:lnTo>
                  <a:pt x="812054" y="73714"/>
                </a:lnTo>
                <a:lnTo>
                  <a:pt x="831609" y="71609"/>
                </a:lnTo>
                <a:lnTo>
                  <a:pt x="851173" y="69504"/>
                </a:lnTo>
                <a:lnTo>
                  <a:pt x="870737" y="67399"/>
                </a:lnTo>
                <a:lnTo>
                  <a:pt x="890292" y="65294"/>
                </a:lnTo>
                <a:lnTo>
                  <a:pt x="909857" y="63189"/>
                </a:lnTo>
                <a:lnTo>
                  <a:pt x="929421" y="61084"/>
                </a:lnTo>
                <a:lnTo>
                  <a:pt x="948976" y="58969"/>
                </a:lnTo>
                <a:lnTo>
                  <a:pt x="968540" y="56864"/>
                </a:lnTo>
                <a:lnTo>
                  <a:pt x="988104" y="54759"/>
                </a:lnTo>
                <a:lnTo>
                  <a:pt x="1007659" y="52654"/>
                </a:lnTo>
                <a:lnTo>
                  <a:pt x="1027224" y="50549"/>
                </a:lnTo>
                <a:lnTo>
                  <a:pt x="1046788" y="48444"/>
                </a:lnTo>
                <a:lnTo>
                  <a:pt x="1066343" y="46339"/>
                </a:lnTo>
                <a:lnTo>
                  <a:pt x="1085907" y="44234"/>
                </a:lnTo>
                <a:lnTo>
                  <a:pt x="1105472" y="42120"/>
                </a:lnTo>
                <a:lnTo>
                  <a:pt x="1125026" y="40015"/>
                </a:lnTo>
                <a:lnTo>
                  <a:pt x="1144591" y="37910"/>
                </a:lnTo>
                <a:lnTo>
                  <a:pt x="1164155" y="35804"/>
                </a:lnTo>
                <a:lnTo>
                  <a:pt x="1183710" y="33699"/>
                </a:lnTo>
                <a:lnTo>
                  <a:pt x="1203274" y="31594"/>
                </a:lnTo>
                <a:lnTo>
                  <a:pt x="1222839" y="29489"/>
                </a:lnTo>
                <a:lnTo>
                  <a:pt x="1242393" y="27384"/>
                </a:lnTo>
                <a:lnTo>
                  <a:pt x="1261958" y="25270"/>
                </a:lnTo>
                <a:lnTo>
                  <a:pt x="1281522" y="23165"/>
                </a:lnTo>
                <a:lnTo>
                  <a:pt x="1301077" y="21060"/>
                </a:lnTo>
                <a:lnTo>
                  <a:pt x="1320641" y="18955"/>
                </a:lnTo>
                <a:lnTo>
                  <a:pt x="1340196" y="16850"/>
                </a:lnTo>
                <a:lnTo>
                  <a:pt x="1359760" y="14745"/>
                </a:lnTo>
                <a:lnTo>
                  <a:pt x="1379325" y="12640"/>
                </a:lnTo>
                <a:lnTo>
                  <a:pt x="1398889" y="10535"/>
                </a:lnTo>
                <a:lnTo>
                  <a:pt x="1418444" y="8420"/>
                </a:lnTo>
                <a:lnTo>
                  <a:pt x="1438008" y="6315"/>
                </a:lnTo>
                <a:lnTo>
                  <a:pt x="1457573" y="4210"/>
                </a:lnTo>
                <a:lnTo>
                  <a:pt x="1477127" y="2105"/>
                </a:lnTo>
                <a:lnTo>
                  <a:pt x="1496692" y="0"/>
                </a:lnTo>
                <a:lnTo>
                  <a:pt x="1502483" y="11801"/>
                </a:lnTo>
                <a:lnTo>
                  <a:pt x="1500588" y="31385"/>
                </a:lnTo>
                <a:lnTo>
                  <a:pt x="1498692" y="50968"/>
                </a:lnTo>
                <a:lnTo>
                  <a:pt x="1496787" y="70552"/>
                </a:lnTo>
                <a:lnTo>
                  <a:pt x="1494892" y="90135"/>
                </a:lnTo>
                <a:lnTo>
                  <a:pt x="1492996" y="109718"/>
                </a:lnTo>
                <a:lnTo>
                  <a:pt x="1491101" y="129302"/>
                </a:lnTo>
                <a:lnTo>
                  <a:pt x="1489196" y="148885"/>
                </a:lnTo>
                <a:lnTo>
                  <a:pt x="1487300" y="168469"/>
                </a:lnTo>
                <a:lnTo>
                  <a:pt x="1485405" y="188043"/>
                </a:lnTo>
                <a:lnTo>
                  <a:pt x="1483500" y="207626"/>
                </a:lnTo>
                <a:lnTo>
                  <a:pt x="1481604" y="227209"/>
                </a:lnTo>
                <a:lnTo>
                  <a:pt x="1479709" y="246793"/>
                </a:lnTo>
                <a:lnTo>
                  <a:pt x="1477813" y="266376"/>
                </a:lnTo>
                <a:lnTo>
                  <a:pt x="1475908" y="285960"/>
                </a:lnTo>
                <a:lnTo>
                  <a:pt x="1474013" y="305543"/>
                </a:lnTo>
                <a:lnTo>
                  <a:pt x="1472117" y="325126"/>
                </a:lnTo>
                <a:lnTo>
                  <a:pt x="1470212" y="344710"/>
                </a:lnTo>
                <a:lnTo>
                  <a:pt x="1468317" y="364284"/>
                </a:lnTo>
                <a:lnTo>
                  <a:pt x="1466421" y="383867"/>
                </a:lnTo>
                <a:lnTo>
                  <a:pt x="1464516" y="403450"/>
                </a:lnTo>
                <a:lnTo>
                  <a:pt x="1462621" y="423034"/>
                </a:lnTo>
                <a:lnTo>
                  <a:pt x="1460725" y="442617"/>
                </a:lnTo>
                <a:lnTo>
                  <a:pt x="1458830" y="462201"/>
                </a:lnTo>
                <a:lnTo>
                  <a:pt x="1456925" y="481784"/>
                </a:lnTo>
                <a:lnTo>
                  <a:pt x="1455029" y="501367"/>
                </a:lnTo>
                <a:lnTo>
                  <a:pt x="1453134" y="520951"/>
                </a:lnTo>
                <a:lnTo>
                  <a:pt x="1451229" y="540534"/>
                </a:lnTo>
                <a:lnTo>
                  <a:pt x="1449334" y="560108"/>
                </a:lnTo>
                <a:lnTo>
                  <a:pt x="1447438" y="579692"/>
                </a:lnTo>
                <a:lnTo>
                  <a:pt x="1445543" y="599275"/>
                </a:lnTo>
                <a:lnTo>
                  <a:pt x="1443638" y="618858"/>
                </a:lnTo>
                <a:lnTo>
                  <a:pt x="1441742" y="638442"/>
                </a:lnTo>
                <a:lnTo>
                  <a:pt x="1439847" y="658025"/>
                </a:lnTo>
                <a:lnTo>
                  <a:pt x="1437942" y="677609"/>
                </a:lnTo>
                <a:lnTo>
                  <a:pt x="1436046" y="697192"/>
                </a:lnTo>
                <a:lnTo>
                  <a:pt x="1434151" y="716775"/>
                </a:lnTo>
                <a:lnTo>
                  <a:pt x="1432246" y="736349"/>
                </a:lnTo>
                <a:lnTo>
                  <a:pt x="1430350" y="755933"/>
                </a:lnTo>
                <a:lnTo>
                  <a:pt x="1428455" y="775516"/>
                </a:lnTo>
                <a:lnTo>
                  <a:pt x="1426559" y="795099"/>
                </a:lnTo>
                <a:lnTo>
                  <a:pt x="1424654" y="814683"/>
                </a:lnTo>
                <a:lnTo>
                  <a:pt x="1422759" y="834266"/>
                </a:lnTo>
                <a:lnTo>
                  <a:pt x="1420863" y="853850"/>
                </a:lnTo>
                <a:lnTo>
                  <a:pt x="1418958" y="873433"/>
                </a:lnTo>
                <a:lnTo>
                  <a:pt x="1417063" y="893016"/>
                </a:lnTo>
                <a:lnTo>
                  <a:pt x="1415167" y="912600"/>
                </a:lnTo>
                <a:lnTo>
                  <a:pt x="1413262" y="932174"/>
                </a:lnTo>
                <a:lnTo>
                  <a:pt x="1394174" y="934745"/>
                </a:lnTo>
                <a:lnTo>
                  <a:pt x="1374610" y="936850"/>
                </a:lnTo>
                <a:lnTo>
                  <a:pt x="1355055" y="938965"/>
                </a:lnTo>
                <a:lnTo>
                  <a:pt x="1335491" y="941070"/>
                </a:lnTo>
                <a:lnTo>
                  <a:pt x="1315926" y="943175"/>
                </a:lnTo>
                <a:lnTo>
                  <a:pt x="1296372" y="945280"/>
                </a:lnTo>
                <a:lnTo>
                  <a:pt x="1276807" y="947395"/>
                </a:lnTo>
                <a:lnTo>
                  <a:pt x="1257243" y="949500"/>
                </a:lnTo>
                <a:lnTo>
                  <a:pt x="1237688" y="951605"/>
                </a:lnTo>
                <a:lnTo>
                  <a:pt x="1218124" y="953719"/>
                </a:lnTo>
                <a:lnTo>
                  <a:pt x="1198559" y="955824"/>
                </a:lnTo>
                <a:lnTo>
                  <a:pt x="1179005" y="957929"/>
                </a:lnTo>
                <a:lnTo>
                  <a:pt x="1159440" y="960034"/>
                </a:lnTo>
                <a:lnTo>
                  <a:pt x="1139876" y="962149"/>
                </a:lnTo>
                <a:lnTo>
                  <a:pt x="1120321" y="964254"/>
                </a:lnTo>
                <a:lnTo>
                  <a:pt x="1100757" y="966359"/>
                </a:lnTo>
                <a:lnTo>
                  <a:pt x="1081192" y="968464"/>
                </a:lnTo>
                <a:lnTo>
                  <a:pt x="1061637" y="970578"/>
                </a:lnTo>
                <a:lnTo>
                  <a:pt x="1042073" y="972683"/>
                </a:lnTo>
                <a:lnTo>
                  <a:pt x="1022518" y="974789"/>
                </a:lnTo>
                <a:lnTo>
                  <a:pt x="1002954" y="976903"/>
                </a:lnTo>
                <a:lnTo>
                  <a:pt x="983390" y="979008"/>
                </a:lnTo>
                <a:lnTo>
                  <a:pt x="963835" y="981113"/>
                </a:lnTo>
                <a:lnTo>
                  <a:pt x="944270" y="983218"/>
                </a:lnTo>
                <a:lnTo>
                  <a:pt x="924706" y="985333"/>
                </a:lnTo>
                <a:lnTo>
                  <a:pt x="905151" y="987438"/>
                </a:lnTo>
                <a:lnTo>
                  <a:pt x="885587" y="989543"/>
                </a:lnTo>
                <a:lnTo>
                  <a:pt x="866023" y="991648"/>
                </a:lnTo>
                <a:lnTo>
                  <a:pt x="846468" y="993762"/>
                </a:lnTo>
                <a:lnTo>
                  <a:pt x="826903" y="995867"/>
                </a:lnTo>
                <a:lnTo>
                  <a:pt x="807339" y="997972"/>
                </a:lnTo>
                <a:lnTo>
                  <a:pt x="787784" y="1000077"/>
                </a:lnTo>
                <a:lnTo>
                  <a:pt x="768220" y="1002192"/>
                </a:lnTo>
                <a:lnTo>
                  <a:pt x="748655" y="1004297"/>
                </a:lnTo>
                <a:lnTo>
                  <a:pt x="729101" y="1006402"/>
                </a:lnTo>
                <a:lnTo>
                  <a:pt x="709536" y="1008517"/>
                </a:lnTo>
                <a:lnTo>
                  <a:pt x="689981" y="1010622"/>
                </a:lnTo>
                <a:lnTo>
                  <a:pt x="670417" y="1012727"/>
                </a:lnTo>
                <a:lnTo>
                  <a:pt x="650853" y="1014832"/>
                </a:lnTo>
                <a:lnTo>
                  <a:pt x="631298" y="1016946"/>
                </a:lnTo>
                <a:lnTo>
                  <a:pt x="611734" y="1019051"/>
                </a:lnTo>
                <a:lnTo>
                  <a:pt x="592169" y="1021156"/>
                </a:lnTo>
                <a:lnTo>
                  <a:pt x="572614" y="1023261"/>
                </a:lnTo>
                <a:lnTo>
                  <a:pt x="553050" y="1025376"/>
                </a:lnTo>
                <a:lnTo>
                  <a:pt x="533486" y="1027481"/>
                </a:lnTo>
                <a:lnTo>
                  <a:pt x="513931" y="1029586"/>
                </a:lnTo>
                <a:lnTo>
                  <a:pt x="494367" y="1031691"/>
                </a:lnTo>
                <a:lnTo>
                  <a:pt x="474802" y="1033805"/>
                </a:lnTo>
                <a:lnTo>
                  <a:pt x="455247" y="1035910"/>
                </a:lnTo>
                <a:lnTo>
                  <a:pt x="435683" y="1038015"/>
                </a:lnTo>
                <a:lnTo>
                  <a:pt x="416128" y="1040130"/>
                </a:lnTo>
                <a:lnTo>
                  <a:pt x="396564" y="1042235"/>
                </a:lnTo>
                <a:lnTo>
                  <a:pt x="377000" y="1044340"/>
                </a:lnTo>
                <a:lnTo>
                  <a:pt x="357445" y="1046445"/>
                </a:lnTo>
                <a:lnTo>
                  <a:pt x="337880" y="1048560"/>
                </a:lnTo>
                <a:lnTo>
                  <a:pt x="318316" y="1050665"/>
                </a:lnTo>
                <a:lnTo>
                  <a:pt x="298761" y="1052770"/>
                </a:lnTo>
                <a:lnTo>
                  <a:pt x="279197" y="1054875"/>
                </a:lnTo>
                <a:lnTo>
                  <a:pt x="259632" y="1056989"/>
                </a:lnTo>
                <a:lnTo>
                  <a:pt x="240078" y="1059094"/>
                </a:lnTo>
                <a:lnTo>
                  <a:pt x="220513" y="1061199"/>
                </a:lnTo>
                <a:lnTo>
                  <a:pt x="200949" y="1063304"/>
                </a:lnTo>
                <a:lnTo>
                  <a:pt x="181394" y="1065419"/>
                </a:lnTo>
                <a:lnTo>
                  <a:pt x="161830" y="1067524"/>
                </a:lnTo>
                <a:lnTo>
                  <a:pt x="142265" y="1069629"/>
                </a:lnTo>
                <a:lnTo>
                  <a:pt x="122711" y="1071743"/>
                </a:lnTo>
                <a:lnTo>
                  <a:pt x="103146" y="1073849"/>
                </a:lnTo>
                <a:lnTo>
                  <a:pt x="83591" y="1075954"/>
                </a:lnTo>
                <a:lnTo>
                  <a:pt x="64027" y="1078059"/>
                </a:lnTo>
                <a:lnTo>
                  <a:pt x="44463" y="1080173"/>
                </a:lnTo>
                <a:lnTo>
                  <a:pt x="24908" y="1082278"/>
                </a:lnTo>
                <a:lnTo>
                  <a:pt x="5344" y="1084383"/>
                </a:lnTo>
                <a:lnTo>
                  <a:pt x="0" y="1072105"/>
                </a:lnTo>
                <a:lnTo>
                  <a:pt x="1876" y="1052522"/>
                </a:lnTo>
                <a:lnTo>
                  <a:pt x="3753" y="1032939"/>
                </a:lnTo>
                <a:lnTo>
                  <a:pt x="5639" y="1013355"/>
                </a:lnTo>
                <a:lnTo>
                  <a:pt x="7515" y="993772"/>
                </a:lnTo>
                <a:lnTo>
                  <a:pt x="9392" y="974188"/>
                </a:lnTo>
                <a:lnTo>
                  <a:pt x="11268" y="954605"/>
                </a:lnTo>
                <a:lnTo>
                  <a:pt x="13144" y="935022"/>
                </a:lnTo>
                <a:lnTo>
                  <a:pt x="15030" y="915429"/>
                </a:lnTo>
                <a:lnTo>
                  <a:pt x="16907" y="895845"/>
                </a:lnTo>
                <a:lnTo>
                  <a:pt x="18783" y="876262"/>
                </a:lnTo>
                <a:lnTo>
                  <a:pt x="20660" y="856679"/>
                </a:lnTo>
                <a:lnTo>
                  <a:pt x="22546" y="837095"/>
                </a:lnTo>
                <a:lnTo>
                  <a:pt x="24422" y="817512"/>
                </a:lnTo>
                <a:lnTo>
                  <a:pt x="26299" y="797928"/>
                </a:lnTo>
                <a:lnTo>
                  <a:pt x="28175" y="778345"/>
                </a:lnTo>
                <a:lnTo>
                  <a:pt x="30051" y="758762"/>
                </a:lnTo>
                <a:lnTo>
                  <a:pt x="31937" y="739178"/>
                </a:lnTo>
                <a:lnTo>
                  <a:pt x="33814" y="719585"/>
                </a:lnTo>
                <a:lnTo>
                  <a:pt x="35690" y="700002"/>
                </a:lnTo>
                <a:lnTo>
                  <a:pt x="37567" y="680418"/>
                </a:lnTo>
                <a:lnTo>
                  <a:pt x="39453" y="660835"/>
                </a:lnTo>
                <a:lnTo>
                  <a:pt x="41329" y="641252"/>
                </a:lnTo>
                <a:lnTo>
                  <a:pt x="43205" y="621668"/>
                </a:lnTo>
                <a:lnTo>
                  <a:pt x="45082" y="602085"/>
                </a:lnTo>
                <a:lnTo>
                  <a:pt x="46958" y="582501"/>
                </a:lnTo>
                <a:lnTo>
                  <a:pt x="48844" y="562918"/>
                </a:lnTo>
                <a:lnTo>
                  <a:pt x="50721" y="543335"/>
                </a:lnTo>
                <a:lnTo>
                  <a:pt x="52597" y="523751"/>
                </a:lnTo>
                <a:lnTo>
                  <a:pt x="54473" y="504158"/>
                </a:lnTo>
                <a:lnTo>
                  <a:pt x="56359" y="484575"/>
                </a:lnTo>
                <a:lnTo>
                  <a:pt x="58236" y="464991"/>
                </a:lnTo>
                <a:lnTo>
                  <a:pt x="60112" y="445408"/>
                </a:lnTo>
                <a:lnTo>
                  <a:pt x="61989" y="425825"/>
                </a:lnTo>
                <a:lnTo>
                  <a:pt x="63865" y="406241"/>
                </a:lnTo>
                <a:lnTo>
                  <a:pt x="65751" y="386658"/>
                </a:lnTo>
                <a:lnTo>
                  <a:pt x="67628" y="367074"/>
                </a:lnTo>
                <a:lnTo>
                  <a:pt x="69504" y="347491"/>
                </a:lnTo>
                <a:lnTo>
                  <a:pt x="71380" y="327908"/>
                </a:lnTo>
                <a:lnTo>
                  <a:pt x="73257" y="308315"/>
                </a:lnTo>
                <a:lnTo>
                  <a:pt x="75143" y="288731"/>
                </a:lnTo>
                <a:lnTo>
                  <a:pt x="77019" y="269148"/>
                </a:lnTo>
                <a:lnTo>
                  <a:pt x="78896" y="249565"/>
                </a:lnTo>
                <a:lnTo>
                  <a:pt x="80772" y="229981"/>
                </a:lnTo>
                <a:lnTo>
                  <a:pt x="82648" y="210398"/>
                </a:lnTo>
                <a:lnTo>
                  <a:pt x="84534" y="190814"/>
                </a:lnTo>
                <a:lnTo>
                  <a:pt x="86411" y="171231"/>
                </a:lnTo>
                <a:lnTo>
                  <a:pt x="88287" y="151648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4D0F31EA-4518-44E9-B96E-4D4D2C1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2917" y="715013"/>
            <a:ext cx="1502273" cy="1084612"/>
          </a:xfrm>
          <a:custGeom xmlns:a="http://schemas.openxmlformats.org/drawingml/2006/main">
            <a:pathLst>
              <a:path w="1502273" h="1084612">
                <a:moveTo>
                  <a:pt x="89125" y="150809"/>
                </a:moveTo>
                <a:lnTo>
                  <a:pt x="108690" y="148714"/>
                </a:lnTo>
                <a:lnTo>
                  <a:pt x="128254" y="146618"/>
                </a:lnTo>
                <a:lnTo>
                  <a:pt x="147818" y="144523"/>
                </a:lnTo>
                <a:lnTo>
                  <a:pt x="167383" y="142427"/>
                </a:lnTo>
                <a:lnTo>
                  <a:pt x="186938" y="140332"/>
                </a:lnTo>
                <a:lnTo>
                  <a:pt x="206502" y="138236"/>
                </a:lnTo>
                <a:lnTo>
                  <a:pt x="226066" y="136150"/>
                </a:lnTo>
                <a:lnTo>
                  <a:pt x="245631" y="134055"/>
                </a:lnTo>
                <a:lnTo>
                  <a:pt x="265186" y="131959"/>
                </a:lnTo>
                <a:lnTo>
                  <a:pt x="284750" y="129864"/>
                </a:lnTo>
                <a:lnTo>
                  <a:pt x="304314" y="127768"/>
                </a:lnTo>
                <a:lnTo>
                  <a:pt x="323879" y="125673"/>
                </a:lnTo>
                <a:lnTo>
                  <a:pt x="343443" y="123577"/>
                </a:lnTo>
                <a:lnTo>
                  <a:pt x="362998" y="121482"/>
                </a:lnTo>
                <a:lnTo>
                  <a:pt x="382562" y="119386"/>
                </a:lnTo>
                <a:lnTo>
                  <a:pt x="402126" y="117291"/>
                </a:lnTo>
                <a:lnTo>
                  <a:pt x="421691" y="115205"/>
                </a:lnTo>
                <a:lnTo>
                  <a:pt x="441255" y="113109"/>
                </a:lnTo>
                <a:lnTo>
                  <a:pt x="460810" y="111014"/>
                </a:lnTo>
                <a:lnTo>
                  <a:pt x="480374" y="108918"/>
                </a:lnTo>
                <a:lnTo>
                  <a:pt x="499939" y="106823"/>
                </a:lnTo>
                <a:lnTo>
                  <a:pt x="519503" y="104727"/>
                </a:lnTo>
                <a:lnTo>
                  <a:pt x="539067" y="102632"/>
                </a:lnTo>
                <a:lnTo>
                  <a:pt x="558622" y="100536"/>
                </a:lnTo>
                <a:lnTo>
                  <a:pt x="578187" y="98441"/>
                </a:lnTo>
                <a:lnTo>
                  <a:pt x="597751" y="96345"/>
                </a:lnTo>
                <a:lnTo>
                  <a:pt x="617315" y="94259"/>
                </a:lnTo>
                <a:lnTo>
                  <a:pt x="636870" y="92164"/>
                </a:lnTo>
                <a:lnTo>
                  <a:pt x="656434" y="90068"/>
                </a:lnTo>
                <a:lnTo>
                  <a:pt x="675999" y="87973"/>
                </a:lnTo>
                <a:lnTo>
                  <a:pt x="695563" y="85877"/>
                </a:lnTo>
                <a:lnTo>
                  <a:pt x="715127" y="83782"/>
                </a:lnTo>
                <a:lnTo>
                  <a:pt x="734682" y="81686"/>
                </a:lnTo>
                <a:lnTo>
                  <a:pt x="754247" y="79591"/>
                </a:lnTo>
                <a:lnTo>
                  <a:pt x="773811" y="77495"/>
                </a:lnTo>
                <a:lnTo>
                  <a:pt x="793375" y="75400"/>
                </a:lnTo>
                <a:lnTo>
                  <a:pt x="812940" y="73314"/>
                </a:lnTo>
                <a:lnTo>
                  <a:pt x="832495" y="71218"/>
                </a:lnTo>
                <a:lnTo>
                  <a:pt x="852059" y="69123"/>
                </a:lnTo>
                <a:lnTo>
                  <a:pt x="871623" y="67027"/>
                </a:lnTo>
                <a:lnTo>
                  <a:pt x="891188" y="64932"/>
                </a:lnTo>
                <a:lnTo>
                  <a:pt x="910752" y="62836"/>
                </a:lnTo>
                <a:lnTo>
                  <a:pt x="930307" y="60741"/>
                </a:lnTo>
                <a:lnTo>
                  <a:pt x="949871" y="58645"/>
                </a:lnTo>
                <a:lnTo>
                  <a:pt x="969435" y="56550"/>
                </a:lnTo>
                <a:lnTo>
                  <a:pt x="989000" y="54454"/>
                </a:lnTo>
                <a:lnTo>
                  <a:pt x="1008555" y="52368"/>
                </a:lnTo>
                <a:lnTo>
                  <a:pt x="1028119" y="50273"/>
                </a:lnTo>
                <a:lnTo>
                  <a:pt x="1047683" y="48177"/>
                </a:lnTo>
                <a:lnTo>
                  <a:pt x="1067248" y="46082"/>
                </a:lnTo>
                <a:lnTo>
                  <a:pt x="1086812" y="43986"/>
                </a:lnTo>
                <a:lnTo>
                  <a:pt x="1106367" y="41891"/>
                </a:lnTo>
                <a:lnTo>
                  <a:pt x="1125931" y="39795"/>
                </a:lnTo>
                <a:lnTo>
                  <a:pt x="1145496" y="37700"/>
                </a:lnTo>
                <a:lnTo>
                  <a:pt x="1165060" y="35604"/>
                </a:lnTo>
                <a:lnTo>
                  <a:pt x="1184624" y="33509"/>
                </a:lnTo>
                <a:lnTo>
                  <a:pt x="1204179" y="31423"/>
                </a:lnTo>
                <a:lnTo>
                  <a:pt x="1223743" y="29327"/>
                </a:lnTo>
                <a:lnTo>
                  <a:pt x="1243308" y="27232"/>
                </a:lnTo>
                <a:lnTo>
                  <a:pt x="1262872" y="25136"/>
                </a:lnTo>
                <a:lnTo>
                  <a:pt x="1282427" y="23041"/>
                </a:lnTo>
                <a:lnTo>
                  <a:pt x="1301991" y="20945"/>
                </a:lnTo>
                <a:lnTo>
                  <a:pt x="1321556" y="18850"/>
                </a:lnTo>
                <a:lnTo>
                  <a:pt x="1341120" y="16754"/>
                </a:lnTo>
                <a:lnTo>
                  <a:pt x="1360684" y="14659"/>
                </a:lnTo>
                <a:lnTo>
                  <a:pt x="1380239" y="12563"/>
                </a:lnTo>
                <a:lnTo>
                  <a:pt x="1399804" y="10478"/>
                </a:lnTo>
                <a:lnTo>
                  <a:pt x="1419368" y="8382"/>
                </a:lnTo>
                <a:lnTo>
                  <a:pt x="1438932" y="6287"/>
                </a:lnTo>
                <a:lnTo>
                  <a:pt x="1458497" y="4191"/>
                </a:lnTo>
                <a:lnTo>
                  <a:pt x="1478051" y="2096"/>
                </a:lnTo>
                <a:lnTo>
                  <a:pt x="1497616" y="0"/>
                </a:lnTo>
                <a:lnTo>
                  <a:pt x="1502273" y="12964"/>
                </a:lnTo>
                <a:lnTo>
                  <a:pt x="1500378" y="32547"/>
                </a:lnTo>
                <a:lnTo>
                  <a:pt x="1498473" y="52130"/>
                </a:lnTo>
                <a:lnTo>
                  <a:pt x="1496578" y="71714"/>
                </a:lnTo>
                <a:lnTo>
                  <a:pt x="1494682" y="91288"/>
                </a:lnTo>
                <a:lnTo>
                  <a:pt x="1492777" y="110871"/>
                </a:lnTo>
                <a:lnTo>
                  <a:pt x="1490882" y="130454"/>
                </a:lnTo>
                <a:lnTo>
                  <a:pt x="1488986" y="150038"/>
                </a:lnTo>
                <a:lnTo>
                  <a:pt x="1487091" y="169621"/>
                </a:lnTo>
                <a:lnTo>
                  <a:pt x="1485186" y="189205"/>
                </a:lnTo>
                <a:lnTo>
                  <a:pt x="1483290" y="208788"/>
                </a:lnTo>
                <a:lnTo>
                  <a:pt x="1481395" y="228371"/>
                </a:lnTo>
                <a:lnTo>
                  <a:pt x="1479490" y="247955"/>
                </a:lnTo>
                <a:lnTo>
                  <a:pt x="1477594" y="267529"/>
                </a:lnTo>
                <a:lnTo>
                  <a:pt x="1475699" y="287112"/>
                </a:lnTo>
                <a:lnTo>
                  <a:pt x="1473803" y="306695"/>
                </a:lnTo>
                <a:lnTo>
                  <a:pt x="1471898" y="326279"/>
                </a:lnTo>
                <a:lnTo>
                  <a:pt x="1470003" y="345862"/>
                </a:lnTo>
                <a:lnTo>
                  <a:pt x="1468107" y="365446"/>
                </a:lnTo>
                <a:lnTo>
                  <a:pt x="1466202" y="385029"/>
                </a:lnTo>
                <a:lnTo>
                  <a:pt x="1464307" y="404612"/>
                </a:lnTo>
                <a:lnTo>
                  <a:pt x="1462411" y="424196"/>
                </a:lnTo>
                <a:lnTo>
                  <a:pt x="1460506" y="443770"/>
                </a:lnTo>
                <a:lnTo>
                  <a:pt x="1458611" y="463353"/>
                </a:lnTo>
                <a:lnTo>
                  <a:pt x="1456715" y="482937"/>
                </a:lnTo>
                <a:lnTo>
                  <a:pt x="1454820" y="502520"/>
                </a:lnTo>
                <a:lnTo>
                  <a:pt x="1452915" y="522103"/>
                </a:lnTo>
                <a:lnTo>
                  <a:pt x="1451019" y="541687"/>
                </a:lnTo>
                <a:lnTo>
                  <a:pt x="1449124" y="561270"/>
                </a:lnTo>
                <a:lnTo>
                  <a:pt x="1447219" y="580854"/>
                </a:lnTo>
                <a:lnTo>
                  <a:pt x="1445324" y="600437"/>
                </a:lnTo>
                <a:lnTo>
                  <a:pt x="1443428" y="620011"/>
                </a:lnTo>
                <a:lnTo>
                  <a:pt x="1441523" y="639594"/>
                </a:lnTo>
                <a:lnTo>
                  <a:pt x="1439628" y="659178"/>
                </a:lnTo>
                <a:lnTo>
                  <a:pt x="1437732" y="678761"/>
                </a:lnTo>
                <a:lnTo>
                  <a:pt x="1435837" y="698344"/>
                </a:lnTo>
                <a:lnTo>
                  <a:pt x="1433932" y="717928"/>
                </a:lnTo>
                <a:lnTo>
                  <a:pt x="1432036" y="737511"/>
                </a:lnTo>
                <a:lnTo>
                  <a:pt x="1430141" y="757095"/>
                </a:lnTo>
                <a:lnTo>
                  <a:pt x="1428236" y="776678"/>
                </a:lnTo>
                <a:lnTo>
                  <a:pt x="1426340" y="796252"/>
                </a:lnTo>
                <a:lnTo>
                  <a:pt x="1424445" y="815835"/>
                </a:lnTo>
                <a:lnTo>
                  <a:pt x="1422549" y="835419"/>
                </a:lnTo>
                <a:lnTo>
                  <a:pt x="1420644" y="855002"/>
                </a:lnTo>
                <a:lnTo>
                  <a:pt x="1418749" y="874585"/>
                </a:lnTo>
                <a:lnTo>
                  <a:pt x="1416853" y="894169"/>
                </a:lnTo>
                <a:lnTo>
                  <a:pt x="1414948" y="913752"/>
                </a:lnTo>
                <a:lnTo>
                  <a:pt x="1412586" y="932869"/>
                </a:lnTo>
                <a:lnTo>
                  <a:pt x="1393022" y="934974"/>
                </a:lnTo>
                <a:lnTo>
                  <a:pt x="1373457" y="937079"/>
                </a:lnTo>
                <a:lnTo>
                  <a:pt x="1353903" y="939194"/>
                </a:lnTo>
                <a:lnTo>
                  <a:pt x="1334338" y="941299"/>
                </a:lnTo>
                <a:lnTo>
                  <a:pt x="1314774" y="943404"/>
                </a:lnTo>
                <a:lnTo>
                  <a:pt x="1295219" y="945509"/>
                </a:lnTo>
                <a:lnTo>
                  <a:pt x="1275655" y="947623"/>
                </a:lnTo>
                <a:lnTo>
                  <a:pt x="1256090" y="949728"/>
                </a:lnTo>
                <a:lnTo>
                  <a:pt x="1236536" y="951833"/>
                </a:lnTo>
                <a:lnTo>
                  <a:pt x="1216971" y="953938"/>
                </a:lnTo>
                <a:lnTo>
                  <a:pt x="1197407" y="956053"/>
                </a:lnTo>
                <a:lnTo>
                  <a:pt x="1177852" y="958158"/>
                </a:lnTo>
                <a:lnTo>
                  <a:pt x="1158288" y="960263"/>
                </a:lnTo>
                <a:lnTo>
                  <a:pt x="1138733" y="962368"/>
                </a:lnTo>
                <a:lnTo>
                  <a:pt x="1119168" y="964482"/>
                </a:lnTo>
                <a:lnTo>
                  <a:pt x="1099604" y="966587"/>
                </a:lnTo>
                <a:lnTo>
                  <a:pt x="1080049" y="968693"/>
                </a:lnTo>
                <a:lnTo>
                  <a:pt x="1060485" y="970807"/>
                </a:lnTo>
                <a:lnTo>
                  <a:pt x="1040921" y="972912"/>
                </a:lnTo>
                <a:lnTo>
                  <a:pt x="1021366" y="975017"/>
                </a:lnTo>
                <a:lnTo>
                  <a:pt x="1001801" y="977122"/>
                </a:lnTo>
                <a:lnTo>
                  <a:pt x="982237" y="979237"/>
                </a:lnTo>
                <a:lnTo>
                  <a:pt x="962682" y="981342"/>
                </a:lnTo>
                <a:lnTo>
                  <a:pt x="943118" y="983447"/>
                </a:lnTo>
                <a:lnTo>
                  <a:pt x="923563" y="985552"/>
                </a:lnTo>
                <a:lnTo>
                  <a:pt x="903999" y="987666"/>
                </a:lnTo>
                <a:lnTo>
                  <a:pt x="884434" y="989771"/>
                </a:lnTo>
                <a:lnTo>
                  <a:pt x="864880" y="991876"/>
                </a:lnTo>
                <a:lnTo>
                  <a:pt x="845315" y="993991"/>
                </a:lnTo>
                <a:lnTo>
                  <a:pt x="825751" y="996096"/>
                </a:lnTo>
                <a:lnTo>
                  <a:pt x="806196" y="998201"/>
                </a:lnTo>
                <a:lnTo>
                  <a:pt x="786632" y="1000306"/>
                </a:lnTo>
                <a:lnTo>
                  <a:pt x="767067" y="1002421"/>
                </a:lnTo>
                <a:lnTo>
                  <a:pt x="747512" y="1004526"/>
                </a:lnTo>
                <a:lnTo>
                  <a:pt x="727948" y="1006631"/>
                </a:lnTo>
                <a:lnTo>
                  <a:pt x="708384" y="1008736"/>
                </a:lnTo>
                <a:lnTo>
                  <a:pt x="688829" y="1010850"/>
                </a:lnTo>
                <a:lnTo>
                  <a:pt x="669265" y="1012955"/>
                </a:lnTo>
                <a:lnTo>
                  <a:pt x="649710" y="1015060"/>
                </a:lnTo>
                <a:lnTo>
                  <a:pt x="630145" y="1017165"/>
                </a:lnTo>
                <a:lnTo>
                  <a:pt x="610581" y="1019280"/>
                </a:lnTo>
                <a:lnTo>
                  <a:pt x="591026" y="1021385"/>
                </a:lnTo>
                <a:lnTo>
                  <a:pt x="571462" y="1023490"/>
                </a:lnTo>
                <a:lnTo>
                  <a:pt x="551898" y="1025604"/>
                </a:lnTo>
                <a:lnTo>
                  <a:pt x="532343" y="1027709"/>
                </a:lnTo>
                <a:lnTo>
                  <a:pt x="512778" y="1029814"/>
                </a:lnTo>
                <a:lnTo>
                  <a:pt x="493214" y="1031919"/>
                </a:lnTo>
                <a:lnTo>
                  <a:pt x="473659" y="1034034"/>
                </a:lnTo>
                <a:lnTo>
                  <a:pt x="454095" y="1036139"/>
                </a:lnTo>
                <a:lnTo>
                  <a:pt x="434540" y="1038244"/>
                </a:lnTo>
                <a:lnTo>
                  <a:pt x="414976" y="1040349"/>
                </a:lnTo>
                <a:lnTo>
                  <a:pt x="395411" y="1042464"/>
                </a:lnTo>
                <a:lnTo>
                  <a:pt x="375857" y="1044569"/>
                </a:lnTo>
                <a:lnTo>
                  <a:pt x="356292" y="1046674"/>
                </a:lnTo>
                <a:lnTo>
                  <a:pt x="336728" y="1048779"/>
                </a:lnTo>
                <a:lnTo>
                  <a:pt x="317173" y="1050893"/>
                </a:lnTo>
                <a:lnTo>
                  <a:pt x="297609" y="1052998"/>
                </a:lnTo>
                <a:lnTo>
                  <a:pt x="278044" y="1055103"/>
                </a:lnTo>
                <a:lnTo>
                  <a:pt x="258489" y="1057218"/>
                </a:lnTo>
                <a:lnTo>
                  <a:pt x="238925" y="1059323"/>
                </a:lnTo>
                <a:lnTo>
                  <a:pt x="219361" y="1061428"/>
                </a:lnTo>
                <a:lnTo>
                  <a:pt x="199806" y="1063533"/>
                </a:lnTo>
                <a:lnTo>
                  <a:pt x="180242" y="1065647"/>
                </a:lnTo>
                <a:lnTo>
                  <a:pt x="160687" y="1067753"/>
                </a:lnTo>
                <a:lnTo>
                  <a:pt x="141122" y="1069858"/>
                </a:lnTo>
                <a:lnTo>
                  <a:pt x="121558" y="1071963"/>
                </a:lnTo>
                <a:lnTo>
                  <a:pt x="102003" y="1074077"/>
                </a:lnTo>
                <a:lnTo>
                  <a:pt x="82439" y="1076182"/>
                </a:lnTo>
                <a:lnTo>
                  <a:pt x="62875" y="1078287"/>
                </a:lnTo>
                <a:lnTo>
                  <a:pt x="43320" y="1080402"/>
                </a:lnTo>
                <a:lnTo>
                  <a:pt x="23755" y="1082507"/>
                </a:lnTo>
                <a:lnTo>
                  <a:pt x="4191" y="1084612"/>
                </a:lnTo>
                <a:lnTo>
                  <a:pt x="0" y="1071191"/>
                </a:lnTo>
                <a:lnTo>
                  <a:pt x="1895" y="1051608"/>
                </a:lnTo>
                <a:lnTo>
                  <a:pt x="3791" y="1032024"/>
                </a:lnTo>
                <a:lnTo>
                  <a:pt x="5686" y="1012441"/>
                </a:lnTo>
                <a:lnTo>
                  <a:pt x="7582" y="992857"/>
                </a:lnTo>
                <a:lnTo>
                  <a:pt x="9477" y="973274"/>
                </a:lnTo>
                <a:lnTo>
                  <a:pt x="11382" y="953691"/>
                </a:lnTo>
                <a:lnTo>
                  <a:pt x="13278" y="934107"/>
                </a:lnTo>
                <a:lnTo>
                  <a:pt x="15173" y="914524"/>
                </a:lnTo>
                <a:lnTo>
                  <a:pt x="17069" y="894940"/>
                </a:lnTo>
                <a:lnTo>
                  <a:pt x="18964" y="875357"/>
                </a:lnTo>
                <a:lnTo>
                  <a:pt x="20860" y="855783"/>
                </a:lnTo>
                <a:lnTo>
                  <a:pt x="22755" y="836200"/>
                </a:lnTo>
                <a:lnTo>
                  <a:pt x="24651" y="816616"/>
                </a:lnTo>
                <a:lnTo>
                  <a:pt x="26546" y="797033"/>
                </a:lnTo>
                <a:lnTo>
                  <a:pt x="28442" y="777450"/>
                </a:lnTo>
                <a:lnTo>
                  <a:pt x="30337" y="757866"/>
                </a:lnTo>
                <a:lnTo>
                  <a:pt x="32242" y="738283"/>
                </a:lnTo>
                <a:lnTo>
                  <a:pt x="34138" y="718699"/>
                </a:lnTo>
                <a:lnTo>
                  <a:pt x="36033" y="699116"/>
                </a:lnTo>
                <a:lnTo>
                  <a:pt x="37929" y="679533"/>
                </a:lnTo>
                <a:lnTo>
                  <a:pt x="39824" y="659949"/>
                </a:lnTo>
                <a:lnTo>
                  <a:pt x="41720" y="640375"/>
                </a:lnTo>
                <a:lnTo>
                  <a:pt x="43615" y="620792"/>
                </a:lnTo>
                <a:lnTo>
                  <a:pt x="45510" y="601208"/>
                </a:lnTo>
                <a:lnTo>
                  <a:pt x="47406" y="581625"/>
                </a:lnTo>
                <a:lnTo>
                  <a:pt x="49301" y="562042"/>
                </a:lnTo>
                <a:lnTo>
                  <a:pt x="51206" y="542458"/>
                </a:lnTo>
                <a:lnTo>
                  <a:pt x="53102" y="522875"/>
                </a:lnTo>
                <a:lnTo>
                  <a:pt x="54997" y="503291"/>
                </a:lnTo>
                <a:lnTo>
                  <a:pt x="56893" y="483708"/>
                </a:lnTo>
                <a:lnTo>
                  <a:pt x="58788" y="464125"/>
                </a:lnTo>
                <a:lnTo>
                  <a:pt x="60684" y="444541"/>
                </a:lnTo>
                <a:lnTo>
                  <a:pt x="62579" y="424967"/>
                </a:lnTo>
                <a:lnTo>
                  <a:pt x="64475" y="405384"/>
                </a:lnTo>
                <a:lnTo>
                  <a:pt x="66370" y="385801"/>
                </a:lnTo>
                <a:lnTo>
                  <a:pt x="68266" y="366217"/>
                </a:lnTo>
                <a:lnTo>
                  <a:pt x="70161" y="346634"/>
                </a:lnTo>
                <a:lnTo>
                  <a:pt x="72066" y="327050"/>
                </a:lnTo>
                <a:lnTo>
                  <a:pt x="73962" y="307467"/>
                </a:lnTo>
                <a:lnTo>
                  <a:pt x="75857" y="287884"/>
                </a:lnTo>
                <a:lnTo>
                  <a:pt x="77753" y="268300"/>
                </a:lnTo>
                <a:lnTo>
                  <a:pt x="79648" y="248717"/>
                </a:lnTo>
                <a:lnTo>
                  <a:pt x="81544" y="229133"/>
                </a:lnTo>
                <a:lnTo>
                  <a:pt x="83439" y="209560"/>
                </a:lnTo>
                <a:lnTo>
                  <a:pt x="85334" y="189976"/>
                </a:lnTo>
                <a:lnTo>
                  <a:pt x="87230" y="170393"/>
                </a:lnTo>
                <a:lnTo>
                  <a:pt x="89125" y="15080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A8212476-1B44-4E73-AD7A-C403682A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2959027"/>
            <a:ext cx="554355" cy="704288"/>
          </a:xfrm>
          <a:custGeom xmlns:a="http://schemas.openxmlformats.org/drawingml/2006/main">
            <a:pathLst>
              <a:path w="554355" h="704288">
                <a:moveTo>
                  <a:pt x="0" y="704288"/>
                </a:moveTo>
                <a:lnTo>
                  <a:pt x="0" y="685324"/>
                </a:lnTo>
                <a:lnTo>
                  <a:pt x="0" y="666359"/>
                </a:lnTo>
                <a:lnTo>
                  <a:pt x="0" y="647386"/>
                </a:lnTo>
                <a:lnTo>
                  <a:pt x="0" y="628421"/>
                </a:lnTo>
                <a:lnTo>
                  <a:pt x="0" y="609457"/>
                </a:lnTo>
                <a:lnTo>
                  <a:pt x="0" y="590493"/>
                </a:lnTo>
                <a:lnTo>
                  <a:pt x="0" y="571519"/>
                </a:lnTo>
                <a:lnTo>
                  <a:pt x="0" y="552555"/>
                </a:lnTo>
                <a:lnTo>
                  <a:pt x="0" y="533591"/>
                </a:lnTo>
                <a:lnTo>
                  <a:pt x="0" y="514617"/>
                </a:lnTo>
                <a:lnTo>
                  <a:pt x="0" y="495652"/>
                </a:lnTo>
                <a:lnTo>
                  <a:pt x="0" y="476688"/>
                </a:lnTo>
                <a:lnTo>
                  <a:pt x="0" y="457724"/>
                </a:lnTo>
                <a:lnTo>
                  <a:pt x="0" y="438750"/>
                </a:lnTo>
                <a:lnTo>
                  <a:pt x="0" y="419786"/>
                </a:lnTo>
                <a:lnTo>
                  <a:pt x="0" y="400822"/>
                </a:lnTo>
                <a:lnTo>
                  <a:pt x="0" y="381857"/>
                </a:lnTo>
                <a:lnTo>
                  <a:pt x="0" y="362883"/>
                </a:lnTo>
                <a:lnTo>
                  <a:pt x="0" y="343919"/>
                </a:lnTo>
                <a:lnTo>
                  <a:pt x="0" y="324955"/>
                </a:lnTo>
                <a:lnTo>
                  <a:pt x="0" y="305991"/>
                </a:lnTo>
                <a:lnTo>
                  <a:pt x="0" y="287017"/>
                </a:lnTo>
                <a:lnTo>
                  <a:pt x="0" y="268053"/>
                </a:lnTo>
                <a:lnTo>
                  <a:pt x="0" y="249088"/>
                </a:lnTo>
                <a:lnTo>
                  <a:pt x="0" y="230114"/>
                </a:lnTo>
                <a:lnTo>
                  <a:pt x="0" y="211150"/>
                </a:lnTo>
                <a:lnTo>
                  <a:pt x="0" y="192186"/>
                </a:lnTo>
                <a:lnTo>
                  <a:pt x="2315" y="174908"/>
                </a:lnTo>
                <a:lnTo>
                  <a:pt x="20364" y="169069"/>
                </a:lnTo>
                <a:lnTo>
                  <a:pt x="38414" y="163239"/>
                </a:lnTo>
                <a:lnTo>
                  <a:pt x="56464" y="157410"/>
                </a:lnTo>
                <a:lnTo>
                  <a:pt x="74514" y="151581"/>
                </a:lnTo>
                <a:lnTo>
                  <a:pt x="92554" y="145752"/>
                </a:lnTo>
                <a:lnTo>
                  <a:pt x="110604" y="139922"/>
                </a:lnTo>
                <a:lnTo>
                  <a:pt x="128654" y="134093"/>
                </a:lnTo>
                <a:lnTo>
                  <a:pt x="146704" y="128264"/>
                </a:lnTo>
                <a:lnTo>
                  <a:pt x="164754" y="122434"/>
                </a:lnTo>
                <a:lnTo>
                  <a:pt x="182804" y="116605"/>
                </a:lnTo>
                <a:lnTo>
                  <a:pt x="200854" y="110776"/>
                </a:lnTo>
                <a:lnTo>
                  <a:pt x="218894" y="104946"/>
                </a:lnTo>
                <a:lnTo>
                  <a:pt x="236944" y="99108"/>
                </a:lnTo>
                <a:lnTo>
                  <a:pt x="254994" y="93278"/>
                </a:lnTo>
                <a:lnTo>
                  <a:pt x="273044" y="87449"/>
                </a:lnTo>
                <a:lnTo>
                  <a:pt x="291094" y="81620"/>
                </a:lnTo>
                <a:lnTo>
                  <a:pt x="309143" y="75790"/>
                </a:lnTo>
                <a:lnTo>
                  <a:pt x="327193" y="69961"/>
                </a:lnTo>
                <a:lnTo>
                  <a:pt x="345243" y="64132"/>
                </a:lnTo>
                <a:lnTo>
                  <a:pt x="363284" y="58303"/>
                </a:lnTo>
                <a:lnTo>
                  <a:pt x="381333" y="52473"/>
                </a:lnTo>
                <a:lnTo>
                  <a:pt x="399383" y="46644"/>
                </a:lnTo>
                <a:lnTo>
                  <a:pt x="417433" y="40815"/>
                </a:lnTo>
                <a:lnTo>
                  <a:pt x="435483" y="34985"/>
                </a:lnTo>
                <a:lnTo>
                  <a:pt x="453533" y="29147"/>
                </a:lnTo>
                <a:lnTo>
                  <a:pt x="471583" y="23317"/>
                </a:lnTo>
                <a:lnTo>
                  <a:pt x="489623" y="17488"/>
                </a:lnTo>
                <a:lnTo>
                  <a:pt x="507673" y="11659"/>
                </a:lnTo>
                <a:lnTo>
                  <a:pt x="525723" y="5829"/>
                </a:lnTo>
                <a:lnTo>
                  <a:pt x="543773" y="0"/>
                </a:lnTo>
                <a:lnTo>
                  <a:pt x="554355" y="4429"/>
                </a:lnTo>
                <a:lnTo>
                  <a:pt x="554355" y="23393"/>
                </a:lnTo>
                <a:lnTo>
                  <a:pt x="554355" y="42358"/>
                </a:lnTo>
                <a:lnTo>
                  <a:pt x="554355" y="61331"/>
                </a:lnTo>
                <a:lnTo>
                  <a:pt x="554355" y="80296"/>
                </a:lnTo>
                <a:lnTo>
                  <a:pt x="554355" y="99260"/>
                </a:lnTo>
                <a:lnTo>
                  <a:pt x="554355" y="118224"/>
                </a:lnTo>
                <a:lnTo>
                  <a:pt x="554355" y="137198"/>
                </a:lnTo>
                <a:lnTo>
                  <a:pt x="554355" y="156162"/>
                </a:lnTo>
                <a:lnTo>
                  <a:pt x="554355" y="175127"/>
                </a:lnTo>
                <a:lnTo>
                  <a:pt x="554355" y="194100"/>
                </a:lnTo>
                <a:lnTo>
                  <a:pt x="554355" y="213065"/>
                </a:lnTo>
                <a:lnTo>
                  <a:pt x="554355" y="232029"/>
                </a:lnTo>
                <a:lnTo>
                  <a:pt x="554355" y="250993"/>
                </a:lnTo>
                <a:lnTo>
                  <a:pt x="554355" y="269967"/>
                </a:lnTo>
                <a:lnTo>
                  <a:pt x="554355" y="288931"/>
                </a:lnTo>
                <a:lnTo>
                  <a:pt x="554355" y="307896"/>
                </a:lnTo>
                <a:lnTo>
                  <a:pt x="554355" y="326860"/>
                </a:lnTo>
                <a:lnTo>
                  <a:pt x="554355" y="345834"/>
                </a:lnTo>
                <a:lnTo>
                  <a:pt x="554355" y="364798"/>
                </a:lnTo>
                <a:lnTo>
                  <a:pt x="554355" y="383762"/>
                </a:lnTo>
                <a:lnTo>
                  <a:pt x="554355" y="402727"/>
                </a:lnTo>
                <a:lnTo>
                  <a:pt x="554355" y="421700"/>
                </a:lnTo>
                <a:lnTo>
                  <a:pt x="554355" y="440665"/>
                </a:lnTo>
                <a:lnTo>
                  <a:pt x="554355" y="459629"/>
                </a:lnTo>
                <a:lnTo>
                  <a:pt x="554355" y="478603"/>
                </a:lnTo>
                <a:lnTo>
                  <a:pt x="549050" y="493919"/>
                </a:lnTo>
                <a:lnTo>
                  <a:pt x="531333" y="500701"/>
                </a:lnTo>
                <a:lnTo>
                  <a:pt x="513626" y="507492"/>
                </a:lnTo>
                <a:lnTo>
                  <a:pt x="495910" y="514274"/>
                </a:lnTo>
                <a:lnTo>
                  <a:pt x="478203" y="521056"/>
                </a:lnTo>
                <a:lnTo>
                  <a:pt x="460496" y="527847"/>
                </a:lnTo>
                <a:lnTo>
                  <a:pt x="442779" y="534629"/>
                </a:lnTo>
                <a:lnTo>
                  <a:pt x="425072" y="541420"/>
                </a:lnTo>
                <a:lnTo>
                  <a:pt x="407356" y="548202"/>
                </a:lnTo>
                <a:lnTo>
                  <a:pt x="389649" y="554993"/>
                </a:lnTo>
                <a:lnTo>
                  <a:pt x="371932" y="561775"/>
                </a:lnTo>
                <a:lnTo>
                  <a:pt x="354225" y="568566"/>
                </a:lnTo>
                <a:lnTo>
                  <a:pt x="336509" y="575348"/>
                </a:lnTo>
                <a:lnTo>
                  <a:pt x="318802" y="582139"/>
                </a:lnTo>
                <a:lnTo>
                  <a:pt x="301095" y="588921"/>
                </a:lnTo>
                <a:lnTo>
                  <a:pt x="283378" y="595713"/>
                </a:lnTo>
                <a:lnTo>
                  <a:pt x="265671" y="602494"/>
                </a:lnTo>
                <a:lnTo>
                  <a:pt x="247955" y="609286"/>
                </a:lnTo>
                <a:lnTo>
                  <a:pt x="230248" y="616067"/>
                </a:lnTo>
                <a:lnTo>
                  <a:pt x="212531" y="622859"/>
                </a:lnTo>
                <a:lnTo>
                  <a:pt x="194824" y="629641"/>
                </a:lnTo>
                <a:lnTo>
                  <a:pt x="177108" y="636422"/>
                </a:lnTo>
                <a:lnTo>
                  <a:pt x="159401" y="643214"/>
                </a:lnTo>
                <a:lnTo>
                  <a:pt x="141694" y="649996"/>
                </a:lnTo>
                <a:lnTo>
                  <a:pt x="123977" y="656787"/>
                </a:lnTo>
                <a:lnTo>
                  <a:pt x="106270" y="663569"/>
                </a:lnTo>
                <a:lnTo>
                  <a:pt x="88554" y="670360"/>
                </a:lnTo>
                <a:lnTo>
                  <a:pt x="70847" y="677142"/>
                </a:lnTo>
                <a:lnTo>
                  <a:pt x="53130" y="683933"/>
                </a:lnTo>
                <a:lnTo>
                  <a:pt x="35423" y="690715"/>
                </a:lnTo>
                <a:lnTo>
                  <a:pt x="17707" y="697506"/>
                </a:lnTo>
                <a:lnTo>
                  <a:pt x="0" y="704288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29731EDB-8872-4236-8E71-67041B67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953" y="3450908"/>
            <a:ext cx="2655103" cy="212408"/>
          </a:xfrm>
          <a:custGeom xmlns:a="http://schemas.openxmlformats.org/drawingml/2006/main">
            <a:pathLst>
              <a:path w="2655103" h="212408">
                <a:moveTo>
                  <a:pt x="0" y="212408"/>
                </a:moveTo>
                <a:lnTo>
                  <a:pt x="22450" y="212408"/>
                </a:lnTo>
                <a:lnTo>
                  <a:pt x="44901" y="212408"/>
                </a:lnTo>
                <a:lnTo>
                  <a:pt x="67351" y="212408"/>
                </a:lnTo>
                <a:lnTo>
                  <a:pt x="89802" y="212408"/>
                </a:lnTo>
                <a:lnTo>
                  <a:pt x="112262" y="212408"/>
                </a:lnTo>
                <a:lnTo>
                  <a:pt x="134712" y="212408"/>
                </a:lnTo>
                <a:lnTo>
                  <a:pt x="157163" y="212408"/>
                </a:lnTo>
                <a:lnTo>
                  <a:pt x="179613" y="212408"/>
                </a:lnTo>
                <a:lnTo>
                  <a:pt x="202063" y="212408"/>
                </a:lnTo>
                <a:lnTo>
                  <a:pt x="224514" y="212408"/>
                </a:lnTo>
                <a:lnTo>
                  <a:pt x="246964" y="212408"/>
                </a:lnTo>
                <a:lnTo>
                  <a:pt x="269415" y="212408"/>
                </a:lnTo>
                <a:lnTo>
                  <a:pt x="291865" y="212408"/>
                </a:lnTo>
                <a:lnTo>
                  <a:pt x="314315" y="212408"/>
                </a:lnTo>
                <a:lnTo>
                  <a:pt x="336775" y="212408"/>
                </a:lnTo>
                <a:lnTo>
                  <a:pt x="359226" y="212408"/>
                </a:lnTo>
                <a:lnTo>
                  <a:pt x="381676" y="212408"/>
                </a:lnTo>
                <a:lnTo>
                  <a:pt x="404127" y="212408"/>
                </a:lnTo>
                <a:lnTo>
                  <a:pt x="426577" y="212408"/>
                </a:lnTo>
                <a:lnTo>
                  <a:pt x="449028" y="212408"/>
                </a:lnTo>
                <a:lnTo>
                  <a:pt x="471478" y="212408"/>
                </a:lnTo>
                <a:lnTo>
                  <a:pt x="493928" y="212408"/>
                </a:lnTo>
                <a:lnTo>
                  <a:pt x="516379" y="212408"/>
                </a:lnTo>
                <a:lnTo>
                  <a:pt x="538829" y="212408"/>
                </a:lnTo>
                <a:lnTo>
                  <a:pt x="561289" y="212408"/>
                </a:lnTo>
                <a:lnTo>
                  <a:pt x="583740" y="212408"/>
                </a:lnTo>
                <a:lnTo>
                  <a:pt x="606190" y="212408"/>
                </a:lnTo>
                <a:lnTo>
                  <a:pt x="628640" y="212408"/>
                </a:lnTo>
                <a:lnTo>
                  <a:pt x="651091" y="212408"/>
                </a:lnTo>
                <a:lnTo>
                  <a:pt x="673541" y="212408"/>
                </a:lnTo>
                <a:lnTo>
                  <a:pt x="695992" y="212408"/>
                </a:lnTo>
                <a:lnTo>
                  <a:pt x="718442" y="212408"/>
                </a:lnTo>
                <a:lnTo>
                  <a:pt x="740893" y="212408"/>
                </a:lnTo>
                <a:lnTo>
                  <a:pt x="763353" y="212408"/>
                </a:lnTo>
                <a:lnTo>
                  <a:pt x="785803" y="212408"/>
                </a:lnTo>
                <a:lnTo>
                  <a:pt x="808253" y="212408"/>
                </a:lnTo>
                <a:lnTo>
                  <a:pt x="830704" y="212408"/>
                </a:lnTo>
                <a:lnTo>
                  <a:pt x="853154" y="212408"/>
                </a:lnTo>
                <a:lnTo>
                  <a:pt x="875605" y="212408"/>
                </a:lnTo>
                <a:lnTo>
                  <a:pt x="898055" y="212408"/>
                </a:lnTo>
                <a:lnTo>
                  <a:pt x="920506" y="212408"/>
                </a:lnTo>
                <a:lnTo>
                  <a:pt x="942956" y="212408"/>
                </a:lnTo>
                <a:lnTo>
                  <a:pt x="965406" y="212408"/>
                </a:lnTo>
                <a:lnTo>
                  <a:pt x="987866" y="212408"/>
                </a:lnTo>
                <a:lnTo>
                  <a:pt x="1010317" y="212408"/>
                </a:lnTo>
                <a:lnTo>
                  <a:pt x="1032767" y="212408"/>
                </a:lnTo>
                <a:lnTo>
                  <a:pt x="1055218" y="212408"/>
                </a:lnTo>
                <a:lnTo>
                  <a:pt x="1077668" y="212408"/>
                </a:lnTo>
                <a:lnTo>
                  <a:pt x="1100118" y="212408"/>
                </a:lnTo>
                <a:lnTo>
                  <a:pt x="1122569" y="212408"/>
                </a:lnTo>
                <a:lnTo>
                  <a:pt x="1145019" y="212408"/>
                </a:lnTo>
                <a:lnTo>
                  <a:pt x="1167470" y="212408"/>
                </a:lnTo>
                <a:lnTo>
                  <a:pt x="1189920" y="212408"/>
                </a:lnTo>
                <a:lnTo>
                  <a:pt x="1212380" y="212408"/>
                </a:lnTo>
                <a:lnTo>
                  <a:pt x="1234831" y="212408"/>
                </a:lnTo>
                <a:lnTo>
                  <a:pt x="1257281" y="212408"/>
                </a:lnTo>
                <a:lnTo>
                  <a:pt x="1279731" y="212408"/>
                </a:lnTo>
                <a:lnTo>
                  <a:pt x="1302182" y="212408"/>
                </a:lnTo>
                <a:lnTo>
                  <a:pt x="1324632" y="212408"/>
                </a:lnTo>
                <a:lnTo>
                  <a:pt x="1347083" y="212408"/>
                </a:lnTo>
                <a:lnTo>
                  <a:pt x="1369533" y="212408"/>
                </a:lnTo>
                <a:lnTo>
                  <a:pt x="1391983" y="212408"/>
                </a:lnTo>
                <a:lnTo>
                  <a:pt x="1414443" y="212408"/>
                </a:lnTo>
                <a:lnTo>
                  <a:pt x="1436894" y="212408"/>
                </a:lnTo>
                <a:lnTo>
                  <a:pt x="1459344" y="212408"/>
                </a:lnTo>
                <a:lnTo>
                  <a:pt x="1481795" y="212408"/>
                </a:lnTo>
                <a:lnTo>
                  <a:pt x="1504245" y="212408"/>
                </a:lnTo>
                <a:lnTo>
                  <a:pt x="1526696" y="212408"/>
                </a:lnTo>
                <a:lnTo>
                  <a:pt x="1549146" y="212408"/>
                </a:lnTo>
                <a:lnTo>
                  <a:pt x="1571596" y="212408"/>
                </a:lnTo>
                <a:lnTo>
                  <a:pt x="1594047" y="212408"/>
                </a:lnTo>
                <a:lnTo>
                  <a:pt x="1616497" y="212408"/>
                </a:lnTo>
                <a:lnTo>
                  <a:pt x="1638957" y="212408"/>
                </a:lnTo>
                <a:lnTo>
                  <a:pt x="1661408" y="212408"/>
                </a:lnTo>
                <a:lnTo>
                  <a:pt x="1683858" y="212408"/>
                </a:lnTo>
                <a:lnTo>
                  <a:pt x="1706308" y="212408"/>
                </a:lnTo>
                <a:lnTo>
                  <a:pt x="1728759" y="212408"/>
                </a:lnTo>
                <a:lnTo>
                  <a:pt x="1751209" y="212408"/>
                </a:lnTo>
                <a:lnTo>
                  <a:pt x="1773660" y="212408"/>
                </a:lnTo>
                <a:lnTo>
                  <a:pt x="1796110" y="212408"/>
                </a:lnTo>
                <a:lnTo>
                  <a:pt x="1818561" y="212408"/>
                </a:lnTo>
                <a:lnTo>
                  <a:pt x="1841021" y="212408"/>
                </a:lnTo>
                <a:lnTo>
                  <a:pt x="1863471" y="212408"/>
                </a:lnTo>
                <a:lnTo>
                  <a:pt x="1885921" y="212408"/>
                </a:lnTo>
                <a:lnTo>
                  <a:pt x="1908372" y="212408"/>
                </a:lnTo>
                <a:lnTo>
                  <a:pt x="1930822" y="212408"/>
                </a:lnTo>
                <a:lnTo>
                  <a:pt x="1953273" y="212408"/>
                </a:lnTo>
                <a:lnTo>
                  <a:pt x="1975723" y="212408"/>
                </a:lnTo>
                <a:lnTo>
                  <a:pt x="1998174" y="212408"/>
                </a:lnTo>
                <a:lnTo>
                  <a:pt x="2020624" y="212408"/>
                </a:lnTo>
                <a:lnTo>
                  <a:pt x="2043074" y="212408"/>
                </a:lnTo>
                <a:lnTo>
                  <a:pt x="2065534" y="212408"/>
                </a:lnTo>
                <a:lnTo>
                  <a:pt x="2087985" y="212408"/>
                </a:lnTo>
                <a:lnTo>
                  <a:pt x="2110016" y="210131"/>
                </a:lnTo>
                <a:lnTo>
                  <a:pt x="2130981" y="202101"/>
                </a:lnTo>
                <a:lnTo>
                  <a:pt x="2151945" y="194062"/>
                </a:lnTo>
                <a:lnTo>
                  <a:pt x="2172910" y="186033"/>
                </a:lnTo>
                <a:lnTo>
                  <a:pt x="2193874" y="178003"/>
                </a:lnTo>
                <a:lnTo>
                  <a:pt x="2214839" y="169964"/>
                </a:lnTo>
                <a:lnTo>
                  <a:pt x="2235803" y="161935"/>
                </a:lnTo>
                <a:lnTo>
                  <a:pt x="2256768" y="153905"/>
                </a:lnTo>
                <a:lnTo>
                  <a:pt x="2277732" y="145866"/>
                </a:lnTo>
                <a:lnTo>
                  <a:pt x="2298697" y="137836"/>
                </a:lnTo>
                <a:lnTo>
                  <a:pt x="2319661" y="129797"/>
                </a:lnTo>
                <a:lnTo>
                  <a:pt x="2340626" y="121768"/>
                </a:lnTo>
                <a:lnTo>
                  <a:pt x="2361590" y="113738"/>
                </a:lnTo>
                <a:lnTo>
                  <a:pt x="2382555" y="105699"/>
                </a:lnTo>
                <a:lnTo>
                  <a:pt x="2403519" y="97669"/>
                </a:lnTo>
                <a:lnTo>
                  <a:pt x="2424484" y="89640"/>
                </a:lnTo>
                <a:lnTo>
                  <a:pt x="2445458" y="81601"/>
                </a:lnTo>
                <a:lnTo>
                  <a:pt x="2466423" y="73571"/>
                </a:lnTo>
                <a:lnTo>
                  <a:pt x="2487387" y="65542"/>
                </a:lnTo>
                <a:lnTo>
                  <a:pt x="2508352" y="57502"/>
                </a:lnTo>
                <a:lnTo>
                  <a:pt x="2529316" y="49473"/>
                </a:lnTo>
                <a:lnTo>
                  <a:pt x="2550281" y="41434"/>
                </a:lnTo>
                <a:lnTo>
                  <a:pt x="2571245" y="33404"/>
                </a:lnTo>
                <a:lnTo>
                  <a:pt x="2592210" y="25375"/>
                </a:lnTo>
                <a:lnTo>
                  <a:pt x="2613174" y="17336"/>
                </a:lnTo>
                <a:lnTo>
                  <a:pt x="2634139" y="9306"/>
                </a:lnTo>
                <a:lnTo>
                  <a:pt x="2655103" y="1276"/>
                </a:lnTo>
                <a:lnTo>
                  <a:pt x="2639530" y="0"/>
                </a:lnTo>
                <a:lnTo>
                  <a:pt x="2617079" y="0"/>
                </a:lnTo>
                <a:lnTo>
                  <a:pt x="2594629" y="0"/>
                </a:lnTo>
                <a:lnTo>
                  <a:pt x="2572179" y="0"/>
                </a:lnTo>
                <a:lnTo>
                  <a:pt x="2549728" y="0"/>
                </a:lnTo>
                <a:lnTo>
                  <a:pt x="2527278" y="0"/>
                </a:lnTo>
                <a:lnTo>
                  <a:pt x="2504827" y="0"/>
                </a:lnTo>
                <a:lnTo>
                  <a:pt x="2482377" y="0"/>
                </a:lnTo>
                <a:lnTo>
                  <a:pt x="2459927" y="0"/>
                </a:lnTo>
                <a:lnTo>
                  <a:pt x="2437476" y="0"/>
                </a:lnTo>
                <a:lnTo>
                  <a:pt x="2415016" y="0"/>
                </a:lnTo>
                <a:lnTo>
                  <a:pt x="2392566" y="0"/>
                </a:lnTo>
                <a:lnTo>
                  <a:pt x="2370115" y="0"/>
                </a:lnTo>
                <a:lnTo>
                  <a:pt x="2347665" y="0"/>
                </a:lnTo>
                <a:lnTo>
                  <a:pt x="2325214" y="0"/>
                </a:lnTo>
                <a:lnTo>
                  <a:pt x="2302764" y="0"/>
                </a:lnTo>
                <a:lnTo>
                  <a:pt x="2280314" y="0"/>
                </a:lnTo>
                <a:lnTo>
                  <a:pt x="2257863" y="0"/>
                </a:lnTo>
                <a:lnTo>
                  <a:pt x="2235413" y="0"/>
                </a:lnTo>
                <a:lnTo>
                  <a:pt x="2212962" y="0"/>
                </a:lnTo>
                <a:lnTo>
                  <a:pt x="2190502" y="0"/>
                </a:lnTo>
                <a:lnTo>
                  <a:pt x="2168052" y="0"/>
                </a:lnTo>
                <a:lnTo>
                  <a:pt x="2145602" y="0"/>
                </a:lnTo>
                <a:lnTo>
                  <a:pt x="2123151" y="0"/>
                </a:lnTo>
                <a:lnTo>
                  <a:pt x="2100701" y="0"/>
                </a:lnTo>
                <a:lnTo>
                  <a:pt x="2078250" y="0"/>
                </a:lnTo>
                <a:lnTo>
                  <a:pt x="2055800" y="0"/>
                </a:lnTo>
                <a:lnTo>
                  <a:pt x="2033349" y="0"/>
                </a:lnTo>
                <a:lnTo>
                  <a:pt x="2010899" y="0"/>
                </a:lnTo>
                <a:lnTo>
                  <a:pt x="1988439" y="0"/>
                </a:lnTo>
                <a:lnTo>
                  <a:pt x="1965989" y="0"/>
                </a:lnTo>
                <a:lnTo>
                  <a:pt x="1943538" y="0"/>
                </a:lnTo>
                <a:lnTo>
                  <a:pt x="1921088" y="0"/>
                </a:lnTo>
                <a:lnTo>
                  <a:pt x="1898637" y="0"/>
                </a:lnTo>
                <a:lnTo>
                  <a:pt x="1876187" y="0"/>
                </a:lnTo>
                <a:lnTo>
                  <a:pt x="1853736" y="0"/>
                </a:lnTo>
                <a:lnTo>
                  <a:pt x="1831286" y="0"/>
                </a:lnTo>
                <a:lnTo>
                  <a:pt x="1808836" y="0"/>
                </a:lnTo>
                <a:lnTo>
                  <a:pt x="1786385" y="0"/>
                </a:lnTo>
                <a:lnTo>
                  <a:pt x="1763925" y="0"/>
                </a:lnTo>
                <a:lnTo>
                  <a:pt x="1741475" y="0"/>
                </a:lnTo>
                <a:lnTo>
                  <a:pt x="1719024" y="0"/>
                </a:lnTo>
                <a:lnTo>
                  <a:pt x="1696574" y="0"/>
                </a:lnTo>
                <a:lnTo>
                  <a:pt x="1674124" y="0"/>
                </a:lnTo>
                <a:lnTo>
                  <a:pt x="1651673" y="0"/>
                </a:lnTo>
                <a:lnTo>
                  <a:pt x="1629223" y="0"/>
                </a:lnTo>
                <a:lnTo>
                  <a:pt x="1606772" y="0"/>
                </a:lnTo>
                <a:lnTo>
                  <a:pt x="1584322" y="0"/>
                </a:lnTo>
                <a:lnTo>
                  <a:pt x="1561871" y="0"/>
                </a:lnTo>
                <a:lnTo>
                  <a:pt x="1539411" y="0"/>
                </a:lnTo>
                <a:lnTo>
                  <a:pt x="1516961" y="0"/>
                </a:lnTo>
                <a:lnTo>
                  <a:pt x="1494511" y="0"/>
                </a:lnTo>
                <a:lnTo>
                  <a:pt x="1472060" y="0"/>
                </a:lnTo>
                <a:lnTo>
                  <a:pt x="1449610" y="0"/>
                </a:lnTo>
                <a:lnTo>
                  <a:pt x="1427159" y="0"/>
                </a:lnTo>
                <a:lnTo>
                  <a:pt x="1404709" y="0"/>
                </a:lnTo>
                <a:lnTo>
                  <a:pt x="1382258" y="0"/>
                </a:lnTo>
                <a:lnTo>
                  <a:pt x="1359808" y="0"/>
                </a:lnTo>
                <a:lnTo>
                  <a:pt x="1337358" y="0"/>
                </a:lnTo>
                <a:lnTo>
                  <a:pt x="1314898" y="0"/>
                </a:lnTo>
                <a:lnTo>
                  <a:pt x="1292447" y="0"/>
                </a:lnTo>
                <a:lnTo>
                  <a:pt x="1269997" y="0"/>
                </a:lnTo>
                <a:lnTo>
                  <a:pt x="1247546" y="0"/>
                </a:lnTo>
                <a:lnTo>
                  <a:pt x="1225096" y="0"/>
                </a:lnTo>
                <a:lnTo>
                  <a:pt x="1202646" y="0"/>
                </a:lnTo>
                <a:lnTo>
                  <a:pt x="1180195" y="0"/>
                </a:lnTo>
                <a:lnTo>
                  <a:pt x="1157745" y="0"/>
                </a:lnTo>
                <a:lnTo>
                  <a:pt x="1135294" y="0"/>
                </a:lnTo>
                <a:lnTo>
                  <a:pt x="1112834" y="0"/>
                </a:lnTo>
                <a:lnTo>
                  <a:pt x="1090384" y="0"/>
                </a:lnTo>
                <a:lnTo>
                  <a:pt x="1067933" y="0"/>
                </a:lnTo>
                <a:lnTo>
                  <a:pt x="1045483" y="0"/>
                </a:lnTo>
                <a:lnTo>
                  <a:pt x="1023033" y="0"/>
                </a:lnTo>
                <a:lnTo>
                  <a:pt x="1000582" y="0"/>
                </a:lnTo>
                <a:lnTo>
                  <a:pt x="978132" y="0"/>
                </a:lnTo>
                <a:lnTo>
                  <a:pt x="955681" y="0"/>
                </a:lnTo>
                <a:lnTo>
                  <a:pt x="933231" y="0"/>
                </a:lnTo>
                <a:lnTo>
                  <a:pt x="910781" y="0"/>
                </a:lnTo>
                <a:lnTo>
                  <a:pt x="888321" y="0"/>
                </a:lnTo>
                <a:lnTo>
                  <a:pt x="865870" y="0"/>
                </a:lnTo>
                <a:lnTo>
                  <a:pt x="843420" y="0"/>
                </a:lnTo>
                <a:lnTo>
                  <a:pt x="820969" y="0"/>
                </a:lnTo>
                <a:lnTo>
                  <a:pt x="798519" y="0"/>
                </a:lnTo>
                <a:lnTo>
                  <a:pt x="776068" y="0"/>
                </a:lnTo>
                <a:lnTo>
                  <a:pt x="753618" y="0"/>
                </a:lnTo>
                <a:lnTo>
                  <a:pt x="731168" y="0"/>
                </a:lnTo>
                <a:lnTo>
                  <a:pt x="708717" y="0"/>
                </a:lnTo>
                <a:lnTo>
                  <a:pt x="686257" y="0"/>
                </a:lnTo>
                <a:lnTo>
                  <a:pt x="664759" y="6229"/>
                </a:lnTo>
                <a:lnTo>
                  <a:pt x="643309" y="12887"/>
                </a:lnTo>
                <a:lnTo>
                  <a:pt x="621868" y="19536"/>
                </a:lnTo>
                <a:lnTo>
                  <a:pt x="600427" y="26184"/>
                </a:lnTo>
                <a:lnTo>
                  <a:pt x="578977" y="32833"/>
                </a:lnTo>
                <a:lnTo>
                  <a:pt x="557536" y="39491"/>
                </a:lnTo>
                <a:lnTo>
                  <a:pt x="536096" y="46139"/>
                </a:lnTo>
                <a:lnTo>
                  <a:pt x="514645" y="52788"/>
                </a:lnTo>
                <a:lnTo>
                  <a:pt x="493205" y="59436"/>
                </a:lnTo>
                <a:lnTo>
                  <a:pt x="471764" y="66094"/>
                </a:lnTo>
                <a:lnTo>
                  <a:pt x="450313" y="72742"/>
                </a:lnTo>
                <a:lnTo>
                  <a:pt x="428873" y="79391"/>
                </a:lnTo>
                <a:lnTo>
                  <a:pt x="407432" y="86039"/>
                </a:lnTo>
                <a:lnTo>
                  <a:pt x="385991" y="92697"/>
                </a:lnTo>
                <a:lnTo>
                  <a:pt x="364541" y="99346"/>
                </a:lnTo>
                <a:lnTo>
                  <a:pt x="343100" y="105994"/>
                </a:lnTo>
                <a:lnTo>
                  <a:pt x="321659" y="112643"/>
                </a:lnTo>
                <a:lnTo>
                  <a:pt x="300209" y="119301"/>
                </a:lnTo>
                <a:lnTo>
                  <a:pt x="278768" y="125949"/>
                </a:lnTo>
                <a:lnTo>
                  <a:pt x="257327" y="132598"/>
                </a:lnTo>
                <a:lnTo>
                  <a:pt x="235877" y="139246"/>
                </a:lnTo>
                <a:lnTo>
                  <a:pt x="214436" y="145904"/>
                </a:lnTo>
                <a:lnTo>
                  <a:pt x="192996" y="152552"/>
                </a:lnTo>
                <a:lnTo>
                  <a:pt x="171545" y="159201"/>
                </a:lnTo>
                <a:lnTo>
                  <a:pt x="150104" y="165849"/>
                </a:lnTo>
                <a:lnTo>
                  <a:pt x="128664" y="172507"/>
                </a:lnTo>
                <a:lnTo>
                  <a:pt x="107223" y="179156"/>
                </a:lnTo>
                <a:lnTo>
                  <a:pt x="85773" y="185804"/>
                </a:lnTo>
                <a:lnTo>
                  <a:pt x="64332" y="192453"/>
                </a:lnTo>
                <a:lnTo>
                  <a:pt x="42891" y="199111"/>
                </a:lnTo>
                <a:lnTo>
                  <a:pt x="21441" y="205759"/>
                </a:lnTo>
                <a:lnTo>
                  <a:pt x="0" y="212408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98FE36F6-CD93-4C7A-A8E4-71BCA23D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6443" y="3450908"/>
            <a:ext cx="2444115" cy="212408"/>
          </a:xfrm>
          <a:custGeom xmlns:a="http://schemas.openxmlformats.org/drawingml/2006/main">
            <a:pathLst>
              <a:path w="2444115" h="212408">
                <a:moveTo>
                  <a:pt x="0" y="212408"/>
                </a:moveTo>
                <a:lnTo>
                  <a:pt x="18955" y="212408"/>
                </a:lnTo>
                <a:lnTo>
                  <a:pt x="37910" y="212408"/>
                </a:lnTo>
                <a:lnTo>
                  <a:pt x="56864" y="212408"/>
                </a:lnTo>
                <a:lnTo>
                  <a:pt x="75819" y="212408"/>
                </a:lnTo>
                <a:lnTo>
                  <a:pt x="94774" y="212408"/>
                </a:lnTo>
                <a:lnTo>
                  <a:pt x="113729" y="212408"/>
                </a:lnTo>
                <a:lnTo>
                  <a:pt x="132674" y="212408"/>
                </a:lnTo>
                <a:lnTo>
                  <a:pt x="151628" y="212408"/>
                </a:lnTo>
                <a:lnTo>
                  <a:pt x="170583" y="212408"/>
                </a:lnTo>
                <a:lnTo>
                  <a:pt x="189538" y="212408"/>
                </a:lnTo>
                <a:lnTo>
                  <a:pt x="208493" y="212408"/>
                </a:lnTo>
                <a:lnTo>
                  <a:pt x="227447" y="212408"/>
                </a:lnTo>
                <a:lnTo>
                  <a:pt x="246402" y="212408"/>
                </a:lnTo>
                <a:lnTo>
                  <a:pt x="265357" y="212408"/>
                </a:lnTo>
                <a:lnTo>
                  <a:pt x="284312" y="212408"/>
                </a:lnTo>
                <a:lnTo>
                  <a:pt x="303266" y="212408"/>
                </a:lnTo>
                <a:lnTo>
                  <a:pt x="322221" y="212408"/>
                </a:lnTo>
                <a:lnTo>
                  <a:pt x="341176" y="212408"/>
                </a:lnTo>
                <a:lnTo>
                  <a:pt x="360131" y="212408"/>
                </a:lnTo>
                <a:lnTo>
                  <a:pt x="379076" y="212408"/>
                </a:lnTo>
                <a:lnTo>
                  <a:pt x="398031" y="212408"/>
                </a:lnTo>
                <a:lnTo>
                  <a:pt x="416985" y="212408"/>
                </a:lnTo>
                <a:lnTo>
                  <a:pt x="435940" y="212408"/>
                </a:lnTo>
                <a:lnTo>
                  <a:pt x="454895" y="212408"/>
                </a:lnTo>
                <a:lnTo>
                  <a:pt x="473850" y="212408"/>
                </a:lnTo>
                <a:lnTo>
                  <a:pt x="492804" y="212408"/>
                </a:lnTo>
                <a:lnTo>
                  <a:pt x="511759" y="212408"/>
                </a:lnTo>
                <a:lnTo>
                  <a:pt x="530714" y="212408"/>
                </a:lnTo>
                <a:lnTo>
                  <a:pt x="549669" y="212408"/>
                </a:lnTo>
                <a:lnTo>
                  <a:pt x="568623" y="212408"/>
                </a:lnTo>
                <a:lnTo>
                  <a:pt x="587578" y="212408"/>
                </a:lnTo>
                <a:lnTo>
                  <a:pt x="606533" y="212408"/>
                </a:lnTo>
                <a:lnTo>
                  <a:pt x="625488" y="212408"/>
                </a:lnTo>
                <a:lnTo>
                  <a:pt x="644433" y="212408"/>
                </a:lnTo>
                <a:lnTo>
                  <a:pt x="663388" y="212408"/>
                </a:lnTo>
                <a:lnTo>
                  <a:pt x="682342" y="212408"/>
                </a:lnTo>
                <a:lnTo>
                  <a:pt x="701297" y="212408"/>
                </a:lnTo>
                <a:lnTo>
                  <a:pt x="720252" y="212408"/>
                </a:lnTo>
                <a:lnTo>
                  <a:pt x="739207" y="212408"/>
                </a:lnTo>
                <a:lnTo>
                  <a:pt x="758161" y="212408"/>
                </a:lnTo>
                <a:lnTo>
                  <a:pt x="777116" y="212408"/>
                </a:lnTo>
                <a:lnTo>
                  <a:pt x="796071" y="212408"/>
                </a:lnTo>
                <a:lnTo>
                  <a:pt x="815026" y="212408"/>
                </a:lnTo>
                <a:lnTo>
                  <a:pt x="833980" y="212408"/>
                </a:lnTo>
                <a:lnTo>
                  <a:pt x="852935" y="212408"/>
                </a:lnTo>
                <a:lnTo>
                  <a:pt x="871890" y="212408"/>
                </a:lnTo>
                <a:lnTo>
                  <a:pt x="890835" y="212408"/>
                </a:lnTo>
                <a:lnTo>
                  <a:pt x="909790" y="212408"/>
                </a:lnTo>
                <a:lnTo>
                  <a:pt x="928745" y="212408"/>
                </a:lnTo>
                <a:lnTo>
                  <a:pt x="947699" y="212408"/>
                </a:lnTo>
                <a:lnTo>
                  <a:pt x="966654" y="212408"/>
                </a:lnTo>
                <a:lnTo>
                  <a:pt x="985609" y="212408"/>
                </a:lnTo>
                <a:lnTo>
                  <a:pt x="1004564" y="212408"/>
                </a:lnTo>
                <a:lnTo>
                  <a:pt x="1023518" y="212408"/>
                </a:lnTo>
                <a:lnTo>
                  <a:pt x="1042473" y="212408"/>
                </a:lnTo>
                <a:lnTo>
                  <a:pt x="1061428" y="212408"/>
                </a:lnTo>
                <a:lnTo>
                  <a:pt x="1080383" y="212408"/>
                </a:lnTo>
                <a:lnTo>
                  <a:pt x="1099337" y="212408"/>
                </a:lnTo>
                <a:lnTo>
                  <a:pt x="1118292" y="212408"/>
                </a:lnTo>
                <a:lnTo>
                  <a:pt x="1137237" y="212408"/>
                </a:lnTo>
                <a:lnTo>
                  <a:pt x="1156192" y="212408"/>
                </a:lnTo>
                <a:lnTo>
                  <a:pt x="1175147" y="212408"/>
                </a:lnTo>
                <a:lnTo>
                  <a:pt x="1194102" y="212408"/>
                </a:lnTo>
                <a:lnTo>
                  <a:pt x="1213056" y="212408"/>
                </a:lnTo>
                <a:lnTo>
                  <a:pt x="1232011" y="212408"/>
                </a:lnTo>
                <a:lnTo>
                  <a:pt x="1250966" y="212408"/>
                </a:lnTo>
                <a:lnTo>
                  <a:pt x="1269921" y="212408"/>
                </a:lnTo>
                <a:lnTo>
                  <a:pt x="1288875" y="212408"/>
                </a:lnTo>
                <a:lnTo>
                  <a:pt x="1307830" y="212408"/>
                </a:lnTo>
                <a:lnTo>
                  <a:pt x="1326785" y="212408"/>
                </a:lnTo>
                <a:lnTo>
                  <a:pt x="1345740" y="212408"/>
                </a:lnTo>
                <a:lnTo>
                  <a:pt x="1364694" y="212408"/>
                </a:lnTo>
                <a:lnTo>
                  <a:pt x="1383649" y="212408"/>
                </a:lnTo>
                <a:lnTo>
                  <a:pt x="1402594" y="212408"/>
                </a:lnTo>
                <a:lnTo>
                  <a:pt x="1421549" y="212408"/>
                </a:lnTo>
                <a:lnTo>
                  <a:pt x="1440504" y="212408"/>
                </a:lnTo>
                <a:lnTo>
                  <a:pt x="1459459" y="212408"/>
                </a:lnTo>
                <a:lnTo>
                  <a:pt x="1478413" y="212408"/>
                </a:lnTo>
                <a:lnTo>
                  <a:pt x="1497368" y="212408"/>
                </a:lnTo>
                <a:lnTo>
                  <a:pt x="1516323" y="212408"/>
                </a:lnTo>
                <a:lnTo>
                  <a:pt x="1535278" y="212408"/>
                </a:lnTo>
                <a:lnTo>
                  <a:pt x="1554232" y="212408"/>
                </a:lnTo>
                <a:lnTo>
                  <a:pt x="1573187" y="212408"/>
                </a:lnTo>
                <a:lnTo>
                  <a:pt x="1592142" y="212408"/>
                </a:lnTo>
                <a:lnTo>
                  <a:pt x="1611097" y="212408"/>
                </a:lnTo>
                <a:lnTo>
                  <a:pt x="1630051" y="212408"/>
                </a:lnTo>
                <a:lnTo>
                  <a:pt x="1648997" y="212408"/>
                </a:lnTo>
                <a:lnTo>
                  <a:pt x="1667951" y="212408"/>
                </a:lnTo>
                <a:lnTo>
                  <a:pt x="1686906" y="212408"/>
                </a:lnTo>
                <a:lnTo>
                  <a:pt x="1705861" y="212408"/>
                </a:lnTo>
                <a:lnTo>
                  <a:pt x="1724816" y="212408"/>
                </a:lnTo>
                <a:lnTo>
                  <a:pt x="1743770" y="212408"/>
                </a:lnTo>
                <a:lnTo>
                  <a:pt x="1762725" y="212408"/>
                </a:lnTo>
                <a:lnTo>
                  <a:pt x="1781680" y="212408"/>
                </a:lnTo>
                <a:lnTo>
                  <a:pt x="1800635" y="212408"/>
                </a:lnTo>
                <a:lnTo>
                  <a:pt x="1819589" y="212408"/>
                </a:lnTo>
                <a:lnTo>
                  <a:pt x="1838544" y="212408"/>
                </a:lnTo>
                <a:lnTo>
                  <a:pt x="1857499" y="212408"/>
                </a:lnTo>
                <a:lnTo>
                  <a:pt x="1876454" y="212408"/>
                </a:lnTo>
                <a:lnTo>
                  <a:pt x="1894608" y="208045"/>
                </a:lnTo>
                <a:lnTo>
                  <a:pt x="1912334" y="201339"/>
                </a:lnTo>
                <a:lnTo>
                  <a:pt x="1930060" y="194624"/>
                </a:lnTo>
                <a:lnTo>
                  <a:pt x="1947786" y="187919"/>
                </a:lnTo>
                <a:lnTo>
                  <a:pt x="1965512" y="181204"/>
                </a:lnTo>
                <a:lnTo>
                  <a:pt x="1983238" y="174488"/>
                </a:lnTo>
                <a:lnTo>
                  <a:pt x="2000964" y="167783"/>
                </a:lnTo>
                <a:lnTo>
                  <a:pt x="2018690" y="161068"/>
                </a:lnTo>
                <a:lnTo>
                  <a:pt x="2036416" y="154362"/>
                </a:lnTo>
                <a:lnTo>
                  <a:pt x="2054142" y="147647"/>
                </a:lnTo>
                <a:lnTo>
                  <a:pt x="2071868" y="140932"/>
                </a:lnTo>
                <a:lnTo>
                  <a:pt x="2089595" y="134226"/>
                </a:lnTo>
                <a:lnTo>
                  <a:pt x="2107321" y="127511"/>
                </a:lnTo>
                <a:lnTo>
                  <a:pt x="2125047" y="120806"/>
                </a:lnTo>
                <a:lnTo>
                  <a:pt x="2142773" y="114090"/>
                </a:lnTo>
                <a:lnTo>
                  <a:pt x="2160499" y="107375"/>
                </a:lnTo>
                <a:lnTo>
                  <a:pt x="2178225" y="100670"/>
                </a:lnTo>
                <a:lnTo>
                  <a:pt x="2195951" y="93955"/>
                </a:lnTo>
                <a:lnTo>
                  <a:pt x="2213677" y="87249"/>
                </a:lnTo>
                <a:lnTo>
                  <a:pt x="2231403" y="80534"/>
                </a:lnTo>
                <a:lnTo>
                  <a:pt x="2249129" y="73828"/>
                </a:lnTo>
                <a:lnTo>
                  <a:pt x="2266855" y="67113"/>
                </a:lnTo>
                <a:lnTo>
                  <a:pt x="2284581" y="60398"/>
                </a:lnTo>
                <a:lnTo>
                  <a:pt x="2302307" y="53692"/>
                </a:lnTo>
                <a:lnTo>
                  <a:pt x="2320033" y="46977"/>
                </a:lnTo>
                <a:lnTo>
                  <a:pt x="2337759" y="40272"/>
                </a:lnTo>
                <a:lnTo>
                  <a:pt x="2355485" y="33557"/>
                </a:lnTo>
                <a:lnTo>
                  <a:pt x="2373211" y="26841"/>
                </a:lnTo>
                <a:lnTo>
                  <a:pt x="2390937" y="20136"/>
                </a:lnTo>
                <a:lnTo>
                  <a:pt x="2408663" y="13421"/>
                </a:lnTo>
                <a:lnTo>
                  <a:pt x="2426389" y="6715"/>
                </a:lnTo>
                <a:lnTo>
                  <a:pt x="2444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E40178C1-E547-41DA-9FFB-31ED5F13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4623" y="3450908"/>
            <a:ext cx="17659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83570598-42AA-43EA-8924-0DAFC9D6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098" y="2462670"/>
            <a:ext cx="423863" cy="672008"/>
          </a:xfrm>
          <a:custGeom xmlns:a="http://schemas.openxmlformats.org/drawingml/2006/main">
            <a:pathLst>
              <a:path w="423863" h="672008">
                <a:moveTo>
                  <a:pt x="0" y="672008"/>
                </a:moveTo>
                <a:lnTo>
                  <a:pt x="0" y="653063"/>
                </a:lnTo>
                <a:lnTo>
                  <a:pt x="0" y="634108"/>
                </a:lnTo>
                <a:lnTo>
                  <a:pt x="0" y="615163"/>
                </a:lnTo>
                <a:lnTo>
                  <a:pt x="0" y="596208"/>
                </a:lnTo>
                <a:lnTo>
                  <a:pt x="0" y="577263"/>
                </a:lnTo>
                <a:lnTo>
                  <a:pt x="0" y="558308"/>
                </a:lnTo>
                <a:lnTo>
                  <a:pt x="0" y="539363"/>
                </a:lnTo>
                <a:lnTo>
                  <a:pt x="0" y="520408"/>
                </a:lnTo>
                <a:lnTo>
                  <a:pt x="0" y="501463"/>
                </a:lnTo>
                <a:lnTo>
                  <a:pt x="0" y="482508"/>
                </a:lnTo>
                <a:lnTo>
                  <a:pt x="0" y="463563"/>
                </a:lnTo>
                <a:lnTo>
                  <a:pt x="0" y="444608"/>
                </a:lnTo>
                <a:lnTo>
                  <a:pt x="0" y="425663"/>
                </a:lnTo>
                <a:lnTo>
                  <a:pt x="0" y="406708"/>
                </a:lnTo>
                <a:lnTo>
                  <a:pt x="0" y="387763"/>
                </a:lnTo>
                <a:lnTo>
                  <a:pt x="0" y="368808"/>
                </a:lnTo>
                <a:lnTo>
                  <a:pt x="0" y="349863"/>
                </a:lnTo>
                <a:lnTo>
                  <a:pt x="0" y="330908"/>
                </a:lnTo>
                <a:lnTo>
                  <a:pt x="0" y="311963"/>
                </a:lnTo>
                <a:lnTo>
                  <a:pt x="0" y="293008"/>
                </a:lnTo>
                <a:lnTo>
                  <a:pt x="0" y="274063"/>
                </a:lnTo>
                <a:lnTo>
                  <a:pt x="0" y="255108"/>
                </a:lnTo>
                <a:lnTo>
                  <a:pt x="0" y="236163"/>
                </a:lnTo>
                <a:lnTo>
                  <a:pt x="0" y="217208"/>
                </a:lnTo>
                <a:lnTo>
                  <a:pt x="0" y="198253"/>
                </a:lnTo>
                <a:lnTo>
                  <a:pt x="0" y="179308"/>
                </a:lnTo>
                <a:lnTo>
                  <a:pt x="0" y="160353"/>
                </a:lnTo>
                <a:lnTo>
                  <a:pt x="2753" y="143370"/>
                </a:lnTo>
                <a:lnTo>
                  <a:pt x="20650" y="137131"/>
                </a:lnTo>
                <a:lnTo>
                  <a:pt x="38548" y="130902"/>
                </a:lnTo>
                <a:lnTo>
                  <a:pt x="56445" y="124663"/>
                </a:lnTo>
                <a:lnTo>
                  <a:pt x="74343" y="118434"/>
                </a:lnTo>
                <a:lnTo>
                  <a:pt x="92231" y="112195"/>
                </a:lnTo>
                <a:lnTo>
                  <a:pt x="110128" y="105966"/>
                </a:lnTo>
                <a:lnTo>
                  <a:pt x="128026" y="99736"/>
                </a:lnTo>
                <a:lnTo>
                  <a:pt x="145923" y="93497"/>
                </a:lnTo>
                <a:lnTo>
                  <a:pt x="163820" y="87268"/>
                </a:lnTo>
                <a:lnTo>
                  <a:pt x="181708" y="81029"/>
                </a:lnTo>
                <a:lnTo>
                  <a:pt x="199606" y="74800"/>
                </a:lnTo>
                <a:lnTo>
                  <a:pt x="217503" y="68570"/>
                </a:lnTo>
                <a:lnTo>
                  <a:pt x="235401" y="62332"/>
                </a:lnTo>
                <a:lnTo>
                  <a:pt x="253298" y="56102"/>
                </a:lnTo>
                <a:lnTo>
                  <a:pt x="271186" y="49863"/>
                </a:lnTo>
                <a:lnTo>
                  <a:pt x="289084" y="43634"/>
                </a:lnTo>
                <a:lnTo>
                  <a:pt x="306981" y="37405"/>
                </a:lnTo>
                <a:lnTo>
                  <a:pt x="324879" y="31166"/>
                </a:lnTo>
                <a:lnTo>
                  <a:pt x="342776" y="24936"/>
                </a:lnTo>
                <a:lnTo>
                  <a:pt x="360664" y="18698"/>
                </a:lnTo>
                <a:lnTo>
                  <a:pt x="378562" y="12468"/>
                </a:lnTo>
                <a:lnTo>
                  <a:pt x="396459" y="6229"/>
                </a:lnTo>
                <a:lnTo>
                  <a:pt x="414357" y="0"/>
                </a:lnTo>
                <a:lnTo>
                  <a:pt x="423863" y="5572"/>
                </a:lnTo>
                <a:lnTo>
                  <a:pt x="423863" y="24517"/>
                </a:lnTo>
                <a:lnTo>
                  <a:pt x="423863" y="43472"/>
                </a:lnTo>
                <a:lnTo>
                  <a:pt x="423863" y="62417"/>
                </a:lnTo>
                <a:lnTo>
                  <a:pt x="423863" y="81372"/>
                </a:lnTo>
                <a:lnTo>
                  <a:pt x="423863" y="100317"/>
                </a:lnTo>
                <a:lnTo>
                  <a:pt x="423863" y="119272"/>
                </a:lnTo>
                <a:lnTo>
                  <a:pt x="423863" y="138227"/>
                </a:lnTo>
                <a:lnTo>
                  <a:pt x="423863" y="157172"/>
                </a:lnTo>
                <a:lnTo>
                  <a:pt x="423863" y="176127"/>
                </a:lnTo>
                <a:lnTo>
                  <a:pt x="423863" y="195072"/>
                </a:lnTo>
                <a:lnTo>
                  <a:pt x="423863" y="214027"/>
                </a:lnTo>
                <a:lnTo>
                  <a:pt x="423863" y="232972"/>
                </a:lnTo>
                <a:lnTo>
                  <a:pt x="423863" y="251927"/>
                </a:lnTo>
                <a:lnTo>
                  <a:pt x="423863" y="270872"/>
                </a:lnTo>
                <a:lnTo>
                  <a:pt x="423863" y="289827"/>
                </a:lnTo>
                <a:lnTo>
                  <a:pt x="423863" y="308772"/>
                </a:lnTo>
                <a:lnTo>
                  <a:pt x="423863" y="327727"/>
                </a:lnTo>
                <a:lnTo>
                  <a:pt x="423863" y="346672"/>
                </a:lnTo>
                <a:lnTo>
                  <a:pt x="423863" y="365627"/>
                </a:lnTo>
                <a:lnTo>
                  <a:pt x="423863" y="384572"/>
                </a:lnTo>
                <a:lnTo>
                  <a:pt x="423863" y="403527"/>
                </a:lnTo>
                <a:lnTo>
                  <a:pt x="423863" y="422472"/>
                </a:lnTo>
                <a:lnTo>
                  <a:pt x="423863" y="441427"/>
                </a:lnTo>
                <a:lnTo>
                  <a:pt x="423863" y="460372"/>
                </a:lnTo>
                <a:lnTo>
                  <a:pt x="423863" y="479327"/>
                </a:lnTo>
                <a:lnTo>
                  <a:pt x="418948" y="495014"/>
                </a:lnTo>
                <a:lnTo>
                  <a:pt x="401488" y="502387"/>
                </a:lnTo>
                <a:lnTo>
                  <a:pt x="384038" y="509768"/>
                </a:lnTo>
                <a:lnTo>
                  <a:pt x="366579" y="517141"/>
                </a:lnTo>
                <a:lnTo>
                  <a:pt x="349129" y="524513"/>
                </a:lnTo>
                <a:lnTo>
                  <a:pt x="331670" y="531886"/>
                </a:lnTo>
                <a:lnTo>
                  <a:pt x="314211" y="539267"/>
                </a:lnTo>
                <a:lnTo>
                  <a:pt x="296751" y="546640"/>
                </a:lnTo>
                <a:lnTo>
                  <a:pt x="279302" y="554012"/>
                </a:lnTo>
                <a:lnTo>
                  <a:pt x="261842" y="561394"/>
                </a:lnTo>
                <a:lnTo>
                  <a:pt x="244383" y="568766"/>
                </a:lnTo>
                <a:lnTo>
                  <a:pt x="226933" y="576139"/>
                </a:lnTo>
                <a:lnTo>
                  <a:pt x="209474" y="583511"/>
                </a:lnTo>
                <a:lnTo>
                  <a:pt x="192014" y="590893"/>
                </a:lnTo>
                <a:lnTo>
                  <a:pt x="174565" y="598265"/>
                </a:lnTo>
                <a:lnTo>
                  <a:pt x="157105" y="605638"/>
                </a:lnTo>
                <a:lnTo>
                  <a:pt x="139646" y="613010"/>
                </a:lnTo>
                <a:lnTo>
                  <a:pt x="122196" y="620392"/>
                </a:lnTo>
                <a:lnTo>
                  <a:pt x="104737" y="627764"/>
                </a:lnTo>
                <a:lnTo>
                  <a:pt x="87278" y="635137"/>
                </a:lnTo>
                <a:lnTo>
                  <a:pt x="69828" y="642509"/>
                </a:lnTo>
                <a:lnTo>
                  <a:pt x="52368" y="649891"/>
                </a:lnTo>
                <a:lnTo>
                  <a:pt x="34909" y="657263"/>
                </a:lnTo>
                <a:lnTo>
                  <a:pt x="17459" y="664635"/>
                </a:lnTo>
                <a:lnTo>
                  <a:pt x="0" y="672008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F606A140-0F2E-4064-9194-26D9E309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2955608"/>
            <a:ext cx="2524220" cy="179070"/>
          </a:xfrm>
          <a:custGeom xmlns:a="http://schemas.openxmlformats.org/drawingml/2006/main">
            <a:pathLst>
              <a:path w="2524220" h="179070">
                <a:moveTo>
                  <a:pt x="0" y="179070"/>
                </a:moveTo>
                <a:lnTo>
                  <a:pt x="21336" y="179070"/>
                </a:lnTo>
                <a:lnTo>
                  <a:pt x="42672" y="179070"/>
                </a:lnTo>
                <a:lnTo>
                  <a:pt x="64008" y="179070"/>
                </a:lnTo>
                <a:lnTo>
                  <a:pt x="85344" y="179070"/>
                </a:lnTo>
                <a:lnTo>
                  <a:pt x="106670" y="179070"/>
                </a:lnTo>
                <a:lnTo>
                  <a:pt x="128006" y="179070"/>
                </a:lnTo>
                <a:lnTo>
                  <a:pt x="149342" y="179070"/>
                </a:lnTo>
                <a:lnTo>
                  <a:pt x="170678" y="179070"/>
                </a:lnTo>
                <a:lnTo>
                  <a:pt x="192014" y="179070"/>
                </a:lnTo>
                <a:lnTo>
                  <a:pt x="213350" y="179070"/>
                </a:lnTo>
                <a:lnTo>
                  <a:pt x="234686" y="179070"/>
                </a:lnTo>
                <a:lnTo>
                  <a:pt x="256013" y="179070"/>
                </a:lnTo>
                <a:lnTo>
                  <a:pt x="277349" y="179070"/>
                </a:lnTo>
                <a:lnTo>
                  <a:pt x="298685" y="179070"/>
                </a:lnTo>
                <a:lnTo>
                  <a:pt x="320021" y="179070"/>
                </a:lnTo>
                <a:lnTo>
                  <a:pt x="341357" y="179070"/>
                </a:lnTo>
                <a:lnTo>
                  <a:pt x="362693" y="179070"/>
                </a:lnTo>
                <a:lnTo>
                  <a:pt x="384029" y="179070"/>
                </a:lnTo>
                <a:lnTo>
                  <a:pt x="405365" y="179070"/>
                </a:lnTo>
                <a:lnTo>
                  <a:pt x="426691" y="179070"/>
                </a:lnTo>
                <a:lnTo>
                  <a:pt x="448027" y="179070"/>
                </a:lnTo>
                <a:lnTo>
                  <a:pt x="469363" y="179070"/>
                </a:lnTo>
                <a:lnTo>
                  <a:pt x="490699" y="179070"/>
                </a:lnTo>
                <a:lnTo>
                  <a:pt x="512035" y="179070"/>
                </a:lnTo>
                <a:lnTo>
                  <a:pt x="533371" y="179070"/>
                </a:lnTo>
                <a:lnTo>
                  <a:pt x="554707" y="179070"/>
                </a:lnTo>
                <a:lnTo>
                  <a:pt x="576043" y="179070"/>
                </a:lnTo>
                <a:lnTo>
                  <a:pt x="597370" y="179070"/>
                </a:lnTo>
                <a:lnTo>
                  <a:pt x="618706" y="179070"/>
                </a:lnTo>
                <a:lnTo>
                  <a:pt x="640042" y="179070"/>
                </a:lnTo>
                <a:lnTo>
                  <a:pt x="661378" y="179070"/>
                </a:lnTo>
                <a:lnTo>
                  <a:pt x="682714" y="179070"/>
                </a:lnTo>
                <a:lnTo>
                  <a:pt x="704050" y="179070"/>
                </a:lnTo>
                <a:lnTo>
                  <a:pt x="725386" y="179070"/>
                </a:lnTo>
                <a:lnTo>
                  <a:pt x="746722" y="179070"/>
                </a:lnTo>
                <a:lnTo>
                  <a:pt x="768048" y="179070"/>
                </a:lnTo>
                <a:lnTo>
                  <a:pt x="789384" y="179070"/>
                </a:lnTo>
                <a:lnTo>
                  <a:pt x="810720" y="179070"/>
                </a:lnTo>
                <a:lnTo>
                  <a:pt x="832056" y="179070"/>
                </a:lnTo>
                <a:lnTo>
                  <a:pt x="853392" y="179070"/>
                </a:lnTo>
                <a:lnTo>
                  <a:pt x="874728" y="179070"/>
                </a:lnTo>
                <a:lnTo>
                  <a:pt x="896064" y="179070"/>
                </a:lnTo>
                <a:lnTo>
                  <a:pt x="917400" y="179070"/>
                </a:lnTo>
                <a:lnTo>
                  <a:pt x="938727" y="179070"/>
                </a:lnTo>
                <a:lnTo>
                  <a:pt x="960063" y="179070"/>
                </a:lnTo>
                <a:lnTo>
                  <a:pt x="981399" y="179070"/>
                </a:lnTo>
                <a:lnTo>
                  <a:pt x="1002735" y="179070"/>
                </a:lnTo>
                <a:lnTo>
                  <a:pt x="1024071" y="179070"/>
                </a:lnTo>
                <a:lnTo>
                  <a:pt x="1045407" y="179070"/>
                </a:lnTo>
                <a:lnTo>
                  <a:pt x="1066743" y="179070"/>
                </a:lnTo>
                <a:lnTo>
                  <a:pt x="1088079" y="179070"/>
                </a:lnTo>
                <a:lnTo>
                  <a:pt x="1109405" y="179070"/>
                </a:lnTo>
                <a:lnTo>
                  <a:pt x="1130741" y="179070"/>
                </a:lnTo>
                <a:lnTo>
                  <a:pt x="1152077" y="179070"/>
                </a:lnTo>
                <a:lnTo>
                  <a:pt x="1173413" y="179070"/>
                </a:lnTo>
                <a:lnTo>
                  <a:pt x="1194749" y="179070"/>
                </a:lnTo>
                <a:lnTo>
                  <a:pt x="1216085" y="179070"/>
                </a:lnTo>
                <a:lnTo>
                  <a:pt x="1237421" y="179070"/>
                </a:lnTo>
                <a:lnTo>
                  <a:pt x="1258748" y="179070"/>
                </a:lnTo>
                <a:lnTo>
                  <a:pt x="1280084" y="179070"/>
                </a:lnTo>
                <a:lnTo>
                  <a:pt x="1301420" y="179070"/>
                </a:lnTo>
                <a:lnTo>
                  <a:pt x="1322756" y="179070"/>
                </a:lnTo>
                <a:lnTo>
                  <a:pt x="1344092" y="179070"/>
                </a:lnTo>
                <a:lnTo>
                  <a:pt x="1365428" y="179070"/>
                </a:lnTo>
                <a:lnTo>
                  <a:pt x="1386764" y="179070"/>
                </a:lnTo>
                <a:lnTo>
                  <a:pt x="1408100" y="179070"/>
                </a:lnTo>
                <a:lnTo>
                  <a:pt x="1429426" y="179070"/>
                </a:lnTo>
                <a:lnTo>
                  <a:pt x="1450762" y="179070"/>
                </a:lnTo>
                <a:lnTo>
                  <a:pt x="1472098" y="179070"/>
                </a:lnTo>
                <a:lnTo>
                  <a:pt x="1493434" y="179070"/>
                </a:lnTo>
                <a:lnTo>
                  <a:pt x="1514770" y="179070"/>
                </a:lnTo>
                <a:lnTo>
                  <a:pt x="1536106" y="179070"/>
                </a:lnTo>
                <a:lnTo>
                  <a:pt x="1557442" y="179070"/>
                </a:lnTo>
                <a:lnTo>
                  <a:pt x="1578778" y="179070"/>
                </a:lnTo>
                <a:lnTo>
                  <a:pt x="1600105" y="179070"/>
                </a:lnTo>
                <a:lnTo>
                  <a:pt x="1621441" y="179070"/>
                </a:lnTo>
                <a:lnTo>
                  <a:pt x="1642777" y="179070"/>
                </a:lnTo>
                <a:lnTo>
                  <a:pt x="1664113" y="179070"/>
                </a:lnTo>
                <a:lnTo>
                  <a:pt x="1685449" y="179070"/>
                </a:lnTo>
                <a:lnTo>
                  <a:pt x="1706785" y="179070"/>
                </a:lnTo>
                <a:lnTo>
                  <a:pt x="1728121" y="179070"/>
                </a:lnTo>
                <a:lnTo>
                  <a:pt x="1749457" y="179070"/>
                </a:lnTo>
                <a:lnTo>
                  <a:pt x="1770783" y="179070"/>
                </a:lnTo>
                <a:lnTo>
                  <a:pt x="1792119" y="179070"/>
                </a:lnTo>
                <a:lnTo>
                  <a:pt x="1813455" y="179070"/>
                </a:lnTo>
                <a:lnTo>
                  <a:pt x="1834791" y="179070"/>
                </a:lnTo>
                <a:lnTo>
                  <a:pt x="1856127" y="179070"/>
                </a:lnTo>
                <a:lnTo>
                  <a:pt x="1877463" y="179070"/>
                </a:lnTo>
                <a:lnTo>
                  <a:pt x="1898799" y="179070"/>
                </a:lnTo>
                <a:lnTo>
                  <a:pt x="1920135" y="179070"/>
                </a:lnTo>
                <a:lnTo>
                  <a:pt x="1941462" y="179070"/>
                </a:lnTo>
                <a:lnTo>
                  <a:pt x="1962798" y="179070"/>
                </a:lnTo>
                <a:lnTo>
                  <a:pt x="1984134" y="179070"/>
                </a:lnTo>
                <a:lnTo>
                  <a:pt x="2005470" y="179070"/>
                </a:lnTo>
                <a:lnTo>
                  <a:pt x="2026806" y="179070"/>
                </a:lnTo>
                <a:lnTo>
                  <a:pt x="2048142" y="179070"/>
                </a:lnTo>
                <a:lnTo>
                  <a:pt x="2069478" y="179070"/>
                </a:lnTo>
                <a:lnTo>
                  <a:pt x="2090814" y="179070"/>
                </a:lnTo>
                <a:lnTo>
                  <a:pt x="2111512" y="175927"/>
                </a:lnTo>
                <a:lnTo>
                  <a:pt x="2131162" y="167630"/>
                </a:lnTo>
                <a:lnTo>
                  <a:pt x="2150812" y="159325"/>
                </a:lnTo>
                <a:lnTo>
                  <a:pt x="2170462" y="151019"/>
                </a:lnTo>
                <a:lnTo>
                  <a:pt x="2190121" y="142713"/>
                </a:lnTo>
                <a:lnTo>
                  <a:pt x="2209771" y="134417"/>
                </a:lnTo>
                <a:lnTo>
                  <a:pt x="2229422" y="126111"/>
                </a:lnTo>
                <a:lnTo>
                  <a:pt x="2249081" y="117805"/>
                </a:lnTo>
                <a:lnTo>
                  <a:pt x="2268731" y="109509"/>
                </a:lnTo>
                <a:lnTo>
                  <a:pt x="2288381" y="101203"/>
                </a:lnTo>
                <a:lnTo>
                  <a:pt x="2308041" y="92897"/>
                </a:lnTo>
                <a:lnTo>
                  <a:pt x="2327691" y="84601"/>
                </a:lnTo>
                <a:lnTo>
                  <a:pt x="2347341" y="76295"/>
                </a:lnTo>
                <a:lnTo>
                  <a:pt x="2366991" y="67989"/>
                </a:lnTo>
                <a:lnTo>
                  <a:pt x="2386651" y="59693"/>
                </a:lnTo>
                <a:lnTo>
                  <a:pt x="2406301" y="51387"/>
                </a:lnTo>
                <a:lnTo>
                  <a:pt x="2425951" y="43082"/>
                </a:lnTo>
                <a:lnTo>
                  <a:pt x="2445610" y="34785"/>
                </a:lnTo>
                <a:lnTo>
                  <a:pt x="2465261" y="26479"/>
                </a:lnTo>
                <a:lnTo>
                  <a:pt x="2484911" y="18174"/>
                </a:lnTo>
                <a:lnTo>
                  <a:pt x="2504570" y="9877"/>
                </a:lnTo>
                <a:lnTo>
                  <a:pt x="2524220" y="1572"/>
                </a:lnTo>
                <a:lnTo>
                  <a:pt x="2510638" y="0"/>
                </a:lnTo>
                <a:lnTo>
                  <a:pt x="2489302" y="0"/>
                </a:lnTo>
                <a:lnTo>
                  <a:pt x="2467966" y="0"/>
                </a:lnTo>
                <a:lnTo>
                  <a:pt x="2446630" y="0"/>
                </a:lnTo>
                <a:lnTo>
                  <a:pt x="2425294" y="0"/>
                </a:lnTo>
                <a:lnTo>
                  <a:pt x="2403958" y="0"/>
                </a:lnTo>
                <a:lnTo>
                  <a:pt x="2382631" y="0"/>
                </a:lnTo>
                <a:lnTo>
                  <a:pt x="2361295" y="0"/>
                </a:lnTo>
                <a:lnTo>
                  <a:pt x="2339959" y="0"/>
                </a:lnTo>
                <a:lnTo>
                  <a:pt x="2318623" y="0"/>
                </a:lnTo>
                <a:lnTo>
                  <a:pt x="2297287" y="0"/>
                </a:lnTo>
                <a:lnTo>
                  <a:pt x="2275951" y="0"/>
                </a:lnTo>
                <a:lnTo>
                  <a:pt x="2254615" y="0"/>
                </a:lnTo>
                <a:lnTo>
                  <a:pt x="2233279" y="0"/>
                </a:lnTo>
                <a:lnTo>
                  <a:pt x="2211953" y="0"/>
                </a:lnTo>
                <a:lnTo>
                  <a:pt x="2190617" y="0"/>
                </a:lnTo>
                <a:lnTo>
                  <a:pt x="2169281" y="0"/>
                </a:lnTo>
                <a:lnTo>
                  <a:pt x="2147945" y="0"/>
                </a:lnTo>
                <a:lnTo>
                  <a:pt x="2126609" y="0"/>
                </a:lnTo>
                <a:lnTo>
                  <a:pt x="2105273" y="0"/>
                </a:lnTo>
                <a:lnTo>
                  <a:pt x="2083937" y="0"/>
                </a:lnTo>
                <a:lnTo>
                  <a:pt x="2062601" y="0"/>
                </a:lnTo>
                <a:lnTo>
                  <a:pt x="2041274" y="0"/>
                </a:lnTo>
                <a:lnTo>
                  <a:pt x="2019938" y="0"/>
                </a:lnTo>
                <a:lnTo>
                  <a:pt x="1998602" y="0"/>
                </a:lnTo>
                <a:lnTo>
                  <a:pt x="1977266" y="0"/>
                </a:lnTo>
                <a:lnTo>
                  <a:pt x="1955930" y="0"/>
                </a:lnTo>
                <a:lnTo>
                  <a:pt x="1934594" y="0"/>
                </a:lnTo>
                <a:lnTo>
                  <a:pt x="1913258" y="0"/>
                </a:lnTo>
                <a:lnTo>
                  <a:pt x="1891922" y="0"/>
                </a:lnTo>
                <a:lnTo>
                  <a:pt x="1870596" y="0"/>
                </a:lnTo>
                <a:lnTo>
                  <a:pt x="1849260" y="0"/>
                </a:lnTo>
                <a:lnTo>
                  <a:pt x="1827924" y="0"/>
                </a:lnTo>
                <a:lnTo>
                  <a:pt x="1806588" y="0"/>
                </a:lnTo>
                <a:lnTo>
                  <a:pt x="1785252" y="0"/>
                </a:lnTo>
                <a:lnTo>
                  <a:pt x="1763916" y="0"/>
                </a:lnTo>
                <a:lnTo>
                  <a:pt x="1742580" y="0"/>
                </a:lnTo>
                <a:lnTo>
                  <a:pt x="1721244" y="0"/>
                </a:lnTo>
                <a:lnTo>
                  <a:pt x="1699917" y="0"/>
                </a:lnTo>
                <a:lnTo>
                  <a:pt x="1678581" y="0"/>
                </a:lnTo>
                <a:lnTo>
                  <a:pt x="1657245" y="0"/>
                </a:lnTo>
                <a:lnTo>
                  <a:pt x="1635909" y="0"/>
                </a:lnTo>
                <a:lnTo>
                  <a:pt x="1614573" y="0"/>
                </a:lnTo>
                <a:lnTo>
                  <a:pt x="1593237" y="0"/>
                </a:lnTo>
                <a:lnTo>
                  <a:pt x="1571901" y="0"/>
                </a:lnTo>
                <a:lnTo>
                  <a:pt x="1550565" y="0"/>
                </a:lnTo>
                <a:lnTo>
                  <a:pt x="1529239" y="0"/>
                </a:lnTo>
                <a:lnTo>
                  <a:pt x="1507903" y="0"/>
                </a:lnTo>
                <a:lnTo>
                  <a:pt x="1486567" y="0"/>
                </a:lnTo>
                <a:lnTo>
                  <a:pt x="1465231" y="0"/>
                </a:lnTo>
                <a:lnTo>
                  <a:pt x="1443895" y="0"/>
                </a:lnTo>
                <a:lnTo>
                  <a:pt x="1422559" y="0"/>
                </a:lnTo>
                <a:lnTo>
                  <a:pt x="1401223" y="0"/>
                </a:lnTo>
                <a:lnTo>
                  <a:pt x="1379887" y="0"/>
                </a:lnTo>
                <a:lnTo>
                  <a:pt x="1358560" y="0"/>
                </a:lnTo>
                <a:lnTo>
                  <a:pt x="1337224" y="0"/>
                </a:lnTo>
                <a:lnTo>
                  <a:pt x="1315888" y="0"/>
                </a:lnTo>
                <a:lnTo>
                  <a:pt x="1294552" y="0"/>
                </a:lnTo>
                <a:lnTo>
                  <a:pt x="1273216" y="0"/>
                </a:lnTo>
                <a:lnTo>
                  <a:pt x="1251880" y="0"/>
                </a:lnTo>
                <a:lnTo>
                  <a:pt x="1230544" y="0"/>
                </a:lnTo>
                <a:lnTo>
                  <a:pt x="1209218" y="0"/>
                </a:lnTo>
                <a:lnTo>
                  <a:pt x="1187882" y="0"/>
                </a:lnTo>
                <a:lnTo>
                  <a:pt x="1166546" y="0"/>
                </a:lnTo>
                <a:lnTo>
                  <a:pt x="1145210" y="0"/>
                </a:lnTo>
                <a:lnTo>
                  <a:pt x="1123874" y="0"/>
                </a:lnTo>
                <a:lnTo>
                  <a:pt x="1102538" y="0"/>
                </a:lnTo>
                <a:lnTo>
                  <a:pt x="1081202" y="0"/>
                </a:lnTo>
                <a:lnTo>
                  <a:pt x="1059866" y="0"/>
                </a:lnTo>
                <a:lnTo>
                  <a:pt x="1038539" y="0"/>
                </a:lnTo>
                <a:lnTo>
                  <a:pt x="1017203" y="0"/>
                </a:lnTo>
                <a:lnTo>
                  <a:pt x="995867" y="0"/>
                </a:lnTo>
                <a:lnTo>
                  <a:pt x="974531" y="0"/>
                </a:lnTo>
                <a:lnTo>
                  <a:pt x="953195" y="0"/>
                </a:lnTo>
                <a:lnTo>
                  <a:pt x="931859" y="0"/>
                </a:lnTo>
                <a:lnTo>
                  <a:pt x="910523" y="0"/>
                </a:lnTo>
                <a:lnTo>
                  <a:pt x="889187" y="0"/>
                </a:lnTo>
                <a:lnTo>
                  <a:pt x="867861" y="0"/>
                </a:lnTo>
                <a:lnTo>
                  <a:pt x="846525" y="0"/>
                </a:lnTo>
                <a:lnTo>
                  <a:pt x="825189" y="0"/>
                </a:lnTo>
                <a:lnTo>
                  <a:pt x="803853" y="0"/>
                </a:lnTo>
                <a:lnTo>
                  <a:pt x="782517" y="0"/>
                </a:lnTo>
                <a:lnTo>
                  <a:pt x="761181" y="0"/>
                </a:lnTo>
                <a:lnTo>
                  <a:pt x="739845" y="0"/>
                </a:lnTo>
                <a:lnTo>
                  <a:pt x="718509" y="0"/>
                </a:lnTo>
                <a:lnTo>
                  <a:pt x="697182" y="0"/>
                </a:lnTo>
                <a:lnTo>
                  <a:pt x="675846" y="0"/>
                </a:lnTo>
                <a:lnTo>
                  <a:pt x="654510" y="0"/>
                </a:lnTo>
                <a:lnTo>
                  <a:pt x="633174" y="0"/>
                </a:lnTo>
                <a:lnTo>
                  <a:pt x="611838" y="0"/>
                </a:lnTo>
                <a:lnTo>
                  <a:pt x="590502" y="0"/>
                </a:lnTo>
                <a:lnTo>
                  <a:pt x="569166" y="0"/>
                </a:lnTo>
                <a:lnTo>
                  <a:pt x="548154" y="2000"/>
                </a:lnTo>
                <a:lnTo>
                  <a:pt x="527847" y="8563"/>
                </a:lnTo>
                <a:lnTo>
                  <a:pt x="507549" y="15116"/>
                </a:lnTo>
                <a:lnTo>
                  <a:pt x="487242" y="21679"/>
                </a:lnTo>
                <a:lnTo>
                  <a:pt x="466944" y="28232"/>
                </a:lnTo>
                <a:lnTo>
                  <a:pt x="446637" y="34795"/>
                </a:lnTo>
                <a:lnTo>
                  <a:pt x="426339" y="41348"/>
                </a:lnTo>
                <a:lnTo>
                  <a:pt x="406041" y="47911"/>
                </a:lnTo>
                <a:lnTo>
                  <a:pt x="385734" y="54464"/>
                </a:lnTo>
                <a:lnTo>
                  <a:pt x="365436" y="61027"/>
                </a:lnTo>
                <a:lnTo>
                  <a:pt x="345129" y="67580"/>
                </a:lnTo>
                <a:lnTo>
                  <a:pt x="324831" y="74143"/>
                </a:lnTo>
                <a:lnTo>
                  <a:pt x="304524" y="80696"/>
                </a:lnTo>
                <a:lnTo>
                  <a:pt x="284226" y="87259"/>
                </a:lnTo>
                <a:lnTo>
                  <a:pt x="263928" y="93812"/>
                </a:lnTo>
                <a:lnTo>
                  <a:pt x="243621" y="100374"/>
                </a:lnTo>
                <a:lnTo>
                  <a:pt x="223323" y="106928"/>
                </a:lnTo>
                <a:lnTo>
                  <a:pt x="203016" y="113490"/>
                </a:lnTo>
                <a:lnTo>
                  <a:pt x="182718" y="120044"/>
                </a:lnTo>
                <a:lnTo>
                  <a:pt x="162411" y="126606"/>
                </a:lnTo>
                <a:lnTo>
                  <a:pt x="142113" y="133160"/>
                </a:lnTo>
                <a:lnTo>
                  <a:pt x="121815" y="139722"/>
                </a:lnTo>
                <a:lnTo>
                  <a:pt x="101508" y="146285"/>
                </a:lnTo>
                <a:lnTo>
                  <a:pt x="81210" y="152838"/>
                </a:lnTo>
                <a:lnTo>
                  <a:pt x="60903" y="159391"/>
                </a:lnTo>
                <a:lnTo>
                  <a:pt x="40605" y="165954"/>
                </a:lnTo>
                <a:lnTo>
                  <a:pt x="20298" y="172517"/>
                </a:lnTo>
                <a:lnTo>
                  <a:pt x="0" y="179070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1CCE46D1-58E4-4179-82FF-E00C0660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0515" y="2955608"/>
            <a:ext cx="2313623" cy="179070"/>
          </a:xfrm>
          <a:custGeom xmlns:a="http://schemas.openxmlformats.org/drawingml/2006/main">
            <a:pathLst>
              <a:path w="2313623" h="179070">
                <a:moveTo>
                  <a:pt x="0" y="179070"/>
                </a:moveTo>
                <a:lnTo>
                  <a:pt x="18945" y="179070"/>
                </a:lnTo>
                <a:lnTo>
                  <a:pt x="37890" y="179070"/>
                </a:lnTo>
                <a:lnTo>
                  <a:pt x="56836" y="179070"/>
                </a:lnTo>
                <a:lnTo>
                  <a:pt x="75790" y="179070"/>
                </a:lnTo>
                <a:lnTo>
                  <a:pt x="94736" y="179070"/>
                </a:lnTo>
                <a:lnTo>
                  <a:pt x="113681" y="179070"/>
                </a:lnTo>
                <a:lnTo>
                  <a:pt x="132626" y="179070"/>
                </a:lnTo>
                <a:lnTo>
                  <a:pt x="151571" y="179070"/>
                </a:lnTo>
                <a:lnTo>
                  <a:pt x="170517" y="179070"/>
                </a:lnTo>
                <a:lnTo>
                  <a:pt x="189462" y="179070"/>
                </a:lnTo>
                <a:lnTo>
                  <a:pt x="208417" y="179070"/>
                </a:lnTo>
                <a:lnTo>
                  <a:pt x="227362" y="179070"/>
                </a:lnTo>
                <a:lnTo>
                  <a:pt x="246307" y="179070"/>
                </a:lnTo>
                <a:lnTo>
                  <a:pt x="265252" y="179070"/>
                </a:lnTo>
                <a:lnTo>
                  <a:pt x="284197" y="179070"/>
                </a:lnTo>
                <a:lnTo>
                  <a:pt x="303143" y="179070"/>
                </a:lnTo>
                <a:lnTo>
                  <a:pt x="322088" y="179070"/>
                </a:lnTo>
                <a:lnTo>
                  <a:pt x="341043" y="179070"/>
                </a:lnTo>
                <a:lnTo>
                  <a:pt x="359988" y="179070"/>
                </a:lnTo>
                <a:lnTo>
                  <a:pt x="378933" y="179070"/>
                </a:lnTo>
                <a:lnTo>
                  <a:pt x="397878" y="179070"/>
                </a:lnTo>
                <a:lnTo>
                  <a:pt x="416824" y="179070"/>
                </a:lnTo>
                <a:lnTo>
                  <a:pt x="435769" y="179070"/>
                </a:lnTo>
                <a:lnTo>
                  <a:pt x="454714" y="179070"/>
                </a:lnTo>
                <a:lnTo>
                  <a:pt x="473669" y="179070"/>
                </a:lnTo>
                <a:lnTo>
                  <a:pt x="492614" y="179070"/>
                </a:lnTo>
                <a:lnTo>
                  <a:pt x="511559" y="179070"/>
                </a:lnTo>
                <a:lnTo>
                  <a:pt x="530504" y="179070"/>
                </a:lnTo>
                <a:lnTo>
                  <a:pt x="549450" y="179070"/>
                </a:lnTo>
                <a:lnTo>
                  <a:pt x="568395" y="179070"/>
                </a:lnTo>
                <a:lnTo>
                  <a:pt x="587340" y="179070"/>
                </a:lnTo>
                <a:lnTo>
                  <a:pt x="606295" y="179070"/>
                </a:lnTo>
                <a:lnTo>
                  <a:pt x="625240" y="179070"/>
                </a:lnTo>
                <a:lnTo>
                  <a:pt x="644185" y="179070"/>
                </a:lnTo>
                <a:lnTo>
                  <a:pt x="663131" y="179070"/>
                </a:lnTo>
                <a:lnTo>
                  <a:pt x="682076" y="179070"/>
                </a:lnTo>
                <a:lnTo>
                  <a:pt x="701021" y="179070"/>
                </a:lnTo>
                <a:lnTo>
                  <a:pt x="719966" y="179070"/>
                </a:lnTo>
                <a:lnTo>
                  <a:pt x="738921" y="179070"/>
                </a:lnTo>
                <a:lnTo>
                  <a:pt x="757866" y="179070"/>
                </a:lnTo>
                <a:lnTo>
                  <a:pt x="776811" y="179070"/>
                </a:lnTo>
                <a:lnTo>
                  <a:pt x="795757" y="179070"/>
                </a:lnTo>
                <a:lnTo>
                  <a:pt x="814702" y="179070"/>
                </a:lnTo>
                <a:lnTo>
                  <a:pt x="833647" y="179070"/>
                </a:lnTo>
                <a:lnTo>
                  <a:pt x="852602" y="179070"/>
                </a:lnTo>
                <a:lnTo>
                  <a:pt x="871547" y="179070"/>
                </a:lnTo>
                <a:lnTo>
                  <a:pt x="890492" y="179070"/>
                </a:lnTo>
                <a:lnTo>
                  <a:pt x="909437" y="179070"/>
                </a:lnTo>
                <a:lnTo>
                  <a:pt x="928383" y="179070"/>
                </a:lnTo>
                <a:lnTo>
                  <a:pt x="947328" y="179070"/>
                </a:lnTo>
                <a:lnTo>
                  <a:pt x="966273" y="179070"/>
                </a:lnTo>
                <a:lnTo>
                  <a:pt x="985228" y="179070"/>
                </a:lnTo>
                <a:lnTo>
                  <a:pt x="1004173" y="179070"/>
                </a:lnTo>
                <a:lnTo>
                  <a:pt x="1023118" y="179070"/>
                </a:lnTo>
                <a:lnTo>
                  <a:pt x="1042064" y="179070"/>
                </a:lnTo>
                <a:lnTo>
                  <a:pt x="1061009" y="179070"/>
                </a:lnTo>
                <a:lnTo>
                  <a:pt x="1079954" y="179070"/>
                </a:lnTo>
                <a:lnTo>
                  <a:pt x="1098899" y="179070"/>
                </a:lnTo>
                <a:lnTo>
                  <a:pt x="1117844" y="179070"/>
                </a:lnTo>
                <a:lnTo>
                  <a:pt x="1136799" y="179070"/>
                </a:lnTo>
                <a:lnTo>
                  <a:pt x="1155744" y="179070"/>
                </a:lnTo>
                <a:lnTo>
                  <a:pt x="1174690" y="179070"/>
                </a:lnTo>
                <a:lnTo>
                  <a:pt x="1193635" y="179070"/>
                </a:lnTo>
                <a:lnTo>
                  <a:pt x="1212580" y="179070"/>
                </a:lnTo>
                <a:lnTo>
                  <a:pt x="1231525" y="179070"/>
                </a:lnTo>
                <a:lnTo>
                  <a:pt x="1250480" y="179070"/>
                </a:lnTo>
                <a:lnTo>
                  <a:pt x="1269425" y="179070"/>
                </a:lnTo>
                <a:lnTo>
                  <a:pt x="1288371" y="179070"/>
                </a:lnTo>
                <a:lnTo>
                  <a:pt x="1307316" y="179070"/>
                </a:lnTo>
                <a:lnTo>
                  <a:pt x="1326261" y="179070"/>
                </a:lnTo>
                <a:lnTo>
                  <a:pt x="1345206" y="179070"/>
                </a:lnTo>
                <a:lnTo>
                  <a:pt x="1364151" y="179070"/>
                </a:lnTo>
                <a:lnTo>
                  <a:pt x="1383097" y="179070"/>
                </a:lnTo>
                <a:lnTo>
                  <a:pt x="1402051" y="179070"/>
                </a:lnTo>
                <a:lnTo>
                  <a:pt x="1420997" y="179070"/>
                </a:lnTo>
                <a:lnTo>
                  <a:pt x="1439942" y="179070"/>
                </a:lnTo>
                <a:lnTo>
                  <a:pt x="1458887" y="179070"/>
                </a:lnTo>
                <a:lnTo>
                  <a:pt x="1477832" y="179070"/>
                </a:lnTo>
                <a:lnTo>
                  <a:pt x="1496778" y="179070"/>
                </a:lnTo>
                <a:lnTo>
                  <a:pt x="1515732" y="179070"/>
                </a:lnTo>
                <a:lnTo>
                  <a:pt x="1534678" y="179070"/>
                </a:lnTo>
                <a:lnTo>
                  <a:pt x="1553623" y="179070"/>
                </a:lnTo>
                <a:lnTo>
                  <a:pt x="1572568" y="179070"/>
                </a:lnTo>
                <a:lnTo>
                  <a:pt x="1591513" y="179070"/>
                </a:lnTo>
                <a:lnTo>
                  <a:pt x="1610458" y="179070"/>
                </a:lnTo>
                <a:lnTo>
                  <a:pt x="1629404" y="179070"/>
                </a:lnTo>
                <a:lnTo>
                  <a:pt x="1648358" y="179070"/>
                </a:lnTo>
                <a:lnTo>
                  <a:pt x="1667304" y="179070"/>
                </a:lnTo>
                <a:lnTo>
                  <a:pt x="1686249" y="179070"/>
                </a:lnTo>
                <a:lnTo>
                  <a:pt x="1705194" y="179070"/>
                </a:lnTo>
                <a:lnTo>
                  <a:pt x="1724139" y="179070"/>
                </a:lnTo>
                <a:lnTo>
                  <a:pt x="1743085" y="179070"/>
                </a:lnTo>
                <a:lnTo>
                  <a:pt x="1762030" y="179070"/>
                </a:lnTo>
                <a:lnTo>
                  <a:pt x="1780985" y="179070"/>
                </a:lnTo>
                <a:lnTo>
                  <a:pt x="1799930" y="179070"/>
                </a:lnTo>
                <a:lnTo>
                  <a:pt x="1818875" y="179070"/>
                </a:lnTo>
                <a:lnTo>
                  <a:pt x="1837820" y="179070"/>
                </a:lnTo>
                <a:lnTo>
                  <a:pt x="1856765" y="179070"/>
                </a:lnTo>
                <a:lnTo>
                  <a:pt x="1875711" y="179070"/>
                </a:lnTo>
                <a:lnTo>
                  <a:pt x="1893770" y="174631"/>
                </a:lnTo>
                <a:lnTo>
                  <a:pt x="1911267" y="167354"/>
                </a:lnTo>
                <a:lnTo>
                  <a:pt x="1928755" y="160077"/>
                </a:lnTo>
                <a:lnTo>
                  <a:pt x="1946253" y="152800"/>
                </a:lnTo>
                <a:lnTo>
                  <a:pt x="1963750" y="145523"/>
                </a:lnTo>
                <a:lnTo>
                  <a:pt x="1981238" y="138246"/>
                </a:lnTo>
                <a:lnTo>
                  <a:pt x="1998736" y="130969"/>
                </a:lnTo>
                <a:lnTo>
                  <a:pt x="2016233" y="123692"/>
                </a:lnTo>
                <a:lnTo>
                  <a:pt x="2033721" y="116415"/>
                </a:lnTo>
                <a:lnTo>
                  <a:pt x="2051218" y="109147"/>
                </a:lnTo>
                <a:lnTo>
                  <a:pt x="2068706" y="101870"/>
                </a:lnTo>
                <a:lnTo>
                  <a:pt x="2086204" y="94593"/>
                </a:lnTo>
                <a:lnTo>
                  <a:pt x="2103701" y="87316"/>
                </a:lnTo>
                <a:lnTo>
                  <a:pt x="2121189" y="80039"/>
                </a:lnTo>
                <a:lnTo>
                  <a:pt x="2138686" y="72761"/>
                </a:lnTo>
                <a:lnTo>
                  <a:pt x="2156174" y="65484"/>
                </a:lnTo>
                <a:lnTo>
                  <a:pt x="2173672" y="58207"/>
                </a:lnTo>
                <a:lnTo>
                  <a:pt x="2191169" y="50930"/>
                </a:lnTo>
                <a:lnTo>
                  <a:pt x="2208657" y="43653"/>
                </a:lnTo>
                <a:lnTo>
                  <a:pt x="2226154" y="36386"/>
                </a:lnTo>
                <a:lnTo>
                  <a:pt x="2243652" y="29108"/>
                </a:lnTo>
                <a:lnTo>
                  <a:pt x="2261140" y="21831"/>
                </a:lnTo>
                <a:lnTo>
                  <a:pt x="2278637" y="14554"/>
                </a:lnTo>
                <a:lnTo>
                  <a:pt x="2296125" y="7277"/>
                </a:lnTo>
                <a:lnTo>
                  <a:pt x="2313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18C4EAA6-E4C9-4E2F-ACF4-EC225337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8203" y="2955608"/>
            <a:ext cx="17659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563C3071-AFAD-4C9B-830A-FEE453B1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8170" y="1967646"/>
            <a:ext cx="293370" cy="639347"/>
          </a:xfrm>
          <a:custGeom xmlns:a="http://schemas.openxmlformats.org/drawingml/2006/main">
            <a:pathLst>
              <a:path w="293370" h="639347">
                <a:moveTo>
                  <a:pt x="0" y="639347"/>
                </a:moveTo>
                <a:lnTo>
                  <a:pt x="0" y="620401"/>
                </a:lnTo>
                <a:lnTo>
                  <a:pt x="0" y="601456"/>
                </a:lnTo>
                <a:lnTo>
                  <a:pt x="0" y="582511"/>
                </a:lnTo>
                <a:lnTo>
                  <a:pt x="0" y="563566"/>
                </a:lnTo>
                <a:lnTo>
                  <a:pt x="0" y="544620"/>
                </a:lnTo>
                <a:lnTo>
                  <a:pt x="0" y="525675"/>
                </a:lnTo>
                <a:lnTo>
                  <a:pt x="0" y="506730"/>
                </a:lnTo>
                <a:lnTo>
                  <a:pt x="0" y="487785"/>
                </a:lnTo>
                <a:lnTo>
                  <a:pt x="0" y="468840"/>
                </a:lnTo>
                <a:lnTo>
                  <a:pt x="0" y="449894"/>
                </a:lnTo>
                <a:lnTo>
                  <a:pt x="0" y="430949"/>
                </a:lnTo>
                <a:lnTo>
                  <a:pt x="0" y="412004"/>
                </a:lnTo>
                <a:lnTo>
                  <a:pt x="0" y="393059"/>
                </a:lnTo>
                <a:lnTo>
                  <a:pt x="0" y="374113"/>
                </a:lnTo>
                <a:lnTo>
                  <a:pt x="0" y="355168"/>
                </a:lnTo>
                <a:lnTo>
                  <a:pt x="0" y="336223"/>
                </a:lnTo>
                <a:lnTo>
                  <a:pt x="0" y="317278"/>
                </a:lnTo>
                <a:lnTo>
                  <a:pt x="0" y="298333"/>
                </a:lnTo>
                <a:lnTo>
                  <a:pt x="0" y="279387"/>
                </a:lnTo>
                <a:lnTo>
                  <a:pt x="0" y="260442"/>
                </a:lnTo>
                <a:lnTo>
                  <a:pt x="0" y="241497"/>
                </a:lnTo>
                <a:lnTo>
                  <a:pt x="0" y="222552"/>
                </a:lnTo>
                <a:lnTo>
                  <a:pt x="0" y="203606"/>
                </a:lnTo>
                <a:lnTo>
                  <a:pt x="0" y="184652"/>
                </a:lnTo>
                <a:lnTo>
                  <a:pt x="0" y="165706"/>
                </a:lnTo>
                <a:lnTo>
                  <a:pt x="0" y="146761"/>
                </a:lnTo>
                <a:lnTo>
                  <a:pt x="0" y="127816"/>
                </a:lnTo>
                <a:lnTo>
                  <a:pt x="1715" y="110042"/>
                </a:lnTo>
                <a:lnTo>
                  <a:pt x="19364" y="103165"/>
                </a:lnTo>
                <a:lnTo>
                  <a:pt x="37024" y="96288"/>
                </a:lnTo>
                <a:lnTo>
                  <a:pt x="54674" y="89411"/>
                </a:lnTo>
                <a:lnTo>
                  <a:pt x="72323" y="82534"/>
                </a:lnTo>
                <a:lnTo>
                  <a:pt x="89983" y="75657"/>
                </a:lnTo>
                <a:lnTo>
                  <a:pt x="107633" y="68780"/>
                </a:lnTo>
                <a:lnTo>
                  <a:pt x="125282" y="61903"/>
                </a:lnTo>
                <a:lnTo>
                  <a:pt x="142942" y="55026"/>
                </a:lnTo>
                <a:lnTo>
                  <a:pt x="160592" y="48149"/>
                </a:lnTo>
                <a:lnTo>
                  <a:pt x="178241" y="41262"/>
                </a:lnTo>
                <a:lnTo>
                  <a:pt x="195901" y="34385"/>
                </a:lnTo>
                <a:lnTo>
                  <a:pt x="213551" y="27508"/>
                </a:lnTo>
                <a:lnTo>
                  <a:pt x="231200" y="20631"/>
                </a:lnTo>
                <a:lnTo>
                  <a:pt x="248860" y="13754"/>
                </a:lnTo>
                <a:lnTo>
                  <a:pt x="266510" y="6877"/>
                </a:lnTo>
                <a:lnTo>
                  <a:pt x="284159" y="0"/>
                </a:lnTo>
                <a:lnTo>
                  <a:pt x="293370" y="5477"/>
                </a:lnTo>
                <a:lnTo>
                  <a:pt x="293370" y="24422"/>
                </a:lnTo>
                <a:lnTo>
                  <a:pt x="293370" y="43367"/>
                </a:lnTo>
                <a:lnTo>
                  <a:pt x="293370" y="62313"/>
                </a:lnTo>
                <a:lnTo>
                  <a:pt x="293370" y="81258"/>
                </a:lnTo>
                <a:lnTo>
                  <a:pt x="293370" y="100203"/>
                </a:lnTo>
                <a:lnTo>
                  <a:pt x="293370" y="119148"/>
                </a:lnTo>
                <a:lnTo>
                  <a:pt x="293370" y="138093"/>
                </a:lnTo>
                <a:lnTo>
                  <a:pt x="293370" y="157039"/>
                </a:lnTo>
                <a:lnTo>
                  <a:pt x="293370" y="175984"/>
                </a:lnTo>
                <a:lnTo>
                  <a:pt x="293370" y="194929"/>
                </a:lnTo>
                <a:lnTo>
                  <a:pt x="293370" y="213874"/>
                </a:lnTo>
                <a:lnTo>
                  <a:pt x="293370" y="232820"/>
                </a:lnTo>
                <a:lnTo>
                  <a:pt x="293370" y="251774"/>
                </a:lnTo>
                <a:lnTo>
                  <a:pt x="293370" y="270720"/>
                </a:lnTo>
                <a:lnTo>
                  <a:pt x="293370" y="289665"/>
                </a:lnTo>
                <a:lnTo>
                  <a:pt x="293370" y="308610"/>
                </a:lnTo>
                <a:lnTo>
                  <a:pt x="293370" y="327555"/>
                </a:lnTo>
                <a:lnTo>
                  <a:pt x="293370" y="346500"/>
                </a:lnTo>
                <a:lnTo>
                  <a:pt x="293370" y="365446"/>
                </a:lnTo>
                <a:lnTo>
                  <a:pt x="293370" y="384391"/>
                </a:lnTo>
                <a:lnTo>
                  <a:pt x="293370" y="403336"/>
                </a:lnTo>
                <a:lnTo>
                  <a:pt x="293370" y="422281"/>
                </a:lnTo>
                <a:lnTo>
                  <a:pt x="293370" y="441227"/>
                </a:lnTo>
                <a:lnTo>
                  <a:pt x="293370" y="460172"/>
                </a:lnTo>
                <a:lnTo>
                  <a:pt x="293370" y="479117"/>
                </a:lnTo>
                <a:lnTo>
                  <a:pt x="287703" y="494567"/>
                </a:lnTo>
                <a:lnTo>
                  <a:pt x="270777" y="503082"/>
                </a:lnTo>
                <a:lnTo>
                  <a:pt x="253851" y="511597"/>
                </a:lnTo>
                <a:lnTo>
                  <a:pt x="236925" y="520113"/>
                </a:lnTo>
                <a:lnTo>
                  <a:pt x="220008" y="528638"/>
                </a:lnTo>
                <a:lnTo>
                  <a:pt x="203083" y="537153"/>
                </a:lnTo>
                <a:lnTo>
                  <a:pt x="186157" y="545668"/>
                </a:lnTo>
                <a:lnTo>
                  <a:pt x="169231" y="554184"/>
                </a:lnTo>
                <a:lnTo>
                  <a:pt x="152314" y="562699"/>
                </a:lnTo>
                <a:lnTo>
                  <a:pt x="135388" y="571214"/>
                </a:lnTo>
                <a:lnTo>
                  <a:pt x="118462" y="579730"/>
                </a:lnTo>
                <a:lnTo>
                  <a:pt x="101537" y="588254"/>
                </a:lnTo>
                <a:lnTo>
                  <a:pt x="84620" y="596770"/>
                </a:lnTo>
                <a:lnTo>
                  <a:pt x="67694" y="605285"/>
                </a:lnTo>
                <a:lnTo>
                  <a:pt x="50768" y="613801"/>
                </a:lnTo>
                <a:lnTo>
                  <a:pt x="33842" y="622316"/>
                </a:lnTo>
                <a:lnTo>
                  <a:pt x="16926" y="630831"/>
                </a:lnTo>
                <a:lnTo>
                  <a:pt x="0" y="639347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EFCAE4FA-5AFC-4911-ADAD-4499B2C9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098" y="2459355"/>
            <a:ext cx="2392937" cy="147638"/>
          </a:xfrm>
          <a:custGeom xmlns:a="http://schemas.openxmlformats.org/drawingml/2006/main">
            <a:pathLst>
              <a:path w="2392937" h="147638">
                <a:moveTo>
                  <a:pt x="0" y="147638"/>
                </a:moveTo>
                <a:lnTo>
                  <a:pt x="20231" y="147638"/>
                </a:lnTo>
                <a:lnTo>
                  <a:pt x="40453" y="147638"/>
                </a:lnTo>
                <a:lnTo>
                  <a:pt x="60684" y="147638"/>
                </a:lnTo>
                <a:lnTo>
                  <a:pt x="80915" y="147638"/>
                </a:lnTo>
                <a:lnTo>
                  <a:pt x="101146" y="147638"/>
                </a:lnTo>
                <a:lnTo>
                  <a:pt x="121377" y="147638"/>
                </a:lnTo>
                <a:lnTo>
                  <a:pt x="141599" y="147638"/>
                </a:lnTo>
                <a:lnTo>
                  <a:pt x="161830" y="147638"/>
                </a:lnTo>
                <a:lnTo>
                  <a:pt x="182061" y="147638"/>
                </a:lnTo>
                <a:lnTo>
                  <a:pt x="202292" y="147638"/>
                </a:lnTo>
                <a:lnTo>
                  <a:pt x="222514" y="147638"/>
                </a:lnTo>
                <a:lnTo>
                  <a:pt x="242745" y="147638"/>
                </a:lnTo>
                <a:lnTo>
                  <a:pt x="262976" y="147638"/>
                </a:lnTo>
                <a:lnTo>
                  <a:pt x="283207" y="147638"/>
                </a:lnTo>
                <a:lnTo>
                  <a:pt x="303428" y="147638"/>
                </a:lnTo>
                <a:lnTo>
                  <a:pt x="323659" y="147638"/>
                </a:lnTo>
                <a:lnTo>
                  <a:pt x="343891" y="147638"/>
                </a:lnTo>
                <a:lnTo>
                  <a:pt x="364122" y="147638"/>
                </a:lnTo>
                <a:lnTo>
                  <a:pt x="384343" y="147638"/>
                </a:lnTo>
                <a:lnTo>
                  <a:pt x="404574" y="147638"/>
                </a:lnTo>
                <a:lnTo>
                  <a:pt x="424805" y="147638"/>
                </a:lnTo>
                <a:lnTo>
                  <a:pt x="445037" y="147638"/>
                </a:lnTo>
                <a:lnTo>
                  <a:pt x="465258" y="147638"/>
                </a:lnTo>
                <a:lnTo>
                  <a:pt x="485489" y="147638"/>
                </a:lnTo>
                <a:lnTo>
                  <a:pt x="505720" y="147638"/>
                </a:lnTo>
                <a:lnTo>
                  <a:pt x="525951" y="147638"/>
                </a:lnTo>
                <a:lnTo>
                  <a:pt x="546173" y="147638"/>
                </a:lnTo>
                <a:lnTo>
                  <a:pt x="566404" y="147638"/>
                </a:lnTo>
                <a:lnTo>
                  <a:pt x="586635" y="147638"/>
                </a:lnTo>
                <a:lnTo>
                  <a:pt x="606866" y="147638"/>
                </a:lnTo>
                <a:lnTo>
                  <a:pt x="627097" y="147638"/>
                </a:lnTo>
                <a:lnTo>
                  <a:pt x="647319" y="147638"/>
                </a:lnTo>
                <a:lnTo>
                  <a:pt x="667550" y="147638"/>
                </a:lnTo>
                <a:lnTo>
                  <a:pt x="687781" y="147638"/>
                </a:lnTo>
                <a:lnTo>
                  <a:pt x="708012" y="147638"/>
                </a:lnTo>
                <a:lnTo>
                  <a:pt x="728234" y="147638"/>
                </a:lnTo>
                <a:lnTo>
                  <a:pt x="748465" y="147638"/>
                </a:lnTo>
                <a:lnTo>
                  <a:pt x="768696" y="147638"/>
                </a:lnTo>
                <a:lnTo>
                  <a:pt x="788927" y="147638"/>
                </a:lnTo>
                <a:lnTo>
                  <a:pt x="809149" y="147638"/>
                </a:lnTo>
                <a:lnTo>
                  <a:pt x="829380" y="147638"/>
                </a:lnTo>
                <a:lnTo>
                  <a:pt x="849611" y="147638"/>
                </a:lnTo>
                <a:lnTo>
                  <a:pt x="869842" y="147638"/>
                </a:lnTo>
                <a:lnTo>
                  <a:pt x="890064" y="147638"/>
                </a:lnTo>
                <a:lnTo>
                  <a:pt x="910295" y="147638"/>
                </a:lnTo>
                <a:lnTo>
                  <a:pt x="930526" y="147638"/>
                </a:lnTo>
                <a:lnTo>
                  <a:pt x="950757" y="147638"/>
                </a:lnTo>
                <a:lnTo>
                  <a:pt x="970979" y="147638"/>
                </a:lnTo>
                <a:lnTo>
                  <a:pt x="991210" y="147638"/>
                </a:lnTo>
                <a:lnTo>
                  <a:pt x="1011441" y="147638"/>
                </a:lnTo>
                <a:lnTo>
                  <a:pt x="1031672" y="147638"/>
                </a:lnTo>
                <a:lnTo>
                  <a:pt x="1051903" y="147638"/>
                </a:lnTo>
                <a:lnTo>
                  <a:pt x="1072124" y="147638"/>
                </a:lnTo>
                <a:lnTo>
                  <a:pt x="1092356" y="147638"/>
                </a:lnTo>
                <a:lnTo>
                  <a:pt x="1112587" y="147638"/>
                </a:lnTo>
                <a:lnTo>
                  <a:pt x="1132818" y="147638"/>
                </a:lnTo>
                <a:lnTo>
                  <a:pt x="1153039" y="147638"/>
                </a:lnTo>
                <a:lnTo>
                  <a:pt x="1173270" y="147638"/>
                </a:lnTo>
                <a:lnTo>
                  <a:pt x="1193502" y="147638"/>
                </a:lnTo>
                <a:lnTo>
                  <a:pt x="1213733" y="147638"/>
                </a:lnTo>
                <a:lnTo>
                  <a:pt x="1233954" y="147638"/>
                </a:lnTo>
                <a:lnTo>
                  <a:pt x="1254185" y="147638"/>
                </a:lnTo>
                <a:lnTo>
                  <a:pt x="1274416" y="147638"/>
                </a:lnTo>
                <a:lnTo>
                  <a:pt x="1294648" y="147638"/>
                </a:lnTo>
                <a:lnTo>
                  <a:pt x="1314869" y="147638"/>
                </a:lnTo>
                <a:lnTo>
                  <a:pt x="1335100" y="147638"/>
                </a:lnTo>
                <a:lnTo>
                  <a:pt x="1355331" y="147638"/>
                </a:lnTo>
                <a:lnTo>
                  <a:pt x="1375562" y="147638"/>
                </a:lnTo>
                <a:lnTo>
                  <a:pt x="1395784" y="147638"/>
                </a:lnTo>
                <a:lnTo>
                  <a:pt x="1416015" y="147638"/>
                </a:lnTo>
                <a:lnTo>
                  <a:pt x="1436246" y="147638"/>
                </a:lnTo>
                <a:lnTo>
                  <a:pt x="1456477" y="147638"/>
                </a:lnTo>
                <a:lnTo>
                  <a:pt x="1476699" y="147638"/>
                </a:lnTo>
                <a:lnTo>
                  <a:pt x="1496930" y="147638"/>
                </a:lnTo>
                <a:lnTo>
                  <a:pt x="1517161" y="147638"/>
                </a:lnTo>
                <a:lnTo>
                  <a:pt x="1537392" y="147638"/>
                </a:lnTo>
                <a:lnTo>
                  <a:pt x="1557623" y="147638"/>
                </a:lnTo>
                <a:lnTo>
                  <a:pt x="1577845" y="147638"/>
                </a:lnTo>
                <a:lnTo>
                  <a:pt x="1598076" y="147638"/>
                </a:lnTo>
                <a:lnTo>
                  <a:pt x="1618307" y="147638"/>
                </a:lnTo>
                <a:lnTo>
                  <a:pt x="1638538" y="147638"/>
                </a:lnTo>
                <a:lnTo>
                  <a:pt x="1658760" y="147638"/>
                </a:lnTo>
                <a:lnTo>
                  <a:pt x="1678991" y="147638"/>
                </a:lnTo>
                <a:lnTo>
                  <a:pt x="1699222" y="147638"/>
                </a:lnTo>
                <a:lnTo>
                  <a:pt x="1719453" y="147638"/>
                </a:lnTo>
                <a:lnTo>
                  <a:pt x="1739675" y="147638"/>
                </a:lnTo>
                <a:lnTo>
                  <a:pt x="1759906" y="147638"/>
                </a:lnTo>
                <a:lnTo>
                  <a:pt x="1780137" y="147638"/>
                </a:lnTo>
                <a:lnTo>
                  <a:pt x="1800368" y="147638"/>
                </a:lnTo>
                <a:lnTo>
                  <a:pt x="1820589" y="147638"/>
                </a:lnTo>
                <a:lnTo>
                  <a:pt x="1840821" y="147638"/>
                </a:lnTo>
                <a:lnTo>
                  <a:pt x="1861052" y="147638"/>
                </a:lnTo>
                <a:lnTo>
                  <a:pt x="1881283" y="147638"/>
                </a:lnTo>
                <a:lnTo>
                  <a:pt x="1901504" y="147638"/>
                </a:lnTo>
                <a:lnTo>
                  <a:pt x="1921735" y="147638"/>
                </a:lnTo>
                <a:lnTo>
                  <a:pt x="1941967" y="147638"/>
                </a:lnTo>
                <a:lnTo>
                  <a:pt x="1962198" y="147638"/>
                </a:lnTo>
                <a:lnTo>
                  <a:pt x="1982419" y="147638"/>
                </a:lnTo>
                <a:lnTo>
                  <a:pt x="2002650" y="147638"/>
                </a:lnTo>
                <a:lnTo>
                  <a:pt x="2022881" y="147638"/>
                </a:lnTo>
                <a:lnTo>
                  <a:pt x="2043113" y="147638"/>
                </a:lnTo>
                <a:lnTo>
                  <a:pt x="2063344" y="147638"/>
                </a:lnTo>
                <a:lnTo>
                  <a:pt x="2083565" y="147638"/>
                </a:lnTo>
                <a:lnTo>
                  <a:pt x="2103796" y="147638"/>
                </a:lnTo>
                <a:lnTo>
                  <a:pt x="2121894" y="138665"/>
                </a:lnTo>
                <a:lnTo>
                  <a:pt x="2139963" y="129578"/>
                </a:lnTo>
                <a:lnTo>
                  <a:pt x="2158032" y="120482"/>
                </a:lnTo>
                <a:lnTo>
                  <a:pt x="2176101" y="111385"/>
                </a:lnTo>
                <a:lnTo>
                  <a:pt x="2194169" y="102299"/>
                </a:lnTo>
                <a:lnTo>
                  <a:pt x="2212248" y="93202"/>
                </a:lnTo>
                <a:lnTo>
                  <a:pt x="2230317" y="84106"/>
                </a:lnTo>
                <a:lnTo>
                  <a:pt x="2248386" y="75009"/>
                </a:lnTo>
                <a:lnTo>
                  <a:pt x="2266455" y="65923"/>
                </a:lnTo>
                <a:lnTo>
                  <a:pt x="2284524" y="56826"/>
                </a:lnTo>
                <a:lnTo>
                  <a:pt x="2302593" y="47730"/>
                </a:lnTo>
                <a:lnTo>
                  <a:pt x="2320661" y="38643"/>
                </a:lnTo>
                <a:lnTo>
                  <a:pt x="2338730" y="29547"/>
                </a:lnTo>
                <a:lnTo>
                  <a:pt x="2356799" y="20450"/>
                </a:lnTo>
                <a:lnTo>
                  <a:pt x="2374868" y="11363"/>
                </a:lnTo>
                <a:lnTo>
                  <a:pt x="2392937" y="2267"/>
                </a:lnTo>
                <a:lnTo>
                  <a:pt x="2382250" y="0"/>
                </a:lnTo>
                <a:lnTo>
                  <a:pt x="2362019" y="0"/>
                </a:lnTo>
                <a:lnTo>
                  <a:pt x="2341797" y="0"/>
                </a:lnTo>
                <a:lnTo>
                  <a:pt x="2321566" y="0"/>
                </a:lnTo>
                <a:lnTo>
                  <a:pt x="2301335" y="0"/>
                </a:lnTo>
                <a:lnTo>
                  <a:pt x="2281104" y="0"/>
                </a:lnTo>
                <a:lnTo>
                  <a:pt x="2260883" y="0"/>
                </a:lnTo>
                <a:lnTo>
                  <a:pt x="2240651" y="0"/>
                </a:lnTo>
                <a:lnTo>
                  <a:pt x="2220420" y="0"/>
                </a:lnTo>
                <a:lnTo>
                  <a:pt x="2200189" y="0"/>
                </a:lnTo>
                <a:lnTo>
                  <a:pt x="2179968" y="0"/>
                </a:lnTo>
                <a:lnTo>
                  <a:pt x="2159737" y="0"/>
                </a:lnTo>
                <a:lnTo>
                  <a:pt x="2139506" y="0"/>
                </a:lnTo>
                <a:lnTo>
                  <a:pt x="2119274" y="0"/>
                </a:lnTo>
                <a:lnTo>
                  <a:pt x="2099053" y="0"/>
                </a:lnTo>
                <a:lnTo>
                  <a:pt x="2078822" y="0"/>
                </a:lnTo>
                <a:lnTo>
                  <a:pt x="2058591" y="0"/>
                </a:lnTo>
                <a:lnTo>
                  <a:pt x="2038360" y="0"/>
                </a:lnTo>
                <a:lnTo>
                  <a:pt x="2018138" y="0"/>
                </a:lnTo>
                <a:lnTo>
                  <a:pt x="1997907" y="0"/>
                </a:lnTo>
                <a:lnTo>
                  <a:pt x="1977676" y="0"/>
                </a:lnTo>
                <a:lnTo>
                  <a:pt x="1957445" y="0"/>
                </a:lnTo>
                <a:lnTo>
                  <a:pt x="1937223" y="0"/>
                </a:lnTo>
                <a:lnTo>
                  <a:pt x="1916992" y="0"/>
                </a:lnTo>
                <a:lnTo>
                  <a:pt x="1896761" y="0"/>
                </a:lnTo>
                <a:lnTo>
                  <a:pt x="1876530" y="0"/>
                </a:lnTo>
                <a:lnTo>
                  <a:pt x="1856299" y="0"/>
                </a:lnTo>
                <a:lnTo>
                  <a:pt x="1836077" y="0"/>
                </a:lnTo>
                <a:lnTo>
                  <a:pt x="1815846" y="0"/>
                </a:lnTo>
                <a:lnTo>
                  <a:pt x="1795615" y="0"/>
                </a:lnTo>
                <a:lnTo>
                  <a:pt x="1775384" y="0"/>
                </a:lnTo>
                <a:lnTo>
                  <a:pt x="1755162" y="0"/>
                </a:lnTo>
                <a:lnTo>
                  <a:pt x="1734931" y="0"/>
                </a:lnTo>
                <a:lnTo>
                  <a:pt x="1714700" y="0"/>
                </a:lnTo>
                <a:lnTo>
                  <a:pt x="1694469" y="0"/>
                </a:lnTo>
                <a:lnTo>
                  <a:pt x="1674247" y="0"/>
                </a:lnTo>
                <a:lnTo>
                  <a:pt x="1654016" y="0"/>
                </a:lnTo>
                <a:lnTo>
                  <a:pt x="1633785" y="0"/>
                </a:lnTo>
                <a:lnTo>
                  <a:pt x="1613554" y="0"/>
                </a:lnTo>
                <a:lnTo>
                  <a:pt x="1593332" y="0"/>
                </a:lnTo>
                <a:lnTo>
                  <a:pt x="1573101" y="0"/>
                </a:lnTo>
                <a:lnTo>
                  <a:pt x="1552870" y="0"/>
                </a:lnTo>
                <a:lnTo>
                  <a:pt x="1532639" y="0"/>
                </a:lnTo>
                <a:lnTo>
                  <a:pt x="1512418" y="0"/>
                </a:lnTo>
                <a:lnTo>
                  <a:pt x="1492187" y="0"/>
                </a:lnTo>
                <a:lnTo>
                  <a:pt x="1471955" y="0"/>
                </a:lnTo>
                <a:lnTo>
                  <a:pt x="1451724" y="0"/>
                </a:lnTo>
                <a:lnTo>
                  <a:pt x="1431503" y="0"/>
                </a:lnTo>
                <a:lnTo>
                  <a:pt x="1411272" y="0"/>
                </a:lnTo>
                <a:lnTo>
                  <a:pt x="1391041" y="0"/>
                </a:lnTo>
                <a:lnTo>
                  <a:pt x="1370809" y="0"/>
                </a:lnTo>
                <a:lnTo>
                  <a:pt x="1350578" y="0"/>
                </a:lnTo>
                <a:lnTo>
                  <a:pt x="1330357" y="0"/>
                </a:lnTo>
                <a:lnTo>
                  <a:pt x="1310126" y="0"/>
                </a:lnTo>
                <a:lnTo>
                  <a:pt x="1289895" y="0"/>
                </a:lnTo>
                <a:lnTo>
                  <a:pt x="1269663" y="0"/>
                </a:lnTo>
                <a:lnTo>
                  <a:pt x="1249442" y="0"/>
                </a:lnTo>
                <a:lnTo>
                  <a:pt x="1229211" y="0"/>
                </a:lnTo>
                <a:lnTo>
                  <a:pt x="1208980" y="0"/>
                </a:lnTo>
                <a:lnTo>
                  <a:pt x="1188749" y="0"/>
                </a:lnTo>
                <a:lnTo>
                  <a:pt x="1168527" y="0"/>
                </a:lnTo>
                <a:lnTo>
                  <a:pt x="1148296" y="0"/>
                </a:lnTo>
                <a:lnTo>
                  <a:pt x="1128065" y="0"/>
                </a:lnTo>
                <a:lnTo>
                  <a:pt x="1107834" y="0"/>
                </a:lnTo>
                <a:lnTo>
                  <a:pt x="1087612" y="0"/>
                </a:lnTo>
                <a:lnTo>
                  <a:pt x="1067381" y="0"/>
                </a:lnTo>
                <a:lnTo>
                  <a:pt x="1047150" y="0"/>
                </a:lnTo>
                <a:lnTo>
                  <a:pt x="1026919" y="0"/>
                </a:lnTo>
                <a:lnTo>
                  <a:pt x="1006697" y="0"/>
                </a:lnTo>
                <a:lnTo>
                  <a:pt x="986466" y="0"/>
                </a:lnTo>
                <a:lnTo>
                  <a:pt x="966235" y="0"/>
                </a:lnTo>
                <a:lnTo>
                  <a:pt x="946004" y="0"/>
                </a:lnTo>
                <a:lnTo>
                  <a:pt x="925782" y="0"/>
                </a:lnTo>
                <a:lnTo>
                  <a:pt x="905551" y="0"/>
                </a:lnTo>
                <a:lnTo>
                  <a:pt x="885320" y="0"/>
                </a:lnTo>
                <a:lnTo>
                  <a:pt x="865089" y="0"/>
                </a:lnTo>
                <a:lnTo>
                  <a:pt x="844858" y="0"/>
                </a:lnTo>
                <a:lnTo>
                  <a:pt x="824636" y="0"/>
                </a:lnTo>
                <a:lnTo>
                  <a:pt x="804405" y="0"/>
                </a:lnTo>
                <a:lnTo>
                  <a:pt x="784174" y="0"/>
                </a:lnTo>
                <a:lnTo>
                  <a:pt x="763943" y="0"/>
                </a:lnTo>
                <a:lnTo>
                  <a:pt x="743722" y="0"/>
                </a:lnTo>
                <a:lnTo>
                  <a:pt x="723490" y="0"/>
                </a:lnTo>
                <a:lnTo>
                  <a:pt x="703259" y="0"/>
                </a:lnTo>
                <a:lnTo>
                  <a:pt x="683028" y="0"/>
                </a:lnTo>
                <a:lnTo>
                  <a:pt x="662807" y="0"/>
                </a:lnTo>
                <a:lnTo>
                  <a:pt x="642576" y="0"/>
                </a:lnTo>
                <a:lnTo>
                  <a:pt x="622344" y="0"/>
                </a:lnTo>
                <a:lnTo>
                  <a:pt x="602113" y="0"/>
                </a:lnTo>
                <a:lnTo>
                  <a:pt x="581892" y="0"/>
                </a:lnTo>
                <a:lnTo>
                  <a:pt x="561661" y="0"/>
                </a:lnTo>
                <a:lnTo>
                  <a:pt x="541430" y="0"/>
                </a:lnTo>
                <a:lnTo>
                  <a:pt x="521198" y="0"/>
                </a:lnTo>
                <a:lnTo>
                  <a:pt x="500977" y="0"/>
                </a:lnTo>
                <a:lnTo>
                  <a:pt x="480746" y="0"/>
                </a:lnTo>
                <a:lnTo>
                  <a:pt x="460515" y="0"/>
                </a:lnTo>
                <a:lnTo>
                  <a:pt x="440284" y="0"/>
                </a:lnTo>
                <a:lnTo>
                  <a:pt x="420272" y="1248"/>
                </a:lnTo>
                <a:lnTo>
                  <a:pt x="401164" y="7906"/>
                </a:lnTo>
                <a:lnTo>
                  <a:pt x="382067" y="14564"/>
                </a:lnTo>
                <a:lnTo>
                  <a:pt x="362960" y="21212"/>
                </a:lnTo>
                <a:lnTo>
                  <a:pt x="343853" y="27870"/>
                </a:lnTo>
                <a:lnTo>
                  <a:pt x="324755" y="34519"/>
                </a:lnTo>
                <a:lnTo>
                  <a:pt x="305648" y="41177"/>
                </a:lnTo>
                <a:lnTo>
                  <a:pt x="286550" y="47825"/>
                </a:lnTo>
                <a:lnTo>
                  <a:pt x="267443" y="54483"/>
                </a:lnTo>
                <a:lnTo>
                  <a:pt x="248345" y="61141"/>
                </a:lnTo>
                <a:lnTo>
                  <a:pt x="229238" y="67789"/>
                </a:lnTo>
                <a:lnTo>
                  <a:pt x="210131" y="74447"/>
                </a:lnTo>
                <a:lnTo>
                  <a:pt x="191033" y="81096"/>
                </a:lnTo>
                <a:lnTo>
                  <a:pt x="171926" y="87754"/>
                </a:lnTo>
                <a:lnTo>
                  <a:pt x="152829" y="94402"/>
                </a:lnTo>
                <a:lnTo>
                  <a:pt x="133721" y="101060"/>
                </a:lnTo>
                <a:lnTo>
                  <a:pt x="114614" y="107718"/>
                </a:lnTo>
                <a:lnTo>
                  <a:pt x="95517" y="114367"/>
                </a:lnTo>
                <a:lnTo>
                  <a:pt x="76410" y="121025"/>
                </a:lnTo>
                <a:lnTo>
                  <a:pt x="57312" y="127673"/>
                </a:lnTo>
                <a:lnTo>
                  <a:pt x="38205" y="134331"/>
                </a:lnTo>
                <a:lnTo>
                  <a:pt x="19107" y="140980"/>
                </a:lnTo>
                <a:lnTo>
                  <a:pt x="0" y="147638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5B17032A-054B-40BD-8B0B-1BA3B58A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4588" y="2459355"/>
            <a:ext cx="2183130" cy="147638"/>
          </a:xfrm>
          <a:custGeom xmlns:a="http://schemas.openxmlformats.org/drawingml/2006/main">
            <a:pathLst>
              <a:path w="2183130" h="147638">
                <a:moveTo>
                  <a:pt x="0" y="147638"/>
                </a:moveTo>
                <a:lnTo>
                  <a:pt x="18955" y="147638"/>
                </a:lnTo>
                <a:lnTo>
                  <a:pt x="37910" y="147638"/>
                </a:lnTo>
                <a:lnTo>
                  <a:pt x="56855" y="147638"/>
                </a:lnTo>
                <a:lnTo>
                  <a:pt x="75809" y="147638"/>
                </a:lnTo>
                <a:lnTo>
                  <a:pt x="94764" y="147638"/>
                </a:lnTo>
                <a:lnTo>
                  <a:pt x="113719" y="147638"/>
                </a:lnTo>
                <a:lnTo>
                  <a:pt x="132674" y="147638"/>
                </a:lnTo>
                <a:lnTo>
                  <a:pt x="151619" y="147638"/>
                </a:lnTo>
                <a:lnTo>
                  <a:pt x="170574" y="147638"/>
                </a:lnTo>
                <a:lnTo>
                  <a:pt x="189528" y="147638"/>
                </a:lnTo>
                <a:lnTo>
                  <a:pt x="208483" y="147638"/>
                </a:lnTo>
                <a:lnTo>
                  <a:pt x="227438" y="147638"/>
                </a:lnTo>
                <a:lnTo>
                  <a:pt x="246383" y="147638"/>
                </a:lnTo>
                <a:lnTo>
                  <a:pt x="265338" y="147638"/>
                </a:lnTo>
                <a:lnTo>
                  <a:pt x="284293" y="147638"/>
                </a:lnTo>
                <a:lnTo>
                  <a:pt x="303247" y="147638"/>
                </a:lnTo>
                <a:lnTo>
                  <a:pt x="322202" y="147638"/>
                </a:lnTo>
                <a:lnTo>
                  <a:pt x="341147" y="147638"/>
                </a:lnTo>
                <a:lnTo>
                  <a:pt x="360102" y="147638"/>
                </a:lnTo>
                <a:lnTo>
                  <a:pt x="379057" y="147638"/>
                </a:lnTo>
                <a:lnTo>
                  <a:pt x="398012" y="147638"/>
                </a:lnTo>
                <a:lnTo>
                  <a:pt x="416966" y="147638"/>
                </a:lnTo>
                <a:lnTo>
                  <a:pt x="435921" y="147638"/>
                </a:lnTo>
                <a:lnTo>
                  <a:pt x="454866" y="147638"/>
                </a:lnTo>
                <a:lnTo>
                  <a:pt x="473821" y="147638"/>
                </a:lnTo>
                <a:lnTo>
                  <a:pt x="492776" y="147638"/>
                </a:lnTo>
                <a:lnTo>
                  <a:pt x="511731" y="147638"/>
                </a:lnTo>
                <a:lnTo>
                  <a:pt x="530676" y="147638"/>
                </a:lnTo>
                <a:lnTo>
                  <a:pt x="549631" y="147638"/>
                </a:lnTo>
                <a:lnTo>
                  <a:pt x="568585" y="147638"/>
                </a:lnTo>
                <a:lnTo>
                  <a:pt x="587540" y="147638"/>
                </a:lnTo>
                <a:lnTo>
                  <a:pt x="606495" y="147638"/>
                </a:lnTo>
                <a:lnTo>
                  <a:pt x="625450" y="147638"/>
                </a:lnTo>
                <a:lnTo>
                  <a:pt x="644395" y="147638"/>
                </a:lnTo>
                <a:lnTo>
                  <a:pt x="663350" y="147638"/>
                </a:lnTo>
                <a:lnTo>
                  <a:pt x="682304" y="147638"/>
                </a:lnTo>
                <a:lnTo>
                  <a:pt x="701259" y="147638"/>
                </a:lnTo>
                <a:lnTo>
                  <a:pt x="720214" y="147638"/>
                </a:lnTo>
                <a:lnTo>
                  <a:pt x="739159" y="147638"/>
                </a:lnTo>
                <a:lnTo>
                  <a:pt x="758114" y="147638"/>
                </a:lnTo>
                <a:lnTo>
                  <a:pt x="777069" y="147638"/>
                </a:lnTo>
                <a:lnTo>
                  <a:pt x="796023" y="147638"/>
                </a:lnTo>
                <a:lnTo>
                  <a:pt x="814978" y="147638"/>
                </a:lnTo>
                <a:lnTo>
                  <a:pt x="833923" y="147638"/>
                </a:lnTo>
                <a:lnTo>
                  <a:pt x="852878" y="147638"/>
                </a:lnTo>
                <a:lnTo>
                  <a:pt x="871833" y="147638"/>
                </a:lnTo>
                <a:lnTo>
                  <a:pt x="890788" y="147638"/>
                </a:lnTo>
                <a:lnTo>
                  <a:pt x="909742" y="147638"/>
                </a:lnTo>
                <a:lnTo>
                  <a:pt x="928688" y="147638"/>
                </a:lnTo>
                <a:lnTo>
                  <a:pt x="947642" y="147638"/>
                </a:lnTo>
                <a:lnTo>
                  <a:pt x="966597" y="147638"/>
                </a:lnTo>
                <a:lnTo>
                  <a:pt x="985552" y="147638"/>
                </a:lnTo>
                <a:lnTo>
                  <a:pt x="1004506" y="147638"/>
                </a:lnTo>
                <a:lnTo>
                  <a:pt x="1023452" y="147638"/>
                </a:lnTo>
                <a:lnTo>
                  <a:pt x="1042406" y="147638"/>
                </a:lnTo>
                <a:lnTo>
                  <a:pt x="1061361" y="147638"/>
                </a:lnTo>
                <a:lnTo>
                  <a:pt x="1080316" y="147638"/>
                </a:lnTo>
                <a:lnTo>
                  <a:pt x="1099271" y="147638"/>
                </a:lnTo>
                <a:lnTo>
                  <a:pt x="1118216" y="147638"/>
                </a:lnTo>
                <a:lnTo>
                  <a:pt x="1137171" y="147638"/>
                </a:lnTo>
                <a:lnTo>
                  <a:pt x="1156125" y="147638"/>
                </a:lnTo>
                <a:lnTo>
                  <a:pt x="1175080" y="147638"/>
                </a:lnTo>
                <a:lnTo>
                  <a:pt x="1194035" y="147638"/>
                </a:lnTo>
                <a:lnTo>
                  <a:pt x="1212980" y="147638"/>
                </a:lnTo>
                <a:lnTo>
                  <a:pt x="1231935" y="147638"/>
                </a:lnTo>
                <a:lnTo>
                  <a:pt x="1250890" y="147638"/>
                </a:lnTo>
                <a:lnTo>
                  <a:pt x="1269844" y="147638"/>
                </a:lnTo>
                <a:lnTo>
                  <a:pt x="1288799" y="147638"/>
                </a:lnTo>
                <a:lnTo>
                  <a:pt x="1307744" y="147638"/>
                </a:lnTo>
                <a:lnTo>
                  <a:pt x="1326699" y="147638"/>
                </a:lnTo>
                <a:lnTo>
                  <a:pt x="1345654" y="147638"/>
                </a:lnTo>
                <a:lnTo>
                  <a:pt x="1364609" y="147638"/>
                </a:lnTo>
                <a:lnTo>
                  <a:pt x="1383563" y="147638"/>
                </a:lnTo>
                <a:lnTo>
                  <a:pt x="1402509" y="147638"/>
                </a:lnTo>
                <a:lnTo>
                  <a:pt x="1421463" y="147638"/>
                </a:lnTo>
                <a:lnTo>
                  <a:pt x="1440418" y="147638"/>
                </a:lnTo>
                <a:lnTo>
                  <a:pt x="1459373" y="147638"/>
                </a:lnTo>
                <a:lnTo>
                  <a:pt x="1478328" y="147638"/>
                </a:lnTo>
                <a:lnTo>
                  <a:pt x="1497273" y="147638"/>
                </a:lnTo>
                <a:lnTo>
                  <a:pt x="1516228" y="147638"/>
                </a:lnTo>
                <a:lnTo>
                  <a:pt x="1535182" y="147638"/>
                </a:lnTo>
                <a:lnTo>
                  <a:pt x="1554137" y="147638"/>
                </a:lnTo>
                <a:lnTo>
                  <a:pt x="1573092" y="147638"/>
                </a:lnTo>
                <a:lnTo>
                  <a:pt x="1592037" y="147638"/>
                </a:lnTo>
                <a:lnTo>
                  <a:pt x="1610992" y="147638"/>
                </a:lnTo>
                <a:lnTo>
                  <a:pt x="1629947" y="147638"/>
                </a:lnTo>
                <a:lnTo>
                  <a:pt x="1648901" y="147638"/>
                </a:lnTo>
                <a:lnTo>
                  <a:pt x="1667856" y="147638"/>
                </a:lnTo>
                <a:lnTo>
                  <a:pt x="1686811" y="147638"/>
                </a:lnTo>
                <a:lnTo>
                  <a:pt x="1705756" y="147638"/>
                </a:lnTo>
                <a:lnTo>
                  <a:pt x="1724711" y="147638"/>
                </a:lnTo>
                <a:lnTo>
                  <a:pt x="1743666" y="147638"/>
                </a:lnTo>
                <a:lnTo>
                  <a:pt x="1762620" y="147638"/>
                </a:lnTo>
                <a:lnTo>
                  <a:pt x="1781575" y="147638"/>
                </a:lnTo>
                <a:lnTo>
                  <a:pt x="1800520" y="147638"/>
                </a:lnTo>
                <a:lnTo>
                  <a:pt x="1819475" y="147638"/>
                </a:lnTo>
                <a:lnTo>
                  <a:pt x="1838430" y="147638"/>
                </a:lnTo>
                <a:lnTo>
                  <a:pt x="1857385" y="147638"/>
                </a:lnTo>
                <a:lnTo>
                  <a:pt x="1876339" y="147638"/>
                </a:lnTo>
                <a:lnTo>
                  <a:pt x="1894037" y="142256"/>
                </a:lnTo>
                <a:lnTo>
                  <a:pt x="1911039" y="133883"/>
                </a:lnTo>
                <a:lnTo>
                  <a:pt x="1928050" y="125520"/>
                </a:lnTo>
                <a:lnTo>
                  <a:pt x="1945053" y="117148"/>
                </a:lnTo>
                <a:lnTo>
                  <a:pt x="1962055" y="108785"/>
                </a:lnTo>
                <a:lnTo>
                  <a:pt x="1979066" y="100413"/>
                </a:lnTo>
                <a:lnTo>
                  <a:pt x="1996069" y="92050"/>
                </a:lnTo>
                <a:lnTo>
                  <a:pt x="2013071" y="83677"/>
                </a:lnTo>
                <a:lnTo>
                  <a:pt x="2030082" y="75314"/>
                </a:lnTo>
                <a:lnTo>
                  <a:pt x="2047084" y="66942"/>
                </a:lnTo>
                <a:lnTo>
                  <a:pt x="2064087" y="58579"/>
                </a:lnTo>
                <a:lnTo>
                  <a:pt x="2081098" y="50206"/>
                </a:lnTo>
                <a:lnTo>
                  <a:pt x="2098100" y="41843"/>
                </a:lnTo>
                <a:lnTo>
                  <a:pt x="2115112" y="33471"/>
                </a:lnTo>
                <a:lnTo>
                  <a:pt x="2132114" y="25108"/>
                </a:lnTo>
                <a:lnTo>
                  <a:pt x="2149116" y="16735"/>
                </a:lnTo>
                <a:lnTo>
                  <a:pt x="2166128" y="8372"/>
                </a:lnTo>
                <a:lnTo>
                  <a:pt x="21831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EEEB7071-7273-4C70-B849-DB8E43BB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1783" y="2459355"/>
            <a:ext cx="17659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4C9B120E-3EDD-42CF-926E-CE9EF9B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2243" y="1968951"/>
            <a:ext cx="162878" cy="261757"/>
          </a:xfrm>
          <a:custGeom xmlns:a="http://schemas.openxmlformats.org/drawingml/2006/main">
            <a:pathLst>
              <a:path w="162878" h="261757">
                <a:moveTo>
                  <a:pt x="0" y="109404"/>
                </a:moveTo>
                <a:lnTo>
                  <a:pt x="0" y="128445"/>
                </a:lnTo>
                <a:lnTo>
                  <a:pt x="0" y="147485"/>
                </a:lnTo>
                <a:lnTo>
                  <a:pt x="0" y="166535"/>
                </a:lnTo>
                <a:lnTo>
                  <a:pt x="0" y="185576"/>
                </a:lnTo>
                <a:lnTo>
                  <a:pt x="0" y="204626"/>
                </a:lnTo>
                <a:lnTo>
                  <a:pt x="0" y="223666"/>
                </a:lnTo>
                <a:lnTo>
                  <a:pt x="0" y="242716"/>
                </a:lnTo>
                <a:lnTo>
                  <a:pt x="0" y="261757"/>
                </a:lnTo>
                <a:lnTo>
                  <a:pt x="14783" y="252384"/>
                </a:lnTo>
                <a:lnTo>
                  <a:pt x="30366" y="241440"/>
                </a:lnTo>
                <a:lnTo>
                  <a:pt x="45958" y="230505"/>
                </a:lnTo>
                <a:lnTo>
                  <a:pt x="61551" y="219561"/>
                </a:lnTo>
                <a:lnTo>
                  <a:pt x="77133" y="208626"/>
                </a:lnTo>
                <a:lnTo>
                  <a:pt x="92726" y="197682"/>
                </a:lnTo>
                <a:lnTo>
                  <a:pt x="108318" y="186738"/>
                </a:lnTo>
                <a:lnTo>
                  <a:pt x="123901" y="175803"/>
                </a:lnTo>
                <a:lnTo>
                  <a:pt x="139494" y="164859"/>
                </a:lnTo>
                <a:lnTo>
                  <a:pt x="155086" y="153924"/>
                </a:lnTo>
                <a:lnTo>
                  <a:pt x="162878" y="138932"/>
                </a:lnTo>
                <a:lnTo>
                  <a:pt x="162878" y="119882"/>
                </a:lnTo>
                <a:lnTo>
                  <a:pt x="162878" y="100841"/>
                </a:lnTo>
                <a:lnTo>
                  <a:pt x="162878" y="81791"/>
                </a:lnTo>
                <a:lnTo>
                  <a:pt x="162878" y="62751"/>
                </a:lnTo>
                <a:lnTo>
                  <a:pt x="162878" y="43701"/>
                </a:lnTo>
                <a:lnTo>
                  <a:pt x="162878" y="24660"/>
                </a:lnTo>
                <a:lnTo>
                  <a:pt x="162878" y="5610"/>
                </a:lnTo>
                <a:lnTo>
                  <a:pt x="155896" y="0"/>
                </a:lnTo>
                <a:lnTo>
                  <a:pt x="140303" y="10944"/>
                </a:lnTo>
                <a:lnTo>
                  <a:pt x="124720" y="21879"/>
                </a:lnTo>
                <a:lnTo>
                  <a:pt x="109128" y="32823"/>
                </a:lnTo>
                <a:lnTo>
                  <a:pt x="93536" y="43758"/>
                </a:lnTo>
                <a:lnTo>
                  <a:pt x="77943" y="54702"/>
                </a:lnTo>
                <a:lnTo>
                  <a:pt x="62360" y="65637"/>
                </a:lnTo>
                <a:lnTo>
                  <a:pt x="46768" y="76581"/>
                </a:lnTo>
                <a:lnTo>
                  <a:pt x="31175" y="87516"/>
                </a:lnTo>
                <a:lnTo>
                  <a:pt x="15592" y="98460"/>
                </a:lnTo>
                <a:lnTo>
                  <a:pt x="0" y="109404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0B9DAA77-77E5-4EBE-B9E6-143C6B3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8170" y="1964055"/>
            <a:ext cx="2260968" cy="114300"/>
          </a:xfrm>
          <a:custGeom xmlns:a="http://schemas.openxmlformats.org/drawingml/2006/main">
            <a:pathLst>
              <a:path w="2260968" h="114300">
                <a:moveTo>
                  <a:pt x="0" y="114300"/>
                </a:moveTo>
                <a:lnTo>
                  <a:pt x="19136" y="114300"/>
                </a:lnTo>
                <a:lnTo>
                  <a:pt x="38262" y="114300"/>
                </a:lnTo>
                <a:lnTo>
                  <a:pt x="57398" y="114300"/>
                </a:lnTo>
                <a:lnTo>
                  <a:pt x="76524" y="114300"/>
                </a:lnTo>
                <a:lnTo>
                  <a:pt x="95660" y="114300"/>
                </a:lnTo>
                <a:lnTo>
                  <a:pt x="114786" y="114300"/>
                </a:lnTo>
                <a:lnTo>
                  <a:pt x="133922" y="114300"/>
                </a:lnTo>
                <a:lnTo>
                  <a:pt x="153048" y="114300"/>
                </a:lnTo>
                <a:lnTo>
                  <a:pt x="172183" y="114300"/>
                </a:lnTo>
                <a:lnTo>
                  <a:pt x="191310" y="114300"/>
                </a:lnTo>
                <a:lnTo>
                  <a:pt x="210445" y="114300"/>
                </a:lnTo>
                <a:lnTo>
                  <a:pt x="229572" y="114300"/>
                </a:lnTo>
                <a:lnTo>
                  <a:pt x="248707" y="114300"/>
                </a:lnTo>
                <a:lnTo>
                  <a:pt x="267833" y="114300"/>
                </a:lnTo>
                <a:lnTo>
                  <a:pt x="286969" y="114300"/>
                </a:lnTo>
                <a:lnTo>
                  <a:pt x="306095" y="114300"/>
                </a:lnTo>
                <a:lnTo>
                  <a:pt x="325231" y="114300"/>
                </a:lnTo>
                <a:lnTo>
                  <a:pt x="344357" y="114300"/>
                </a:lnTo>
                <a:lnTo>
                  <a:pt x="363493" y="114300"/>
                </a:lnTo>
                <a:lnTo>
                  <a:pt x="382619" y="114300"/>
                </a:lnTo>
                <a:lnTo>
                  <a:pt x="401755" y="114300"/>
                </a:lnTo>
                <a:lnTo>
                  <a:pt x="420891" y="114300"/>
                </a:lnTo>
                <a:lnTo>
                  <a:pt x="440017" y="114300"/>
                </a:lnTo>
                <a:lnTo>
                  <a:pt x="459153" y="114300"/>
                </a:lnTo>
                <a:lnTo>
                  <a:pt x="478279" y="114300"/>
                </a:lnTo>
                <a:lnTo>
                  <a:pt x="497415" y="114300"/>
                </a:lnTo>
                <a:lnTo>
                  <a:pt x="516541" y="114300"/>
                </a:lnTo>
                <a:lnTo>
                  <a:pt x="535676" y="114300"/>
                </a:lnTo>
                <a:lnTo>
                  <a:pt x="554803" y="114300"/>
                </a:lnTo>
                <a:lnTo>
                  <a:pt x="573938" y="114300"/>
                </a:lnTo>
                <a:lnTo>
                  <a:pt x="593065" y="114300"/>
                </a:lnTo>
                <a:lnTo>
                  <a:pt x="612200" y="114300"/>
                </a:lnTo>
                <a:lnTo>
                  <a:pt x="631327" y="114300"/>
                </a:lnTo>
                <a:lnTo>
                  <a:pt x="650462" y="114300"/>
                </a:lnTo>
                <a:lnTo>
                  <a:pt x="669588" y="114300"/>
                </a:lnTo>
                <a:lnTo>
                  <a:pt x="688724" y="114300"/>
                </a:lnTo>
                <a:lnTo>
                  <a:pt x="707850" y="114300"/>
                </a:lnTo>
                <a:lnTo>
                  <a:pt x="726986" y="114300"/>
                </a:lnTo>
                <a:lnTo>
                  <a:pt x="746112" y="114300"/>
                </a:lnTo>
                <a:lnTo>
                  <a:pt x="765248" y="114300"/>
                </a:lnTo>
                <a:lnTo>
                  <a:pt x="784374" y="114300"/>
                </a:lnTo>
                <a:lnTo>
                  <a:pt x="803510" y="114300"/>
                </a:lnTo>
                <a:lnTo>
                  <a:pt x="822646" y="114300"/>
                </a:lnTo>
                <a:lnTo>
                  <a:pt x="841772" y="114300"/>
                </a:lnTo>
                <a:lnTo>
                  <a:pt x="860908" y="114300"/>
                </a:lnTo>
                <a:lnTo>
                  <a:pt x="880034" y="114300"/>
                </a:lnTo>
                <a:lnTo>
                  <a:pt x="899170" y="114300"/>
                </a:lnTo>
                <a:lnTo>
                  <a:pt x="918296" y="114300"/>
                </a:lnTo>
                <a:lnTo>
                  <a:pt x="937431" y="114300"/>
                </a:lnTo>
                <a:lnTo>
                  <a:pt x="956558" y="114300"/>
                </a:lnTo>
                <a:lnTo>
                  <a:pt x="975693" y="114300"/>
                </a:lnTo>
                <a:lnTo>
                  <a:pt x="994820" y="114300"/>
                </a:lnTo>
                <a:lnTo>
                  <a:pt x="1013955" y="114300"/>
                </a:lnTo>
                <a:lnTo>
                  <a:pt x="1033081" y="114300"/>
                </a:lnTo>
                <a:lnTo>
                  <a:pt x="1052217" y="114300"/>
                </a:lnTo>
                <a:lnTo>
                  <a:pt x="1071343" y="114300"/>
                </a:lnTo>
                <a:lnTo>
                  <a:pt x="1090479" y="114300"/>
                </a:lnTo>
                <a:lnTo>
                  <a:pt x="1109605" y="114300"/>
                </a:lnTo>
                <a:lnTo>
                  <a:pt x="1128741" y="114300"/>
                </a:lnTo>
                <a:lnTo>
                  <a:pt x="1147867" y="114300"/>
                </a:lnTo>
                <a:lnTo>
                  <a:pt x="1167003" y="114300"/>
                </a:lnTo>
                <a:lnTo>
                  <a:pt x="1186129" y="114300"/>
                </a:lnTo>
                <a:lnTo>
                  <a:pt x="1205265" y="114300"/>
                </a:lnTo>
                <a:lnTo>
                  <a:pt x="1224391" y="114300"/>
                </a:lnTo>
                <a:lnTo>
                  <a:pt x="1243527" y="114300"/>
                </a:lnTo>
                <a:lnTo>
                  <a:pt x="1262663" y="114300"/>
                </a:lnTo>
                <a:lnTo>
                  <a:pt x="1281789" y="114300"/>
                </a:lnTo>
                <a:lnTo>
                  <a:pt x="1300925" y="114300"/>
                </a:lnTo>
                <a:lnTo>
                  <a:pt x="1320051" y="114300"/>
                </a:lnTo>
                <a:lnTo>
                  <a:pt x="1339186" y="114300"/>
                </a:lnTo>
                <a:lnTo>
                  <a:pt x="1358313" y="114300"/>
                </a:lnTo>
                <a:lnTo>
                  <a:pt x="1377448" y="114300"/>
                </a:lnTo>
                <a:lnTo>
                  <a:pt x="1396575" y="114300"/>
                </a:lnTo>
                <a:lnTo>
                  <a:pt x="1415710" y="114300"/>
                </a:lnTo>
                <a:lnTo>
                  <a:pt x="1434836" y="114300"/>
                </a:lnTo>
                <a:lnTo>
                  <a:pt x="1453972" y="114300"/>
                </a:lnTo>
                <a:lnTo>
                  <a:pt x="1473098" y="114300"/>
                </a:lnTo>
                <a:lnTo>
                  <a:pt x="1492234" y="114300"/>
                </a:lnTo>
                <a:lnTo>
                  <a:pt x="1511360" y="114300"/>
                </a:lnTo>
                <a:lnTo>
                  <a:pt x="1530496" y="114300"/>
                </a:lnTo>
                <a:lnTo>
                  <a:pt x="1549622" y="114300"/>
                </a:lnTo>
                <a:lnTo>
                  <a:pt x="1568758" y="114300"/>
                </a:lnTo>
                <a:lnTo>
                  <a:pt x="1587884" y="114300"/>
                </a:lnTo>
                <a:lnTo>
                  <a:pt x="1607020" y="114300"/>
                </a:lnTo>
                <a:lnTo>
                  <a:pt x="1626146" y="114300"/>
                </a:lnTo>
                <a:lnTo>
                  <a:pt x="1645282" y="114300"/>
                </a:lnTo>
                <a:lnTo>
                  <a:pt x="1664418" y="114300"/>
                </a:lnTo>
                <a:lnTo>
                  <a:pt x="1683544" y="114300"/>
                </a:lnTo>
                <a:lnTo>
                  <a:pt x="1702679" y="114300"/>
                </a:lnTo>
                <a:lnTo>
                  <a:pt x="1721806" y="114300"/>
                </a:lnTo>
                <a:lnTo>
                  <a:pt x="1740941" y="114300"/>
                </a:lnTo>
                <a:lnTo>
                  <a:pt x="1760068" y="114300"/>
                </a:lnTo>
                <a:lnTo>
                  <a:pt x="1779203" y="114300"/>
                </a:lnTo>
                <a:lnTo>
                  <a:pt x="1798330" y="114300"/>
                </a:lnTo>
                <a:lnTo>
                  <a:pt x="1817465" y="114300"/>
                </a:lnTo>
                <a:lnTo>
                  <a:pt x="1836591" y="114300"/>
                </a:lnTo>
                <a:lnTo>
                  <a:pt x="1855727" y="114300"/>
                </a:lnTo>
                <a:lnTo>
                  <a:pt x="1874853" y="114300"/>
                </a:lnTo>
                <a:lnTo>
                  <a:pt x="1893989" y="114300"/>
                </a:lnTo>
                <a:lnTo>
                  <a:pt x="1913115" y="114300"/>
                </a:lnTo>
                <a:lnTo>
                  <a:pt x="1932251" y="114300"/>
                </a:lnTo>
                <a:lnTo>
                  <a:pt x="1951377" y="114300"/>
                </a:lnTo>
                <a:lnTo>
                  <a:pt x="1970513" y="114300"/>
                </a:lnTo>
                <a:lnTo>
                  <a:pt x="1989639" y="114300"/>
                </a:lnTo>
                <a:lnTo>
                  <a:pt x="2008775" y="114300"/>
                </a:lnTo>
                <a:lnTo>
                  <a:pt x="2027911" y="114300"/>
                </a:lnTo>
                <a:lnTo>
                  <a:pt x="2047037" y="114300"/>
                </a:lnTo>
                <a:lnTo>
                  <a:pt x="2066163" y="114300"/>
                </a:lnTo>
                <a:lnTo>
                  <a:pt x="2085299" y="114300"/>
                </a:lnTo>
                <a:lnTo>
                  <a:pt x="2104368" y="114090"/>
                </a:lnTo>
                <a:lnTo>
                  <a:pt x="2120027" y="103108"/>
                </a:lnTo>
                <a:lnTo>
                  <a:pt x="2135686" y="92116"/>
                </a:lnTo>
                <a:lnTo>
                  <a:pt x="2151345" y="81124"/>
                </a:lnTo>
                <a:lnTo>
                  <a:pt x="2167004" y="70133"/>
                </a:lnTo>
                <a:lnTo>
                  <a:pt x="2182663" y="59150"/>
                </a:lnTo>
                <a:lnTo>
                  <a:pt x="2198322" y="48158"/>
                </a:lnTo>
                <a:lnTo>
                  <a:pt x="2213981" y="37167"/>
                </a:lnTo>
                <a:lnTo>
                  <a:pt x="2229650" y="26175"/>
                </a:lnTo>
                <a:lnTo>
                  <a:pt x="2245309" y="15192"/>
                </a:lnTo>
                <a:lnTo>
                  <a:pt x="2260968" y="4201"/>
                </a:lnTo>
                <a:lnTo>
                  <a:pt x="2255129" y="0"/>
                </a:lnTo>
                <a:lnTo>
                  <a:pt x="2236003" y="0"/>
                </a:lnTo>
                <a:lnTo>
                  <a:pt x="2216868" y="0"/>
                </a:lnTo>
                <a:lnTo>
                  <a:pt x="2197741" y="0"/>
                </a:lnTo>
                <a:lnTo>
                  <a:pt x="2178606" y="0"/>
                </a:lnTo>
                <a:lnTo>
                  <a:pt x="2159479" y="0"/>
                </a:lnTo>
                <a:lnTo>
                  <a:pt x="2140344" y="0"/>
                </a:lnTo>
                <a:lnTo>
                  <a:pt x="2121218" y="0"/>
                </a:lnTo>
                <a:lnTo>
                  <a:pt x="2102082" y="0"/>
                </a:lnTo>
                <a:lnTo>
                  <a:pt x="2082946" y="0"/>
                </a:lnTo>
                <a:lnTo>
                  <a:pt x="2063820" y="0"/>
                </a:lnTo>
                <a:lnTo>
                  <a:pt x="2044684" y="0"/>
                </a:lnTo>
                <a:lnTo>
                  <a:pt x="2025558" y="0"/>
                </a:lnTo>
                <a:lnTo>
                  <a:pt x="2006422" y="0"/>
                </a:lnTo>
                <a:lnTo>
                  <a:pt x="1987296" y="0"/>
                </a:lnTo>
                <a:lnTo>
                  <a:pt x="1968160" y="0"/>
                </a:lnTo>
                <a:lnTo>
                  <a:pt x="1949034" y="0"/>
                </a:lnTo>
                <a:lnTo>
                  <a:pt x="1929898" y="0"/>
                </a:lnTo>
                <a:lnTo>
                  <a:pt x="1910772" y="0"/>
                </a:lnTo>
                <a:lnTo>
                  <a:pt x="1891636" y="0"/>
                </a:lnTo>
                <a:lnTo>
                  <a:pt x="1872510" y="0"/>
                </a:lnTo>
                <a:lnTo>
                  <a:pt x="1853375" y="0"/>
                </a:lnTo>
                <a:lnTo>
                  <a:pt x="1834248" y="0"/>
                </a:lnTo>
                <a:lnTo>
                  <a:pt x="1815113" y="0"/>
                </a:lnTo>
                <a:lnTo>
                  <a:pt x="1795986" y="0"/>
                </a:lnTo>
                <a:lnTo>
                  <a:pt x="1776851" y="0"/>
                </a:lnTo>
                <a:lnTo>
                  <a:pt x="1757724" y="0"/>
                </a:lnTo>
                <a:lnTo>
                  <a:pt x="1738589" y="0"/>
                </a:lnTo>
                <a:lnTo>
                  <a:pt x="1719463" y="0"/>
                </a:lnTo>
                <a:lnTo>
                  <a:pt x="1700327" y="0"/>
                </a:lnTo>
                <a:lnTo>
                  <a:pt x="1681191" y="0"/>
                </a:lnTo>
                <a:lnTo>
                  <a:pt x="1662065" y="0"/>
                </a:lnTo>
                <a:lnTo>
                  <a:pt x="1642929" y="0"/>
                </a:lnTo>
                <a:lnTo>
                  <a:pt x="1623803" y="0"/>
                </a:lnTo>
                <a:lnTo>
                  <a:pt x="1604667" y="0"/>
                </a:lnTo>
                <a:lnTo>
                  <a:pt x="1585541" y="0"/>
                </a:lnTo>
                <a:lnTo>
                  <a:pt x="1566405" y="0"/>
                </a:lnTo>
                <a:lnTo>
                  <a:pt x="1547279" y="0"/>
                </a:lnTo>
                <a:lnTo>
                  <a:pt x="1528143" y="0"/>
                </a:lnTo>
                <a:lnTo>
                  <a:pt x="1509017" y="0"/>
                </a:lnTo>
                <a:lnTo>
                  <a:pt x="1489881" y="0"/>
                </a:lnTo>
                <a:lnTo>
                  <a:pt x="1470755" y="0"/>
                </a:lnTo>
                <a:lnTo>
                  <a:pt x="1451620" y="0"/>
                </a:lnTo>
                <a:lnTo>
                  <a:pt x="1432493" y="0"/>
                </a:lnTo>
                <a:lnTo>
                  <a:pt x="1413358" y="0"/>
                </a:lnTo>
                <a:lnTo>
                  <a:pt x="1394231" y="0"/>
                </a:lnTo>
                <a:lnTo>
                  <a:pt x="1375096" y="0"/>
                </a:lnTo>
                <a:lnTo>
                  <a:pt x="1355969" y="0"/>
                </a:lnTo>
                <a:lnTo>
                  <a:pt x="1336834" y="0"/>
                </a:lnTo>
                <a:lnTo>
                  <a:pt x="1317708" y="0"/>
                </a:lnTo>
                <a:lnTo>
                  <a:pt x="1298572" y="0"/>
                </a:lnTo>
                <a:lnTo>
                  <a:pt x="1279446" y="0"/>
                </a:lnTo>
                <a:lnTo>
                  <a:pt x="1260310" y="0"/>
                </a:lnTo>
                <a:lnTo>
                  <a:pt x="1241174" y="0"/>
                </a:lnTo>
                <a:lnTo>
                  <a:pt x="1222048" y="0"/>
                </a:lnTo>
                <a:lnTo>
                  <a:pt x="1202912" y="0"/>
                </a:lnTo>
                <a:lnTo>
                  <a:pt x="1183786" y="0"/>
                </a:lnTo>
                <a:lnTo>
                  <a:pt x="1164650" y="0"/>
                </a:lnTo>
                <a:lnTo>
                  <a:pt x="1145524" y="0"/>
                </a:lnTo>
                <a:lnTo>
                  <a:pt x="1126388" y="0"/>
                </a:lnTo>
                <a:lnTo>
                  <a:pt x="1107262" y="0"/>
                </a:lnTo>
                <a:lnTo>
                  <a:pt x="1088126" y="0"/>
                </a:lnTo>
                <a:lnTo>
                  <a:pt x="1069000" y="0"/>
                </a:lnTo>
                <a:lnTo>
                  <a:pt x="1049865" y="0"/>
                </a:lnTo>
                <a:lnTo>
                  <a:pt x="1030738" y="0"/>
                </a:lnTo>
                <a:lnTo>
                  <a:pt x="1011603" y="0"/>
                </a:lnTo>
                <a:lnTo>
                  <a:pt x="992476" y="0"/>
                </a:lnTo>
                <a:lnTo>
                  <a:pt x="973341" y="0"/>
                </a:lnTo>
                <a:lnTo>
                  <a:pt x="954215" y="0"/>
                </a:lnTo>
                <a:lnTo>
                  <a:pt x="935079" y="0"/>
                </a:lnTo>
                <a:lnTo>
                  <a:pt x="915953" y="0"/>
                </a:lnTo>
                <a:lnTo>
                  <a:pt x="896817" y="0"/>
                </a:lnTo>
                <a:lnTo>
                  <a:pt x="877691" y="0"/>
                </a:lnTo>
                <a:lnTo>
                  <a:pt x="858555" y="0"/>
                </a:lnTo>
                <a:lnTo>
                  <a:pt x="839419" y="0"/>
                </a:lnTo>
                <a:lnTo>
                  <a:pt x="820293" y="0"/>
                </a:lnTo>
                <a:lnTo>
                  <a:pt x="801157" y="0"/>
                </a:lnTo>
                <a:lnTo>
                  <a:pt x="782031" y="0"/>
                </a:lnTo>
                <a:lnTo>
                  <a:pt x="762895" y="0"/>
                </a:lnTo>
                <a:lnTo>
                  <a:pt x="743769" y="0"/>
                </a:lnTo>
                <a:lnTo>
                  <a:pt x="724633" y="0"/>
                </a:lnTo>
                <a:lnTo>
                  <a:pt x="705507" y="0"/>
                </a:lnTo>
                <a:lnTo>
                  <a:pt x="686372" y="0"/>
                </a:lnTo>
                <a:lnTo>
                  <a:pt x="667245" y="0"/>
                </a:lnTo>
                <a:lnTo>
                  <a:pt x="648110" y="0"/>
                </a:lnTo>
                <a:lnTo>
                  <a:pt x="628983" y="0"/>
                </a:lnTo>
                <a:lnTo>
                  <a:pt x="609848" y="0"/>
                </a:lnTo>
                <a:lnTo>
                  <a:pt x="590721" y="0"/>
                </a:lnTo>
                <a:lnTo>
                  <a:pt x="571586" y="0"/>
                </a:lnTo>
                <a:lnTo>
                  <a:pt x="552460" y="0"/>
                </a:lnTo>
                <a:lnTo>
                  <a:pt x="533324" y="0"/>
                </a:lnTo>
                <a:lnTo>
                  <a:pt x="514198" y="0"/>
                </a:lnTo>
                <a:lnTo>
                  <a:pt x="495062" y="0"/>
                </a:lnTo>
                <a:lnTo>
                  <a:pt x="475926" y="0"/>
                </a:lnTo>
                <a:lnTo>
                  <a:pt x="456800" y="0"/>
                </a:lnTo>
                <a:lnTo>
                  <a:pt x="437664" y="0"/>
                </a:lnTo>
                <a:lnTo>
                  <a:pt x="418538" y="0"/>
                </a:lnTo>
                <a:lnTo>
                  <a:pt x="399402" y="0"/>
                </a:lnTo>
                <a:lnTo>
                  <a:pt x="380276" y="0"/>
                </a:lnTo>
                <a:lnTo>
                  <a:pt x="361140" y="0"/>
                </a:lnTo>
                <a:lnTo>
                  <a:pt x="342014" y="0"/>
                </a:lnTo>
                <a:lnTo>
                  <a:pt x="322878" y="0"/>
                </a:lnTo>
                <a:lnTo>
                  <a:pt x="303752" y="0"/>
                </a:lnTo>
                <a:lnTo>
                  <a:pt x="285217" y="3181"/>
                </a:lnTo>
                <a:lnTo>
                  <a:pt x="267386" y="10125"/>
                </a:lnTo>
                <a:lnTo>
                  <a:pt x="249565" y="17069"/>
                </a:lnTo>
                <a:lnTo>
                  <a:pt x="231734" y="24013"/>
                </a:lnTo>
                <a:lnTo>
                  <a:pt x="213912" y="30956"/>
                </a:lnTo>
                <a:lnTo>
                  <a:pt x="196082" y="37900"/>
                </a:lnTo>
                <a:lnTo>
                  <a:pt x="178260" y="44844"/>
                </a:lnTo>
                <a:lnTo>
                  <a:pt x="160439" y="51797"/>
                </a:lnTo>
                <a:lnTo>
                  <a:pt x="142608" y="58741"/>
                </a:lnTo>
                <a:lnTo>
                  <a:pt x="124778" y="65684"/>
                </a:lnTo>
                <a:lnTo>
                  <a:pt x="106956" y="72628"/>
                </a:lnTo>
                <a:lnTo>
                  <a:pt x="89125" y="79572"/>
                </a:lnTo>
                <a:lnTo>
                  <a:pt x="71304" y="86516"/>
                </a:lnTo>
                <a:lnTo>
                  <a:pt x="53483" y="93469"/>
                </a:lnTo>
                <a:lnTo>
                  <a:pt x="35652" y="100413"/>
                </a:lnTo>
                <a:lnTo>
                  <a:pt x="17821" y="107356"/>
                </a:lnTo>
                <a:lnTo>
                  <a:pt x="0" y="114300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D363752F-AEEF-42BD-A623-99F01DD4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8660" y="1964055"/>
            <a:ext cx="2052638" cy="114300"/>
          </a:xfrm>
          <a:custGeom xmlns:a="http://schemas.openxmlformats.org/drawingml/2006/main">
            <a:pathLst>
              <a:path w="2052638" h="114300">
                <a:moveTo>
                  <a:pt x="0" y="114300"/>
                </a:moveTo>
                <a:lnTo>
                  <a:pt x="18974" y="114300"/>
                </a:lnTo>
                <a:lnTo>
                  <a:pt x="37957" y="114300"/>
                </a:lnTo>
                <a:lnTo>
                  <a:pt x="56931" y="114300"/>
                </a:lnTo>
                <a:lnTo>
                  <a:pt x="75914" y="114300"/>
                </a:lnTo>
                <a:lnTo>
                  <a:pt x="94888" y="114300"/>
                </a:lnTo>
                <a:lnTo>
                  <a:pt x="113871" y="114300"/>
                </a:lnTo>
                <a:lnTo>
                  <a:pt x="132845" y="114300"/>
                </a:lnTo>
                <a:lnTo>
                  <a:pt x="151819" y="114300"/>
                </a:lnTo>
                <a:lnTo>
                  <a:pt x="170802" y="114300"/>
                </a:lnTo>
                <a:lnTo>
                  <a:pt x="189776" y="114300"/>
                </a:lnTo>
                <a:lnTo>
                  <a:pt x="208759" y="114300"/>
                </a:lnTo>
                <a:lnTo>
                  <a:pt x="227733" y="114300"/>
                </a:lnTo>
                <a:lnTo>
                  <a:pt x="246717" y="114300"/>
                </a:lnTo>
                <a:lnTo>
                  <a:pt x="265690" y="114300"/>
                </a:lnTo>
                <a:lnTo>
                  <a:pt x="284664" y="114300"/>
                </a:lnTo>
                <a:lnTo>
                  <a:pt x="303647" y="114300"/>
                </a:lnTo>
                <a:lnTo>
                  <a:pt x="322621" y="114300"/>
                </a:lnTo>
                <a:lnTo>
                  <a:pt x="341605" y="114300"/>
                </a:lnTo>
                <a:lnTo>
                  <a:pt x="360578" y="114300"/>
                </a:lnTo>
                <a:lnTo>
                  <a:pt x="379562" y="114300"/>
                </a:lnTo>
                <a:lnTo>
                  <a:pt x="398536" y="114300"/>
                </a:lnTo>
                <a:lnTo>
                  <a:pt x="417509" y="114300"/>
                </a:lnTo>
                <a:lnTo>
                  <a:pt x="436493" y="114300"/>
                </a:lnTo>
                <a:lnTo>
                  <a:pt x="455466" y="114300"/>
                </a:lnTo>
                <a:lnTo>
                  <a:pt x="474450" y="114300"/>
                </a:lnTo>
                <a:lnTo>
                  <a:pt x="493424" y="114300"/>
                </a:lnTo>
                <a:lnTo>
                  <a:pt x="512407" y="114300"/>
                </a:lnTo>
                <a:lnTo>
                  <a:pt x="531381" y="114300"/>
                </a:lnTo>
                <a:lnTo>
                  <a:pt x="550355" y="114300"/>
                </a:lnTo>
                <a:lnTo>
                  <a:pt x="569338" y="114300"/>
                </a:lnTo>
                <a:lnTo>
                  <a:pt x="588312" y="114300"/>
                </a:lnTo>
                <a:lnTo>
                  <a:pt x="607295" y="114300"/>
                </a:lnTo>
                <a:lnTo>
                  <a:pt x="626269" y="114300"/>
                </a:lnTo>
                <a:lnTo>
                  <a:pt x="645252" y="114300"/>
                </a:lnTo>
                <a:lnTo>
                  <a:pt x="664226" y="114300"/>
                </a:lnTo>
                <a:lnTo>
                  <a:pt x="683200" y="114300"/>
                </a:lnTo>
                <a:lnTo>
                  <a:pt x="702183" y="114300"/>
                </a:lnTo>
                <a:lnTo>
                  <a:pt x="721157" y="114300"/>
                </a:lnTo>
                <a:lnTo>
                  <a:pt x="740140" y="114300"/>
                </a:lnTo>
                <a:lnTo>
                  <a:pt x="759114" y="114300"/>
                </a:lnTo>
                <a:lnTo>
                  <a:pt x="778097" y="114300"/>
                </a:lnTo>
                <a:lnTo>
                  <a:pt x="797071" y="114300"/>
                </a:lnTo>
                <a:lnTo>
                  <a:pt x="816045" y="114300"/>
                </a:lnTo>
                <a:lnTo>
                  <a:pt x="835028" y="114300"/>
                </a:lnTo>
                <a:lnTo>
                  <a:pt x="854002" y="114300"/>
                </a:lnTo>
                <a:lnTo>
                  <a:pt x="872985" y="114300"/>
                </a:lnTo>
                <a:lnTo>
                  <a:pt x="891959" y="114300"/>
                </a:lnTo>
                <a:lnTo>
                  <a:pt x="910942" y="114300"/>
                </a:lnTo>
                <a:lnTo>
                  <a:pt x="929916" y="114300"/>
                </a:lnTo>
                <a:lnTo>
                  <a:pt x="948890" y="114300"/>
                </a:lnTo>
                <a:lnTo>
                  <a:pt x="967873" y="114300"/>
                </a:lnTo>
                <a:lnTo>
                  <a:pt x="986847" y="114300"/>
                </a:lnTo>
                <a:lnTo>
                  <a:pt x="1005830" y="114300"/>
                </a:lnTo>
                <a:lnTo>
                  <a:pt x="1024804" y="114300"/>
                </a:lnTo>
                <a:lnTo>
                  <a:pt x="1043788" y="114300"/>
                </a:lnTo>
                <a:lnTo>
                  <a:pt x="1062761" y="114300"/>
                </a:lnTo>
                <a:lnTo>
                  <a:pt x="1081735" y="114300"/>
                </a:lnTo>
                <a:lnTo>
                  <a:pt x="1100719" y="114300"/>
                </a:lnTo>
                <a:lnTo>
                  <a:pt x="1119692" y="114300"/>
                </a:lnTo>
                <a:lnTo>
                  <a:pt x="1138676" y="114300"/>
                </a:lnTo>
                <a:lnTo>
                  <a:pt x="1157649" y="114300"/>
                </a:lnTo>
                <a:lnTo>
                  <a:pt x="1176633" y="114300"/>
                </a:lnTo>
                <a:lnTo>
                  <a:pt x="1195607" y="114300"/>
                </a:lnTo>
                <a:lnTo>
                  <a:pt x="1214580" y="114300"/>
                </a:lnTo>
                <a:lnTo>
                  <a:pt x="1233564" y="114300"/>
                </a:lnTo>
                <a:lnTo>
                  <a:pt x="1252538" y="114300"/>
                </a:lnTo>
                <a:lnTo>
                  <a:pt x="1271521" y="114300"/>
                </a:lnTo>
                <a:lnTo>
                  <a:pt x="1290495" y="114300"/>
                </a:lnTo>
                <a:lnTo>
                  <a:pt x="1309478" y="114300"/>
                </a:lnTo>
                <a:lnTo>
                  <a:pt x="1328452" y="114300"/>
                </a:lnTo>
                <a:lnTo>
                  <a:pt x="1347426" y="114300"/>
                </a:lnTo>
                <a:lnTo>
                  <a:pt x="1366409" y="114300"/>
                </a:lnTo>
                <a:lnTo>
                  <a:pt x="1385383" y="114300"/>
                </a:lnTo>
                <a:lnTo>
                  <a:pt x="1404366" y="114300"/>
                </a:lnTo>
                <a:lnTo>
                  <a:pt x="1423340" y="114300"/>
                </a:lnTo>
                <a:lnTo>
                  <a:pt x="1442323" y="114300"/>
                </a:lnTo>
                <a:lnTo>
                  <a:pt x="1461297" y="114300"/>
                </a:lnTo>
                <a:lnTo>
                  <a:pt x="1480271" y="114300"/>
                </a:lnTo>
                <a:lnTo>
                  <a:pt x="1499254" y="114300"/>
                </a:lnTo>
                <a:lnTo>
                  <a:pt x="1518228" y="114300"/>
                </a:lnTo>
                <a:lnTo>
                  <a:pt x="1537211" y="114300"/>
                </a:lnTo>
                <a:lnTo>
                  <a:pt x="1556185" y="114300"/>
                </a:lnTo>
                <a:lnTo>
                  <a:pt x="1575168" y="114300"/>
                </a:lnTo>
                <a:lnTo>
                  <a:pt x="1594142" y="114300"/>
                </a:lnTo>
                <a:lnTo>
                  <a:pt x="1613116" y="114300"/>
                </a:lnTo>
                <a:lnTo>
                  <a:pt x="1632099" y="114300"/>
                </a:lnTo>
                <a:lnTo>
                  <a:pt x="1651073" y="114300"/>
                </a:lnTo>
                <a:lnTo>
                  <a:pt x="1670056" y="114300"/>
                </a:lnTo>
                <a:lnTo>
                  <a:pt x="1689030" y="114300"/>
                </a:lnTo>
                <a:lnTo>
                  <a:pt x="1708013" y="114300"/>
                </a:lnTo>
                <a:lnTo>
                  <a:pt x="1726987" y="114300"/>
                </a:lnTo>
                <a:lnTo>
                  <a:pt x="1745961" y="114300"/>
                </a:lnTo>
                <a:lnTo>
                  <a:pt x="1764944" y="114300"/>
                </a:lnTo>
                <a:lnTo>
                  <a:pt x="1783918" y="114300"/>
                </a:lnTo>
                <a:lnTo>
                  <a:pt x="1802902" y="114300"/>
                </a:lnTo>
                <a:lnTo>
                  <a:pt x="1821875" y="114300"/>
                </a:lnTo>
                <a:lnTo>
                  <a:pt x="1840859" y="114300"/>
                </a:lnTo>
                <a:lnTo>
                  <a:pt x="1859832" y="114300"/>
                </a:lnTo>
                <a:lnTo>
                  <a:pt x="1878806" y="114300"/>
                </a:lnTo>
                <a:lnTo>
                  <a:pt x="1895275" y="106089"/>
                </a:lnTo>
                <a:lnTo>
                  <a:pt x="1911010" y="95479"/>
                </a:lnTo>
                <a:lnTo>
                  <a:pt x="1926746" y="84868"/>
                </a:lnTo>
                <a:lnTo>
                  <a:pt x="1942490" y="74257"/>
                </a:lnTo>
                <a:lnTo>
                  <a:pt x="1958226" y="63656"/>
                </a:lnTo>
                <a:lnTo>
                  <a:pt x="1973961" y="53045"/>
                </a:lnTo>
                <a:lnTo>
                  <a:pt x="1989696" y="42434"/>
                </a:lnTo>
                <a:lnTo>
                  <a:pt x="2005432" y="31823"/>
                </a:lnTo>
                <a:lnTo>
                  <a:pt x="2021167" y="21222"/>
                </a:lnTo>
                <a:lnTo>
                  <a:pt x="2036902" y="10611"/>
                </a:lnTo>
                <a:lnTo>
                  <a:pt x="2052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179A521D-DD89-47DE-B45C-8F5D628A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5363" y="1964055"/>
            <a:ext cx="17659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619D9FC9-CE5E-49AE-BCDA-2EA129A7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2592438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B3828AD6-43BC-4FFD-81A2-D3BD76D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285943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9BA8F17E-BC80-476A-984F-3167ED13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650" y="3356667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D30C86C1-4DD6-4066-B01D-BA6022BF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813" y="208076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796C30E3-8634-4B0E-B435-FB0B2311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813" y="2347760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67FF557D-C1CF-4919-B444-AEC5AA6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6438" y="284485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1ABBBEC9-8BF4-43EC-85F2-E460DA11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6611" y="1568948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3590442D-3668-4215-9305-2A4F76F0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6611" y="183594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C61B8485-7AC6-490D-ACB0-55CC29D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5236" y="233303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8654C2AF-7DCA-484D-92B3-D5EBB71B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5409" y="105727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59E6503B-589D-41C3-8F45-04FEF91A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5409" y="1324270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3C23FCAB-852A-4696-94BA-9958EEC2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4034" y="182136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008359BB-B907-42B1-B75C-AC6B1BBA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238" y="3302051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CB8A3043-4BC9-4467-8D48-6678076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7834" y="2278561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302966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2026-09-07T13:56:36.1320000Z</dcterms:created>
  <dcterms:modified xsi:type="dcterms:W3CDTF">2026-09-07T13:56:36.1320000Z</dcterms:modified>
</coreProperties>
</file>