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3e8dbd6f154ffe" /><Relationship Type="http://schemas.openxmlformats.org/officeDocument/2006/relationships/extended-properties" Target="/docProps/app.xml" Id="R8da8ff1cf84b4840" /><Relationship Type="http://schemas.openxmlformats.org/officeDocument/2006/relationships/officeDocument" Target="/ppt/presentation.xml" Id="R264edcd3e43942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64120519e24406"/>
  </p:sldMasterIdLst>
  <p:notesMasterIdLst>
    <p:notesMasterId xmlns:r="http://schemas.openxmlformats.org/officeDocument/2006/relationships" r:id="R912360be5cf04e6f"/>
  </p:notesMasterIdLst>
  <p:sldIdLst>
    <p:sldId xmlns:r="http://schemas.openxmlformats.org/officeDocument/2006/relationships" id="256" r:id="R2d65aeba8a094be9"/>
  </p:sldIdLst>
  <p:sldSz cx="85725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0118d5aebd4a64" /><Relationship Type="http://schemas.openxmlformats.org/officeDocument/2006/relationships/slideMaster" Target="/ppt/slideMasters/slideMaster1.xml" Id="Rb164120519e24406" /><Relationship Type="http://schemas.openxmlformats.org/officeDocument/2006/relationships/notesMaster" Target="/ppt/notesMasters/notesMaster1.xml" Id="R912360be5cf04e6f" /><Relationship Type="http://schemas.openxmlformats.org/officeDocument/2006/relationships/presProps" Target="/ppt/presProps.xml" Id="Re79fccea67494dba" /><Relationship Type="http://schemas.openxmlformats.org/officeDocument/2006/relationships/tableStyles" Target="/ppt/tableStyles.xml" Id="Rfff35c428f6845f9" /><Relationship Type="http://schemas.openxmlformats.org/officeDocument/2006/relationships/slide" Target="/ppt/slides/slide1.xml" Id="R2d65aeba8a094b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48515ef56d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be8e90ea594c3b" /><Relationship Type="http://schemas.openxmlformats.org/officeDocument/2006/relationships/notesMaster" Target="/ppt/notesMasters/notesMaster1.xml" Id="R15e4ed7d824c42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34e076c724e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790e5304cb41bd" /><Relationship Type="http://schemas.openxmlformats.org/officeDocument/2006/relationships/slideLayout" Target="/ppt/slideLayouts/slideLayout1.xml" Id="R4c8eeb99e27f47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8eeb99e27f47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884a1a4634e5c" /><Relationship Type="http://schemas.openxmlformats.org/officeDocument/2006/relationships/image" Target="/ppt/media/image.png" Id="Rf5e4dc93dfc14756" /><Relationship Type="http://schemas.openxmlformats.org/officeDocument/2006/relationships/image" Target="/ppt/media/image.svg" Id="Re32eb915e15d48ac" /><Relationship Type="http://schemas.openxmlformats.org/officeDocument/2006/relationships/image" Target="/ppt/media/image2.png" Id="R35a83444e1ef4ac2" /><Relationship Type="http://schemas.openxmlformats.org/officeDocument/2006/relationships/image" Target="/ppt/media/image2.svg" Id="R5650090127fd424b" /><Relationship Type="http://schemas.openxmlformats.org/officeDocument/2006/relationships/image" Target="/ppt/media/image3.png" Id="Rcff1342a9f87479b" /><Relationship Type="http://schemas.openxmlformats.org/officeDocument/2006/relationships/image" Target="/ppt/media/image3.svg" Id="R0ed6031d69cb40ce" /><Relationship Type="http://schemas.openxmlformats.org/officeDocument/2006/relationships/image" Target="/ppt/media/image4.png" Id="Rce8d11c31df74c8c" /><Relationship Type="http://schemas.openxmlformats.org/officeDocument/2006/relationships/image" Target="/ppt/media/image4.svg" Id="R9219698be15a4aa0" /><Relationship Type="http://schemas.openxmlformats.org/officeDocument/2006/relationships/notesSlide" Target="/ppt/notesSlides/notesSlide1.xml" Id="R91d53465cedd48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imple-funnel-orbit">
            <a:extLst xmlns:a="http://schemas.openxmlformats.org/drawingml/2006/main">
              <a:ext uri="{FF2B5EF4-FFF2-40B4-BE49-F238E27FC236}">
                <a16:creationId xmlns:a16="http://schemas.microsoft.com/office/drawing/2014/main" id="{BBB4CB87-8307-4B56-8E58-89072678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975731" y="487871"/>
            <a:ext cx="6621037" cy="4704417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7EAC">
                <a:alpha val="12000"/>
              </a:srgbClr>
            </a:solidFill>
            <a:prstDash val="solid"/>
          </a:ln>
        </p:spPr>
      </p:sp>
      <p:sp>
        <p:nvSpPr>
          <p:cNvPr id="2" name="simple-step-body-0">
            <a:extLst xmlns:a="http://schemas.openxmlformats.org/drawingml/2006/main">
              <a:ext uri="{FF2B5EF4-FFF2-40B4-BE49-F238E27FC236}">
                <a16:creationId xmlns:a16="http://schemas.microsoft.com/office/drawing/2014/main" id="{57B73DFB-FE77-47D4-B5AA-4B607F4A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7315" y="1219667"/>
            <a:ext cx="4286688" cy="818940"/>
          </a:xfrm>
          <a:custGeom xmlns:a="http://schemas.openxmlformats.org/drawingml/2006/main">
            <a:pathLst>
              <a:path w="4286688" h="818940">
                <a:moveTo>
                  <a:pt x="0" y="0"/>
                </a:moveTo>
                <a:lnTo>
                  <a:pt x="22965" y="31604"/>
                </a:lnTo>
                <a:lnTo>
                  <a:pt x="45930" y="63208"/>
                </a:lnTo>
                <a:lnTo>
                  <a:pt x="68894" y="94812"/>
                </a:lnTo>
                <a:lnTo>
                  <a:pt x="91859" y="126416"/>
                </a:lnTo>
                <a:lnTo>
                  <a:pt x="114824" y="158020"/>
                </a:lnTo>
                <a:lnTo>
                  <a:pt x="137789" y="189624"/>
                </a:lnTo>
                <a:lnTo>
                  <a:pt x="160753" y="221237"/>
                </a:lnTo>
                <a:lnTo>
                  <a:pt x="183718" y="252841"/>
                </a:lnTo>
                <a:lnTo>
                  <a:pt x="206683" y="284445"/>
                </a:lnTo>
                <a:lnTo>
                  <a:pt x="229648" y="316049"/>
                </a:lnTo>
                <a:lnTo>
                  <a:pt x="252613" y="347653"/>
                </a:lnTo>
                <a:lnTo>
                  <a:pt x="275577" y="379257"/>
                </a:lnTo>
                <a:lnTo>
                  <a:pt x="298542" y="410861"/>
                </a:lnTo>
                <a:lnTo>
                  <a:pt x="321507" y="442465"/>
                </a:lnTo>
                <a:lnTo>
                  <a:pt x="344472" y="474069"/>
                </a:lnTo>
                <a:lnTo>
                  <a:pt x="367436" y="505673"/>
                </a:lnTo>
                <a:lnTo>
                  <a:pt x="390401" y="537277"/>
                </a:lnTo>
                <a:lnTo>
                  <a:pt x="413366" y="568881"/>
                </a:lnTo>
                <a:lnTo>
                  <a:pt x="436331" y="600485"/>
                </a:lnTo>
                <a:lnTo>
                  <a:pt x="459296" y="632098"/>
                </a:lnTo>
                <a:lnTo>
                  <a:pt x="482260" y="663702"/>
                </a:lnTo>
                <a:lnTo>
                  <a:pt x="505225" y="695306"/>
                </a:lnTo>
                <a:lnTo>
                  <a:pt x="526771" y="727548"/>
                </a:lnTo>
                <a:lnTo>
                  <a:pt x="560842" y="745303"/>
                </a:lnTo>
                <a:lnTo>
                  <a:pt x="598818" y="754399"/>
                </a:lnTo>
                <a:lnTo>
                  <a:pt x="637299" y="761095"/>
                </a:lnTo>
                <a:lnTo>
                  <a:pt x="675989" y="766534"/>
                </a:lnTo>
                <a:lnTo>
                  <a:pt x="714785" y="771154"/>
                </a:lnTo>
                <a:lnTo>
                  <a:pt x="753637" y="775202"/>
                </a:lnTo>
                <a:lnTo>
                  <a:pt x="792537" y="778802"/>
                </a:lnTo>
                <a:lnTo>
                  <a:pt x="831466" y="782050"/>
                </a:lnTo>
                <a:lnTo>
                  <a:pt x="870423" y="785003"/>
                </a:lnTo>
                <a:lnTo>
                  <a:pt x="909399" y="787708"/>
                </a:lnTo>
                <a:lnTo>
                  <a:pt x="948385" y="790213"/>
                </a:lnTo>
                <a:lnTo>
                  <a:pt x="987381" y="792518"/>
                </a:lnTo>
                <a:lnTo>
                  <a:pt x="1026395" y="794661"/>
                </a:lnTo>
                <a:lnTo>
                  <a:pt x="1065409" y="796661"/>
                </a:lnTo>
                <a:lnTo>
                  <a:pt x="1104433" y="798528"/>
                </a:lnTo>
                <a:lnTo>
                  <a:pt x="1143457" y="800271"/>
                </a:lnTo>
                <a:lnTo>
                  <a:pt x="1182491" y="801900"/>
                </a:lnTo>
                <a:lnTo>
                  <a:pt x="1221534" y="803424"/>
                </a:lnTo>
                <a:lnTo>
                  <a:pt x="1260567" y="804853"/>
                </a:lnTo>
                <a:lnTo>
                  <a:pt x="1299610" y="806186"/>
                </a:lnTo>
                <a:lnTo>
                  <a:pt x="1338663" y="807434"/>
                </a:lnTo>
                <a:lnTo>
                  <a:pt x="1377715" y="808615"/>
                </a:lnTo>
                <a:lnTo>
                  <a:pt x="1416758" y="809701"/>
                </a:lnTo>
                <a:lnTo>
                  <a:pt x="1455820" y="810720"/>
                </a:lnTo>
                <a:lnTo>
                  <a:pt x="1494873" y="811673"/>
                </a:lnTo>
                <a:lnTo>
                  <a:pt x="1533925" y="812549"/>
                </a:lnTo>
                <a:lnTo>
                  <a:pt x="1572987" y="813368"/>
                </a:lnTo>
                <a:lnTo>
                  <a:pt x="1612049" y="814130"/>
                </a:lnTo>
                <a:lnTo>
                  <a:pt x="1651111" y="814826"/>
                </a:lnTo>
                <a:lnTo>
                  <a:pt x="1690173" y="815464"/>
                </a:lnTo>
                <a:lnTo>
                  <a:pt x="1729235" y="816045"/>
                </a:lnTo>
                <a:lnTo>
                  <a:pt x="1768297" y="816569"/>
                </a:lnTo>
                <a:lnTo>
                  <a:pt x="1807359" y="817035"/>
                </a:lnTo>
                <a:lnTo>
                  <a:pt x="1846421" y="817455"/>
                </a:lnTo>
                <a:lnTo>
                  <a:pt x="1885493" y="817817"/>
                </a:lnTo>
                <a:lnTo>
                  <a:pt x="1924555" y="818131"/>
                </a:lnTo>
                <a:lnTo>
                  <a:pt x="1963626" y="818388"/>
                </a:lnTo>
                <a:lnTo>
                  <a:pt x="2002688" y="818598"/>
                </a:lnTo>
                <a:lnTo>
                  <a:pt x="2041760" y="818740"/>
                </a:lnTo>
                <a:lnTo>
                  <a:pt x="2080822" y="818864"/>
                </a:lnTo>
                <a:lnTo>
                  <a:pt x="2119894" y="818931"/>
                </a:lnTo>
                <a:lnTo>
                  <a:pt x="2158956" y="818940"/>
                </a:lnTo>
                <a:lnTo>
                  <a:pt x="2198027" y="818902"/>
                </a:lnTo>
                <a:lnTo>
                  <a:pt x="2237089" y="818807"/>
                </a:lnTo>
                <a:lnTo>
                  <a:pt x="2276161" y="818664"/>
                </a:lnTo>
                <a:lnTo>
                  <a:pt x="2315223" y="818493"/>
                </a:lnTo>
                <a:lnTo>
                  <a:pt x="2354294" y="818255"/>
                </a:lnTo>
                <a:lnTo>
                  <a:pt x="2393356" y="817969"/>
                </a:lnTo>
                <a:lnTo>
                  <a:pt x="2432428" y="817636"/>
                </a:lnTo>
                <a:lnTo>
                  <a:pt x="2471490" y="817245"/>
                </a:lnTo>
                <a:lnTo>
                  <a:pt x="2510552" y="816797"/>
                </a:lnTo>
                <a:lnTo>
                  <a:pt x="2549614" y="816302"/>
                </a:lnTo>
                <a:lnTo>
                  <a:pt x="2588685" y="815750"/>
                </a:lnTo>
                <a:lnTo>
                  <a:pt x="2627747" y="815140"/>
                </a:lnTo>
                <a:lnTo>
                  <a:pt x="2666810" y="814473"/>
                </a:lnTo>
                <a:lnTo>
                  <a:pt x="2705862" y="813749"/>
                </a:lnTo>
                <a:lnTo>
                  <a:pt x="2744924" y="812968"/>
                </a:lnTo>
                <a:lnTo>
                  <a:pt x="2783986" y="812111"/>
                </a:lnTo>
                <a:lnTo>
                  <a:pt x="2823039" y="811197"/>
                </a:lnTo>
                <a:lnTo>
                  <a:pt x="2862091" y="810206"/>
                </a:lnTo>
                <a:lnTo>
                  <a:pt x="2901144" y="809149"/>
                </a:lnTo>
                <a:lnTo>
                  <a:pt x="2940196" y="808015"/>
                </a:lnTo>
                <a:lnTo>
                  <a:pt x="2979249" y="806806"/>
                </a:lnTo>
                <a:lnTo>
                  <a:pt x="3018292" y="805520"/>
                </a:lnTo>
                <a:lnTo>
                  <a:pt x="3057335" y="804129"/>
                </a:lnTo>
                <a:lnTo>
                  <a:pt x="3096377" y="802653"/>
                </a:lnTo>
                <a:lnTo>
                  <a:pt x="3135411" y="801072"/>
                </a:lnTo>
                <a:lnTo>
                  <a:pt x="3174444" y="799395"/>
                </a:lnTo>
                <a:lnTo>
                  <a:pt x="3213468" y="797585"/>
                </a:lnTo>
                <a:lnTo>
                  <a:pt x="3252483" y="795652"/>
                </a:lnTo>
                <a:lnTo>
                  <a:pt x="3291497" y="793585"/>
                </a:lnTo>
                <a:lnTo>
                  <a:pt x="3330502" y="791356"/>
                </a:lnTo>
                <a:lnTo>
                  <a:pt x="3369497" y="788956"/>
                </a:lnTo>
                <a:lnTo>
                  <a:pt x="3408474" y="786346"/>
                </a:lnTo>
                <a:lnTo>
                  <a:pt x="3447440" y="783527"/>
                </a:lnTo>
                <a:lnTo>
                  <a:pt x="3486379" y="780421"/>
                </a:lnTo>
                <a:lnTo>
                  <a:pt x="3525298" y="777002"/>
                </a:lnTo>
                <a:lnTo>
                  <a:pt x="3564179" y="773192"/>
                </a:lnTo>
                <a:lnTo>
                  <a:pt x="3603003" y="768868"/>
                </a:lnTo>
                <a:lnTo>
                  <a:pt x="3641750" y="763867"/>
                </a:lnTo>
                <a:lnTo>
                  <a:pt x="3680355" y="757857"/>
                </a:lnTo>
                <a:lnTo>
                  <a:pt x="3718646" y="750170"/>
                </a:lnTo>
                <a:lnTo>
                  <a:pt x="3755879" y="738511"/>
                </a:lnTo>
                <a:lnTo>
                  <a:pt x="3781463" y="710689"/>
                </a:lnTo>
                <a:lnTo>
                  <a:pt x="3804428" y="679085"/>
                </a:lnTo>
                <a:lnTo>
                  <a:pt x="3827393" y="647481"/>
                </a:lnTo>
                <a:lnTo>
                  <a:pt x="3850357" y="615877"/>
                </a:lnTo>
                <a:lnTo>
                  <a:pt x="3873322" y="584264"/>
                </a:lnTo>
                <a:lnTo>
                  <a:pt x="3896287" y="552660"/>
                </a:lnTo>
                <a:lnTo>
                  <a:pt x="3919252" y="521056"/>
                </a:lnTo>
                <a:lnTo>
                  <a:pt x="3942217" y="489452"/>
                </a:lnTo>
                <a:lnTo>
                  <a:pt x="3965181" y="457848"/>
                </a:lnTo>
                <a:lnTo>
                  <a:pt x="3988146" y="426244"/>
                </a:lnTo>
                <a:lnTo>
                  <a:pt x="4011111" y="394640"/>
                </a:lnTo>
                <a:lnTo>
                  <a:pt x="4034076" y="363036"/>
                </a:lnTo>
                <a:lnTo>
                  <a:pt x="4057040" y="331432"/>
                </a:lnTo>
                <a:lnTo>
                  <a:pt x="4080005" y="299828"/>
                </a:lnTo>
                <a:lnTo>
                  <a:pt x="4102970" y="268224"/>
                </a:lnTo>
                <a:lnTo>
                  <a:pt x="4125935" y="236620"/>
                </a:lnTo>
                <a:lnTo>
                  <a:pt x="4148900" y="205016"/>
                </a:lnTo>
                <a:lnTo>
                  <a:pt x="4171864" y="173403"/>
                </a:lnTo>
                <a:lnTo>
                  <a:pt x="4194829" y="141799"/>
                </a:lnTo>
                <a:lnTo>
                  <a:pt x="4217794" y="110195"/>
                </a:lnTo>
                <a:lnTo>
                  <a:pt x="4240759" y="78591"/>
                </a:lnTo>
                <a:lnTo>
                  <a:pt x="4263723" y="46987"/>
                </a:lnTo>
                <a:lnTo>
                  <a:pt x="4286688" y="15383"/>
                </a:lnTo>
                <a:lnTo>
                  <a:pt x="4283421" y="12525"/>
                </a:lnTo>
                <a:lnTo>
                  <a:pt x="4245902" y="23241"/>
                </a:lnTo>
                <a:lnTo>
                  <a:pt x="4207469" y="30185"/>
                </a:lnTo>
                <a:lnTo>
                  <a:pt x="4168778" y="35595"/>
                </a:lnTo>
                <a:lnTo>
                  <a:pt x="4129973" y="40119"/>
                </a:lnTo>
                <a:lnTo>
                  <a:pt x="4091102" y="44053"/>
                </a:lnTo>
                <a:lnTo>
                  <a:pt x="4052192" y="47539"/>
                </a:lnTo>
                <a:lnTo>
                  <a:pt x="4013254" y="50692"/>
                </a:lnTo>
                <a:lnTo>
                  <a:pt x="3974287" y="53559"/>
                </a:lnTo>
                <a:lnTo>
                  <a:pt x="3935311" y="56198"/>
                </a:lnTo>
                <a:lnTo>
                  <a:pt x="3896325" y="58636"/>
                </a:lnTo>
                <a:lnTo>
                  <a:pt x="3857320" y="60903"/>
                </a:lnTo>
                <a:lnTo>
                  <a:pt x="3818315" y="63027"/>
                </a:lnTo>
                <a:lnTo>
                  <a:pt x="3779301" y="65027"/>
                </a:lnTo>
                <a:lnTo>
                  <a:pt x="3740277" y="66904"/>
                </a:lnTo>
                <a:lnTo>
                  <a:pt x="3701244" y="68675"/>
                </a:lnTo>
                <a:lnTo>
                  <a:pt x="3662220" y="70352"/>
                </a:lnTo>
                <a:lnTo>
                  <a:pt x="3623186" y="71933"/>
                </a:lnTo>
                <a:lnTo>
                  <a:pt x="3584143" y="73428"/>
                </a:lnTo>
                <a:lnTo>
                  <a:pt x="3545100" y="74847"/>
                </a:lnTo>
                <a:lnTo>
                  <a:pt x="3506057" y="76200"/>
                </a:lnTo>
                <a:lnTo>
                  <a:pt x="3467014" y="77486"/>
                </a:lnTo>
                <a:lnTo>
                  <a:pt x="3427962" y="78705"/>
                </a:lnTo>
                <a:lnTo>
                  <a:pt x="3388909" y="79867"/>
                </a:lnTo>
                <a:lnTo>
                  <a:pt x="3349866" y="80972"/>
                </a:lnTo>
                <a:lnTo>
                  <a:pt x="3310804" y="82020"/>
                </a:lnTo>
                <a:lnTo>
                  <a:pt x="3271752" y="83020"/>
                </a:lnTo>
                <a:lnTo>
                  <a:pt x="3232699" y="83972"/>
                </a:lnTo>
                <a:lnTo>
                  <a:pt x="3193647" y="84877"/>
                </a:lnTo>
                <a:lnTo>
                  <a:pt x="3154585" y="85735"/>
                </a:lnTo>
                <a:lnTo>
                  <a:pt x="3115523" y="86554"/>
                </a:lnTo>
                <a:lnTo>
                  <a:pt x="3076470" y="87325"/>
                </a:lnTo>
                <a:lnTo>
                  <a:pt x="3037408" y="88059"/>
                </a:lnTo>
                <a:lnTo>
                  <a:pt x="2998346" y="88754"/>
                </a:lnTo>
                <a:lnTo>
                  <a:pt x="2959284" y="89411"/>
                </a:lnTo>
                <a:lnTo>
                  <a:pt x="2920222" y="90021"/>
                </a:lnTo>
                <a:lnTo>
                  <a:pt x="2881160" y="90592"/>
                </a:lnTo>
                <a:lnTo>
                  <a:pt x="2842098" y="91173"/>
                </a:lnTo>
                <a:lnTo>
                  <a:pt x="2803036" y="91659"/>
                </a:lnTo>
                <a:lnTo>
                  <a:pt x="2763965" y="92154"/>
                </a:lnTo>
                <a:lnTo>
                  <a:pt x="2724902" y="92602"/>
                </a:lnTo>
                <a:lnTo>
                  <a:pt x="2685840" y="93012"/>
                </a:lnTo>
                <a:lnTo>
                  <a:pt x="2646769" y="93421"/>
                </a:lnTo>
                <a:lnTo>
                  <a:pt x="2607707" y="93755"/>
                </a:lnTo>
                <a:lnTo>
                  <a:pt x="2568645" y="94088"/>
                </a:lnTo>
                <a:lnTo>
                  <a:pt x="2529573" y="94383"/>
                </a:lnTo>
                <a:lnTo>
                  <a:pt x="2490511" y="94640"/>
                </a:lnTo>
                <a:lnTo>
                  <a:pt x="2451440" y="94898"/>
                </a:lnTo>
                <a:lnTo>
                  <a:pt x="2412378" y="95079"/>
                </a:lnTo>
                <a:lnTo>
                  <a:pt x="2373306" y="95260"/>
                </a:lnTo>
                <a:lnTo>
                  <a:pt x="2334244" y="95412"/>
                </a:lnTo>
                <a:lnTo>
                  <a:pt x="2295173" y="95526"/>
                </a:lnTo>
                <a:lnTo>
                  <a:pt x="2256111" y="95631"/>
                </a:lnTo>
                <a:lnTo>
                  <a:pt x="2217039" y="95679"/>
                </a:lnTo>
                <a:lnTo>
                  <a:pt x="2177977" y="95717"/>
                </a:lnTo>
                <a:lnTo>
                  <a:pt x="2138905" y="95736"/>
                </a:lnTo>
                <a:lnTo>
                  <a:pt x="2099843" y="95698"/>
                </a:lnTo>
                <a:lnTo>
                  <a:pt x="2060772" y="95660"/>
                </a:lnTo>
                <a:lnTo>
                  <a:pt x="2021710" y="95574"/>
                </a:lnTo>
                <a:lnTo>
                  <a:pt x="1982638" y="95469"/>
                </a:lnTo>
                <a:lnTo>
                  <a:pt x="1943576" y="95355"/>
                </a:lnTo>
                <a:lnTo>
                  <a:pt x="1904505" y="95164"/>
                </a:lnTo>
                <a:lnTo>
                  <a:pt x="1865443" y="94983"/>
                </a:lnTo>
                <a:lnTo>
                  <a:pt x="1826371" y="94764"/>
                </a:lnTo>
                <a:lnTo>
                  <a:pt x="1787309" y="94507"/>
                </a:lnTo>
                <a:lnTo>
                  <a:pt x="1748238" y="94250"/>
                </a:lnTo>
                <a:lnTo>
                  <a:pt x="1709176" y="93917"/>
                </a:lnTo>
                <a:lnTo>
                  <a:pt x="1670104" y="93583"/>
                </a:lnTo>
                <a:lnTo>
                  <a:pt x="1631042" y="93212"/>
                </a:lnTo>
                <a:lnTo>
                  <a:pt x="1591980" y="92802"/>
                </a:lnTo>
                <a:lnTo>
                  <a:pt x="1552908" y="92393"/>
                </a:lnTo>
                <a:lnTo>
                  <a:pt x="1513846" y="91907"/>
                </a:lnTo>
                <a:lnTo>
                  <a:pt x="1474784" y="91411"/>
                </a:lnTo>
                <a:lnTo>
                  <a:pt x="1435722" y="90878"/>
                </a:lnTo>
                <a:lnTo>
                  <a:pt x="1396660" y="90297"/>
                </a:lnTo>
                <a:lnTo>
                  <a:pt x="1357598" y="89726"/>
                </a:lnTo>
                <a:lnTo>
                  <a:pt x="1318536" y="89059"/>
                </a:lnTo>
                <a:lnTo>
                  <a:pt x="1279474" y="88392"/>
                </a:lnTo>
                <a:lnTo>
                  <a:pt x="1240412" y="87687"/>
                </a:lnTo>
                <a:lnTo>
                  <a:pt x="1201350" y="86935"/>
                </a:lnTo>
                <a:lnTo>
                  <a:pt x="1162298" y="86135"/>
                </a:lnTo>
                <a:lnTo>
                  <a:pt x="1123236" y="85296"/>
                </a:lnTo>
                <a:lnTo>
                  <a:pt x="1084174" y="84420"/>
                </a:lnTo>
                <a:lnTo>
                  <a:pt x="1045121" y="83487"/>
                </a:lnTo>
                <a:lnTo>
                  <a:pt x="1006069" y="82515"/>
                </a:lnTo>
                <a:lnTo>
                  <a:pt x="967016" y="81486"/>
                </a:lnTo>
                <a:lnTo>
                  <a:pt x="927964" y="80410"/>
                </a:lnTo>
                <a:lnTo>
                  <a:pt x="888911" y="79277"/>
                </a:lnTo>
                <a:lnTo>
                  <a:pt x="849859" y="78076"/>
                </a:lnTo>
                <a:lnTo>
                  <a:pt x="810816" y="76829"/>
                </a:lnTo>
                <a:lnTo>
                  <a:pt x="771773" y="75514"/>
                </a:lnTo>
                <a:lnTo>
                  <a:pt x="732730" y="74124"/>
                </a:lnTo>
                <a:lnTo>
                  <a:pt x="693687" y="72666"/>
                </a:lnTo>
                <a:lnTo>
                  <a:pt x="654653" y="71123"/>
                </a:lnTo>
                <a:lnTo>
                  <a:pt x="615620" y="69494"/>
                </a:lnTo>
                <a:lnTo>
                  <a:pt x="576586" y="67770"/>
                </a:lnTo>
                <a:lnTo>
                  <a:pt x="537562" y="65951"/>
                </a:lnTo>
                <a:lnTo>
                  <a:pt x="498548" y="64018"/>
                </a:lnTo>
                <a:lnTo>
                  <a:pt x="459534" y="61970"/>
                </a:lnTo>
                <a:lnTo>
                  <a:pt x="420529" y="59760"/>
                </a:lnTo>
                <a:lnTo>
                  <a:pt x="381533" y="57398"/>
                </a:lnTo>
                <a:lnTo>
                  <a:pt x="342548" y="54864"/>
                </a:lnTo>
                <a:lnTo>
                  <a:pt x="303571" y="52111"/>
                </a:lnTo>
                <a:lnTo>
                  <a:pt x="264624" y="49111"/>
                </a:lnTo>
                <a:lnTo>
                  <a:pt x="225695" y="45796"/>
                </a:lnTo>
                <a:lnTo>
                  <a:pt x="186804" y="42101"/>
                </a:lnTo>
                <a:lnTo>
                  <a:pt x="147971" y="37890"/>
                </a:lnTo>
                <a:lnTo>
                  <a:pt x="109214" y="32947"/>
                </a:lnTo>
                <a:lnTo>
                  <a:pt x="70628" y="26880"/>
                </a:lnTo>
                <a:lnTo>
                  <a:pt x="32471" y="185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3" name="simple-step-cap-0">
            <a:extLst xmlns:a="http://schemas.openxmlformats.org/drawingml/2006/main">
              <a:ext uri="{FF2B5EF4-FFF2-40B4-BE49-F238E27FC236}">
                <a16:creationId xmlns:a16="http://schemas.microsoft.com/office/drawing/2014/main" id="{E1E63499-D5CD-44F7-980B-BFFDDBCE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37315" y="1083526"/>
            <a:ext cx="4297871" cy="272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4" name="simple-step-body-1">
            <a:extLst xmlns:a="http://schemas.openxmlformats.org/drawingml/2006/main">
              <a:ext uri="{FF2B5EF4-FFF2-40B4-BE49-F238E27FC236}">
                <a16:creationId xmlns:a16="http://schemas.microsoft.com/office/drawing/2014/main" id="{38FED870-4077-4FF3-A6BC-D4B62833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819" y="2163451"/>
            <a:ext cx="3246044" cy="818950"/>
          </a:xfrm>
          <a:custGeom xmlns:a="http://schemas.openxmlformats.org/drawingml/2006/main">
            <a:pathLst>
              <a:path w="3246044" h="818950">
                <a:moveTo>
                  <a:pt x="0" y="0"/>
                </a:moveTo>
                <a:lnTo>
                  <a:pt x="14983" y="26937"/>
                </a:lnTo>
                <a:lnTo>
                  <a:pt x="29966" y="53873"/>
                </a:lnTo>
                <a:lnTo>
                  <a:pt x="44948" y="80810"/>
                </a:lnTo>
                <a:lnTo>
                  <a:pt x="59931" y="107747"/>
                </a:lnTo>
                <a:lnTo>
                  <a:pt x="74914" y="134674"/>
                </a:lnTo>
                <a:lnTo>
                  <a:pt x="89887" y="161611"/>
                </a:lnTo>
                <a:lnTo>
                  <a:pt x="104870" y="188547"/>
                </a:lnTo>
                <a:lnTo>
                  <a:pt x="119853" y="215484"/>
                </a:lnTo>
                <a:lnTo>
                  <a:pt x="134836" y="242421"/>
                </a:lnTo>
                <a:lnTo>
                  <a:pt x="149819" y="269357"/>
                </a:lnTo>
                <a:lnTo>
                  <a:pt x="164802" y="296294"/>
                </a:lnTo>
                <a:lnTo>
                  <a:pt x="179784" y="323231"/>
                </a:lnTo>
                <a:lnTo>
                  <a:pt x="194767" y="350168"/>
                </a:lnTo>
                <a:lnTo>
                  <a:pt x="209750" y="377095"/>
                </a:lnTo>
                <a:lnTo>
                  <a:pt x="224733" y="404031"/>
                </a:lnTo>
                <a:lnTo>
                  <a:pt x="239716" y="430968"/>
                </a:lnTo>
                <a:lnTo>
                  <a:pt x="254698" y="457905"/>
                </a:lnTo>
                <a:lnTo>
                  <a:pt x="269672" y="484842"/>
                </a:lnTo>
                <a:lnTo>
                  <a:pt x="284655" y="511778"/>
                </a:lnTo>
                <a:lnTo>
                  <a:pt x="299637" y="538715"/>
                </a:lnTo>
                <a:lnTo>
                  <a:pt x="314620" y="565652"/>
                </a:lnTo>
                <a:lnTo>
                  <a:pt x="329603" y="592579"/>
                </a:lnTo>
                <a:lnTo>
                  <a:pt x="344586" y="619516"/>
                </a:lnTo>
                <a:lnTo>
                  <a:pt x="359569" y="646452"/>
                </a:lnTo>
                <a:lnTo>
                  <a:pt x="374552" y="673389"/>
                </a:lnTo>
                <a:lnTo>
                  <a:pt x="389534" y="700326"/>
                </a:lnTo>
                <a:lnTo>
                  <a:pt x="403279" y="727691"/>
                </a:lnTo>
                <a:lnTo>
                  <a:pt x="428054" y="744998"/>
                </a:lnTo>
                <a:lnTo>
                  <a:pt x="457391" y="754399"/>
                </a:lnTo>
                <a:lnTo>
                  <a:pt x="487423" y="761314"/>
                </a:lnTo>
                <a:lnTo>
                  <a:pt x="517731" y="766915"/>
                </a:lnTo>
                <a:lnTo>
                  <a:pt x="548183" y="771677"/>
                </a:lnTo>
                <a:lnTo>
                  <a:pt x="578720" y="775830"/>
                </a:lnTo>
                <a:lnTo>
                  <a:pt x="609314" y="779516"/>
                </a:lnTo>
                <a:lnTo>
                  <a:pt x="639966" y="782841"/>
                </a:lnTo>
                <a:lnTo>
                  <a:pt x="670636" y="785851"/>
                </a:lnTo>
                <a:lnTo>
                  <a:pt x="701335" y="788613"/>
                </a:lnTo>
                <a:lnTo>
                  <a:pt x="732053" y="791147"/>
                </a:lnTo>
                <a:lnTo>
                  <a:pt x="762781" y="793499"/>
                </a:lnTo>
                <a:lnTo>
                  <a:pt x="793528" y="795671"/>
                </a:lnTo>
                <a:lnTo>
                  <a:pt x="824284" y="797690"/>
                </a:lnTo>
                <a:lnTo>
                  <a:pt x="855050" y="799567"/>
                </a:lnTo>
                <a:lnTo>
                  <a:pt x="885815" y="801319"/>
                </a:lnTo>
                <a:lnTo>
                  <a:pt x="916600" y="802958"/>
                </a:lnTo>
                <a:lnTo>
                  <a:pt x="947385" y="804481"/>
                </a:lnTo>
                <a:lnTo>
                  <a:pt x="978170" y="805901"/>
                </a:lnTo>
                <a:lnTo>
                  <a:pt x="1008964" y="807234"/>
                </a:lnTo>
                <a:lnTo>
                  <a:pt x="1039759" y="808472"/>
                </a:lnTo>
                <a:lnTo>
                  <a:pt x="1070562" y="809625"/>
                </a:lnTo>
                <a:lnTo>
                  <a:pt x="1101366" y="810701"/>
                </a:lnTo>
                <a:lnTo>
                  <a:pt x="1132170" y="811692"/>
                </a:lnTo>
                <a:lnTo>
                  <a:pt x="1162974" y="812616"/>
                </a:lnTo>
                <a:lnTo>
                  <a:pt x="1193787" y="813464"/>
                </a:lnTo>
                <a:lnTo>
                  <a:pt x="1224601" y="814254"/>
                </a:lnTo>
                <a:lnTo>
                  <a:pt x="1255414" y="814969"/>
                </a:lnTo>
                <a:lnTo>
                  <a:pt x="1286227" y="815626"/>
                </a:lnTo>
                <a:lnTo>
                  <a:pt x="1317041" y="816216"/>
                </a:lnTo>
                <a:lnTo>
                  <a:pt x="1347864" y="816740"/>
                </a:lnTo>
                <a:lnTo>
                  <a:pt x="1378677" y="817207"/>
                </a:lnTo>
                <a:lnTo>
                  <a:pt x="1409500" y="817626"/>
                </a:lnTo>
                <a:lnTo>
                  <a:pt x="1440323" y="817978"/>
                </a:lnTo>
                <a:lnTo>
                  <a:pt x="1471136" y="818274"/>
                </a:lnTo>
                <a:lnTo>
                  <a:pt x="1501959" y="818521"/>
                </a:lnTo>
                <a:lnTo>
                  <a:pt x="1532782" y="818712"/>
                </a:lnTo>
                <a:lnTo>
                  <a:pt x="1563605" y="818845"/>
                </a:lnTo>
                <a:lnTo>
                  <a:pt x="1594428" y="818921"/>
                </a:lnTo>
                <a:lnTo>
                  <a:pt x="1625251" y="818950"/>
                </a:lnTo>
                <a:lnTo>
                  <a:pt x="1656074" y="818912"/>
                </a:lnTo>
                <a:lnTo>
                  <a:pt x="1686887" y="818826"/>
                </a:lnTo>
                <a:lnTo>
                  <a:pt x="1717710" y="818683"/>
                </a:lnTo>
                <a:lnTo>
                  <a:pt x="1748533" y="818493"/>
                </a:lnTo>
                <a:lnTo>
                  <a:pt x="1779356" y="818245"/>
                </a:lnTo>
                <a:lnTo>
                  <a:pt x="1810179" y="817940"/>
                </a:lnTo>
                <a:lnTo>
                  <a:pt x="1840992" y="817578"/>
                </a:lnTo>
                <a:lnTo>
                  <a:pt x="1871815" y="817159"/>
                </a:lnTo>
                <a:lnTo>
                  <a:pt x="1902628" y="816683"/>
                </a:lnTo>
                <a:lnTo>
                  <a:pt x="1933451" y="816150"/>
                </a:lnTo>
                <a:lnTo>
                  <a:pt x="1964265" y="815550"/>
                </a:lnTo>
                <a:lnTo>
                  <a:pt x="1995078" y="814892"/>
                </a:lnTo>
                <a:lnTo>
                  <a:pt x="2025891" y="814159"/>
                </a:lnTo>
                <a:lnTo>
                  <a:pt x="2056705" y="813368"/>
                </a:lnTo>
                <a:lnTo>
                  <a:pt x="2087518" y="812511"/>
                </a:lnTo>
                <a:lnTo>
                  <a:pt x="2118322" y="811578"/>
                </a:lnTo>
                <a:lnTo>
                  <a:pt x="2149126" y="810578"/>
                </a:lnTo>
                <a:lnTo>
                  <a:pt x="2179930" y="809492"/>
                </a:lnTo>
                <a:lnTo>
                  <a:pt x="2210733" y="808330"/>
                </a:lnTo>
                <a:lnTo>
                  <a:pt x="2241528" y="807082"/>
                </a:lnTo>
                <a:lnTo>
                  <a:pt x="2272322" y="805739"/>
                </a:lnTo>
                <a:lnTo>
                  <a:pt x="2303107" y="804310"/>
                </a:lnTo>
                <a:lnTo>
                  <a:pt x="2333892" y="802767"/>
                </a:lnTo>
                <a:lnTo>
                  <a:pt x="2364667" y="801119"/>
                </a:lnTo>
                <a:lnTo>
                  <a:pt x="2395442" y="799357"/>
                </a:lnTo>
                <a:lnTo>
                  <a:pt x="2426208" y="797452"/>
                </a:lnTo>
                <a:lnTo>
                  <a:pt x="2456955" y="795423"/>
                </a:lnTo>
                <a:lnTo>
                  <a:pt x="2487701" y="793232"/>
                </a:lnTo>
                <a:lnTo>
                  <a:pt x="2518429" y="790861"/>
                </a:lnTo>
                <a:lnTo>
                  <a:pt x="2549147" y="788299"/>
                </a:lnTo>
                <a:lnTo>
                  <a:pt x="2579846" y="785517"/>
                </a:lnTo>
                <a:lnTo>
                  <a:pt x="2610517" y="782469"/>
                </a:lnTo>
                <a:lnTo>
                  <a:pt x="2641149" y="779107"/>
                </a:lnTo>
                <a:lnTo>
                  <a:pt x="2671743" y="775364"/>
                </a:lnTo>
                <a:lnTo>
                  <a:pt x="2702281" y="771154"/>
                </a:lnTo>
                <a:lnTo>
                  <a:pt x="2732713" y="766305"/>
                </a:lnTo>
                <a:lnTo>
                  <a:pt x="2763002" y="760581"/>
                </a:lnTo>
                <a:lnTo>
                  <a:pt x="2792978" y="753456"/>
                </a:lnTo>
                <a:lnTo>
                  <a:pt x="2822153" y="743588"/>
                </a:lnTo>
                <a:lnTo>
                  <a:pt x="2844556" y="724214"/>
                </a:lnTo>
                <a:lnTo>
                  <a:pt x="2859100" y="697154"/>
                </a:lnTo>
                <a:lnTo>
                  <a:pt x="2874074" y="670217"/>
                </a:lnTo>
                <a:lnTo>
                  <a:pt x="2889056" y="643280"/>
                </a:lnTo>
                <a:lnTo>
                  <a:pt x="2904039" y="616344"/>
                </a:lnTo>
                <a:lnTo>
                  <a:pt x="2919022" y="589407"/>
                </a:lnTo>
                <a:lnTo>
                  <a:pt x="2934005" y="562480"/>
                </a:lnTo>
                <a:lnTo>
                  <a:pt x="2948988" y="535543"/>
                </a:lnTo>
                <a:lnTo>
                  <a:pt x="2963970" y="508606"/>
                </a:lnTo>
                <a:lnTo>
                  <a:pt x="2978953" y="481670"/>
                </a:lnTo>
                <a:lnTo>
                  <a:pt x="2993936" y="454733"/>
                </a:lnTo>
                <a:lnTo>
                  <a:pt x="3008919" y="427796"/>
                </a:lnTo>
                <a:lnTo>
                  <a:pt x="3023902" y="400860"/>
                </a:lnTo>
                <a:lnTo>
                  <a:pt x="3038885" y="373923"/>
                </a:lnTo>
                <a:lnTo>
                  <a:pt x="3053858" y="346986"/>
                </a:lnTo>
                <a:lnTo>
                  <a:pt x="3068841" y="320059"/>
                </a:lnTo>
                <a:lnTo>
                  <a:pt x="3083824" y="293122"/>
                </a:lnTo>
                <a:lnTo>
                  <a:pt x="3098806" y="266186"/>
                </a:lnTo>
                <a:lnTo>
                  <a:pt x="3113789" y="239249"/>
                </a:lnTo>
                <a:lnTo>
                  <a:pt x="3128772" y="212312"/>
                </a:lnTo>
                <a:lnTo>
                  <a:pt x="3143755" y="185376"/>
                </a:lnTo>
                <a:lnTo>
                  <a:pt x="3158738" y="158439"/>
                </a:lnTo>
                <a:lnTo>
                  <a:pt x="3173720" y="131502"/>
                </a:lnTo>
                <a:lnTo>
                  <a:pt x="3188703" y="104575"/>
                </a:lnTo>
                <a:lnTo>
                  <a:pt x="3203686" y="77638"/>
                </a:lnTo>
                <a:lnTo>
                  <a:pt x="3218659" y="50702"/>
                </a:lnTo>
                <a:lnTo>
                  <a:pt x="3233642" y="23765"/>
                </a:lnTo>
                <a:lnTo>
                  <a:pt x="3246044" y="3505"/>
                </a:lnTo>
                <a:lnTo>
                  <a:pt x="3220279" y="19288"/>
                </a:lnTo>
                <a:lnTo>
                  <a:pt x="3190608" y="27556"/>
                </a:lnTo>
                <a:lnTo>
                  <a:pt x="3160395" y="33680"/>
                </a:lnTo>
                <a:lnTo>
                  <a:pt x="3129982" y="38662"/>
                </a:lnTo>
                <a:lnTo>
                  <a:pt x="3099464" y="42929"/>
                </a:lnTo>
                <a:lnTo>
                  <a:pt x="3068869" y="46673"/>
                </a:lnTo>
                <a:lnTo>
                  <a:pt x="3038227" y="50035"/>
                </a:lnTo>
                <a:lnTo>
                  <a:pt x="3007557" y="53073"/>
                </a:lnTo>
                <a:lnTo>
                  <a:pt x="2976858" y="55855"/>
                </a:lnTo>
                <a:lnTo>
                  <a:pt x="2946149" y="58426"/>
                </a:lnTo>
                <a:lnTo>
                  <a:pt x="2915412" y="60798"/>
                </a:lnTo>
                <a:lnTo>
                  <a:pt x="2884675" y="63027"/>
                </a:lnTo>
                <a:lnTo>
                  <a:pt x="2853919" y="65103"/>
                </a:lnTo>
                <a:lnTo>
                  <a:pt x="2823162" y="67066"/>
                </a:lnTo>
                <a:lnTo>
                  <a:pt x="2792397" y="68894"/>
                </a:lnTo>
                <a:lnTo>
                  <a:pt x="2761621" y="70618"/>
                </a:lnTo>
                <a:lnTo>
                  <a:pt x="2730846" y="72247"/>
                </a:lnTo>
                <a:lnTo>
                  <a:pt x="2700061" y="73800"/>
                </a:lnTo>
                <a:lnTo>
                  <a:pt x="2669276" y="75257"/>
                </a:lnTo>
                <a:lnTo>
                  <a:pt x="2638482" y="76648"/>
                </a:lnTo>
                <a:lnTo>
                  <a:pt x="2607688" y="77962"/>
                </a:lnTo>
                <a:lnTo>
                  <a:pt x="2576894" y="79210"/>
                </a:lnTo>
                <a:lnTo>
                  <a:pt x="2546090" y="80401"/>
                </a:lnTo>
                <a:lnTo>
                  <a:pt x="2515295" y="81524"/>
                </a:lnTo>
                <a:lnTo>
                  <a:pt x="2484491" y="82591"/>
                </a:lnTo>
                <a:lnTo>
                  <a:pt x="2453688" y="83601"/>
                </a:lnTo>
                <a:lnTo>
                  <a:pt x="2422874" y="84572"/>
                </a:lnTo>
                <a:lnTo>
                  <a:pt x="2392070" y="85487"/>
                </a:lnTo>
                <a:lnTo>
                  <a:pt x="2361257" y="86344"/>
                </a:lnTo>
                <a:lnTo>
                  <a:pt x="2330444" y="87163"/>
                </a:lnTo>
                <a:lnTo>
                  <a:pt x="2299640" y="87935"/>
                </a:lnTo>
                <a:lnTo>
                  <a:pt x="2268826" y="88668"/>
                </a:lnTo>
                <a:lnTo>
                  <a:pt x="2238013" y="89354"/>
                </a:lnTo>
                <a:lnTo>
                  <a:pt x="2207190" y="90011"/>
                </a:lnTo>
                <a:lnTo>
                  <a:pt x="2176377" y="90621"/>
                </a:lnTo>
                <a:lnTo>
                  <a:pt x="2145563" y="91202"/>
                </a:lnTo>
                <a:lnTo>
                  <a:pt x="2114741" y="91735"/>
                </a:lnTo>
                <a:lnTo>
                  <a:pt x="2083927" y="92231"/>
                </a:lnTo>
                <a:lnTo>
                  <a:pt x="2053104" y="92688"/>
                </a:lnTo>
                <a:lnTo>
                  <a:pt x="2022291" y="93126"/>
                </a:lnTo>
                <a:lnTo>
                  <a:pt x="1991468" y="93516"/>
                </a:lnTo>
                <a:lnTo>
                  <a:pt x="1960655" y="93878"/>
                </a:lnTo>
                <a:lnTo>
                  <a:pt x="1929832" y="94212"/>
                </a:lnTo>
                <a:lnTo>
                  <a:pt x="1899009" y="94498"/>
                </a:lnTo>
                <a:lnTo>
                  <a:pt x="1868186" y="94764"/>
                </a:lnTo>
                <a:lnTo>
                  <a:pt x="1837373" y="94993"/>
                </a:lnTo>
                <a:lnTo>
                  <a:pt x="1806550" y="95193"/>
                </a:lnTo>
                <a:lnTo>
                  <a:pt x="1775727" y="95364"/>
                </a:lnTo>
                <a:lnTo>
                  <a:pt x="1744904" y="95479"/>
                </a:lnTo>
                <a:lnTo>
                  <a:pt x="1714081" y="95593"/>
                </a:lnTo>
                <a:lnTo>
                  <a:pt x="1683258" y="95679"/>
                </a:lnTo>
                <a:lnTo>
                  <a:pt x="1652435" y="95726"/>
                </a:lnTo>
                <a:lnTo>
                  <a:pt x="1621612" y="95745"/>
                </a:lnTo>
                <a:lnTo>
                  <a:pt x="1590799" y="95726"/>
                </a:lnTo>
                <a:lnTo>
                  <a:pt x="1559976" y="95669"/>
                </a:lnTo>
                <a:lnTo>
                  <a:pt x="1529153" y="95583"/>
                </a:lnTo>
                <a:lnTo>
                  <a:pt x="1498330" y="95469"/>
                </a:lnTo>
                <a:lnTo>
                  <a:pt x="1467507" y="95345"/>
                </a:lnTo>
                <a:lnTo>
                  <a:pt x="1436684" y="95174"/>
                </a:lnTo>
                <a:lnTo>
                  <a:pt x="1405861" y="94974"/>
                </a:lnTo>
                <a:lnTo>
                  <a:pt x="1375048" y="94736"/>
                </a:lnTo>
                <a:lnTo>
                  <a:pt x="1344225" y="94469"/>
                </a:lnTo>
                <a:lnTo>
                  <a:pt x="1313402" y="94174"/>
                </a:lnTo>
                <a:lnTo>
                  <a:pt x="1282579" y="93840"/>
                </a:lnTo>
                <a:lnTo>
                  <a:pt x="1251766" y="93478"/>
                </a:lnTo>
                <a:lnTo>
                  <a:pt x="1220943" y="93069"/>
                </a:lnTo>
                <a:lnTo>
                  <a:pt x="1190130" y="92640"/>
                </a:lnTo>
                <a:lnTo>
                  <a:pt x="1159307" y="92173"/>
                </a:lnTo>
                <a:lnTo>
                  <a:pt x="1128493" y="91669"/>
                </a:lnTo>
                <a:lnTo>
                  <a:pt x="1097671" y="91135"/>
                </a:lnTo>
                <a:lnTo>
                  <a:pt x="1066857" y="90554"/>
                </a:lnTo>
                <a:lnTo>
                  <a:pt x="1036044" y="89935"/>
                </a:lnTo>
                <a:lnTo>
                  <a:pt x="1005221" y="89278"/>
                </a:lnTo>
                <a:lnTo>
                  <a:pt x="974408" y="88583"/>
                </a:lnTo>
                <a:lnTo>
                  <a:pt x="943594" y="87849"/>
                </a:lnTo>
                <a:lnTo>
                  <a:pt x="912790" y="87068"/>
                </a:lnTo>
                <a:lnTo>
                  <a:pt x="881977" y="86249"/>
                </a:lnTo>
                <a:lnTo>
                  <a:pt x="851164" y="85382"/>
                </a:lnTo>
                <a:lnTo>
                  <a:pt x="820360" y="84458"/>
                </a:lnTo>
                <a:lnTo>
                  <a:pt x="789546" y="83487"/>
                </a:lnTo>
                <a:lnTo>
                  <a:pt x="758742" y="82467"/>
                </a:lnTo>
                <a:lnTo>
                  <a:pt x="727939" y="81391"/>
                </a:lnTo>
                <a:lnTo>
                  <a:pt x="697144" y="80258"/>
                </a:lnTo>
                <a:lnTo>
                  <a:pt x="666340" y="79067"/>
                </a:lnTo>
                <a:lnTo>
                  <a:pt x="635546" y="77810"/>
                </a:lnTo>
                <a:lnTo>
                  <a:pt x="604752" y="76486"/>
                </a:lnTo>
                <a:lnTo>
                  <a:pt x="573967" y="75095"/>
                </a:lnTo>
                <a:lnTo>
                  <a:pt x="543173" y="73619"/>
                </a:lnTo>
                <a:lnTo>
                  <a:pt x="512397" y="72066"/>
                </a:lnTo>
                <a:lnTo>
                  <a:pt x="481613" y="70428"/>
                </a:lnTo>
                <a:lnTo>
                  <a:pt x="450847" y="68685"/>
                </a:lnTo>
                <a:lnTo>
                  <a:pt x="420081" y="66837"/>
                </a:lnTo>
                <a:lnTo>
                  <a:pt x="389315" y="64865"/>
                </a:lnTo>
                <a:lnTo>
                  <a:pt x="358569" y="62770"/>
                </a:lnTo>
                <a:lnTo>
                  <a:pt x="327822" y="60531"/>
                </a:lnTo>
                <a:lnTo>
                  <a:pt x="297094" y="58141"/>
                </a:lnTo>
                <a:lnTo>
                  <a:pt x="266386" y="55550"/>
                </a:lnTo>
                <a:lnTo>
                  <a:pt x="235696" y="52730"/>
                </a:lnTo>
                <a:lnTo>
                  <a:pt x="205026" y="49654"/>
                </a:lnTo>
                <a:lnTo>
                  <a:pt x="174393" y="46263"/>
                </a:lnTo>
                <a:lnTo>
                  <a:pt x="143808" y="42453"/>
                </a:lnTo>
                <a:lnTo>
                  <a:pt x="113290" y="38119"/>
                </a:lnTo>
                <a:lnTo>
                  <a:pt x="82896" y="33023"/>
                </a:lnTo>
                <a:lnTo>
                  <a:pt x="52721" y="26727"/>
                </a:lnTo>
                <a:lnTo>
                  <a:pt x="23174" y="180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F70A9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5" name="simple-step-cap-1">
            <a:extLst xmlns:a="http://schemas.openxmlformats.org/drawingml/2006/main">
              <a:ext uri="{FF2B5EF4-FFF2-40B4-BE49-F238E27FC236}">
                <a16:creationId xmlns:a16="http://schemas.microsoft.com/office/drawing/2014/main" id="{4E8B6C21-7188-4650-9F25-BDB6D60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2828" y="2027311"/>
            <a:ext cx="3246844" cy="272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0A9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6" name="simple-step-body-2">
            <a:extLst xmlns:a="http://schemas.openxmlformats.org/drawingml/2006/main">
              <a:ext uri="{FF2B5EF4-FFF2-40B4-BE49-F238E27FC236}">
                <a16:creationId xmlns:a16="http://schemas.microsoft.com/office/drawing/2014/main" id="{49C81645-4F79-49A0-87E9-E5874AC0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078" y="3107246"/>
            <a:ext cx="2437619" cy="818940"/>
          </a:xfrm>
          <a:custGeom xmlns:a="http://schemas.openxmlformats.org/drawingml/2006/main">
            <a:pathLst>
              <a:path w="2437619" h="818940">
                <a:moveTo>
                  <a:pt x="0" y="0"/>
                </a:moveTo>
                <a:lnTo>
                  <a:pt x="10982" y="21707"/>
                </a:lnTo>
                <a:lnTo>
                  <a:pt x="21965" y="43424"/>
                </a:lnTo>
                <a:lnTo>
                  <a:pt x="32957" y="65132"/>
                </a:lnTo>
                <a:lnTo>
                  <a:pt x="43939" y="86849"/>
                </a:lnTo>
                <a:lnTo>
                  <a:pt x="54921" y="108556"/>
                </a:lnTo>
                <a:lnTo>
                  <a:pt x="65913" y="130273"/>
                </a:lnTo>
                <a:lnTo>
                  <a:pt x="76895" y="151981"/>
                </a:lnTo>
                <a:lnTo>
                  <a:pt x="87878" y="173688"/>
                </a:lnTo>
                <a:lnTo>
                  <a:pt x="98860" y="195405"/>
                </a:lnTo>
                <a:lnTo>
                  <a:pt x="109852" y="217113"/>
                </a:lnTo>
                <a:lnTo>
                  <a:pt x="120834" y="238830"/>
                </a:lnTo>
                <a:lnTo>
                  <a:pt x="131816" y="260537"/>
                </a:lnTo>
                <a:lnTo>
                  <a:pt x="142799" y="282245"/>
                </a:lnTo>
                <a:lnTo>
                  <a:pt x="153791" y="303962"/>
                </a:lnTo>
                <a:lnTo>
                  <a:pt x="164773" y="325669"/>
                </a:lnTo>
                <a:lnTo>
                  <a:pt x="175755" y="347386"/>
                </a:lnTo>
                <a:lnTo>
                  <a:pt x="186738" y="369094"/>
                </a:lnTo>
                <a:lnTo>
                  <a:pt x="197729" y="390811"/>
                </a:lnTo>
                <a:lnTo>
                  <a:pt x="208712" y="412518"/>
                </a:lnTo>
                <a:lnTo>
                  <a:pt x="219694" y="434226"/>
                </a:lnTo>
                <a:lnTo>
                  <a:pt x="230676" y="455943"/>
                </a:lnTo>
                <a:lnTo>
                  <a:pt x="241668" y="477650"/>
                </a:lnTo>
                <a:lnTo>
                  <a:pt x="252651" y="499367"/>
                </a:lnTo>
                <a:lnTo>
                  <a:pt x="263633" y="521075"/>
                </a:lnTo>
                <a:lnTo>
                  <a:pt x="274615" y="542792"/>
                </a:lnTo>
                <a:lnTo>
                  <a:pt x="285607" y="564499"/>
                </a:lnTo>
                <a:lnTo>
                  <a:pt x="296589" y="586207"/>
                </a:lnTo>
                <a:lnTo>
                  <a:pt x="307572" y="607924"/>
                </a:lnTo>
                <a:lnTo>
                  <a:pt x="318554" y="629631"/>
                </a:lnTo>
                <a:lnTo>
                  <a:pt x="329546" y="651348"/>
                </a:lnTo>
                <a:lnTo>
                  <a:pt x="340528" y="673056"/>
                </a:lnTo>
                <a:lnTo>
                  <a:pt x="351511" y="694773"/>
                </a:lnTo>
                <a:lnTo>
                  <a:pt x="362502" y="716480"/>
                </a:lnTo>
                <a:lnTo>
                  <a:pt x="373551" y="737606"/>
                </a:lnTo>
                <a:lnTo>
                  <a:pt x="394259" y="750199"/>
                </a:lnTo>
                <a:lnTo>
                  <a:pt x="417033" y="758723"/>
                </a:lnTo>
                <a:lnTo>
                  <a:pt x="440436" y="765353"/>
                </a:lnTo>
                <a:lnTo>
                  <a:pt x="464144" y="770849"/>
                </a:lnTo>
                <a:lnTo>
                  <a:pt x="488013" y="775554"/>
                </a:lnTo>
                <a:lnTo>
                  <a:pt x="511988" y="779697"/>
                </a:lnTo>
                <a:lnTo>
                  <a:pt x="536038" y="783374"/>
                </a:lnTo>
                <a:lnTo>
                  <a:pt x="560146" y="786689"/>
                </a:lnTo>
                <a:lnTo>
                  <a:pt x="584292" y="789699"/>
                </a:lnTo>
                <a:lnTo>
                  <a:pt x="608467" y="792432"/>
                </a:lnTo>
                <a:lnTo>
                  <a:pt x="632670" y="794956"/>
                </a:lnTo>
                <a:lnTo>
                  <a:pt x="656892" y="797271"/>
                </a:lnTo>
                <a:lnTo>
                  <a:pt x="681133" y="799414"/>
                </a:lnTo>
                <a:lnTo>
                  <a:pt x="705383" y="801386"/>
                </a:lnTo>
                <a:lnTo>
                  <a:pt x="729644" y="803215"/>
                </a:lnTo>
                <a:lnTo>
                  <a:pt x="753923" y="804901"/>
                </a:lnTo>
                <a:lnTo>
                  <a:pt x="778202" y="806472"/>
                </a:lnTo>
                <a:lnTo>
                  <a:pt x="802491" y="807910"/>
                </a:lnTo>
                <a:lnTo>
                  <a:pt x="826789" y="809244"/>
                </a:lnTo>
                <a:lnTo>
                  <a:pt x="851087" y="810492"/>
                </a:lnTo>
                <a:lnTo>
                  <a:pt x="875395" y="811616"/>
                </a:lnTo>
                <a:lnTo>
                  <a:pt x="899703" y="812654"/>
                </a:lnTo>
                <a:lnTo>
                  <a:pt x="924020" y="813606"/>
                </a:lnTo>
                <a:lnTo>
                  <a:pt x="948328" y="814473"/>
                </a:lnTo>
                <a:lnTo>
                  <a:pt x="972655" y="815254"/>
                </a:lnTo>
                <a:lnTo>
                  <a:pt x="996972" y="815959"/>
                </a:lnTo>
                <a:lnTo>
                  <a:pt x="1021299" y="816578"/>
                </a:lnTo>
                <a:lnTo>
                  <a:pt x="1045626" y="817131"/>
                </a:lnTo>
                <a:lnTo>
                  <a:pt x="1069953" y="817597"/>
                </a:lnTo>
                <a:lnTo>
                  <a:pt x="1094280" y="817997"/>
                </a:lnTo>
                <a:lnTo>
                  <a:pt x="1118606" y="818331"/>
                </a:lnTo>
                <a:lnTo>
                  <a:pt x="1142943" y="818588"/>
                </a:lnTo>
                <a:lnTo>
                  <a:pt x="1167270" y="818769"/>
                </a:lnTo>
                <a:lnTo>
                  <a:pt x="1191606" y="818893"/>
                </a:lnTo>
                <a:lnTo>
                  <a:pt x="1215933" y="818940"/>
                </a:lnTo>
                <a:lnTo>
                  <a:pt x="1240269" y="818921"/>
                </a:lnTo>
                <a:lnTo>
                  <a:pt x="1264606" y="818836"/>
                </a:lnTo>
                <a:lnTo>
                  <a:pt x="1288933" y="818674"/>
                </a:lnTo>
                <a:lnTo>
                  <a:pt x="1313269" y="818445"/>
                </a:lnTo>
                <a:lnTo>
                  <a:pt x="1337596" y="818150"/>
                </a:lnTo>
                <a:lnTo>
                  <a:pt x="1361923" y="817788"/>
                </a:lnTo>
                <a:lnTo>
                  <a:pt x="1386249" y="817340"/>
                </a:lnTo>
                <a:lnTo>
                  <a:pt x="1410576" y="816826"/>
                </a:lnTo>
                <a:lnTo>
                  <a:pt x="1434903" y="816235"/>
                </a:lnTo>
                <a:lnTo>
                  <a:pt x="1459230" y="815569"/>
                </a:lnTo>
                <a:lnTo>
                  <a:pt x="1483547" y="814816"/>
                </a:lnTo>
                <a:lnTo>
                  <a:pt x="1507865" y="813987"/>
                </a:lnTo>
                <a:lnTo>
                  <a:pt x="1532182" y="813083"/>
                </a:lnTo>
                <a:lnTo>
                  <a:pt x="1556490" y="812082"/>
                </a:lnTo>
                <a:lnTo>
                  <a:pt x="1580798" y="810978"/>
                </a:lnTo>
                <a:lnTo>
                  <a:pt x="1605105" y="809796"/>
                </a:lnTo>
                <a:lnTo>
                  <a:pt x="1629404" y="808501"/>
                </a:lnTo>
                <a:lnTo>
                  <a:pt x="1653692" y="807101"/>
                </a:lnTo>
                <a:lnTo>
                  <a:pt x="1677981" y="805596"/>
                </a:lnTo>
                <a:lnTo>
                  <a:pt x="1702251" y="803958"/>
                </a:lnTo>
                <a:lnTo>
                  <a:pt x="1726521" y="802186"/>
                </a:lnTo>
                <a:lnTo>
                  <a:pt x="1750781" y="800281"/>
                </a:lnTo>
                <a:lnTo>
                  <a:pt x="1775022" y="798214"/>
                </a:lnTo>
                <a:lnTo>
                  <a:pt x="1799253" y="795976"/>
                </a:lnTo>
                <a:lnTo>
                  <a:pt x="1823466" y="793556"/>
                </a:lnTo>
                <a:lnTo>
                  <a:pt x="1847650" y="790908"/>
                </a:lnTo>
                <a:lnTo>
                  <a:pt x="1871815" y="788013"/>
                </a:lnTo>
                <a:lnTo>
                  <a:pt x="1895932" y="784841"/>
                </a:lnTo>
                <a:lnTo>
                  <a:pt x="1920011" y="781326"/>
                </a:lnTo>
                <a:lnTo>
                  <a:pt x="1944024" y="777402"/>
                </a:lnTo>
                <a:lnTo>
                  <a:pt x="1967951" y="772954"/>
                </a:lnTo>
                <a:lnTo>
                  <a:pt x="1991735" y="767829"/>
                </a:lnTo>
                <a:lnTo>
                  <a:pt x="2015290" y="761752"/>
                </a:lnTo>
                <a:lnTo>
                  <a:pt x="2038407" y="754180"/>
                </a:lnTo>
                <a:lnTo>
                  <a:pt x="2060381" y="743807"/>
                </a:lnTo>
                <a:lnTo>
                  <a:pt x="2076145" y="726119"/>
                </a:lnTo>
                <a:lnTo>
                  <a:pt x="2086108" y="704117"/>
                </a:lnTo>
                <a:lnTo>
                  <a:pt x="2097091" y="682400"/>
                </a:lnTo>
                <a:lnTo>
                  <a:pt x="2108073" y="660692"/>
                </a:lnTo>
                <a:lnTo>
                  <a:pt x="2119065" y="638985"/>
                </a:lnTo>
                <a:lnTo>
                  <a:pt x="2130047" y="617268"/>
                </a:lnTo>
                <a:lnTo>
                  <a:pt x="2141030" y="595560"/>
                </a:lnTo>
                <a:lnTo>
                  <a:pt x="2152012" y="573843"/>
                </a:lnTo>
                <a:lnTo>
                  <a:pt x="2163004" y="552136"/>
                </a:lnTo>
                <a:lnTo>
                  <a:pt x="2173986" y="530419"/>
                </a:lnTo>
                <a:lnTo>
                  <a:pt x="2184968" y="508711"/>
                </a:lnTo>
                <a:lnTo>
                  <a:pt x="2195960" y="487004"/>
                </a:lnTo>
                <a:lnTo>
                  <a:pt x="2206943" y="465287"/>
                </a:lnTo>
                <a:lnTo>
                  <a:pt x="2217925" y="443579"/>
                </a:lnTo>
                <a:lnTo>
                  <a:pt x="2228907" y="421862"/>
                </a:lnTo>
                <a:lnTo>
                  <a:pt x="2239899" y="400155"/>
                </a:lnTo>
                <a:lnTo>
                  <a:pt x="2250881" y="378438"/>
                </a:lnTo>
                <a:lnTo>
                  <a:pt x="2261864" y="356730"/>
                </a:lnTo>
                <a:lnTo>
                  <a:pt x="2272846" y="335023"/>
                </a:lnTo>
                <a:lnTo>
                  <a:pt x="2283838" y="313306"/>
                </a:lnTo>
                <a:lnTo>
                  <a:pt x="2294820" y="291598"/>
                </a:lnTo>
                <a:lnTo>
                  <a:pt x="2305802" y="269881"/>
                </a:lnTo>
                <a:lnTo>
                  <a:pt x="2316785" y="248174"/>
                </a:lnTo>
                <a:lnTo>
                  <a:pt x="2327777" y="226466"/>
                </a:lnTo>
                <a:lnTo>
                  <a:pt x="2338759" y="204749"/>
                </a:lnTo>
                <a:lnTo>
                  <a:pt x="2349741" y="183042"/>
                </a:lnTo>
                <a:lnTo>
                  <a:pt x="2360724" y="161325"/>
                </a:lnTo>
                <a:lnTo>
                  <a:pt x="2371715" y="139617"/>
                </a:lnTo>
                <a:lnTo>
                  <a:pt x="2382698" y="117900"/>
                </a:lnTo>
                <a:lnTo>
                  <a:pt x="2393680" y="96193"/>
                </a:lnTo>
                <a:lnTo>
                  <a:pt x="2404662" y="74486"/>
                </a:lnTo>
                <a:lnTo>
                  <a:pt x="2415654" y="52769"/>
                </a:lnTo>
                <a:lnTo>
                  <a:pt x="2426637" y="31061"/>
                </a:lnTo>
                <a:lnTo>
                  <a:pt x="2437619" y="9344"/>
                </a:lnTo>
                <a:lnTo>
                  <a:pt x="2435466" y="11497"/>
                </a:lnTo>
                <a:lnTo>
                  <a:pt x="2414016" y="22784"/>
                </a:lnTo>
                <a:lnTo>
                  <a:pt x="2390851" y="30213"/>
                </a:lnTo>
                <a:lnTo>
                  <a:pt x="2367220" y="35985"/>
                </a:lnTo>
                <a:lnTo>
                  <a:pt x="2343369" y="40796"/>
                </a:lnTo>
                <a:lnTo>
                  <a:pt x="2319395" y="44948"/>
                </a:lnTo>
                <a:lnTo>
                  <a:pt x="2295344" y="48635"/>
                </a:lnTo>
                <a:lnTo>
                  <a:pt x="2271236" y="51930"/>
                </a:lnTo>
                <a:lnTo>
                  <a:pt x="2247090" y="54940"/>
                </a:lnTo>
                <a:lnTo>
                  <a:pt x="2222916" y="57693"/>
                </a:lnTo>
                <a:lnTo>
                  <a:pt x="2198713" y="60246"/>
                </a:lnTo>
                <a:lnTo>
                  <a:pt x="2174500" y="62598"/>
                </a:lnTo>
                <a:lnTo>
                  <a:pt x="2150269" y="64799"/>
                </a:lnTo>
                <a:lnTo>
                  <a:pt x="2126018" y="66866"/>
                </a:lnTo>
                <a:lnTo>
                  <a:pt x="2101767" y="68799"/>
                </a:lnTo>
                <a:lnTo>
                  <a:pt x="2077507" y="70609"/>
                </a:lnTo>
                <a:lnTo>
                  <a:pt x="2053228" y="72314"/>
                </a:lnTo>
                <a:lnTo>
                  <a:pt x="2028949" y="73933"/>
                </a:lnTo>
                <a:lnTo>
                  <a:pt x="2004670" y="75457"/>
                </a:lnTo>
                <a:lnTo>
                  <a:pt x="1980381" y="76895"/>
                </a:lnTo>
                <a:lnTo>
                  <a:pt x="1956083" y="78267"/>
                </a:lnTo>
                <a:lnTo>
                  <a:pt x="1931784" y="79553"/>
                </a:lnTo>
                <a:lnTo>
                  <a:pt x="1907486" y="80782"/>
                </a:lnTo>
                <a:lnTo>
                  <a:pt x="1883178" y="81934"/>
                </a:lnTo>
                <a:lnTo>
                  <a:pt x="1858870" y="83029"/>
                </a:lnTo>
                <a:lnTo>
                  <a:pt x="1834563" y="84077"/>
                </a:lnTo>
                <a:lnTo>
                  <a:pt x="1810255" y="85058"/>
                </a:lnTo>
                <a:lnTo>
                  <a:pt x="1785938" y="85982"/>
                </a:lnTo>
                <a:lnTo>
                  <a:pt x="1761620" y="86858"/>
                </a:lnTo>
                <a:lnTo>
                  <a:pt x="1737303" y="87687"/>
                </a:lnTo>
                <a:lnTo>
                  <a:pt x="1712986" y="88468"/>
                </a:lnTo>
                <a:lnTo>
                  <a:pt x="1688659" y="89211"/>
                </a:lnTo>
                <a:lnTo>
                  <a:pt x="1664341" y="89897"/>
                </a:lnTo>
                <a:lnTo>
                  <a:pt x="1640015" y="90545"/>
                </a:lnTo>
                <a:lnTo>
                  <a:pt x="1615688" y="91154"/>
                </a:lnTo>
                <a:lnTo>
                  <a:pt x="1591370" y="91716"/>
                </a:lnTo>
                <a:lnTo>
                  <a:pt x="1567043" y="92240"/>
                </a:lnTo>
                <a:lnTo>
                  <a:pt x="1542707" y="92726"/>
                </a:lnTo>
                <a:lnTo>
                  <a:pt x="1518380" y="93174"/>
                </a:lnTo>
                <a:lnTo>
                  <a:pt x="1494053" y="93583"/>
                </a:lnTo>
                <a:lnTo>
                  <a:pt x="1469727" y="93955"/>
                </a:lnTo>
                <a:lnTo>
                  <a:pt x="1445400" y="94288"/>
                </a:lnTo>
                <a:lnTo>
                  <a:pt x="1421063" y="94593"/>
                </a:lnTo>
                <a:lnTo>
                  <a:pt x="1396736" y="94859"/>
                </a:lnTo>
                <a:lnTo>
                  <a:pt x="1372400" y="95079"/>
                </a:lnTo>
                <a:lnTo>
                  <a:pt x="1348073" y="95279"/>
                </a:lnTo>
                <a:lnTo>
                  <a:pt x="1323737" y="95441"/>
                </a:lnTo>
                <a:lnTo>
                  <a:pt x="1299410" y="95564"/>
                </a:lnTo>
                <a:lnTo>
                  <a:pt x="1275074" y="95660"/>
                </a:lnTo>
                <a:lnTo>
                  <a:pt x="1250747" y="95717"/>
                </a:lnTo>
                <a:lnTo>
                  <a:pt x="1226410" y="95736"/>
                </a:lnTo>
                <a:lnTo>
                  <a:pt x="1202084" y="95726"/>
                </a:lnTo>
                <a:lnTo>
                  <a:pt x="1177747" y="95688"/>
                </a:lnTo>
                <a:lnTo>
                  <a:pt x="1153420" y="95602"/>
                </a:lnTo>
                <a:lnTo>
                  <a:pt x="1129084" y="95498"/>
                </a:lnTo>
                <a:lnTo>
                  <a:pt x="1104757" y="95355"/>
                </a:lnTo>
                <a:lnTo>
                  <a:pt x="1080421" y="95174"/>
                </a:lnTo>
                <a:lnTo>
                  <a:pt x="1056094" y="94955"/>
                </a:lnTo>
                <a:lnTo>
                  <a:pt x="1031758" y="94707"/>
                </a:lnTo>
                <a:lnTo>
                  <a:pt x="1007431" y="94421"/>
                </a:lnTo>
                <a:lnTo>
                  <a:pt x="983094" y="94097"/>
                </a:lnTo>
                <a:lnTo>
                  <a:pt x="958767" y="93745"/>
                </a:lnTo>
                <a:lnTo>
                  <a:pt x="934441" y="93355"/>
                </a:lnTo>
                <a:lnTo>
                  <a:pt x="910114" y="92926"/>
                </a:lnTo>
                <a:lnTo>
                  <a:pt x="885787" y="92459"/>
                </a:lnTo>
                <a:lnTo>
                  <a:pt x="861460" y="91945"/>
                </a:lnTo>
                <a:lnTo>
                  <a:pt x="837133" y="91402"/>
                </a:lnTo>
                <a:lnTo>
                  <a:pt x="812806" y="90811"/>
                </a:lnTo>
                <a:lnTo>
                  <a:pt x="788480" y="90183"/>
                </a:lnTo>
                <a:lnTo>
                  <a:pt x="764162" y="89506"/>
                </a:lnTo>
                <a:lnTo>
                  <a:pt x="739835" y="88792"/>
                </a:lnTo>
                <a:lnTo>
                  <a:pt x="715518" y="88040"/>
                </a:lnTo>
                <a:lnTo>
                  <a:pt x="691201" y="87230"/>
                </a:lnTo>
                <a:lnTo>
                  <a:pt x="666883" y="86373"/>
                </a:lnTo>
                <a:lnTo>
                  <a:pt x="642566" y="85468"/>
                </a:lnTo>
                <a:lnTo>
                  <a:pt x="618249" y="84506"/>
                </a:lnTo>
                <a:lnTo>
                  <a:pt x="593941" y="83496"/>
                </a:lnTo>
                <a:lnTo>
                  <a:pt x="569633" y="82420"/>
                </a:lnTo>
                <a:lnTo>
                  <a:pt x="545325" y="81286"/>
                </a:lnTo>
                <a:lnTo>
                  <a:pt x="521027" y="80096"/>
                </a:lnTo>
                <a:lnTo>
                  <a:pt x="496729" y="78829"/>
                </a:lnTo>
                <a:lnTo>
                  <a:pt x="472430" y="77505"/>
                </a:lnTo>
                <a:lnTo>
                  <a:pt x="448142" y="76095"/>
                </a:lnTo>
                <a:lnTo>
                  <a:pt x="423853" y="74609"/>
                </a:lnTo>
                <a:lnTo>
                  <a:pt x="399574" y="73028"/>
                </a:lnTo>
                <a:lnTo>
                  <a:pt x="375295" y="71352"/>
                </a:lnTo>
                <a:lnTo>
                  <a:pt x="351025" y="69580"/>
                </a:lnTo>
                <a:lnTo>
                  <a:pt x="326765" y="67704"/>
                </a:lnTo>
                <a:lnTo>
                  <a:pt x="302524" y="65703"/>
                </a:lnTo>
                <a:lnTo>
                  <a:pt x="278282" y="63570"/>
                </a:lnTo>
                <a:lnTo>
                  <a:pt x="254060" y="61274"/>
                </a:lnTo>
                <a:lnTo>
                  <a:pt x="229848" y="58817"/>
                </a:lnTo>
                <a:lnTo>
                  <a:pt x="205664" y="56150"/>
                </a:lnTo>
                <a:lnTo>
                  <a:pt x="181508" y="53264"/>
                </a:lnTo>
                <a:lnTo>
                  <a:pt x="157382" y="50092"/>
                </a:lnTo>
                <a:lnTo>
                  <a:pt x="133302" y="46587"/>
                </a:lnTo>
                <a:lnTo>
                  <a:pt x="109290" y="42653"/>
                </a:lnTo>
                <a:lnTo>
                  <a:pt x="85382" y="38148"/>
                </a:lnTo>
                <a:lnTo>
                  <a:pt x="61636" y="32852"/>
                </a:lnTo>
                <a:lnTo>
                  <a:pt x="38214" y="26260"/>
                </a:lnTo>
                <a:lnTo>
                  <a:pt x="15678" y="171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F82B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7" name="simple-step-cap-2">
            <a:extLst xmlns:a="http://schemas.openxmlformats.org/drawingml/2006/main">
              <a:ext uri="{FF2B5EF4-FFF2-40B4-BE49-F238E27FC236}">
                <a16:creationId xmlns:a16="http://schemas.microsoft.com/office/drawing/2014/main" id="{23088FCA-7BED-44C0-A15E-6514A8F4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5059" y="2971105"/>
            <a:ext cx="2442391" cy="272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2B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8" name="simple-step-body-3">
            <a:extLst xmlns:a="http://schemas.openxmlformats.org/drawingml/2006/main">
              <a:ext uri="{FF2B5EF4-FFF2-40B4-BE49-F238E27FC236}">
                <a16:creationId xmlns:a16="http://schemas.microsoft.com/office/drawing/2014/main" id="{CC8F13D6-B2AE-4AE0-B730-9A46729A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0972" y="4051030"/>
            <a:ext cx="1706832" cy="818940"/>
          </a:xfrm>
          <a:custGeom xmlns:a="http://schemas.openxmlformats.org/drawingml/2006/main">
            <a:pathLst>
              <a:path w="1706832" h="818940">
                <a:moveTo>
                  <a:pt x="0" y="0"/>
                </a:moveTo>
                <a:lnTo>
                  <a:pt x="9944" y="20907"/>
                </a:lnTo>
                <a:lnTo>
                  <a:pt x="19898" y="41805"/>
                </a:lnTo>
                <a:lnTo>
                  <a:pt x="29842" y="62713"/>
                </a:lnTo>
                <a:lnTo>
                  <a:pt x="39795" y="83620"/>
                </a:lnTo>
                <a:lnTo>
                  <a:pt x="49740" y="104527"/>
                </a:lnTo>
                <a:lnTo>
                  <a:pt x="59693" y="125425"/>
                </a:lnTo>
                <a:lnTo>
                  <a:pt x="69637" y="146333"/>
                </a:lnTo>
                <a:lnTo>
                  <a:pt x="79591" y="167240"/>
                </a:lnTo>
                <a:lnTo>
                  <a:pt x="89535" y="188147"/>
                </a:lnTo>
                <a:lnTo>
                  <a:pt x="99489" y="209045"/>
                </a:lnTo>
                <a:lnTo>
                  <a:pt x="109433" y="229953"/>
                </a:lnTo>
                <a:lnTo>
                  <a:pt x="119386" y="250860"/>
                </a:lnTo>
                <a:lnTo>
                  <a:pt x="129330" y="271758"/>
                </a:lnTo>
                <a:lnTo>
                  <a:pt x="139284" y="292665"/>
                </a:lnTo>
                <a:lnTo>
                  <a:pt x="149228" y="313573"/>
                </a:lnTo>
                <a:lnTo>
                  <a:pt x="159182" y="334480"/>
                </a:lnTo>
                <a:lnTo>
                  <a:pt x="169126" y="355378"/>
                </a:lnTo>
                <a:lnTo>
                  <a:pt x="179080" y="376285"/>
                </a:lnTo>
                <a:lnTo>
                  <a:pt x="189024" y="397193"/>
                </a:lnTo>
                <a:lnTo>
                  <a:pt x="198977" y="418090"/>
                </a:lnTo>
                <a:lnTo>
                  <a:pt x="208921" y="438998"/>
                </a:lnTo>
                <a:lnTo>
                  <a:pt x="218875" y="459905"/>
                </a:lnTo>
                <a:lnTo>
                  <a:pt x="228819" y="480812"/>
                </a:lnTo>
                <a:lnTo>
                  <a:pt x="238773" y="501710"/>
                </a:lnTo>
                <a:lnTo>
                  <a:pt x="248717" y="522618"/>
                </a:lnTo>
                <a:lnTo>
                  <a:pt x="258670" y="543525"/>
                </a:lnTo>
                <a:lnTo>
                  <a:pt x="268615" y="564432"/>
                </a:lnTo>
                <a:lnTo>
                  <a:pt x="278568" y="585330"/>
                </a:lnTo>
                <a:lnTo>
                  <a:pt x="288512" y="606238"/>
                </a:lnTo>
                <a:lnTo>
                  <a:pt x="298466" y="627145"/>
                </a:lnTo>
                <a:lnTo>
                  <a:pt x="308410" y="648043"/>
                </a:lnTo>
                <a:lnTo>
                  <a:pt x="318364" y="668950"/>
                </a:lnTo>
                <a:lnTo>
                  <a:pt x="328308" y="689858"/>
                </a:lnTo>
                <a:lnTo>
                  <a:pt x="338252" y="710765"/>
                </a:lnTo>
                <a:lnTo>
                  <a:pt x="345986" y="732339"/>
                </a:lnTo>
                <a:lnTo>
                  <a:pt x="360693" y="749865"/>
                </a:lnTo>
                <a:lnTo>
                  <a:pt x="380562" y="761676"/>
                </a:lnTo>
                <a:lnTo>
                  <a:pt x="401945" y="770506"/>
                </a:lnTo>
                <a:lnTo>
                  <a:pt x="423977" y="777592"/>
                </a:lnTo>
                <a:lnTo>
                  <a:pt x="446361" y="783498"/>
                </a:lnTo>
                <a:lnTo>
                  <a:pt x="468963" y="788537"/>
                </a:lnTo>
                <a:lnTo>
                  <a:pt x="491700" y="792899"/>
                </a:lnTo>
                <a:lnTo>
                  <a:pt x="514531" y="796728"/>
                </a:lnTo>
                <a:lnTo>
                  <a:pt x="537429" y="800090"/>
                </a:lnTo>
                <a:lnTo>
                  <a:pt x="560394" y="803072"/>
                </a:lnTo>
                <a:lnTo>
                  <a:pt x="583387" y="805710"/>
                </a:lnTo>
                <a:lnTo>
                  <a:pt x="606428" y="808044"/>
                </a:lnTo>
                <a:lnTo>
                  <a:pt x="629488" y="810101"/>
                </a:lnTo>
                <a:lnTo>
                  <a:pt x="652567" y="811911"/>
                </a:lnTo>
                <a:lnTo>
                  <a:pt x="675665" y="813483"/>
                </a:lnTo>
                <a:lnTo>
                  <a:pt x="698773" y="814835"/>
                </a:lnTo>
                <a:lnTo>
                  <a:pt x="721900" y="815988"/>
                </a:lnTo>
                <a:lnTo>
                  <a:pt x="745026" y="816931"/>
                </a:lnTo>
                <a:lnTo>
                  <a:pt x="768163" y="817693"/>
                </a:lnTo>
                <a:lnTo>
                  <a:pt x="791308" y="818274"/>
                </a:lnTo>
                <a:lnTo>
                  <a:pt x="814454" y="818664"/>
                </a:lnTo>
                <a:lnTo>
                  <a:pt x="837609" y="818893"/>
                </a:lnTo>
                <a:lnTo>
                  <a:pt x="860765" y="818940"/>
                </a:lnTo>
                <a:lnTo>
                  <a:pt x="883910" y="818807"/>
                </a:lnTo>
                <a:lnTo>
                  <a:pt x="907056" y="818502"/>
                </a:lnTo>
                <a:lnTo>
                  <a:pt x="930212" y="818017"/>
                </a:lnTo>
                <a:lnTo>
                  <a:pt x="953348" y="817359"/>
                </a:lnTo>
                <a:lnTo>
                  <a:pt x="976484" y="816512"/>
                </a:lnTo>
                <a:lnTo>
                  <a:pt x="999611" y="815464"/>
                </a:lnTo>
                <a:lnTo>
                  <a:pt x="1022728" y="814216"/>
                </a:lnTo>
                <a:lnTo>
                  <a:pt x="1045835" y="812759"/>
                </a:lnTo>
                <a:lnTo>
                  <a:pt x="1068924" y="811082"/>
                </a:lnTo>
                <a:lnTo>
                  <a:pt x="1091994" y="809158"/>
                </a:lnTo>
                <a:lnTo>
                  <a:pt x="1115044" y="806968"/>
                </a:lnTo>
                <a:lnTo>
                  <a:pt x="1138066" y="804501"/>
                </a:lnTo>
                <a:lnTo>
                  <a:pt x="1161040" y="801710"/>
                </a:lnTo>
                <a:lnTo>
                  <a:pt x="1183977" y="798547"/>
                </a:lnTo>
                <a:lnTo>
                  <a:pt x="1206856" y="794976"/>
                </a:lnTo>
                <a:lnTo>
                  <a:pt x="1229639" y="790908"/>
                </a:lnTo>
                <a:lnTo>
                  <a:pt x="1252318" y="786241"/>
                </a:lnTo>
                <a:lnTo>
                  <a:pt x="1274826" y="780821"/>
                </a:lnTo>
                <a:lnTo>
                  <a:pt x="1297067" y="774411"/>
                </a:lnTo>
                <a:lnTo>
                  <a:pt x="1318851" y="766591"/>
                </a:lnTo>
                <a:lnTo>
                  <a:pt x="1339701" y="756561"/>
                </a:lnTo>
                <a:lnTo>
                  <a:pt x="1357979" y="742512"/>
                </a:lnTo>
                <a:lnTo>
                  <a:pt x="1367057" y="721757"/>
                </a:lnTo>
                <a:lnTo>
                  <a:pt x="1377010" y="700859"/>
                </a:lnTo>
                <a:lnTo>
                  <a:pt x="1386954" y="679952"/>
                </a:lnTo>
                <a:lnTo>
                  <a:pt x="1396908" y="659044"/>
                </a:lnTo>
                <a:lnTo>
                  <a:pt x="1406852" y="638137"/>
                </a:lnTo>
                <a:lnTo>
                  <a:pt x="1416806" y="617239"/>
                </a:lnTo>
                <a:lnTo>
                  <a:pt x="1426750" y="596332"/>
                </a:lnTo>
                <a:lnTo>
                  <a:pt x="1436703" y="575424"/>
                </a:lnTo>
                <a:lnTo>
                  <a:pt x="1446647" y="554526"/>
                </a:lnTo>
                <a:lnTo>
                  <a:pt x="1456601" y="533619"/>
                </a:lnTo>
                <a:lnTo>
                  <a:pt x="1466545" y="512712"/>
                </a:lnTo>
                <a:lnTo>
                  <a:pt x="1476499" y="491804"/>
                </a:lnTo>
                <a:lnTo>
                  <a:pt x="1486443" y="470906"/>
                </a:lnTo>
                <a:lnTo>
                  <a:pt x="1496397" y="449999"/>
                </a:lnTo>
                <a:lnTo>
                  <a:pt x="1506341" y="429092"/>
                </a:lnTo>
                <a:lnTo>
                  <a:pt x="1516294" y="408194"/>
                </a:lnTo>
                <a:lnTo>
                  <a:pt x="1526238" y="387286"/>
                </a:lnTo>
                <a:lnTo>
                  <a:pt x="1536192" y="366379"/>
                </a:lnTo>
                <a:lnTo>
                  <a:pt x="1546136" y="345472"/>
                </a:lnTo>
                <a:lnTo>
                  <a:pt x="1556090" y="324574"/>
                </a:lnTo>
                <a:lnTo>
                  <a:pt x="1566034" y="303667"/>
                </a:lnTo>
                <a:lnTo>
                  <a:pt x="1575987" y="282759"/>
                </a:lnTo>
                <a:lnTo>
                  <a:pt x="1585932" y="261852"/>
                </a:lnTo>
                <a:lnTo>
                  <a:pt x="1595876" y="240954"/>
                </a:lnTo>
                <a:lnTo>
                  <a:pt x="1605829" y="220047"/>
                </a:lnTo>
                <a:lnTo>
                  <a:pt x="1615773" y="199139"/>
                </a:lnTo>
                <a:lnTo>
                  <a:pt x="1625727" y="178241"/>
                </a:lnTo>
                <a:lnTo>
                  <a:pt x="1635671" y="157334"/>
                </a:lnTo>
                <a:lnTo>
                  <a:pt x="1645625" y="136427"/>
                </a:lnTo>
                <a:lnTo>
                  <a:pt x="1655569" y="115519"/>
                </a:lnTo>
                <a:lnTo>
                  <a:pt x="1665522" y="94621"/>
                </a:lnTo>
                <a:lnTo>
                  <a:pt x="1675467" y="73714"/>
                </a:lnTo>
                <a:lnTo>
                  <a:pt x="1685420" y="52807"/>
                </a:lnTo>
                <a:lnTo>
                  <a:pt x="1695364" y="31909"/>
                </a:lnTo>
                <a:lnTo>
                  <a:pt x="1705318" y="11001"/>
                </a:lnTo>
                <a:lnTo>
                  <a:pt x="1706832" y="10116"/>
                </a:lnTo>
                <a:lnTo>
                  <a:pt x="1688506" y="23955"/>
                </a:lnTo>
                <a:lnTo>
                  <a:pt x="1667180" y="32918"/>
                </a:lnTo>
                <a:lnTo>
                  <a:pt x="1645072" y="39757"/>
                </a:lnTo>
                <a:lnTo>
                  <a:pt x="1622612" y="45377"/>
                </a:lnTo>
                <a:lnTo>
                  <a:pt x="1599962" y="50168"/>
                </a:lnTo>
                <a:lnTo>
                  <a:pt x="1577197" y="54359"/>
                </a:lnTo>
                <a:lnTo>
                  <a:pt x="1554347" y="58083"/>
                </a:lnTo>
                <a:lnTo>
                  <a:pt x="1531439" y="61446"/>
                </a:lnTo>
                <a:lnTo>
                  <a:pt x="1508493" y="64494"/>
                </a:lnTo>
                <a:lnTo>
                  <a:pt x="1485509" y="67275"/>
                </a:lnTo>
                <a:lnTo>
                  <a:pt x="1462497" y="69818"/>
                </a:lnTo>
                <a:lnTo>
                  <a:pt x="1439466" y="72180"/>
                </a:lnTo>
                <a:lnTo>
                  <a:pt x="1416415" y="74352"/>
                </a:lnTo>
                <a:lnTo>
                  <a:pt x="1393355" y="76371"/>
                </a:lnTo>
                <a:lnTo>
                  <a:pt x="1370276" y="78238"/>
                </a:lnTo>
                <a:lnTo>
                  <a:pt x="1347187" y="79981"/>
                </a:lnTo>
                <a:lnTo>
                  <a:pt x="1324099" y="81591"/>
                </a:lnTo>
                <a:lnTo>
                  <a:pt x="1300991" y="83096"/>
                </a:lnTo>
                <a:lnTo>
                  <a:pt x="1277884" y="84487"/>
                </a:lnTo>
                <a:lnTo>
                  <a:pt x="1254766" y="85773"/>
                </a:lnTo>
                <a:lnTo>
                  <a:pt x="1231649" y="86973"/>
                </a:lnTo>
                <a:lnTo>
                  <a:pt x="1208522" y="88078"/>
                </a:lnTo>
                <a:lnTo>
                  <a:pt x="1185396" y="89097"/>
                </a:lnTo>
                <a:lnTo>
                  <a:pt x="1162260" y="90030"/>
                </a:lnTo>
                <a:lnTo>
                  <a:pt x="1139123" y="90888"/>
                </a:lnTo>
                <a:lnTo>
                  <a:pt x="1115987" y="91669"/>
                </a:lnTo>
                <a:lnTo>
                  <a:pt x="1092851" y="92383"/>
                </a:lnTo>
                <a:lnTo>
                  <a:pt x="1069705" y="93012"/>
                </a:lnTo>
                <a:lnTo>
                  <a:pt x="1046559" y="93574"/>
                </a:lnTo>
                <a:lnTo>
                  <a:pt x="1023414" y="94069"/>
                </a:lnTo>
                <a:lnTo>
                  <a:pt x="1000268" y="94507"/>
                </a:lnTo>
                <a:lnTo>
                  <a:pt x="977122" y="94869"/>
                </a:lnTo>
                <a:lnTo>
                  <a:pt x="953967" y="95174"/>
                </a:lnTo>
                <a:lnTo>
                  <a:pt x="930821" y="95402"/>
                </a:lnTo>
                <a:lnTo>
                  <a:pt x="907666" y="95574"/>
                </a:lnTo>
                <a:lnTo>
                  <a:pt x="884520" y="95688"/>
                </a:lnTo>
                <a:lnTo>
                  <a:pt x="861365" y="95736"/>
                </a:lnTo>
                <a:lnTo>
                  <a:pt x="838219" y="95726"/>
                </a:lnTo>
                <a:lnTo>
                  <a:pt x="815064" y="95650"/>
                </a:lnTo>
                <a:lnTo>
                  <a:pt x="791918" y="95507"/>
                </a:lnTo>
                <a:lnTo>
                  <a:pt x="768763" y="95298"/>
                </a:lnTo>
                <a:lnTo>
                  <a:pt x="745617" y="95031"/>
                </a:lnTo>
                <a:lnTo>
                  <a:pt x="722462" y="94707"/>
                </a:lnTo>
                <a:lnTo>
                  <a:pt x="699316" y="94307"/>
                </a:lnTo>
                <a:lnTo>
                  <a:pt x="676170" y="93850"/>
                </a:lnTo>
                <a:lnTo>
                  <a:pt x="653024" y="93316"/>
                </a:lnTo>
                <a:lnTo>
                  <a:pt x="629879" y="92716"/>
                </a:lnTo>
                <a:lnTo>
                  <a:pt x="606743" y="92050"/>
                </a:lnTo>
                <a:lnTo>
                  <a:pt x="583597" y="91307"/>
                </a:lnTo>
                <a:lnTo>
                  <a:pt x="560461" y="90497"/>
                </a:lnTo>
                <a:lnTo>
                  <a:pt x="537324" y="89602"/>
                </a:lnTo>
                <a:lnTo>
                  <a:pt x="514198" y="88621"/>
                </a:lnTo>
                <a:lnTo>
                  <a:pt x="491071" y="87563"/>
                </a:lnTo>
                <a:lnTo>
                  <a:pt x="467944" y="86420"/>
                </a:lnTo>
                <a:lnTo>
                  <a:pt x="444827" y="85173"/>
                </a:lnTo>
                <a:lnTo>
                  <a:pt x="421719" y="83839"/>
                </a:lnTo>
                <a:lnTo>
                  <a:pt x="398612" y="82401"/>
                </a:lnTo>
                <a:lnTo>
                  <a:pt x="375514" y="80839"/>
                </a:lnTo>
                <a:lnTo>
                  <a:pt x="352425" y="79172"/>
                </a:lnTo>
                <a:lnTo>
                  <a:pt x="329336" y="77381"/>
                </a:lnTo>
                <a:lnTo>
                  <a:pt x="306267" y="75428"/>
                </a:lnTo>
                <a:lnTo>
                  <a:pt x="283216" y="73352"/>
                </a:lnTo>
                <a:lnTo>
                  <a:pt x="260175" y="71085"/>
                </a:lnTo>
                <a:lnTo>
                  <a:pt x="237153" y="68647"/>
                </a:lnTo>
                <a:lnTo>
                  <a:pt x="214151" y="65980"/>
                </a:lnTo>
                <a:lnTo>
                  <a:pt x="191186" y="63084"/>
                </a:lnTo>
                <a:lnTo>
                  <a:pt x="168250" y="59893"/>
                </a:lnTo>
                <a:lnTo>
                  <a:pt x="145371" y="56369"/>
                </a:lnTo>
                <a:lnTo>
                  <a:pt x="122558" y="52435"/>
                </a:lnTo>
                <a:lnTo>
                  <a:pt x="99841" y="47977"/>
                </a:lnTo>
                <a:lnTo>
                  <a:pt x="77267" y="42834"/>
                </a:lnTo>
                <a:lnTo>
                  <a:pt x="54940" y="36709"/>
                </a:lnTo>
                <a:lnTo>
                  <a:pt x="33109" y="29032"/>
                </a:lnTo>
                <a:lnTo>
                  <a:pt x="12630" y="183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697C5"/>
          </a:solidFill>
          <a:ln xmlns:a="http://schemas.openxmlformats.org/drawingml/2006/main" w="9525">
            <a:solidFill>
              <a:srgbClr val="FFFFFF">
                <a:alpha val="14000"/>
              </a:srgbClr>
            </a:solidFill>
            <a:prstDash val="solid"/>
          </a:ln>
        </p:spPr>
      </p:sp>
      <p:sp>
        <p:nvSpPr>
          <p:cNvPr id="9" name="simple-step-cap-3">
            <a:extLst xmlns:a="http://schemas.openxmlformats.org/drawingml/2006/main">
              <a:ext uri="{FF2B5EF4-FFF2-40B4-BE49-F238E27FC236}">
                <a16:creationId xmlns:a16="http://schemas.microsoft.com/office/drawing/2014/main" id="{BE830A35-048A-4CE7-B236-2381D397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30981" y="3914889"/>
            <a:ext cx="1710547" cy="2722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697C5"/>
          </a:solidFill>
          <a:ln xmlns:a="http://schemas.openxmlformats.org/drawingml/2006/main" w="19050">
            <a:solidFill>
              <a:srgbClr val="8BBAF2"/>
            </a:solidFill>
            <a:prstDash val="solid"/>
          </a:ln>
        </p:spPr>
      </p:sp>
      <p:sp>
        <p:nvSpPr>
          <p:cNvPr id="10" name="simple-flow-arrow">
            <a:extLst xmlns:a="http://schemas.openxmlformats.org/drawingml/2006/main">
              <a:ext uri="{FF2B5EF4-FFF2-40B4-BE49-F238E27FC236}">
                <a16:creationId xmlns:a16="http://schemas.microsoft.com/office/drawing/2014/main" id="{CCBDBA3A-1979-48CE-B83C-76D5F376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8806" y="1173204"/>
            <a:ext cx="2234889" cy="3765223"/>
          </a:xfrm>
          <a:custGeom xmlns:a="http://schemas.openxmlformats.org/drawingml/2006/main">
            <a:pathLst>
              <a:path w="2234889" h="3765223">
                <a:moveTo>
                  <a:pt x="0" y="0"/>
                </a:moveTo>
                <a:lnTo>
                  <a:pt x="200" y="47120"/>
                </a:lnTo>
                <a:lnTo>
                  <a:pt x="13792" y="92269"/>
                </a:lnTo>
                <a:lnTo>
                  <a:pt x="27375" y="137417"/>
                </a:lnTo>
                <a:lnTo>
                  <a:pt x="40967" y="182556"/>
                </a:lnTo>
                <a:lnTo>
                  <a:pt x="54559" y="227705"/>
                </a:lnTo>
                <a:lnTo>
                  <a:pt x="68151" y="272853"/>
                </a:lnTo>
                <a:lnTo>
                  <a:pt x="81744" y="318002"/>
                </a:lnTo>
                <a:lnTo>
                  <a:pt x="95326" y="363150"/>
                </a:lnTo>
                <a:lnTo>
                  <a:pt x="108918" y="408299"/>
                </a:lnTo>
                <a:lnTo>
                  <a:pt x="122511" y="453447"/>
                </a:lnTo>
                <a:lnTo>
                  <a:pt x="136103" y="498586"/>
                </a:lnTo>
                <a:lnTo>
                  <a:pt x="149695" y="543735"/>
                </a:lnTo>
                <a:lnTo>
                  <a:pt x="163278" y="588883"/>
                </a:lnTo>
                <a:lnTo>
                  <a:pt x="176870" y="634032"/>
                </a:lnTo>
                <a:lnTo>
                  <a:pt x="190462" y="679180"/>
                </a:lnTo>
                <a:lnTo>
                  <a:pt x="204054" y="724329"/>
                </a:lnTo>
                <a:lnTo>
                  <a:pt x="217646" y="769477"/>
                </a:lnTo>
                <a:lnTo>
                  <a:pt x="231238" y="814616"/>
                </a:lnTo>
                <a:lnTo>
                  <a:pt x="244821" y="859765"/>
                </a:lnTo>
                <a:lnTo>
                  <a:pt x="258013" y="905027"/>
                </a:lnTo>
                <a:lnTo>
                  <a:pt x="269234" y="950814"/>
                </a:lnTo>
                <a:lnTo>
                  <a:pt x="280349" y="996639"/>
                </a:lnTo>
                <a:lnTo>
                  <a:pt x="290808" y="1042606"/>
                </a:lnTo>
                <a:lnTo>
                  <a:pt x="301257" y="1088584"/>
                </a:lnTo>
                <a:lnTo>
                  <a:pt x="311715" y="1134561"/>
                </a:lnTo>
                <a:lnTo>
                  <a:pt x="322174" y="1180529"/>
                </a:lnTo>
                <a:lnTo>
                  <a:pt x="332632" y="1226506"/>
                </a:lnTo>
                <a:lnTo>
                  <a:pt x="343091" y="1272483"/>
                </a:lnTo>
                <a:lnTo>
                  <a:pt x="353539" y="1318460"/>
                </a:lnTo>
                <a:lnTo>
                  <a:pt x="363998" y="1364428"/>
                </a:lnTo>
                <a:lnTo>
                  <a:pt x="374456" y="1410405"/>
                </a:lnTo>
                <a:lnTo>
                  <a:pt x="384915" y="1456382"/>
                </a:lnTo>
                <a:lnTo>
                  <a:pt x="395373" y="1502350"/>
                </a:lnTo>
                <a:lnTo>
                  <a:pt x="405822" y="1548327"/>
                </a:lnTo>
                <a:lnTo>
                  <a:pt x="416281" y="1594304"/>
                </a:lnTo>
                <a:lnTo>
                  <a:pt x="426739" y="1640272"/>
                </a:lnTo>
                <a:lnTo>
                  <a:pt x="437198" y="1686249"/>
                </a:lnTo>
                <a:lnTo>
                  <a:pt x="447646" y="1732226"/>
                </a:lnTo>
                <a:lnTo>
                  <a:pt x="458105" y="1778194"/>
                </a:lnTo>
                <a:lnTo>
                  <a:pt x="468563" y="1824171"/>
                </a:lnTo>
                <a:lnTo>
                  <a:pt x="478679" y="1870224"/>
                </a:lnTo>
                <a:lnTo>
                  <a:pt x="488585" y="1916316"/>
                </a:lnTo>
                <a:lnTo>
                  <a:pt x="498262" y="1962464"/>
                </a:lnTo>
                <a:lnTo>
                  <a:pt x="507797" y="2008632"/>
                </a:lnTo>
                <a:lnTo>
                  <a:pt x="517322" y="2054809"/>
                </a:lnTo>
                <a:lnTo>
                  <a:pt x="526856" y="2100986"/>
                </a:lnTo>
                <a:lnTo>
                  <a:pt x="536391" y="2147164"/>
                </a:lnTo>
                <a:lnTo>
                  <a:pt x="545916" y="2193331"/>
                </a:lnTo>
                <a:lnTo>
                  <a:pt x="555450" y="2239508"/>
                </a:lnTo>
                <a:lnTo>
                  <a:pt x="564985" y="2285686"/>
                </a:lnTo>
                <a:lnTo>
                  <a:pt x="574510" y="2331863"/>
                </a:lnTo>
                <a:lnTo>
                  <a:pt x="584044" y="2378031"/>
                </a:lnTo>
                <a:lnTo>
                  <a:pt x="593579" y="2424208"/>
                </a:lnTo>
                <a:lnTo>
                  <a:pt x="603104" y="2470385"/>
                </a:lnTo>
                <a:lnTo>
                  <a:pt x="612638" y="2516562"/>
                </a:lnTo>
                <a:lnTo>
                  <a:pt x="622173" y="2562730"/>
                </a:lnTo>
                <a:lnTo>
                  <a:pt x="631698" y="2608907"/>
                </a:lnTo>
                <a:lnTo>
                  <a:pt x="641233" y="2655084"/>
                </a:lnTo>
                <a:lnTo>
                  <a:pt x="650767" y="2701261"/>
                </a:lnTo>
                <a:lnTo>
                  <a:pt x="660292" y="2747429"/>
                </a:lnTo>
                <a:lnTo>
                  <a:pt x="669769" y="2793616"/>
                </a:lnTo>
                <a:lnTo>
                  <a:pt x="679018" y="2839850"/>
                </a:lnTo>
                <a:lnTo>
                  <a:pt x="688248" y="2886085"/>
                </a:lnTo>
                <a:lnTo>
                  <a:pt x="697382" y="2932347"/>
                </a:lnTo>
                <a:lnTo>
                  <a:pt x="706517" y="2978601"/>
                </a:lnTo>
                <a:lnTo>
                  <a:pt x="709898" y="3020120"/>
                </a:lnTo>
                <a:lnTo>
                  <a:pt x="662759" y="3020120"/>
                </a:lnTo>
                <a:lnTo>
                  <a:pt x="615610" y="3020120"/>
                </a:lnTo>
                <a:lnTo>
                  <a:pt x="568462" y="3020120"/>
                </a:lnTo>
                <a:lnTo>
                  <a:pt x="521313" y="3020120"/>
                </a:lnTo>
                <a:lnTo>
                  <a:pt x="474164" y="3020120"/>
                </a:lnTo>
                <a:lnTo>
                  <a:pt x="427015" y="3020120"/>
                </a:lnTo>
                <a:lnTo>
                  <a:pt x="379867" y="3020120"/>
                </a:lnTo>
                <a:lnTo>
                  <a:pt x="370208" y="3035541"/>
                </a:lnTo>
                <a:lnTo>
                  <a:pt x="403717" y="3068707"/>
                </a:lnTo>
                <a:lnTo>
                  <a:pt x="437226" y="3101873"/>
                </a:lnTo>
                <a:lnTo>
                  <a:pt x="470735" y="3135039"/>
                </a:lnTo>
                <a:lnTo>
                  <a:pt x="504244" y="3168206"/>
                </a:lnTo>
                <a:lnTo>
                  <a:pt x="537753" y="3201381"/>
                </a:lnTo>
                <a:lnTo>
                  <a:pt x="571262" y="3234547"/>
                </a:lnTo>
                <a:lnTo>
                  <a:pt x="604771" y="3267713"/>
                </a:lnTo>
                <a:lnTo>
                  <a:pt x="638280" y="3300879"/>
                </a:lnTo>
                <a:lnTo>
                  <a:pt x="671789" y="3334045"/>
                </a:lnTo>
                <a:lnTo>
                  <a:pt x="705298" y="3367211"/>
                </a:lnTo>
                <a:lnTo>
                  <a:pt x="738807" y="3400377"/>
                </a:lnTo>
                <a:lnTo>
                  <a:pt x="772325" y="3433553"/>
                </a:lnTo>
                <a:lnTo>
                  <a:pt x="805834" y="3466719"/>
                </a:lnTo>
                <a:lnTo>
                  <a:pt x="839343" y="3499885"/>
                </a:lnTo>
                <a:lnTo>
                  <a:pt x="872852" y="3533051"/>
                </a:lnTo>
                <a:lnTo>
                  <a:pt x="906361" y="3566217"/>
                </a:lnTo>
                <a:lnTo>
                  <a:pt x="939870" y="3599383"/>
                </a:lnTo>
                <a:lnTo>
                  <a:pt x="973379" y="3632559"/>
                </a:lnTo>
                <a:lnTo>
                  <a:pt x="1006888" y="3665725"/>
                </a:lnTo>
                <a:lnTo>
                  <a:pt x="1040397" y="3698891"/>
                </a:lnTo>
                <a:lnTo>
                  <a:pt x="1073906" y="3732057"/>
                </a:lnTo>
                <a:lnTo>
                  <a:pt x="1107415" y="3765223"/>
                </a:lnTo>
                <a:lnTo>
                  <a:pt x="1140924" y="3751917"/>
                </a:lnTo>
                <a:lnTo>
                  <a:pt x="1174433" y="3718741"/>
                </a:lnTo>
                <a:lnTo>
                  <a:pt x="1207941" y="3685575"/>
                </a:lnTo>
                <a:lnTo>
                  <a:pt x="1241450" y="3652409"/>
                </a:lnTo>
                <a:lnTo>
                  <a:pt x="1274959" y="3619243"/>
                </a:lnTo>
                <a:lnTo>
                  <a:pt x="1308468" y="3586077"/>
                </a:lnTo>
                <a:lnTo>
                  <a:pt x="1341977" y="3552911"/>
                </a:lnTo>
                <a:lnTo>
                  <a:pt x="1375486" y="3519745"/>
                </a:lnTo>
                <a:lnTo>
                  <a:pt x="1408995" y="3486569"/>
                </a:lnTo>
                <a:lnTo>
                  <a:pt x="1442504" y="3453403"/>
                </a:lnTo>
                <a:lnTo>
                  <a:pt x="1476023" y="3420237"/>
                </a:lnTo>
                <a:lnTo>
                  <a:pt x="1509532" y="3387071"/>
                </a:lnTo>
                <a:lnTo>
                  <a:pt x="1543040" y="3353905"/>
                </a:lnTo>
                <a:lnTo>
                  <a:pt x="1576549" y="3320739"/>
                </a:lnTo>
                <a:lnTo>
                  <a:pt x="1610058" y="3287573"/>
                </a:lnTo>
                <a:lnTo>
                  <a:pt x="1643567" y="3254397"/>
                </a:lnTo>
                <a:lnTo>
                  <a:pt x="1677076" y="3221231"/>
                </a:lnTo>
                <a:lnTo>
                  <a:pt x="1710585" y="3188065"/>
                </a:lnTo>
                <a:lnTo>
                  <a:pt x="1744094" y="3154899"/>
                </a:lnTo>
                <a:lnTo>
                  <a:pt x="1777603" y="3121733"/>
                </a:lnTo>
                <a:lnTo>
                  <a:pt x="1811112" y="3088567"/>
                </a:lnTo>
                <a:lnTo>
                  <a:pt x="1844621" y="3055391"/>
                </a:lnTo>
                <a:lnTo>
                  <a:pt x="1878130" y="3022225"/>
                </a:lnTo>
                <a:lnTo>
                  <a:pt x="1836106" y="3020120"/>
                </a:lnTo>
                <a:lnTo>
                  <a:pt x="1788957" y="3020120"/>
                </a:lnTo>
                <a:lnTo>
                  <a:pt x="1741808" y="3020120"/>
                </a:lnTo>
                <a:lnTo>
                  <a:pt x="1694659" y="3020120"/>
                </a:lnTo>
                <a:lnTo>
                  <a:pt x="1647511" y="3020120"/>
                </a:lnTo>
                <a:lnTo>
                  <a:pt x="1600362" y="3020120"/>
                </a:lnTo>
                <a:lnTo>
                  <a:pt x="1553213" y="3020120"/>
                </a:lnTo>
                <a:lnTo>
                  <a:pt x="1522895" y="3006290"/>
                </a:lnTo>
                <a:lnTo>
                  <a:pt x="1532039" y="2960037"/>
                </a:lnTo>
                <a:lnTo>
                  <a:pt x="1541174" y="2913783"/>
                </a:lnTo>
                <a:lnTo>
                  <a:pt x="1550337" y="2867530"/>
                </a:lnTo>
                <a:lnTo>
                  <a:pt x="1559585" y="2821295"/>
                </a:lnTo>
                <a:lnTo>
                  <a:pt x="1568891" y="2775080"/>
                </a:lnTo>
                <a:lnTo>
                  <a:pt x="1578426" y="2728903"/>
                </a:lnTo>
                <a:lnTo>
                  <a:pt x="1587951" y="2682726"/>
                </a:lnTo>
                <a:lnTo>
                  <a:pt x="1597485" y="2636549"/>
                </a:lnTo>
                <a:lnTo>
                  <a:pt x="1607020" y="2590381"/>
                </a:lnTo>
                <a:lnTo>
                  <a:pt x="1616545" y="2544204"/>
                </a:lnTo>
                <a:lnTo>
                  <a:pt x="1626079" y="2498027"/>
                </a:lnTo>
                <a:lnTo>
                  <a:pt x="1635604" y="2451849"/>
                </a:lnTo>
                <a:lnTo>
                  <a:pt x="1645139" y="2405682"/>
                </a:lnTo>
                <a:lnTo>
                  <a:pt x="1654673" y="2359504"/>
                </a:lnTo>
                <a:lnTo>
                  <a:pt x="1664198" y="2313327"/>
                </a:lnTo>
                <a:lnTo>
                  <a:pt x="1673733" y="2267150"/>
                </a:lnTo>
                <a:lnTo>
                  <a:pt x="1683268" y="2220982"/>
                </a:lnTo>
                <a:lnTo>
                  <a:pt x="1692793" y="2174805"/>
                </a:lnTo>
                <a:lnTo>
                  <a:pt x="1702327" y="2128628"/>
                </a:lnTo>
                <a:lnTo>
                  <a:pt x="1711862" y="2082451"/>
                </a:lnTo>
                <a:lnTo>
                  <a:pt x="1721387" y="2036283"/>
                </a:lnTo>
                <a:lnTo>
                  <a:pt x="1730921" y="1990106"/>
                </a:lnTo>
                <a:lnTo>
                  <a:pt x="1740456" y="1943929"/>
                </a:lnTo>
                <a:lnTo>
                  <a:pt x="1750285" y="1897818"/>
                </a:lnTo>
                <a:lnTo>
                  <a:pt x="1760191" y="1851727"/>
                </a:lnTo>
                <a:lnTo>
                  <a:pt x="1770526" y="1805721"/>
                </a:lnTo>
                <a:lnTo>
                  <a:pt x="1780975" y="1759744"/>
                </a:lnTo>
                <a:lnTo>
                  <a:pt x="1791433" y="1713776"/>
                </a:lnTo>
                <a:lnTo>
                  <a:pt x="1801892" y="1667799"/>
                </a:lnTo>
                <a:lnTo>
                  <a:pt x="1812350" y="1621822"/>
                </a:lnTo>
                <a:lnTo>
                  <a:pt x="1822809" y="1575854"/>
                </a:lnTo>
                <a:lnTo>
                  <a:pt x="1833258" y="1529877"/>
                </a:lnTo>
                <a:lnTo>
                  <a:pt x="1843716" y="1483900"/>
                </a:lnTo>
                <a:lnTo>
                  <a:pt x="1854175" y="1437932"/>
                </a:lnTo>
                <a:lnTo>
                  <a:pt x="1864633" y="1391955"/>
                </a:lnTo>
                <a:lnTo>
                  <a:pt x="1875092" y="1345978"/>
                </a:lnTo>
                <a:lnTo>
                  <a:pt x="1885540" y="1300001"/>
                </a:lnTo>
                <a:lnTo>
                  <a:pt x="1895999" y="1254033"/>
                </a:lnTo>
                <a:lnTo>
                  <a:pt x="1906457" y="1208056"/>
                </a:lnTo>
                <a:lnTo>
                  <a:pt x="1916916" y="1162079"/>
                </a:lnTo>
                <a:lnTo>
                  <a:pt x="1927365" y="1116111"/>
                </a:lnTo>
                <a:lnTo>
                  <a:pt x="1937823" y="1070134"/>
                </a:lnTo>
                <a:lnTo>
                  <a:pt x="1948282" y="1024157"/>
                </a:lnTo>
                <a:lnTo>
                  <a:pt x="1958940" y="978237"/>
                </a:lnTo>
                <a:lnTo>
                  <a:pt x="1970161" y="932440"/>
                </a:lnTo>
                <a:lnTo>
                  <a:pt x="1981933" y="886797"/>
                </a:lnTo>
                <a:lnTo>
                  <a:pt x="1995516" y="841648"/>
                </a:lnTo>
                <a:lnTo>
                  <a:pt x="2009108" y="796500"/>
                </a:lnTo>
                <a:lnTo>
                  <a:pt x="2022700" y="751351"/>
                </a:lnTo>
                <a:lnTo>
                  <a:pt x="2036293" y="706212"/>
                </a:lnTo>
                <a:lnTo>
                  <a:pt x="2049885" y="661064"/>
                </a:lnTo>
                <a:lnTo>
                  <a:pt x="2063477" y="615915"/>
                </a:lnTo>
                <a:lnTo>
                  <a:pt x="2077060" y="570767"/>
                </a:lnTo>
                <a:lnTo>
                  <a:pt x="2090652" y="525618"/>
                </a:lnTo>
                <a:lnTo>
                  <a:pt x="2104244" y="480470"/>
                </a:lnTo>
                <a:lnTo>
                  <a:pt x="2117836" y="435321"/>
                </a:lnTo>
                <a:lnTo>
                  <a:pt x="2131428" y="390182"/>
                </a:lnTo>
                <a:lnTo>
                  <a:pt x="2145011" y="345034"/>
                </a:lnTo>
                <a:lnTo>
                  <a:pt x="2158603" y="299885"/>
                </a:lnTo>
                <a:lnTo>
                  <a:pt x="2172195" y="254737"/>
                </a:lnTo>
                <a:lnTo>
                  <a:pt x="2185787" y="209588"/>
                </a:lnTo>
                <a:lnTo>
                  <a:pt x="2199380" y="164440"/>
                </a:lnTo>
                <a:lnTo>
                  <a:pt x="2212962" y="119291"/>
                </a:lnTo>
                <a:lnTo>
                  <a:pt x="2226554" y="74152"/>
                </a:lnTo>
                <a:lnTo>
                  <a:pt x="2234889" y="28223"/>
                </a:lnTo>
                <a:lnTo>
                  <a:pt x="2215972" y="0"/>
                </a:lnTo>
                <a:lnTo>
                  <a:pt x="2168823" y="0"/>
                </a:lnTo>
                <a:lnTo>
                  <a:pt x="2121675" y="0"/>
                </a:lnTo>
                <a:lnTo>
                  <a:pt x="2074526" y="0"/>
                </a:lnTo>
                <a:lnTo>
                  <a:pt x="2027377" y="0"/>
                </a:lnTo>
                <a:lnTo>
                  <a:pt x="1980228" y="0"/>
                </a:lnTo>
                <a:lnTo>
                  <a:pt x="1933080" y="0"/>
                </a:lnTo>
                <a:lnTo>
                  <a:pt x="1885931" y="0"/>
                </a:lnTo>
                <a:lnTo>
                  <a:pt x="1838782" y="0"/>
                </a:lnTo>
                <a:lnTo>
                  <a:pt x="1791633" y="0"/>
                </a:lnTo>
                <a:lnTo>
                  <a:pt x="1744485" y="0"/>
                </a:lnTo>
                <a:lnTo>
                  <a:pt x="1697336" y="0"/>
                </a:lnTo>
                <a:lnTo>
                  <a:pt x="1650187" y="0"/>
                </a:lnTo>
                <a:lnTo>
                  <a:pt x="1603038" y="0"/>
                </a:lnTo>
                <a:lnTo>
                  <a:pt x="1555890" y="0"/>
                </a:lnTo>
                <a:lnTo>
                  <a:pt x="1508741" y="0"/>
                </a:lnTo>
                <a:lnTo>
                  <a:pt x="1461592" y="0"/>
                </a:lnTo>
                <a:lnTo>
                  <a:pt x="1414453" y="0"/>
                </a:lnTo>
                <a:lnTo>
                  <a:pt x="1367304" y="0"/>
                </a:lnTo>
                <a:lnTo>
                  <a:pt x="1320155" y="0"/>
                </a:lnTo>
                <a:lnTo>
                  <a:pt x="1273007" y="0"/>
                </a:lnTo>
                <a:lnTo>
                  <a:pt x="1225858" y="0"/>
                </a:lnTo>
                <a:lnTo>
                  <a:pt x="1178709" y="0"/>
                </a:lnTo>
                <a:lnTo>
                  <a:pt x="1131560" y="0"/>
                </a:lnTo>
                <a:lnTo>
                  <a:pt x="1084412" y="0"/>
                </a:lnTo>
                <a:lnTo>
                  <a:pt x="1037263" y="0"/>
                </a:lnTo>
                <a:lnTo>
                  <a:pt x="990114" y="0"/>
                </a:lnTo>
                <a:lnTo>
                  <a:pt x="942965" y="0"/>
                </a:lnTo>
                <a:lnTo>
                  <a:pt x="895817" y="0"/>
                </a:lnTo>
                <a:lnTo>
                  <a:pt x="848668" y="0"/>
                </a:lnTo>
                <a:lnTo>
                  <a:pt x="801519" y="0"/>
                </a:lnTo>
                <a:lnTo>
                  <a:pt x="754370" y="0"/>
                </a:lnTo>
                <a:lnTo>
                  <a:pt x="707222" y="0"/>
                </a:lnTo>
                <a:lnTo>
                  <a:pt x="660073" y="0"/>
                </a:lnTo>
                <a:lnTo>
                  <a:pt x="612924" y="0"/>
                </a:lnTo>
                <a:lnTo>
                  <a:pt x="565775" y="0"/>
                </a:lnTo>
                <a:lnTo>
                  <a:pt x="518627" y="0"/>
                </a:lnTo>
                <a:lnTo>
                  <a:pt x="471488" y="0"/>
                </a:lnTo>
                <a:lnTo>
                  <a:pt x="424339" y="0"/>
                </a:lnTo>
                <a:lnTo>
                  <a:pt x="377190" y="0"/>
                </a:lnTo>
                <a:lnTo>
                  <a:pt x="330041" y="0"/>
                </a:lnTo>
                <a:lnTo>
                  <a:pt x="282893" y="0"/>
                </a:lnTo>
                <a:lnTo>
                  <a:pt x="235744" y="0"/>
                </a:lnTo>
                <a:lnTo>
                  <a:pt x="188595" y="0"/>
                </a:lnTo>
                <a:lnTo>
                  <a:pt x="141446" y="0"/>
                </a:lnTo>
                <a:lnTo>
                  <a:pt x="94298" y="0"/>
                </a:lnTo>
                <a:lnTo>
                  <a:pt x="47149" y="0"/>
                </a:lnTo>
                <a:lnTo>
                  <a:pt x="0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rgbClr val="D9EBFA">
                  <a:alpha val="0"/>
                </a:srgbClr>
              </a:gs>
              <a:gs pos="42000">
                <a:srgbClr val="B8D8F2">
                  <a:alpha val="16000"/>
                </a:srgbClr>
              </a:gs>
              <a:gs pos="76000">
                <a:srgbClr val="8FC4EE">
                  <a:alpha val="32000"/>
                </a:srgbClr>
              </a:gs>
              <a:gs pos="100000">
                <a:srgbClr val="72B3E8">
                  <a:alpha val="52000"/>
                </a:srgbClr>
              </a:gs>
            </a:gsLst>
            <a:lin ang="5400000"/>
          </a:gradFill>
          <a:ln xmlns:a="http://schemas.openxmlformats.org/drawingml/2006/main" w="9525">
            <a:noFill/>
            <a:prstDash val="solid"/>
          </a:ln>
        </p:spPr>
      </p:sp>
      <p:sp>
        <p:nvSpPr>
          <p:cNvPr id="11" name="simple-step-title-0">
            <a:extLst xmlns:a="http://schemas.openxmlformats.org/drawingml/2006/main">
              <a:ext uri="{FF2B5EF4-FFF2-40B4-BE49-F238E27FC236}">
                <a16:creationId xmlns:a16="http://schemas.microsoft.com/office/drawing/2014/main" id="{1C22A9FA-4D67-4A72-8F67-68FFF81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5773" y="1482328"/>
            <a:ext cx="3060944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广泛触达</a:t>
            </a:r>
          </a:p>
        </p:txBody>
      </p:sp>
      <p:sp>
        <p:nvSpPr>
          <p:cNvPr id="12" name="simple-step-title-1">
            <a:extLst xmlns:a="http://schemas.openxmlformats.org/drawingml/2006/main">
              <a:ext uri="{FF2B5EF4-FFF2-40B4-BE49-F238E27FC236}">
                <a16:creationId xmlns:a16="http://schemas.microsoft.com/office/drawing/2014/main" id="{AC039EFF-2E6C-44CC-A7CB-AEAB7A7C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57985" y="2426198"/>
            <a:ext cx="225653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兴趣识别</a:t>
            </a:r>
          </a:p>
        </p:txBody>
      </p:sp>
      <p:sp>
        <p:nvSpPr>
          <p:cNvPr id="13" name="simple-step-title-2">
            <a:extLst xmlns:a="http://schemas.openxmlformats.org/drawingml/2006/main">
              <a:ext uri="{FF2B5EF4-FFF2-40B4-BE49-F238E27FC236}">
                <a16:creationId xmlns:a16="http://schemas.microsoft.com/office/drawing/2014/main" id="{5B47EB7E-CD9E-4A4A-89AD-D7EB9EEF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3955" y="3369916"/>
            <a:ext cx="1524600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意向培育</a:t>
            </a:r>
          </a:p>
        </p:txBody>
      </p:sp>
      <p:sp>
        <p:nvSpPr>
          <p:cNvPr id="14" name="simple-step-title-3">
            <a:extLst xmlns:a="http://schemas.openxmlformats.org/drawingml/2006/main">
              <a:ext uri="{FF2B5EF4-FFF2-40B4-BE49-F238E27FC236}">
                <a16:creationId xmlns:a16="http://schemas.microsoft.com/office/drawing/2014/main" id="{66437FE9-5308-4C9E-9820-CA2FACD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5177" y="4313787"/>
            <a:ext cx="1022156" cy="325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行动转化</a:t>
            </a:r>
          </a:p>
        </p:txBody>
      </p:sp>
      <p:sp>
        <p:nvSpPr>
          <p:cNvPr id="15" name="simple-input-core-0">
            <a:extLst xmlns:a="http://schemas.openxmlformats.org/drawingml/2006/main">
              <a:ext uri="{FF2B5EF4-FFF2-40B4-BE49-F238E27FC236}">
                <a16:creationId xmlns:a16="http://schemas.microsoft.com/office/drawing/2014/main" id="{FE32B91D-0537-48CA-8999-305124D8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66988" y="360016"/>
            <a:ext cx="534295" cy="53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4dc93dfc14756">
            <a:extLst>
              <a:ext uri="{96DAC541-7B7A-43D3-8B79-37D633B846F1}">
                <asvg:svgBlip xmlns:asvg="http://schemas.microsoft.com/office/drawing/2016/SVG/main" r:embed="Re32eb915e15d48a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90813" y="483841"/>
            <a:ext cx="286645" cy="286645"/>
          </a:xfrm>
          <a:prstGeom xmlns:a="http://schemas.openxmlformats.org/drawingml/2006/main" prst="rect">
            <a:avLst/>
          </a:prstGeom>
        </p:spPr>
      </p:pic>
      <p:sp>
        <p:nvSpPr>
          <p:cNvPr id="17" name="simple-input-core-1">
            <a:extLst xmlns:a="http://schemas.openxmlformats.org/drawingml/2006/main">
              <a:ext uri="{FF2B5EF4-FFF2-40B4-BE49-F238E27FC236}">
                <a16:creationId xmlns:a16="http://schemas.microsoft.com/office/drawing/2014/main" id="{02D84379-242B-4F3D-91E5-14C230B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9865" y="116091"/>
            <a:ext cx="464496" cy="464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83444e1ef4ac2">
            <a:extLst>
              <a:ext uri="{96DAC541-7B7A-43D3-8B79-37D633B846F1}">
                <asvg:svgBlip xmlns:asvg="http://schemas.microsoft.com/office/drawing/2016/SVG/main" r:embed="R5650090127fd42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693690" y="239916"/>
            <a:ext cx="216846" cy="216846"/>
          </a:xfrm>
          <a:prstGeom xmlns:a="http://schemas.openxmlformats.org/drawingml/2006/main" prst="rect">
            <a:avLst/>
          </a:prstGeom>
        </p:spPr>
      </p:pic>
      <p:sp>
        <p:nvSpPr>
          <p:cNvPr id="19" name="simple-input-core-2">
            <a:extLst xmlns:a="http://schemas.openxmlformats.org/drawingml/2006/main">
              <a:ext uri="{FF2B5EF4-FFF2-40B4-BE49-F238E27FC236}">
                <a16:creationId xmlns:a16="http://schemas.microsoft.com/office/drawing/2014/main" id="{8017BBFF-9E09-4493-A574-770D1107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3096" y="58045"/>
            <a:ext cx="534295" cy="5342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1342a9f87479b">
            <a:extLst>
              <a:ext uri="{96DAC541-7B7A-43D3-8B79-37D633B846F1}">
                <asvg:svgBlip xmlns:asvg="http://schemas.microsoft.com/office/drawing/2016/SVG/main" r:embed="R0ed6031d69cb40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26921" y="181870"/>
            <a:ext cx="286645" cy="286645"/>
          </a:xfrm>
          <a:prstGeom xmlns:a="http://schemas.openxmlformats.org/drawingml/2006/main" prst="rect">
            <a:avLst/>
          </a:prstGeom>
        </p:spPr>
      </p:pic>
      <p:sp>
        <p:nvSpPr>
          <p:cNvPr id="21" name="simple-input-core-3">
            <a:extLst xmlns:a="http://schemas.openxmlformats.org/drawingml/2006/main">
              <a:ext uri="{FF2B5EF4-FFF2-40B4-BE49-F238E27FC236}">
                <a16:creationId xmlns:a16="http://schemas.microsoft.com/office/drawing/2014/main" id="{06D8B54B-6F25-47B2-B958-0A5378C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5974" y="301971"/>
            <a:ext cx="464496" cy="464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d11c31df74c8c">
            <a:extLst>
              <a:ext uri="{96DAC541-7B7A-43D3-8B79-37D633B846F1}">
                <asvg:svgBlip xmlns:asvg="http://schemas.microsoft.com/office/drawing/2016/SVG/main" r:embed="R9219698be15a4aa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29799" y="425796"/>
            <a:ext cx="216846" cy="21684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40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47625" dir="5400000">
              <a:srgbClr val="2F5EA8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2026-09-07T13:58:43.0740000Z</dcterms:created>
  <dcterms:modified xsi:type="dcterms:W3CDTF">2026-09-07T13:58:43.0740000Z</dcterms:modified>
</coreProperties>
</file>