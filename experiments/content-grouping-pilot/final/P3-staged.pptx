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8de511c50642a9" /><Relationship Type="http://schemas.openxmlformats.org/officeDocument/2006/relationships/extended-properties" Target="/docProps/app.xml" Id="R79ffab6f54e24da4" /><Relationship Type="http://schemas.openxmlformats.org/officeDocument/2006/relationships/officeDocument" Target="/ppt/presentation.xml" Id="Re718d6fff27841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e1cf1c1e3e4c10"/>
    <p:sldMasterId xmlns:r="http://schemas.openxmlformats.org/officeDocument/2006/relationships" id="2147483660" r:id="Re1077c6e22204489"/>
    <p:sldMasterId xmlns:r="http://schemas.openxmlformats.org/officeDocument/2006/relationships" id="2147483663" r:id="R9ea8ae5cd7284b11"/>
  </p:sldMasterIdLst>
  <p:notesMasterIdLst>
    <p:notesMasterId xmlns:r="http://schemas.openxmlformats.org/officeDocument/2006/relationships" r:id="Raa685fd53dae49cd"/>
  </p:notesMasterIdLst>
  <p:sldIdLst>
    <p:sldId xmlns:r="http://schemas.openxmlformats.org/officeDocument/2006/relationships" id="256" r:id="Rd9bac4b8f2b349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33158dbf324349" /><Relationship Type="http://schemas.openxmlformats.org/officeDocument/2006/relationships/slideMaster" Target="/ppt/slideMasters/slideMaster1.xml" Id="Rf8e1cf1c1e3e4c10" /><Relationship Type="http://schemas.openxmlformats.org/officeDocument/2006/relationships/slideMaster" Target="/ppt/slideMasters/slideMaster2.xml" Id="Re1077c6e22204489" /><Relationship Type="http://schemas.openxmlformats.org/officeDocument/2006/relationships/slideMaster" Target="/ppt/slideMasters/slideMaster3.xml" Id="R9ea8ae5cd7284b11" /><Relationship Type="http://schemas.openxmlformats.org/officeDocument/2006/relationships/notesMaster" Target="/ppt/notesMasters/notesMaster1.xml" Id="Raa685fd53dae49cd" /><Relationship Type="http://schemas.openxmlformats.org/officeDocument/2006/relationships/presProps" Target="/ppt/presProps.xml" Id="Rd660ae1cc83a4658" /><Relationship Type="http://schemas.openxmlformats.org/officeDocument/2006/relationships/viewProps" Target="/ppt/viewProps.xml" Id="R730dc8a90c4645a4" /><Relationship Type="http://schemas.openxmlformats.org/officeDocument/2006/relationships/tableStyles" Target="/ppt/tableStyles.xml" Id="R35d3f268aec5490f" /><Relationship Type="http://schemas.openxmlformats.org/officeDocument/2006/relationships/slide" Target="/ppt/slides/slide1.xml" Id="Rd9bac4b8f2b349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f6622ca320144e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4cf6f531bd4ee0" /><Relationship Type="http://schemas.openxmlformats.org/officeDocument/2006/relationships/notesMaster" Target="/ppt/notesMasters/notesMaster1.xml" Id="Rb910be76032f43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完整主题原文：三类模拟证据共同支持“先做 B 的限量试点”：需求确有集中，记录缺口集中在少数项目，管理员容量又不足以支撑全量人工审核；但这些观察仍不能证明试点一定改善结果，必须把验证指标写进阶段三的复核。</a:t>
            </a:r>
            <a:endParaRPr/>
          </a:p>
          <a:p xmlns:a="http://schemas.openxmlformats.org/drawingml/2006/main">
            <a:r>
              <a:t>所有正文组均从 bound-expressions.json 原样读取。主题条使用简要主题句，原文主题及全文另见实文草稿。全部数据为模拟材料。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9fb22f8caf4cba" /><Relationship Type="http://schemas.openxmlformats.org/officeDocument/2006/relationships/image" Target="/ppt/media/image.jpeg" Id="Re3f7e9037f824ad1" /><Relationship Type="http://schemas.openxmlformats.org/officeDocument/2006/relationships/image" Target="/ppt/media/image.png" Id="R0da08b3af7bc448a" /><Relationship Type="http://schemas.openxmlformats.org/officeDocument/2006/relationships/image" Target="/ppt/media/image2.png" Id="R6052e37a3e3b4b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1dac792b042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68197511d644b9" /><Relationship Type="http://schemas.openxmlformats.org/officeDocument/2006/relationships/image" Target="/ppt/media/image3.png" Id="Rdd8f704d018d46a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ec4313b00b491b" /><Relationship Type="http://schemas.openxmlformats.org/officeDocument/2006/relationships/image" Target="/ppt/media/image4.png" Id="R58b59aaea8e94b1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ca6466f7c4ad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f483b93a1643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051b35ccee476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06b00969ac441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461c298ca43a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e159cbcc1f4c6c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476bd0a146486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e5a63e2d1a5470a" /><Relationship Type="http://schemas.openxmlformats.org/officeDocument/2006/relationships/image" Target="/ppt/media/image5.png" Id="Rd97cd2c9a248484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3d58ab3dba4be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1ccb0ad12544c24" /><Relationship Type="http://schemas.openxmlformats.org/officeDocument/2006/relationships/image" Target="/ppt/media/image5.png" Id="R86d791793fb248f3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75dad1d9c80f4aad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7e9037f824ad1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08b3af7bc448a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52e37a3e3b4b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f704d018d46a1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59aaea8e94b1d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cd2c9a248484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791793fb248f3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d53c0f6d1f42fd" /><Relationship Type="http://schemas.openxmlformats.org/officeDocument/2006/relationships/slideLayout" Target="/ppt/slideLayouts/slideLayout1.xml" Id="R6ca9129ddbdc465e" /><Relationship Type="http://schemas.openxmlformats.org/officeDocument/2006/relationships/slideLayout" Target="/ppt/slideLayouts/slideLayout2.xml" Id="R416a10fcb04a4e91" /><Relationship Type="http://schemas.openxmlformats.org/officeDocument/2006/relationships/slideLayout" Target="/ppt/slideLayouts/slideLayout3.xml" Id="R5415d205aadb437e" /><Relationship Type="http://schemas.openxmlformats.org/officeDocument/2006/relationships/slideLayout" Target="/ppt/slideLayouts/slideLayout4.xml" Id="Rd82fbc4b1e234909" /><Relationship Type="http://schemas.openxmlformats.org/officeDocument/2006/relationships/slideLayout" Target="/ppt/slideLayouts/slideLayout5.xml" Id="Rc293b97a16614e75" /><Relationship Type="http://schemas.openxmlformats.org/officeDocument/2006/relationships/slideLayout" Target="/ppt/slideLayouts/slideLayout6.xml" Id="Radcd21955b504d65" /><Relationship Type="http://schemas.openxmlformats.org/officeDocument/2006/relationships/slideLayout" Target="/ppt/slideLayouts/slideLayout7.xml" Id="R908703f8f308487a" /><Relationship Type="http://schemas.openxmlformats.org/officeDocument/2006/relationships/slideLayout" Target="/ppt/slideLayouts/slideLayout8.xml" Id="R448fdbcc648b4901" /><Relationship Type="http://schemas.openxmlformats.org/officeDocument/2006/relationships/slideLayout" Target="/ppt/slideLayouts/slideLayout9.xml" Id="R26d6796d18d345e4" /><Relationship Type="http://schemas.openxmlformats.org/officeDocument/2006/relationships/slideLayout" Target="/ppt/slideLayouts/slideLayout10.xml" Id="R196f48624a2945bf" /><Relationship Type="http://schemas.openxmlformats.org/officeDocument/2006/relationships/slideLayout" Target="/ppt/slideLayouts/slideLayout11.xml" Id="R89936c49695e4a2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337278ccbdb4bd4" /><Relationship Type="http://schemas.openxmlformats.org/officeDocument/2006/relationships/slideLayout" Target="/ppt/slideLayouts/slideLayout12.xml" Id="R036148ca7c604e26" /><Relationship Type="http://schemas.openxmlformats.org/officeDocument/2006/relationships/slideLayout" Target="/ppt/slideLayouts/slideLayout13.xml" Id="R3abe10c874914cc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d78f3f1b14e4d79" /><Relationship Type="http://schemas.openxmlformats.org/officeDocument/2006/relationships/slideLayout" Target="/ppt/slideLayouts/slideLayout14.xml" Id="R8225439625354a0c" /><Relationship Type="http://schemas.openxmlformats.org/officeDocument/2006/relationships/slideLayout" Target="/ppt/slideLayouts/slideLayout15.xml" Id="Ra2ebc8f2e118432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9129ddbdc465e"/>
    <p:sldLayoutId xmlns:r="http://schemas.openxmlformats.org/officeDocument/2006/relationships" id="2147483650" r:id="R416a10fcb04a4e91"/>
    <p:sldLayoutId xmlns:r="http://schemas.openxmlformats.org/officeDocument/2006/relationships" id="2147483651" r:id="R5415d205aadb437e"/>
    <p:sldLayoutId xmlns:r="http://schemas.openxmlformats.org/officeDocument/2006/relationships" id="2147483652" r:id="Rd82fbc4b1e234909"/>
    <p:sldLayoutId xmlns:r="http://schemas.openxmlformats.org/officeDocument/2006/relationships" id="2147483653" r:id="Rc293b97a16614e75"/>
    <p:sldLayoutId xmlns:r="http://schemas.openxmlformats.org/officeDocument/2006/relationships" id="2147483654" r:id="Radcd21955b504d65"/>
    <p:sldLayoutId xmlns:r="http://schemas.openxmlformats.org/officeDocument/2006/relationships" id="2147483655" r:id="R908703f8f308487a"/>
    <p:sldLayoutId xmlns:r="http://schemas.openxmlformats.org/officeDocument/2006/relationships" id="2147483656" r:id="R448fdbcc648b4901"/>
    <p:sldLayoutId xmlns:r="http://schemas.openxmlformats.org/officeDocument/2006/relationships" id="2147483657" r:id="R26d6796d18d345e4"/>
    <p:sldLayoutId xmlns:r="http://schemas.openxmlformats.org/officeDocument/2006/relationships" id="2147483658" r:id="R196f48624a2945bf"/>
    <p:sldLayoutId xmlns:r="http://schemas.openxmlformats.org/officeDocument/2006/relationships" id="2147483659" r:id="R89936c49695e4a2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036148ca7c604e26"/>
    <p:sldLayoutId xmlns:r="http://schemas.openxmlformats.org/officeDocument/2006/relationships" id="2147483662" r:id="R3abe10c874914cc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8225439625354a0c"/>
    <p:sldLayoutId xmlns:r="http://schemas.openxmlformats.org/officeDocument/2006/relationships" id="2147483665" r:id="Ra2ebc8f2e118432c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d604f4dfadc4df6" /><Relationship Type="http://schemas.openxmlformats.org/officeDocument/2006/relationships/notesSlide" Target="/ppt/notesSlides/notesSlide1.xml" Id="R720235674b8a41b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三类模拟证据支持先做限量试点，改善结果仍需验证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多证据论证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944FDB-8BAA-4457-AF5A-E5F82083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353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需求集中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CA921-AB61-4CCF-A36D-510E2D2F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95475"/>
            <a:ext cx="3536950" cy="950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8 周 120 份申请中，74 份来自三个课程项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目集群，占 61.7%；其中 52 份申请了相同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的 GPU 环境模板。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E0871C-FC37-436C-AC97-7BFCB376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60688"/>
            <a:ext cx="3536950" cy="950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需求集中意味着统一模板可能减少重复确认，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但不代表这些项目一定适合放在同一权限范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围内。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192AA9-47F7-4D36-8B8C-FE792D994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94013"/>
            <a:ext cx="35369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3A1CF3-CFD6-43E4-B7C8-DEFC5F25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525" y="1581150"/>
            <a:ext cx="353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记录缺口集中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7EBF24-ADFA-4AC9-AA05-A6963E87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525" y="1895475"/>
            <a:ext cx="3536950" cy="950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78 份完成运行的记录中，14 份缺少实际参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数或输出位置，缺口率为 17.9%；14 份中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有 9 份来自两个项目集群。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893966-5B74-4CCD-9059-B4F3376E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525" y="2960688"/>
            <a:ext cx="3536950" cy="950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这个分布支持先针对少量项目补齐字段和责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任人，而不是直接把入口扩大到全部申请；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它没有证明缺口由某一个申请人或某一字段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单独造成。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B6D43B-BE5F-46E3-B3E7-B7E77DF1F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525" y="2894013"/>
            <a:ext cx="35369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389F8-CF2D-4BD5-8920-A0C07315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175" y="1581150"/>
            <a:ext cx="3536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管理员容量受限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87E4E0-221E-4A02-AAF1-5B46792B9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175" y="1895475"/>
            <a:ext cx="3536950" cy="950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峰值周全量人工审核预计需要 5.0 个管理员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工作日，高于每周 3.5 个可支配工作日；限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量 5 个项目的试点预计需要 2.6 个工作日，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模板稳定后预计降到 1.4 个。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911A52-F43A-44D3-9C21-6120C7A3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175" y="2960688"/>
            <a:ext cx="3536950" cy="950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两组数字都是工作量估计，实际负荷需用阶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段二的运行记录校准。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C7D4D7-4009-4075-9C83-787717C3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1175" y="2894013"/>
            <a:ext cx="35369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CD7E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60BD78-E1B3-47A6-9A0E-77739EC7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0830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三类证据共同支持限量试点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86AEDE-3A69-49C5-96A2-E9F08FBC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97375"/>
            <a:ext cx="11144250" cy="53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需求集中、记录缺口集中和人工容量约束分别回答“是否有可重复的入口”“哪里需要先补证据”“为什么不能一次全量开放”。三类证据的交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集支持 B 的试点范围和三周评审节奏；它们只支持提出一个可检验的行动方案，不支持宣称已经提升效率。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E6B031-964A-4259-86DD-76C1C98A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99050"/>
            <a:ext cx="3540123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9DCEF0-8329-4F57-B8CF-955E1C8F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13375"/>
            <a:ext cx="3540123" cy="854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模拟观察没有随机对照，8 周窗口也可能受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课程周期影响；“集中”可能只是活跃项目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较多，不等于未来需求稳定。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7E7047-DA48-466F-88FE-ECB244539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698" y="5099050"/>
            <a:ext cx="7337427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用运行记录验证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A80891-C0FF-44A9-83CC-E9442D86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698" y="5413375"/>
            <a:ext cx="7337427" cy="493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阶段二应记录每次申请的完整字段、首次可用时间、管理员实际工时和异常闭环时间；阶段三</a:t>
            </a:r>
          </a:p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按预先写明的三个扩围条件复核。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AA44BF-3561-4A4A-8501-37270678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698" y="6002338"/>
            <a:ext cx="7337427" cy="265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2929"/>
                </a:solidFill>
                <a:latin typeface="Microsoft YaHei"/>
                <a:ea typeface="Microsoft YaHei"/>
                <a:cs typeface="Microsoft YaHei"/>
              </a:rPr>
              <a:t>若记录不完整或工作量超过容量，暂停扩围并保留当前规模。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2026-09-09T13:09:39.7990000Z</dcterms:created>
  <dcterms:modified xsi:type="dcterms:W3CDTF">2026-09-09T13:09:39.7990000Z</dcterms:modified>
</coreProperties>
</file>