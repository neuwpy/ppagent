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0133e2e084853" /><Relationship Type="http://schemas.openxmlformats.org/officeDocument/2006/relationships/extended-properties" Target="/docProps/app.xml" Id="R1b02a942780b4c00" /><Relationship Type="http://schemas.openxmlformats.org/officeDocument/2006/relationships/officeDocument" Target="/ppt/presentation.xml" Id="R34e43ec871ab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f6eeef8324718"/>
    <p:sldMasterId xmlns:r="http://schemas.openxmlformats.org/officeDocument/2006/relationships" id="2147483660" r:id="Rd1679e471d654a0c"/>
    <p:sldMasterId xmlns:r="http://schemas.openxmlformats.org/officeDocument/2006/relationships" id="2147483663" r:id="R623681386cf54a8c"/>
  </p:sldMasterIdLst>
  <p:notesMasterIdLst>
    <p:notesMasterId xmlns:r="http://schemas.openxmlformats.org/officeDocument/2006/relationships" r:id="R7e6dbc15c1e84382"/>
  </p:notesMasterIdLst>
  <p:sldIdLst>
    <p:sldId xmlns:r="http://schemas.openxmlformats.org/officeDocument/2006/relationships" id="256" r:id="R39f0cdf54b514a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07a8e2673d43d9" /><Relationship Type="http://schemas.openxmlformats.org/officeDocument/2006/relationships/slideMaster" Target="/ppt/slideMasters/slideMaster1.xml" Id="Ra26f6eeef8324718" /><Relationship Type="http://schemas.openxmlformats.org/officeDocument/2006/relationships/slideMaster" Target="/ppt/slideMasters/slideMaster2.xml" Id="Rd1679e471d654a0c" /><Relationship Type="http://schemas.openxmlformats.org/officeDocument/2006/relationships/slideMaster" Target="/ppt/slideMasters/slideMaster3.xml" Id="R623681386cf54a8c" /><Relationship Type="http://schemas.openxmlformats.org/officeDocument/2006/relationships/notesMaster" Target="/ppt/notesMasters/notesMaster1.xml" Id="R7e6dbc15c1e84382" /><Relationship Type="http://schemas.openxmlformats.org/officeDocument/2006/relationships/presProps" Target="/ppt/presProps.xml" Id="R70f1ea9199c1444c" /><Relationship Type="http://schemas.openxmlformats.org/officeDocument/2006/relationships/viewProps" Target="/ppt/viewProps.xml" Id="Rea7baabe1ea24847" /><Relationship Type="http://schemas.openxmlformats.org/officeDocument/2006/relationships/tableStyles" Target="/ppt/tableStyles.xml" Id="R4a9a570cadda44ea" /><Relationship Type="http://schemas.openxmlformats.org/officeDocument/2006/relationships/slide" Target="/ppt/slides/slide1.xml" Id="R39f0cdf54b514a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1c952d55b0f40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56f33cb1f4717" /><Relationship Type="http://schemas.openxmlformats.org/officeDocument/2006/relationships/notesMaster" Target="/ppt/notesMasters/notesMaster1.xml" Id="R6d57a2f956f6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ec44e4f84430a" /><Relationship Type="http://schemas.openxmlformats.org/officeDocument/2006/relationships/image" Target="/ppt/media/image.jpeg" Id="R107c5bfe84fc4e0d" /><Relationship Type="http://schemas.openxmlformats.org/officeDocument/2006/relationships/image" Target="/ppt/media/image.png" Id="R1f5c1cca99ae4e44" /><Relationship Type="http://schemas.openxmlformats.org/officeDocument/2006/relationships/image" Target="/ppt/media/image2.png" Id="Rbc63ca7ab63949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dec0c592a41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b3e7e49854cf9" /><Relationship Type="http://schemas.openxmlformats.org/officeDocument/2006/relationships/image" Target="/ppt/media/image3.png" Id="Rb27ce13ba0e346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f05156e8145a6" /><Relationship Type="http://schemas.openxmlformats.org/officeDocument/2006/relationships/image" Target="/ppt/media/image4.png" Id="R27ec309bc2fa47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282ec12d0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fff30320145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dbd9e01684e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356f7e6d448e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e45d731d54e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e9e2edd3a48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0e2a59906454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9a5156a3f34ee6" /><Relationship Type="http://schemas.openxmlformats.org/officeDocument/2006/relationships/image" Target="/ppt/media/image5.png" Id="R9a21a1222df442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47bc32873e459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10728eb1d104a3f" /><Relationship Type="http://schemas.openxmlformats.org/officeDocument/2006/relationships/image" Target="/ppt/media/image5.png" Id="R930dfff71d3b43f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f67e706e18f42c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c5bfe84fc4e0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c1cca99ae4e4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3ca7ab63949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ce13ba0e346b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c309bc2fa471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a1222df442a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dfff71d3b43f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f7d66ce1634d28" /><Relationship Type="http://schemas.openxmlformats.org/officeDocument/2006/relationships/slideLayout" Target="/ppt/slideLayouts/slideLayout1.xml" Id="R4525ec04ecb54aaf" /><Relationship Type="http://schemas.openxmlformats.org/officeDocument/2006/relationships/slideLayout" Target="/ppt/slideLayouts/slideLayout2.xml" Id="R44b16d09592442c3" /><Relationship Type="http://schemas.openxmlformats.org/officeDocument/2006/relationships/slideLayout" Target="/ppt/slideLayouts/slideLayout3.xml" Id="Re122cfaabbd2462f" /><Relationship Type="http://schemas.openxmlformats.org/officeDocument/2006/relationships/slideLayout" Target="/ppt/slideLayouts/slideLayout4.xml" Id="R24ec98695af540dd" /><Relationship Type="http://schemas.openxmlformats.org/officeDocument/2006/relationships/slideLayout" Target="/ppt/slideLayouts/slideLayout5.xml" Id="R160014b8c20d42b1" /><Relationship Type="http://schemas.openxmlformats.org/officeDocument/2006/relationships/slideLayout" Target="/ppt/slideLayouts/slideLayout6.xml" Id="Rfbbb9e87c40e488c" /><Relationship Type="http://schemas.openxmlformats.org/officeDocument/2006/relationships/slideLayout" Target="/ppt/slideLayouts/slideLayout7.xml" Id="R8ab3f95acb6d4ab8" /><Relationship Type="http://schemas.openxmlformats.org/officeDocument/2006/relationships/slideLayout" Target="/ppt/slideLayouts/slideLayout8.xml" Id="R8cf1dd7ae24744ff" /><Relationship Type="http://schemas.openxmlformats.org/officeDocument/2006/relationships/slideLayout" Target="/ppt/slideLayouts/slideLayout9.xml" Id="R2939e826b52b4b12" /><Relationship Type="http://schemas.openxmlformats.org/officeDocument/2006/relationships/slideLayout" Target="/ppt/slideLayouts/slideLayout10.xml" Id="Re38c2fe4d9d5410d" /><Relationship Type="http://schemas.openxmlformats.org/officeDocument/2006/relationships/slideLayout" Target="/ppt/slideLayouts/slideLayout11.xml" Id="R395ace638c6f41a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09545a091674397" /><Relationship Type="http://schemas.openxmlformats.org/officeDocument/2006/relationships/slideLayout" Target="/ppt/slideLayouts/slideLayout12.xml" Id="R26dd5ba9ddb14f66" /><Relationship Type="http://schemas.openxmlformats.org/officeDocument/2006/relationships/slideLayout" Target="/ppt/slideLayouts/slideLayout13.xml" Id="R33c338481c994e8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0aeb34007b04b43" /><Relationship Type="http://schemas.openxmlformats.org/officeDocument/2006/relationships/slideLayout" Target="/ppt/slideLayouts/slideLayout14.xml" Id="R37d149f9c1b64e05" /><Relationship Type="http://schemas.openxmlformats.org/officeDocument/2006/relationships/slideLayout" Target="/ppt/slideLayouts/slideLayout15.xml" Id="R7b90bc5c5fb44d2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25ec04ecb54aaf"/>
    <p:sldLayoutId xmlns:r="http://schemas.openxmlformats.org/officeDocument/2006/relationships" id="2147483650" r:id="R44b16d09592442c3"/>
    <p:sldLayoutId xmlns:r="http://schemas.openxmlformats.org/officeDocument/2006/relationships" id="2147483651" r:id="Re122cfaabbd2462f"/>
    <p:sldLayoutId xmlns:r="http://schemas.openxmlformats.org/officeDocument/2006/relationships" id="2147483652" r:id="R24ec98695af540dd"/>
    <p:sldLayoutId xmlns:r="http://schemas.openxmlformats.org/officeDocument/2006/relationships" id="2147483653" r:id="R160014b8c20d42b1"/>
    <p:sldLayoutId xmlns:r="http://schemas.openxmlformats.org/officeDocument/2006/relationships" id="2147483654" r:id="Rfbbb9e87c40e488c"/>
    <p:sldLayoutId xmlns:r="http://schemas.openxmlformats.org/officeDocument/2006/relationships" id="2147483655" r:id="R8ab3f95acb6d4ab8"/>
    <p:sldLayoutId xmlns:r="http://schemas.openxmlformats.org/officeDocument/2006/relationships" id="2147483656" r:id="R8cf1dd7ae24744ff"/>
    <p:sldLayoutId xmlns:r="http://schemas.openxmlformats.org/officeDocument/2006/relationships" id="2147483657" r:id="R2939e826b52b4b12"/>
    <p:sldLayoutId xmlns:r="http://schemas.openxmlformats.org/officeDocument/2006/relationships" id="2147483658" r:id="Re38c2fe4d9d5410d"/>
    <p:sldLayoutId xmlns:r="http://schemas.openxmlformats.org/officeDocument/2006/relationships" id="2147483659" r:id="R395ace638c6f41a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6dd5ba9ddb14f66"/>
    <p:sldLayoutId xmlns:r="http://schemas.openxmlformats.org/officeDocument/2006/relationships" id="2147483662" r:id="R33c338481c994e8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7d149f9c1b64e05"/>
    <p:sldLayoutId xmlns:r="http://schemas.openxmlformats.org/officeDocument/2006/relationships" id="2147483665" r:id="R7b90bc5c5fb44d2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157eedf33b4dff" /><Relationship Type="http://schemas.openxmlformats.org/officeDocument/2006/relationships/image" Target="/ppt/media/image6.png" Id="R24a9c9318ce84917" /><Relationship Type="http://schemas.openxmlformats.org/officeDocument/2006/relationships/notesSlide" Target="/ppt/notesSlides/notesSlide1.xml" Id="R53654698b0a34d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9c9318ce8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2026-09-09T13:09:38.9520000Z</dcterms:created>
  <dcterms:modified xsi:type="dcterms:W3CDTF">2026-09-09T13:09:38.9520000Z</dcterms:modified>
</coreProperties>
</file>