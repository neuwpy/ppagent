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5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f13da5026574c51" /><Relationship Type="http://schemas.openxmlformats.org/officeDocument/2006/relationships/extended-properties" Target="/docProps/app.xml" Id="R73fab47c46654889" /><Relationship Type="http://schemas.openxmlformats.org/officeDocument/2006/relationships/officeDocument" Target="/ppt/presentation.xml" Id="R15ac231120fc44b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e5e59af268a4d60"/>
    <p:sldMasterId xmlns:r="http://schemas.openxmlformats.org/officeDocument/2006/relationships" id="2147483660" r:id="R8e690da733814fe4"/>
    <p:sldMasterId xmlns:r="http://schemas.openxmlformats.org/officeDocument/2006/relationships" id="2147483663" r:id="Ra083da6b74db4a7e"/>
  </p:sldMasterIdLst>
  <p:notesMasterIdLst>
    <p:notesMasterId xmlns:r="http://schemas.openxmlformats.org/officeDocument/2006/relationships" r:id="R013a7beb90dc468c"/>
  </p:notesMasterIdLst>
  <p:sldIdLst>
    <p:sldId xmlns:r="http://schemas.openxmlformats.org/officeDocument/2006/relationships" id="256" r:id="R6f0411b5bd364af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4E3753D0-92AB-4620-8DB3-57A31C4D162D}" styleName="表样式 1 25">
    <a:wholeTbl>
      <a:tcTxStyle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bg1">
              <a:alpha val="0"/>
            </a:schemeClr>
          </a:solidFill>
        </a:fill>
      </a:tcStyle>
    </a:wholeTbl>
    <a:band2H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2H>
    <a:band1V>
      <a:tcTxStyle/>
      <a:tcStyle>
        <a:tcBdr/>
        <a:fill>
          <a:solidFill>
            <a:schemeClr val="accent1">
              <a:alpha val="25000"/>
              <a:lumMod val="40000"/>
              <a:lumOff val="60000"/>
            </a:schemeClr>
          </a:solidFill>
        </a:fill>
      </a:tcStyle>
    </a:band1V>
    <a:band2V>
      <a:tcTxStyle/>
      <a:tcStyle>
        <a:tcBdr/>
        <a:fill>
          <a:solidFill>
            <a:schemeClr val="bg1">
              <a:alpha val="0"/>
            </a:schemeClr>
          </a:solidFill>
        </a:fill>
      </a:tcStyle>
    </a:band2V>
    <a:la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lastCol>
    <a:firstCol>
      <a:tcTxStyle b="on">
        <a:fontRef idx="none">
          <a:schemeClr val="tx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H>
          <a:insideV>
            <a:ln>
              <a:noFill/>
            </a:ln>
          </a:insideV>
        </a:tcBdr>
        <a:fill>
          <a:solidFill>
            <a:schemeClr val="accent1">
              <a:alpha val="40000"/>
              <a:lumMod val="40000"/>
              <a:lumOff val="60000"/>
            </a:schemeClr>
          </a:solidFill>
        </a:fill>
      </a:tcStyle>
    </a:firstCol>
    <a:lastRow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lastRow>
    <a:s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eCell>
    <a:swCell>
      <a:tcTxStyle b="on">
        <a:fontRef idx="none">
          <a:schemeClr val="accent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bg1">
              <a:alpha val="0"/>
            </a:schemeClr>
          </a:solidFill>
        </a:fill>
      </a:tcStyle>
    </a:swCell>
    <a:firstRow>
      <a:tcTxStyle b="on">
        <a:fontRef idx="none">
          <a:schemeClr val="bg1"/>
        </a:fontRef>
      </a:tcTxStyle>
      <a:tcStyle>
        <a:tcBdr>
          <a:left>
            <a:ln w="9525" cmpd="sng">
              <a:solidFill>
                <a:schemeClr val="accent1"/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/>
              </a:solidFill>
              <a:prstDash val="solid"/>
            </a:ln>
          </a:bottom>
          <a:insideH>
            <a:ln>
              <a:noFill/>
            </a:ln>
          </a:insideH>
          <a:insideV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insideV>
        </a:tcBdr>
        <a:fill>
          <a:solidFill>
            <a:schemeClr val="accent1"/>
          </a:solidFill>
        </a:fill>
      </a:tcStyle>
    </a:firstRow>
    <a:neCell>
      <a:tcTxStyle/>
      <a:tcStyle>
        <a:tcBdr>
          <a:left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left>
          <a:right>
            <a:ln w="9525" cmpd="sng">
              <a:solidFill>
                <a:schemeClr val="accent1"/>
              </a:solidFill>
              <a:prstDash val="solid"/>
            </a:ln>
          </a:right>
          <a:top>
            <a:ln w="9525" cmpd="sng">
              <a:solidFill>
                <a:schemeClr val="accent1"/>
              </a:solidFill>
              <a:prstDash val="solid"/>
            </a:ln>
          </a:top>
          <a:bottom>
            <a:ln w="9525" cmpd="sng">
              <a:solidFill>
                <a:schemeClr val="accent1">
                  <a:lumMod val="40000"/>
                  <a:lumOff val="60000"/>
                </a:schemeClr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neCell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e416415cd6f4bcc" /><Relationship Type="http://schemas.openxmlformats.org/officeDocument/2006/relationships/slideMaster" Target="/ppt/slideMasters/slideMaster1.xml" Id="R4e5e59af268a4d60" /><Relationship Type="http://schemas.openxmlformats.org/officeDocument/2006/relationships/slideMaster" Target="/ppt/slideMasters/slideMaster2.xml" Id="R8e690da733814fe4" /><Relationship Type="http://schemas.openxmlformats.org/officeDocument/2006/relationships/slideMaster" Target="/ppt/slideMasters/slideMaster3.xml" Id="Ra083da6b74db4a7e" /><Relationship Type="http://schemas.openxmlformats.org/officeDocument/2006/relationships/notesMaster" Target="/ppt/notesMasters/notesMaster1.xml" Id="R013a7beb90dc468c" /><Relationship Type="http://schemas.openxmlformats.org/officeDocument/2006/relationships/presProps" Target="/ppt/presProps.xml" Id="R308c2cbf60e24036" /><Relationship Type="http://schemas.openxmlformats.org/officeDocument/2006/relationships/viewProps" Target="/ppt/viewProps.xml" Id="R1cf38ab927de4b5f" /><Relationship Type="http://schemas.openxmlformats.org/officeDocument/2006/relationships/tableStyles" Target="/ppt/tableStyles.xml" Id="Rf2d8d6a0e73e4b37" /><Relationship Type="http://schemas.openxmlformats.org/officeDocument/2006/relationships/slide" Target="/ppt/slides/slide1.xml" Id="R6f0411b5bd364af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5.xml" Id="R2800029e1f3c471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5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686dacaebc54d25" /><Relationship Type="http://schemas.openxmlformats.org/officeDocument/2006/relationships/notesMaster" Target="/ppt/notesMasters/notesMaster1.xml" Id="Red5346da795d4b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cde7d2791248f3" /><Relationship Type="http://schemas.openxmlformats.org/officeDocument/2006/relationships/image" Target="/ppt/media/image.jpeg" Id="R0beba43e11714eb9" /><Relationship Type="http://schemas.openxmlformats.org/officeDocument/2006/relationships/image" Target="/ppt/media/image.png" Id="Rf8aec733d80346e9" /><Relationship Type="http://schemas.openxmlformats.org/officeDocument/2006/relationships/image" Target="/ppt/media/image2.png" Id="Re1812b80ed684c5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dc20fcd8c24f3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db3a5524954d3b" /><Relationship Type="http://schemas.openxmlformats.org/officeDocument/2006/relationships/image" Target="/ppt/media/image3.png" Id="R80c627b73bc1400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137ec6d380433b" /><Relationship Type="http://schemas.openxmlformats.org/officeDocument/2006/relationships/image" Target="/ppt/media/image4.png" Id="R847d1bb449f3480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002b2686db454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23ca5b87ee9458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32f75a34ff4d3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681cbc771043e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1354c4bbd54181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7afcf444634d5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91b0ed90124fe9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425ad63a14f4c3d" /><Relationship Type="http://schemas.openxmlformats.org/officeDocument/2006/relationships/image" Target="/ppt/media/image5.png" Id="R4fcf5fc04c7f4430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d27d7a7f69541ee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2a9f990622ad4ce9" /><Relationship Type="http://schemas.openxmlformats.org/officeDocument/2006/relationships/image" Target="/ppt/media/image5.png" Id="Rfcd63cfa72674fab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9fbc2391ffc347be" /></Relationships>
</file>

<file path=ppt/slideLayouts/slideLayout1.xml><?xml version="1.0" encoding="utf-8"?>
<p:sldLayout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eba43e11714eb9">
            <a:alphaModFix amt="20000"/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schemeClr val="bg2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-375" t="36417" r="375" b="177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88953" y="3125718"/>
            <a:ext cx="12697941" cy="4114800"/>
          </a:xfrm>
          <a:prstGeom xmlns:a="http://schemas.openxmlformats.org/drawingml/2006/main" prst="rect">
            <a:avLst/>
          </a:prstGeom>
        </p:spPr>
      </p:pic>
      <p:pic>
        <p:nvPicPr>
          <p:cNvPr id="5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aec733d80346e9"/>
          <a:srcRect xmlns:a="http://schemas.openxmlformats.org/drawingml/2006/main" l="0" t="0" r="0" b="608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33584" y="72497"/>
            <a:ext cx="3337845" cy="708895"/>
          </a:xfrm>
          <a:prstGeom xmlns:a="http://schemas.openxmlformats.org/drawingml/2006/main" prst="rect">
            <a:avLst/>
          </a:prstGeom>
        </p:spPr>
      </p:pic>
      <p:pic>
        <p:nvPicPr>
          <p:cNvPr id="6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812b80ed684c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089206" y="72497"/>
            <a:ext cx="5102794" cy="91447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3.xml><?xml version="1.0" encoding="utf-8"?>
<p:sldLayout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3" name="矩形 332">
            <a:extLst xmlns:a="http://schemas.openxmlformats.org/drawingml/2006/main">
              <a:ext uri="{FF2B5EF4-FFF2-40B4-BE49-F238E27FC236}">
                <a16:creationId xmlns:a16="http://schemas.microsoft.com/office/drawing/2014/main" id="{AAFA549B-9B19-43F3-9E11-9676FA7E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833952"/>
            <a:ext cx="11522073" cy="499299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17500">
                <a:srgbClr val="3E84EC"/>
              </a:gs>
              <a:gs pos="100000">
                <a:schemeClr val="accent1">
                  <a:lumMod val="75000"/>
                </a:schemeClr>
              </a:gs>
              <a:gs pos="0">
                <a:srgbClr val="0268FE">
                  <a:lumMod val="75000"/>
                  <a:lumOff val="25000"/>
                  <a:alpha val="69000"/>
                </a:srgbClr>
              </a:gs>
            </a:gsLst>
            <a:path path="circle">
              <a:fillToRect l="100000" t="0" r="0" b="100000"/>
            </a:path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pic>
        <p:nvPicPr>
          <p:cNvPr id="336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c627b73bc14006"/>
          <a:srcRect xmlns:a="http://schemas.openxmlformats.org/drawingml/2006/main" l="0" t="0" r="0" b="5910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74637" y="198304"/>
            <a:ext cx="2675956" cy="593304"/>
          </a:xfrm>
          <a:prstGeom xmlns:a="http://schemas.openxmlformats.org/drawingml/2006/main" prst="rect">
            <a:avLst/>
          </a:prstGeom>
        </p:spPr>
      </p:pic>
      <p:sp>
        <p:nvSpPr>
          <p:cNvPr id="11" name="直接连接符 10">
            <a:extLst xmlns:a="http://schemas.openxmlformats.org/drawingml/2006/main">
              <a:ext uri="{FF2B5EF4-FFF2-40B4-BE49-F238E27FC236}">
                <a16:creationId xmlns:a16="http://schemas.microsoft.com/office/drawing/2014/main" id="{42970BAF-D4BA-41DA-B69F-E3B1BBE9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6564990"/>
            <a:ext cx="11522076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1"/>
            </a:solidFill>
            <a:prstDash val="soli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3676F323-DC47-47B0-A185-B06ACE0E1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3" y="1402294"/>
            <a:ext cx="115220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gradFill rotWithShape="1">
              <a:gsLst>
                <a:gs pos="100000">
                  <a:schemeClr val="accent1">
                    <a:lumMod val="97000"/>
                  </a:schemeClr>
                </a:gs>
                <a:gs pos="0">
                  <a:schemeClr val="accent1">
                    <a:alpha val="0"/>
                  </a:schemeClr>
                </a:gs>
              </a:gsLst>
              <a:lin ang="10800000" scaled="1"/>
              <a:tileRect/>
            </a:gradFill>
            <a:tailEnd type="none" w="med" len="sm"/>
          </a:ln>
          <a:effectLst xmlns:a="http://schemas.openxmlformats.org/drawingml/2006/main">
            <a:outerShdw blurRad="63500" dist="50800" dir="4800000" sx="102000" sy="102000" algn="ctr" rotWithShape="0">
              <a:schemeClr val="accent1">
                <a:alpha val="40000"/>
              </a:scheme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</p:sp>
    </p:spTree>
  </p:cSld>
</p:sldLayout>
</file>

<file path=ppt/slideLayouts/slideLayout4.xml><?xml version="1.0" encoding="utf-8"?>
<p:sldLayout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7" name="任意多边形: 形状 86">
            <a:extLst xmlns:a="http://schemas.openxmlformats.org/drawingml/2006/main">
              <a:ext uri="{FF2B5EF4-FFF2-40B4-BE49-F238E27FC236}">
                <a16:creationId xmlns:a16="http://schemas.microsoft.com/office/drawing/2014/main" id="{FC6DEC2B-6AA2-4B32-B074-3A5AE5F8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2562" y="10535"/>
            <a:ext cx="4440577" cy="2998608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  <p:sp>
        <p:nvSpPr>
          <p:cNvPr id="89" name="文本框 88">
            <a:extLst xmlns:a="http://schemas.openxmlformats.org/drawingml/2006/main">
              <a:ext uri="{FF2B5EF4-FFF2-40B4-BE49-F238E27FC236}">
                <a16:creationId xmlns:a16="http://schemas.microsoft.com/office/drawing/2014/main" id="{DCA59B05-2390-42F2-9E35-897EFFDA2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79985" y="1085380"/>
            <a:ext cx="3262303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4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CONTENT</a:t>
            </a:r>
            <a:endParaRPr sz="4800" b="1">
              <a:solidFill>
                <a:srgbClr val="FFFFFF"/>
              </a:solidFill>
              <a:latin typeface="微软雅黑"/>
              <a:ea typeface="微软雅黑"/>
              <a:cs typeface="微软雅黑"/>
            </a:endParaRPr>
          </a:p>
        </p:txBody>
      </p:sp>
      <p:pic>
        <p:nvPicPr>
          <p:cNvPr id="135" name="图片 1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7d1bb449f34801">
            <a:alphaModFix amt="70000"/>
          </a:blip>
          <a:srcRect xmlns:a="http://schemas.openxmlformats.org/drawingml/2006/main" l="0" t="0" r="0" b="5880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2962" y="3707963"/>
            <a:ext cx="3024288" cy="2020666"/>
          </a:xfrm>
          <a:prstGeom xmlns:a="http://schemas.openxmlformats.org/drawingml/2006/main" prst="rect">
            <a:avLst/>
          </a:prstGeom>
        </p:spPr>
      </p:pic>
      <p:sp>
        <p:nvSpPr>
          <p:cNvPr id="88" name="文本框 87">
            <a:extLst xmlns:a="http://schemas.openxmlformats.org/drawingml/2006/main">
              <a:ext uri="{FF2B5EF4-FFF2-40B4-BE49-F238E27FC236}">
                <a16:creationId xmlns:a16="http://schemas.microsoft.com/office/drawing/2014/main" id="{E721206C-F7C5-4124-89F6-8A12777B8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667" y="1479325"/>
            <a:ext cx="2646878" cy="83099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>
            <a:lvl1pPr>
              <a:buNone/>
              <a:defRPr sz="7200">
                <a:gradFill flip="none" rotWithShape="1">
                  <a:gsLst>
                    <a:gs pos="0">
                      <a:schemeClr val="accent1">
                        <a:lumMod val="80000"/>
                        <a:lumOff val="20000"/>
                      </a:schemeClr>
                    </a:gs>
                    <a:gs pos="100000">
                      <a:schemeClr val="accent1"/>
                    </a:gs>
                  </a:gsLst>
                  <a:lin ang="5400000" scaled="1"/>
                  <a:tileRect/>
                </a:gradFill>
                <a:latin typeface="思源宋体 CN Heavy"/>
                <a:ea typeface="思源宋体 CN Heavy"/>
                <a:cs typeface="思源宋体 CN Heavy"/>
              </a:defRPr>
            </a:lvl1pPr>
          </a:lstStyle>
          <a:p xmlns:a="http://schemas.openxmlformats.org/drawingml/2006/main"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4800" b="0" i="0" u="none" cap="none" spc="0">
                <a:ln>
                  <a:noFill/>
                </a:ln>
                <a:gradFill rotWithShape="1">
                  <a:gsLst>
                    <a:gs pos="0">
                      <a:srgbClr val="0268FE">
                        <a:lumMod val="80000"/>
                        <a:lumOff val="20000"/>
                      </a:srgbClr>
                    </a:gs>
                    <a:gs pos="100000">
                      <a:srgbClr val="0268FE"/>
                    </a:gs>
                  </a:gsLst>
                  <a:lin ang="5400000" scaled="1"/>
                  <a:tileRect/>
                </a:gradFill>
                <a:latin typeface="汉仪粗宋简"/>
                <a:ea typeface="汉仪粗宋简"/>
                <a:cs typeface="汉仪粗宋简"/>
              </a:rPr>
              <a:t>汇报提纲</a:t>
            </a:r>
          </a:p>
        </p:txBody>
      </p:sp>
      <p:sp>
        <p:nvSpPr>
          <p:cNvPr id="131" name="任意多边形: 形状 130">
            <a:extLst xmlns:a="http://schemas.openxmlformats.org/drawingml/2006/main">
              <a:ext uri="{FF2B5EF4-FFF2-40B4-BE49-F238E27FC236}">
                <a16:creationId xmlns:a16="http://schemas.microsoft.com/office/drawing/2014/main" id="{C59C6FF8-6BEF-4B44-BFD0-AFBB008BE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5335" y="4602588"/>
            <a:ext cx="3296666" cy="2255412"/>
          </a:xfrm>
          <a:custGeom xmlns:a="http://schemas.openxmlformats.org/drawingml/2006/main">
            <a:gdLst>
              <a:gd name="connsiteX0" fmla="*/ 2893248 w 4163705"/>
              <a:gd name="connsiteY0" fmla="*/ 0 h 2398711"/>
              <a:gd name="connsiteX1" fmla="*/ 4039971 w 4163705"/>
              <a:gd name="connsiteY1" fmla="*/ 231513 h 2398711"/>
              <a:gd name="connsiteX2" fmla="*/ 4163705 w 4163705"/>
              <a:gd name="connsiteY2" fmla="*/ 291119 h 2398711"/>
              <a:gd name="connsiteX3" fmla="*/ 4163705 w 4163705"/>
              <a:gd name="connsiteY3" fmla="*/ 2398711 h 2398711"/>
              <a:gd name="connsiteX4" fmla="*/ 0 w 4163705"/>
              <a:gd name="connsiteY4" fmla="*/ 2398711 h 2398711"/>
              <a:gd name="connsiteX5" fmla="*/ 7085 w 4163705"/>
              <a:gd name="connsiteY5" fmla="*/ 2352291 h 2398711"/>
              <a:gd name="connsiteX6" fmla="*/ 2893248 w 4163705"/>
              <a:gd name="connsiteY6" fmla="*/ 0 h 2398711"/>
            </a:gdLst>
            <a:rect l="l" t="t" r="r" b="b"/>
            <a:pathLst>
              <a:path w="4163705" h="2398711">
                <a:moveTo>
                  <a:pt x="2893248" y="0"/>
                </a:moveTo>
                <a:cubicBezTo>
                  <a:pt x="3300008" y="0"/>
                  <a:pt x="3687514" y="82436"/>
                  <a:pt x="4039971" y="231513"/>
                </a:cubicBezTo>
                <a:lnTo>
                  <a:pt x="4163705" y="291119"/>
                </a:lnTo>
                <a:lnTo>
                  <a:pt x="4163705" y="2398711"/>
                </a:lnTo>
                <a:lnTo>
                  <a:pt x="0" y="2398711"/>
                </a:lnTo>
                <a:lnTo>
                  <a:pt x="7085" y="2352291"/>
                </a:lnTo>
                <a:cubicBezTo>
                  <a:pt x="281790" y="1009841"/>
                  <a:pt x="1469588" y="0"/>
                  <a:pt x="2893248" y="0"/>
                </a:cubicBezTo>
                <a:close/>
              </a:path>
            </a:pathLst>
          </a:custGeom>
          <a:gradFill xmlns:a="http://schemas.openxmlformats.org/drawingml/2006/main">
            <a:gsLst>
              <a:gs pos="100000">
                <a:srgbClr val="0268FE">
                  <a:lumMod val="9000"/>
                  <a:lumOff val="91000"/>
                </a:srgbClr>
              </a:gs>
              <a:gs pos="0">
                <a:srgbClr val="0268FE">
                  <a:lumMod val="4000"/>
                  <a:lumOff val="96000"/>
                </a:srgbClr>
              </a:gs>
            </a:gsLst>
            <a:lin ang="5400000" scaled="1"/>
          </a:gradFill>
          <a:ln xmlns:a="http://schemas.openxmlformats.org/drawingml/2006/main" w="12700" cmpd="sng">
            <a:noFill/>
            <a:prstDash val="solid"/>
          </a:ln>
        </p:spPr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sz="1800" b="0" i="0" u="none" kern="0" cap="none" spc="0" baseline="0">
              <a:ln>
                <a:noFill/>
              </a:ln>
              <a:solidFill>
                <a:srgbClr val="FFFFFF"/>
              </a:solidFill>
              <a:latin typeface="等线"/>
              <a:ea typeface="等线"/>
              <a:cs typeface="等线"/>
            </a:endParaRPr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9814D3E-DA95-4FF6-89BF-C79116EAB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94DFD73-AC23-4D86-A58D-99EB8AFD023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7C957C97-3536-4092-9C6F-3BC205E8C0F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992D9ED-6951-45B6-9406-99AD99B9222C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5CD8D950-F84C-4F2A-985B-8E76FA7269A1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1729408B-8A7B-4CB6-849F-E27945723BC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EECA76A-D60B-455E-8168-70A60C7597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ABD48E81-5734-4ACE-AD29-93BB73EC6BA6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47823647-FCD8-49E9-9489-F4567BF675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C7B16802-0F5E-4166-8166-CEA0537C87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2C59F96-D20A-4C13-A65A-9101C505142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FF6BEF36-0CD8-4A0B-99CF-8850137CB8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5D2CF6B-FED9-4CA5-8162-A3AAF467EA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39E65895-785F-425B-89F1-10491711177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2C81E01A-AB9F-456A-BB5C-4519A4D619D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2B666989-99B2-4BB2-9475-800D00850E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9B37CEC9-B523-43A4-9DB3-669E0FFF677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18E66D29-0CC8-4FB7-AFB2-3360306BEE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1219F796-F6F4-404D-840E-A8374BEC9AB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DD4D07DA-1C43-4978-84E2-E9DF21F479A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821FE728-F03D-4B3C-A81B-6340A4FC1A9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F5190015-3CAF-4812-A1D3-141C7C6C6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8875C82-A8B7-4EC3-9CD1-71B5628D280B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AD26DF1-7C4D-48DE-8378-2454184D16E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A955434F-A8BA-47E4-8A74-6F34F28201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BBDBEE-8098-45BE-80B8-99DC697B792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91759C7C-4BE2-479B-8D75-25101B10BA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D26E532-1180-4EBD-8D87-848F7AB229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B8A8DA8-FA5C-40D6-923C-3BEC5542526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A8A5EC20-3538-4582-9809-8D430F180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B6A49A2B-761E-4006-AB0C-958059DCE6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85814752-86C4-417C-825B-7A80386620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05AF88CE-4DDF-4EE0-A675-A5055BBD65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99B6D00B-BD62-4EDB-A4BA-22506DE280E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1B556D01-ED92-4660-979B-3F527265BBE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EE3D04-046B-48EE-AFF6-71415EC1A35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46DC86F-5973-4571-91EB-1ED808604BF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</p:sldLayout>
</file>

<file path=ppt/slideLayouts/slideLayout12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f5fc04c7f4430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48DCB54F-F188-4497-BE55-2C934F966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04C34487-3C53-44B7-9696-04480B8F3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1CF2AB50-2526-42AE-8979-E811992EA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5870F88C-5290-4CCF-81A7-F3F78956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3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4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63cfa72674fab"/>
          <a:srcRect xmlns:a="http://schemas.openxmlformats.org/drawingml/2006/main" l="0" t="0" r="0" b="146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584200"/>
            <a:ext cx="12192000" cy="8043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0" name="直接连接符 9">
            <a:extLst xmlns:a="http://schemas.openxmlformats.org/drawingml/2006/main">
              <a:ext uri="{FF2B5EF4-FFF2-40B4-BE49-F238E27FC236}">
                <a16:creationId xmlns:a16="http://schemas.microsoft.com/office/drawing/2014/main" id="{FDFD27DC-BC69-4A4A-B64D-BB0BF4F9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411819"/>
            <a:ext cx="12192000" cy="2116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矩形 6">
            <a:extLst xmlns:a="http://schemas.openxmlformats.org/drawingml/2006/main">
              <a:ext uri="{FF2B5EF4-FFF2-40B4-BE49-F238E27FC236}">
                <a16:creationId xmlns:a16="http://schemas.microsoft.com/office/drawing/2014/main" id="{B7E4CA57-DCE8-438D-BA25-C0687AE86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267" y="584200"/>
            <a:ext cx="8652933" cy="71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3200" b="1">
              <a:solidFill>
                <a:prstClr val="white"/>
              </a:solidFill>
            </a:endParaRPr>
          </a:p>
        </p:txBody>
      </p:sp>
      <p:sp>
        <p:nvSpPr>
          <p:cNvPr id="11" name="任意多边形 10">
            <a:extLst xmlns:a="http://schemas.openxmlformats.org/drawingml/2006/main">
              <a:ext uri="{FF2B5EF4-FFF2-40B4-BE49-F238E27FC236}">
                <a16:creationId xmlns:a16="http://schemas.microsoft.com/office/drawing/2014/main" id="{2F9000FD-B265-4E8B-AA9F-99523C81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3370" y="1413933"/>
            <a:ext cx="9798631" cy="101600"/>
          </a:xfrm>
          <a:custGeom xmlns:a="http://schemas.openxmlformats.org/drawingml/2006/main">
            <a:gdLst>
              <a:gd name="connsiteX0" fmla="*/ 68 w 11394"/>
              <a:gd name="connsiteY0" fmla="*/ 0 h 126"/>
              <a:gd name="connsiteX1" fmla="*/ 11394 w 11394"/>
              <a:gd name="connsiteY1" fmla="*/ 6 h 126"/>
              <a:gd name="connsiteX2" fmla="*/ 11394 w 11394"/>
              <a:gd name="connsiteY2" fmla="*/ 126 h 126"/>
              <a:gd name="connsiteX3" fmla="*/ 0 w 11394"/>
              <a:gd name="connsiteY3" fmla="*/ 126 h 126"/>
              <a:gd name="connsiteX4" fmla="*/ 68 w 11394"/>
              <a:gd name="connsiteY4" fmla="*/ 0 h 126"/>
            </a:gdLst>
            <a:rect l="l" t="t" r="r" b="b"/>
            <a:pathLst>
              <a:path w="11394" h="126">
                <a:moveTo>
                  <a:pt x="68" y="0"/>
                </a:moveTo>
                <a:lnTo>
                  <a:pt x="11394" y="6"/>
                </a:lnTo>
                <a:lnTo>
                  <a:pt x="11394" y="126"/>
                </a:lnTo>
                <a:lnTo>
                  <a:pt x="0" y="126"/>
                </a:lnTo>
                <a:lnTo>
                  <a:pt x="68" y="0"/>
                </a:lnTo>
                <a:close/>
              </a:path>
            </a:pathLst>
          </a:custGeom>
          <a:solidFill xmlns:a="http://schemas.openxmlformats.org/drawingml/2006/main">
            <a:srgbClr val="005BA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  <p:sp>
        <p:nvSpPr>
          <p:cNvPr id="16" name="任意多边形 15">
            <a:extLst xmlns:a="http://schemas.openxmlformats.org/drawingml/2006/main">
              <a:ext uri="{FF2B5EF4-FFF2-40B4-BE49-F238E27FC236}">
                <a16:creationId xmlns:a16="http://schemas.microsoft.com/office/drawing/2014/main" id="{E2FCAE89-6370-4F96-BE90-D16E211DF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-2539" y="1414739"/>
            <a:ext cx="2395908" cy="100793"/>
          </a:xfrm>
          <a:custGeom xmlns:a="http://schemas.openxmlformats.org/drawingml/2006/main">
            <a:gdLst>
              <a:gd name="connsiteX0" fmla="*/ 0 w 2693"/>
              <a:gd name="connsiteY0" fmla="*/ 0 h 119"/>
              <a:gd name="connsiteX1" fmla="*/ 2693 w 2693"/>
              <a:gd name="connsiteY1" fmla="*/ 0 h 119"/>
              <a:gd name="connsiteX2" fmla="*/ 2629 w 2693"/>
              <a:gd name="connsiteY2" fmla="*/ 119 h 119"/>
              <a:gd name="connsiteX3" fmla="*/ 0 w 2693"/>
              <a:gd name="connsiteY3" fmla="*/ 119 h 119"/>
              <a:gd name="connsiteX4" fmla="*/ 0 w 2693"/>
              <a:gd name="connsiteY4" fmla="*/ 0 h 119"/>
            </a:gdLst>
            <a:rect l="l" t="t" r="r" b="b"/>
            <a:pathLst>
              <a:path w="2693" h="119">
                <a:moveTo>
                  <a:pt x="0" y="0"/>
                </a:moveTo>
                <a:lnTo>
                  <a:pt x="2693" y="0"/>
                </a:lnTo>
                <a:lnTo>
                  <a:pt x="2629" y="119"/>
                </a:lnTo>
                <a:lnTo>
                  <a:pt x="0" y="1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39800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/>
          </a:p>
        </p:txBody>
      </p:sp>
    </p:spTree>
  </p:cSld>
</p:sldLayout>
</file>

<file path=ppt/slideLayouts/slideLayout15.xml><?xml version="1.0" encoding="utf-8"?>
<p:sldLayout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ef46933bdc446b6" /><Relationship Type="http://schemas.openxmlformats.org/officeDocument/2006/relationships/slideLayout" Target="/ppt/slideLayouts/slideLayout1.xml" Id="R404620cf9a6a4efa" /><Relationship Type="http://schemas.openxmlformats.org/officeDocument/2006/relationships/slideLayout" Target="/ppt/slideLayouts/slideLayout2.xml" Id="Re787cb3dd54c4c50" /><Relationship Type="http://schemas.openxmlformats.org/officeDocument/2006/relationships/slideLayout" Target="/ppt/slideLayouts/slideLayout3.xml" Id="R6c75d61665ea44ad" /><Relationship Type="http://schemas.openxmlformats.org/officeDocument/2006/relationships/slideLayout" Target="/ppt/slideLayouts/slideLayout4.xml" Id="R46c12ddec9f540e1" /><Relationship Type="http://schemas.openxmlformats.org/officeDocument/2006/relationships/slideLayout" Target="/ppt/slideLayouts/slideLayout5.xml" Id="Rc4b92ae6c232414c" /><Relationship Type="http://schemas.openxmlformats.org/officeDocument/2006/relationships/slideLayout" Target="/ppt/slideLayouts/slideLayout6.xml" Id="R1bf2d8816e304b9a" /><Relationship Type="http://schemas.openxmlformats.org/officeDocument/2006/relationships/slideLayout" Target="/ppt/slideLayouts/slideLayout7.xml" Id="R25285d9436c34fca" /><Relationship Type="http://schemas.openxmlformats.org/officeDocument/2006/relationships/slideLayout" Target="/ppt/slideLayouts/slideLayout8.xml" Id="Rcefa2ca45c964ba0" /><Relationship Type="http://schemas.openxmlformats.org/officeDocument/2006/relationships/slideLayout" Target="/ppt/slideLayouts/slideLayout9.xml" Id="R38560fd2fdbb491c" /><Relationship Type="http://schemas.openxmlformats.org/officeDocument/2006/relationships/slideLayout" Target="/ppt/slideLayouts/slideLayout10.xml" Id="R3385378d3d464840" /><Relationship Type="http://schemas.openxmlformats.org/officeDocument/2006/relationships/slideLayout" Target="/ppt/slideLayouts/slideLayout11.xml" Id="R44a1426e83b44027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6b123fe1f724c3a" /><Relationship Type="http://schemas.openxmlformats.org/officeDocument/2006/relationships/slideLayout" Target="/ppt/slideLayouts/slideLayout12.xml" Id="Re35613ecd6c5435d" /><Relationship Type="http://schemas.openxmlformats.org/officeDocument/2006/relationships/slideLayout" Target="/ppt/slideLayouts/slideLayout13.xml" Id="R5afd5a97dac64f0b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d9c54dfc641e44e2" /><Relationship Type="http://schemas.openxmlformats.org/officeDocument/2006/relationships/slideLayout" Target="/ppt/slideLayouts/slideLayout14.xml" Id="R72dbc16409a84960" /><Relationship Type="http://schemas.openxmlformats.org/officeDocument/2006/relationships/slideLayout" Target="/ppt/slideLayouts/slideLayout15.xml" Id="R35d9550ee06d4da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843549F0-2125-4ED4-AB09-B75697EDF85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B71964C9-AD32-4390-84C8-CC5885320F7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二级</a:t>
            </a:r>
          </a:p>
          <a:p xmlns:a="http://schemas.openxmlformats.org/drawingml/2006/main">
            <a:pPr lvl="2">
              <a:buNone/>
            </a:pPr>
            <a:r>
              <a:t>三级</a:t>
            </a:r>
          </a:p>
          <a:p xmlns:a="http://schemas.openxmlformats.org/drawingml/2006/main">
            <a:pPr lvl="3">
              <a:buNone/>
            </a:pPr>
            <a:r>
              <a:t>四级</a:t>
            </a:r>
          </a:p>
          <a:p xmlns:a="http://schemas.openxmlformats.org/drawingml/2006/main">
            <a:pPr lvl="4">
              <a:buNone/>
            </a:pPr>
            <a:r>
              <a:t>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52357E0F-5F7B-4C47-B8F0-DD20AB2842B4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9F4852F6-D0EE-43FF-9758-4449F4064C7C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BB078F1-AF0E-4B69-9BCC-3254262E0CD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A43522C-EAA0-429C-B41F-1967778E66F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F60DD7EF-E908-4723-98EB-3DEAFF871F36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4620cf9a6a4efa"/>
    <p:sldLayoutId xmlns:r="http://schemas.openxmlformats.org/officeDocument/2006/relationships" id="2147483650" r:id="Re787cb3dd54c4c50"/>
    <p:sldLayoutId xmlns:r="http://schemas.openxmlformats.org/officeDocument/2006/relationships" id="2147483651" r:id="R6c75d61665ea44ad"/>
    <p:sldLayoutId xmlns:r="http://schemas.openxmlformats.org/officeDocument/2006/relationships" id="2147483652" r:id="R46c12ddec9f540e1"/>
    <p:sldLayoutId xmlns:r="http://schemas.openxmlformats.org/officeDocument/2006/relationships" id="2147483653" r:id="Rc4b92ae6c232414c"/>
    <p:sldLayoutId xmlns:r="http://schemas.openxmlformats.org/officeDocument/2006/relationships" id="2147483654" r:id="R1bf2d8816e304b9a"/>
    <p:sldLayoutId xmlns:r="http://schemas.openxmlformats.org/officeDocument/2006/relationships" id="2147483655" r:id="R25285d9436c34fca"/>
    <p:sldLayoutId xmlns:r="http://schemas.openxmlformats.org/officeDocument/2006/relationships" id="2147483656" r:id="Rcefa2ca45c964ba0"/>
    <p:sldLayoutId xmlns:r="http://schemas.openxmlformats.org/officeDocument/2006/relationships" id="2147483657" r:id="R38560fd2fdbb491c"/>
    <p:sldLayoutId xmlns:r="http://schemas.openxmlformats.org/officeDocument/2006/relationships" id="2147483658" r:id="R3385378d3d464840"/>
    <p:sldLayoutId xmlns:r="http://schemas.openxmlformats.org/officeDocument/2006/relationships" id="2147483659" r:id="R44a1426e83b44027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E9A5265A-7775-4095-AE1C-358FCF57DD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8ACDAC7F-EA09-4DE2-BE04-C8432C296E4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6872CA2-B765-4CEC-B652-30EAC3263A7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20C74DA-A13B-43B3-9EF7-732DC546BFAE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565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EEBAE948-70D6-4BC1-A862-FE30B96034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6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e35613ecd6c5435d"/>
    <p:sldLayoutId xmlns:r="http://schemas.openxmlformats.org/officeDocument/2006/relationships" id="2147483662" r:id="R5afd5a97dac64f0b"/>
  </p:sldLayoutIdLst>
  <p:txStyles>
    <p:titleStyle>
      <a:lvl1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6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2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8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400" algn="l" defTabSz="865505">
        <a:lnSpc>
          <a:spcPct val="90000"/>
        </a:lnSpc>
        <a:spcBef>
          <a:spcPct val="0"/>
        </a:spcBef>
        <a:spcAft>
          <a:spcPct val="0"/>
        </a:spcAft>
        <a:buNone/>
        <a:defRPr sz="4135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900" indent="-215900" algn="l" defTabSz="865505">
        <a:lnSpc>
          <a:spcPct val="90000"/>
        </a:lnSpc>
        <a:spcBef>
          <a:spcPts val="955"/>
        </a:spcBef>
        <a:spcAft>
          <a:spcPct val="0"/>
        </a:spcAft>
        <a:buFont typeface="Arial"/>
        <a:buChar char="•"/>
        <a:defRPr sz="266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226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40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86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74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50085" indent="-215900" algn="l" defTabSz="865505">
        <a:lnSpc>
          <a:spcPct val="90000"/>
        </a:lnSpc>
        <a:spcBef>
          <a:spcPts val="465"/>
        </a:spcBef>
        <a:spcAft>
          <a:spcPct val="0"/>
        </a:spcAft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42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49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200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905" indent="-216535" algn="l" defTabSz="866140">
        <a:lnSpc>
          <a:spcPct val="90000"/>
        </a:lnSpc>
        <a:spcBef>
          <a:spcPts val="475"/>
        </a:spcBef>
        <a:buFont typeface="Arial"/>
        <a:buChar char="•"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70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77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8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418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25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960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66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735" algn="l" defTabSz="866140">
        <a:buNone/>
        <a:defRPr sz="1735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98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90294A2A-7CC7-42A2-8A27-8119E40F221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6186"/>
            <a:ext cx="10515600" cy="13250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单击此处编辑母版标题样式</a:t>
            </a:r>
          </a:p>
        </p:txBody>
      </p:sp>
      <p:sp>
        <p:nvSpPr>
          <p:cNvPr id="4099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9DEADD17-4232-4307-812E-BE2E97FDD73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6685"/>
            <a:ext cx="10515600" cy="43518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vert="horz" wrap="square" lIns="65019" tIns="32509" rIns="65019" bIns="32509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</a:p>
          <a:p xmlns:a="http://schemas.openxmlformats.org/drawingml/2006/main">
            <a:pPr lvl="1">
              <a:buNone/>
            </a:pPr>
            <a:r>
              <a:t>第二级</a:t>
            </a:r>
          </a:p>
          <a:p xmlns:a="http://schemas.openxmlformats.org/drawingml/2006/main">
            <a:pPr lvl="2">
              <a:buNone/>
            </a:pPr>
            <a:r>
              <a:t>第三级</a:t>
            </a:r>
          </a:p>
          <a:p xmlns:a="http://schemas.openxmlformats.org/drawingml/2006/main">
            <a:pPr lvl="3">
              <a:buNone/>
            </a:pPr>
            <a:r>
              <a:t>第四级</a:t>
            </a:r>
          </a:p>
          <a:p xmlns:a="http://schemas.openxmlformats.org/drawingml/2006/main">
            <a:pPr lvl="4">
              <a:buNone/>
            </a:pPr>
            <a:r>
              <a:t>第五级</a:t>
            </a:r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4AF86ED-46DE-4A0C-8999-278D730816E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l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fld id="{292F71EF-02F8-4FDD-93F8-D030AB7FC83F}" type="datetimeFigureOut">
              <a:t>2026/8/8</a:t>
            </a:fld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D672953-22D9-47DE-AFA3-D2A1C981058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3"/>
            <a:ext cx="41148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65019" tIns="32509" rIns="65019" bIns="32509" anchor="ctr"/>
          <a:lstStyle xmlns:a="http://schemas.openxmlformats.org/drawingml/2006/main">
            <a:lvl1pPr algn="ctr" defTabSz="1218323">
              <a:buNone/>
              <a:defRPr sz="1200">
                <a:solidFill>
                  <a:prstClr val="black">
                    <a:tint val="75000"/>
                  </a:prstClr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>
              <a:buNone/>
            </a:pPr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1C5E5E3-7E0F-493E-A4E0-537E3D2660F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3"/>
            <a:ext cx="2743200" cy="36406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65019" tIns="32509" rIns="65019" bIns="32509" anchor="ctr"/>
          <a:lstStyle xmlns:a="http://schemas.openxmlformats.org/drawingml/2006/main">
            <a:lvl1pPr algn="r" defTabSz="1216630">
              <a:buNone/>
              <a:defRPr sz="1200">
                <a:solidFill>
                  <a:srgbClr val="898989"/>
                </a:solidFill>
              </a:defRPr>
            </a:lvl1pPr>
          </a:lstStyle>
          <a:p xmlns:a="http://schemas.openxmlformats.org/drawingml/2006/main">
            <a:pPr>
              <a:buNone/>
            </a:pPr>
            <a:fld id="{D728AC88-674E-4151-AFDC-B7C47BAC839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4" r:id="R72dbc16409a84960"/>
    <p:sldLayoutId xmlns:r="http://schemas.openxmlformats.org/officeDocument/2006/relationships" id="2147483665" r:id="R35d9550ee06d4da9"/>
  </p:sldLayoutIdLst>
  <p:txStyles>
    <p:titleStyle>
      <a:lvl1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 kern="1200">
          <a:solidFill>
            <a:schemeClr val="tx1"/>
          </a:solidFill>
          <a:latin typeface="Calibri"/>
          <a:ea typeface="Calibri"/>
          <a:cs typeface="Calibri"/>
        </a:defRPr>
      </a:lvl1pPr>
      <a:lvl2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2pPr>
      <a:lvl3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3pPr>
      <a:lvl4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4pPr>
      <a:lvl5pPr xmlns:a="http://schemas.openxmlformats.org/drawingml/2006/main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5pPr>
      <a:lvl6pPr xmlns:a="http://schemas.openxmlformats.org/drawingml/2006/main" marL="609585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6pPr>
      <a:lvl7pPr xmlns:a="http://schemas.openxmlformats.org/drawingml/2006/main" marL="1219170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7pPr>
      <a:lvl8pPr xmlns:a="http://schemas.openxmlformats.org/drawingml/2006/main" marL="1828754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8pPr>
      <a:lvl9pPr xmlns:a="http://schemas.openxmlformats.org/drawingml/2006/main" marL="2438339" algn="l" defTabSz="865272">
        <a:lnSpc>
          <a:spcPct val="90000"/>
        </a:lnSpc>
        <a:spcBef>
          <a:spcPct val="0"/>
        </a:spcBef>
        <a:spcAft>
          <a:spcPct val="0"/>
        </a:spcAft>
        <a:buNone/>
        <a:defRPr sz="4133">
          <a:solidFill>
            <a:schemeClr val="tx1"/>
          </a:solidFill>
          <a:latin typeface="Calibri Light"/>
          <a:ea typeface="Calibri Light"/>
          <a:cs typeface="Calibri Light"/>
        </a:defRPr>
      </a:lvl9pPr>
    </p:titleStyle>
    <p:bodyStyle>
      <a:lvl1pPr xmlns:a="http://schemas.openxmlformats.org/drawingml/2006/main" marL="215895" indent="-215895" algn="l" defTabSz="865272">
        <a:lnSpc>
          <a:spcPct val="90000"/>
        </a:lnSpc>
        <a:spcBef>
          <a:spcPts val="953"/>
        </a:spcBef>
        <a:spcAft>
          <a:spcPct val="0"/>
        </a:spcAft>
        <a:buFont typeface="Arial"/>
        <a:buChar char="•"/>
        <a:defRPr sz="2667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50224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2267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082013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867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51549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949825" indent="-215895" algn="l" defTabSz="865272">
        <a:lnSpc>
          <a:spcPct val="90000"/>
        </a:lnSpc>
        <a:spcBef>
          <a:spcPts val="467"/>
        </a:spcBef>
        <a:spcAft>
          <a:spcPct val="0"/>
        </a:spcAft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84154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817636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51119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84601" indent="-216741" algn="l" defTabSz="866118">
        <a:lnSpc>
          <a:spcPct val="90000"/>
        </a:lnSpc>
        <a:spcBef>
          <a:spcPts val="473"/>
        </a:spcBef>
        <a:buFont typeface="Arial"/>
        <a:buChar char="•"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3348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6696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0044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73393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167412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600895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034377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467860" algn="l" defTabSz="866118">
        <a:buNone/>
        <a:defRPr sz="1733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2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4.xml><?xml version="1.0" encoding="utf-8"?>
<a:theme xmlns:a="http://schemas.openxmlformats.org/drawingml/2006/main" name="3_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f5a517b1d3343bb" /><Relationship Type="http://schemas.openxmlformats.org/officeDocument/2006/relationships/image" Target="/ppt/media/image6.png" Id="Rd7acb049652f431c" /><Relationship Type="http://schemas.openxmlformats.org/officeDocument/2006/relationships/notesSlide" Target="/ppt/notesSlides/notesSlide1.xml" Id="R396039488bf74c9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0A32DC30-C2A0-B777-A0BD-E3A71B04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40" y="846307"/>
            <a:ext cx="11911467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23850">
              <a:buNone/>
            </a:pPr>
            <a:r>
              <a:rPr sz="2400" b="1" spc="-150">
                <a:solidFill>
                  <a:schemeClr val="bg1"/>
                </a:solidFill>
                <a:latin typeface="汉仪文润宋韵 U"/>
                <a:ea typeface="汉仪文润宋韵 U"/>
                <a:cs typeface="汉仪文润宋韵 U"/>
              </a:rPr>
              <a:t>主旨句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5C6A7C2-09F8-0206-1327-C63D0456D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07" y="303885"/>
            <a:ext cx="1694813" cy="43088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2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正文页</a:t>
            </a:r>
            <a:endParaRPr sz="2200">
              <a:solidFill>
                <a:schemeClr val="tx1">
                  <a:lumMod val="75000"/>
                  <a:lumOff val="25000"/>
                </a:schemeClr>
              </a:solidFill>
              <a:latin typeface="汉仪粗宋简"/>
              <a:ea typeface="汉仪粗宋简"/>
              <a:cs typeface="汉仪粗宋简"/>
            </a:endParaRPr>
          </a:p>
        </p:txBody>
      </p:sp>
      <p:sp>
        <p:nvSpPr>
          <p:cNvPr id="8" name="直接连接符 7">
            <a:extLst xmlns:a="http://schemas.openxmlformats.org/drawingml/2006/main">
              <a:ext uri="{FF2B5EF4-FFF2-40B4-BE49-F238E27FC236}">
                <a16:creationId xmlns:a16="http://schemas.microsoft.com/office/drawing/2014/main" id="{56B6823B-B71B-40C9-B889-773FB5295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925195" y="400251"/>
            <a:ext cx="0" cy="26769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>
                <a:lumMod val="5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9054E96B-96ED-9B43-5394-020B05B5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364" y="303885"/>
            <a:ext cx="678422" cy="46166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>
                <a:solidFill>
                  <a:schemeClr val="tx1">
                    <a:lumMod val="75000"/>
                    <a:lumOff val="25000"/>
                  </a:schemeClr>
                </a:solidFill>
                <a:latin typeface="汉仪粗宋简"/>
                <a:ea typeface="汉仪粗宋简"/>
                <a:cs typeface="汉仪粗宋简"/>
              </a:rPr>
              <a:t>01</a:t>
            </a:r>
          </a:p>
        </p:txBody>
      </p:sp>
      <p:sp>
        <p:nvSpPr>
          <p:cNvPr id="10" name="箭头: 下 9">
            <a:extLst xmlns:a="http://schemas.openxmlformats.org/drawingml/2006/main">
              <a:ext uri="{FF2B5EF4-FFF2-40B4-BE49-F238E27FC236}">
                <a16:creationId xmlns:a16="http://schemas.microsoft.com/office/drawing/2014/main" id="{A52057D8-BD05-A8E5-38BE-DA75ED7F2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327" y="2651168"/>
            <a:ext cx="432495" cy="539750"/>
          </a:xfrm>
          <a:prstGeom xmlns:a="http://schemas.openxmlformats.org/drawingml/2006/main" prst="downArrow">
            <a:avLst/>
          </a:prstGeom>
          <a:noFill xmlns:a="http://schemas.openxmlformats.org/drawingml/2006/main"/>
          <a:ln xmlns:a="http://schemas.openxmlformats.org/drawingml/2006/main">
            <a:gradFill rotWithShape="1">
              <a:gsLst>
                <a:gs pos="0">
                  <a:schemeClr val="accent1">
                    <a:lumMod val="40000"/>
                    <a:lumOff val="60000"/>
                    <a:alpha val="0"/>
                  </a:schemeClr>
                </a:gs>
                <a:gs pos="46000">
                  <a:schemeClr val="accent1">
                    <a:lumMod val="95000"/>
                    <a:lumOff val="5000"/>
                  </a:schemeClr>
                </a:gs>
                <a:gs pos="100000">
                  <a:schemeClr val="accent1">
                    <a:lumMod val="60000"/>
                  </a:schemeClr>
                </a:gs>
              </a:gsLst>
              <a:lin ang="5400000" scaled="1"/>
              <a:tileRect/>
            </a:gra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1" name="图片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acb049652f431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0457" y="3298417"/>
            <a:ext cx="3722952" cy="978943"/>
          </a:xfrm>
          <a:prstGeom xmlns:a="http://schemas.openxmlformats.org/drawingml/2006/main" prst="rect">
            <a:avLst/>
          </a:prstGeom>
        </p:spPr>
      </p:pic>
      <p:sp>
        <p:nvSpPr>
          <p:cNvPr id="14" name="文本框 13">
            <a:extLst xmlns:a="http://schemas.openxmlformats.org/drawingml/2006/main">
              <a:ext uri="{FF2B5EF4-FFF2-40B4-BE49-F238E27FC236}">
                <a16:creationId xmlns:a16="http://schemas.microsoft.com/office/drawing/2014/main" id="{8E3A9D33-0809-B306-6EFD-C4FD9D6F2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568" y="2211309"/>
            <a:ext cx="3850462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正文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761379775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2026-09-19T16:32:33.1740000Z</dcterms:created>
  <dcterms:modified xsi:type="dcterms:W3CDTF">2026-09-19T16:32:33.1740000Z</dcterms:modified>
</coreProperties>
</file>