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5960b54d44e72" /><Relationship Type="http://schemas.openxmlformats.org/officeDocument/2006/relationships/extended-properties" Target="/docProps/app.xml" Id="R359b4dc96c5745d4" /><Relationship Type="http://schemas.openxmlformats.org/officeDocument/2006/relationships/officeDocument" Target="/ppt/presentation.xml" Id="Rc2300a2a8eab40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5f564759fe4ccf"/>
    <p:sldMasterId xmlns:r="http://schemas.openxmlformats.org/officeDocument/2006/relationships" id="2147483660" r:id="Rdc41ff2e93914284"/>
    <p:sldMasterId xmlns:r="http://schemas.openxmlformats.org/officeDocument/2006/relationships" id="2147483663" r:id="Ra6651dc363ea49a7"/>
  </p:sldMasterIdLst>
  <p:notesMasterIdLst>
    <p:notesMasterId xmlns:r="http://schemas.openxmlformats.org/officeDocument/2006/relationships" r:id="R5b4f752304a84994"/>
  </p:notesMasterIdLst>
  <p:sldIdLst>
    <p:sldId xmlns:r="http://schemas.openxmlformats.org/officeDocument/2006/relationships" id="256" r:id="Rab4a91b3ceac47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b3415f6d1453c" /><Relationship Type="http://schemas.openxmlformats.org/officeDocument/2006/relationships/slideMaster" Target="/ppt/slideMasters/slideMaster1.xml" Id="R0a5f564759fe4ccf" /><Relationship Type="http://schemas.openxmlformats.org/officeDocument/2006/relationships/slideMaster" Target="/ppt/slideMasters/slideMaster2.xml" Id="Rdc41ff2e93914284" /><Relationship Type="http://schemas.openxmlformats.org/officeDocument/2006/relationships/slideMaster" Target="/ppt/slideMasters/slideMaster3.xml" Id="Ra6651dc363ea49a7" /><Relationship Type="http://schemas.openxmlformats.org/officeDocument/2006/relationships/notesMaster" Target="/ppt/notesMasters/notesMaster1.xml" Id="R5b4f752304a84994" /><Relationship Type="http://schemas.openxmlformats.org/officeDocument/2006/relationships/presProps" Target="/ppt/presProps.xml" Id="Rc99ef76175294acb" /><Relationship Type="http://schemas.openxmlformats.org/officeDocument/2006/relationships/viewProps" Target="/ppt/viewProps.xml" Id="R383e71c5c1df4f75" /><Relationship Type="http://schemas.openxmlformats.org/officeDocument/2006/relationships/tableStyles" Target="/ppt/tableStyles.xml" Id="R4a35b50788a14ffb" /><Relationship Type="http://schemas.openxmlformats.org/officeDocument/2006/relationships/slide" Target="/ppt/slides/slide1.xml" Id="Rab4a91b3ceac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283f89ce9944d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a6b6aa7a949d3" /><Relationship Type="http://schemas.openxmlformats.org/officeDocument/2006/relationships/notesMaster" Target="/ppt/notesMasters/notesMaster1.xml" Id="Ra1f57357f8564d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454160de44af9" /><Relationship Type="http://schemas.openxmlformats.org/officeDocument/2006/relationships/image" Target="/ppt/media/image.jpeg" Id="Rfcb93022e35f490f" /><Relationship Type="http://schemas.openxmlformats.org/officeDocument/2006/relationships/image" Target="/ppt/media/image.png" Id="R3d6131cb7eae4a42" /><Relationship Type="http://schemas.openxmlformats.org/officeDocument/2006/relationships/image" Target="/ppt/media/image2.png" Id="Reb79e9ea73ff4c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7396ef7b347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b4451127e4242" /><Relationship Type="http://schemas.openxmlformats.org/officeDocument/2006/relationships/image" Target="/ppt/media/image3.png" Id="R248dde6bb9294a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073b47d274414" /><Relationship Type="http://schemas.openxmlformats.org/officeDocument/2006/relationships/image" Target="/ppt/media/image4.png" Id="R645f97fcf09847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4a50776ab4e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f39c6c42d408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cf74885a446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731f8fd2f4cb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d2172c62348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d0f0d973e4c1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3beac45dd4cc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e185e495844c7b" /><Relationship Type="http://schemas.openxmlformats.org/officeDocument/2006/relationships/image" Target="/ppt/media/image5.png" Id="R386118f5deb8403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a45ca2ac474b3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6978210aeeb4c93" /><Relationship Type="http://schemas.openxmlformats.org/officeDocument/2006/relationships/image" Target="/ppt/media/image5.png" Id="R1cf352be203c4ca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438200a1d304e0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93022e35f490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131cb7eae4a42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9e9ea73ff4c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dde6bb9294ae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f97fcf09847a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118f5deb8403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352be203c4ca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78eda45acf4434" /><Relationship Type="http://schemas.openxmlformats.org/officeDocument/2006/relationships/slideLayout" Target="/ppt/slideLayouts/slideLayout1.xml" Id="R2bf4613b26d14174" /><Relationship Type="http://schemas.openxmlformats.org/officeDocument/2006/relationships/slideLayout" Target="/ppt/slideLayouts/slideLayout2.xml" Id="R3289369c5e8a4184" /><Relationship Type="http://schemas.openxmlformats.org/officeDocument/2006/relationships/slideLayout" Target="/ppt/slideLayouts/slideLayout3.xml" Id="R0ba8e8ec01444e35" /><Relationship Type="http://schemas.openxmlformats.org/officeDocument/2006/relationships/slideLayout" Target="/ppt/slideLayouts/slideLayout4.xml" Id="Rd78d5ddb885b4ebe" /><Relationship Type="http://schemas.openxmlformats.org/officeDocument/2006/relationships/slideLayout" Target="/ppt/slideLayouts/slideLayout5.xml" Id="R6f9395136ce44c7c" /><Relationship Type="http://schemas.openxmlformats.org/officeDocument/2006/relationships/slideLayout" Target="/ppt/slideLayouts/slideLayout6.xml" Id="R39a21b5ccb1040b9" /><Relationship Type="http://schemas.openxmlformats.org/officeDocument/2006/relationships/slideLayout" Target="/ppt/slideLayouts/slideLayout7.xml" Id="Rd2c7543e15d3403a" /><Relationship Type="http://schemas.openxmlformats.org/officeDocument/2006/relationships/slideLayout" Target="/ppt/slideLayouts/slideLayout8.xml" Id="Ra757289a434343a4" /><Relationship Type="http://schemas.openxmlformats.org/officeDocument/2006/relationships/slideLayout" Target="/ppt/slideLayouts/slideLayout9.xml" Id="R13a2eefeaf6045f3" /><Relationship Type="http://schemas.openxmlformats.org/officeDocument/2006/relationships/slideLayout" Target="/ppt/slideLayouts/slideLayout10.xml" Id="Rfac21ca8745640e6" /><Relationship Type="http://schemas.openxmlformats.org/officeDocument/2006/relationships/slideLayout" Target="/ppt/slideLayouts/slideLayout11.xml" Id="Re1da9b3bf0674c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6d3aa09b5bb4db9" /><Relationship Type="http://schemas.openxmlformats.org/officeDocument/2006/relationships/slideLayout" Target="/ppt/slideLayouts/slideLayout12.xml" Id="R645cc1448cf640ae" /><Relationship Type="http://schemas.openxmlformats.org/officeDocument/2006/relationships/slideLayout" Target="/ppt/slideLayouts/slideLayout13.xml" Id="Rd25759085501434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dd753b2c85e4f68" /><Relationship Type="http://schemas.openxmlformats.org/officeDocument/2006/relationships/slideLayout" Target="/ppt/slideLayouts/slideLayout14.xml" Id="R5d1924922b0d44d1" /><Relationship Type="http://schemas.openxmlformats.org/officeDocument/2006/relationships/slideLayout" Target="/ppt/slideLayouts/slideLayout15.xml" Id="R3e01af5b841e41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4613b26d14174"/>
    <p:sldLayoutId xmlns:r="http://schemas.openxmlformats.org/officeDocument/2006/relationships" id="2147483650" r:id="R3289369c5e8a4184"/>
    <p:sldLayoutId xmlns:r="http://schemas.openxmlformats.org/officeDocument/2006/relationships" id="2147483651" r:id="R0ba8e8ec01444e35"/>
    <p:sldLayoutId xmlns:r="http://schemas.openxmlformats.org/officeDocument/2006/relationships" id="2147483652" r:id="Rd78d5ddb885b4ebe"/>
    <p:sldLayoutId xmlns:r="http://schemas.openxmlformats.org/officeDocument/2006/relationships" id="2147483653" r:id="R6f9395136ce44c7c"/>
    <p:sldLayoutId xmlns:r="http://schemas.openxmlformats.org/officeDocument/2006/relationships" id="2147483654" r:id="R39a21b5ccb1040b9"/>
    <p:sldLayoutId xmlns:r="http://schemas.openxmlformats.org/officeDocument/2006/relationships" id="2147483655" r:id="Rd2c7543e15d3403a"/>
    <p:sldLayoutId xmlns:r="http://schemas.openxmlformats.org/officeDocument/2006/relationships" id="2147483656" r:id="Ra757289a434343a4"/>
    <p:sldLayoutId xmlns:r="http://schemas.openxmlformats.org/officeDocument/2006/relationships" id="2147483657" r:id="R13a2eefeaf6045f3"/>
    <p:sldLayoutId xmlns:r="http://schemas.openxmlformats.org/officeDocument/2006/relationships" id="2147483658" r:id="Rfac21ca8745640e6"/>
    <p:sldLayoutId xmlns:r="http://schemas.openxmlformats.org/officeDocument/2006/relationships" id="2147483659" r:id="Re1da9b3bf0674cd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45cc1448cf640ae"/>
    <p:sldLayoutId xmlns:r="http://schemas.openxmlformats.org/officeDocument/2006/relationships" id="2147483662" r:id="Rd25759085501434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d1924922b0d44d1"/>
    <p:sldLayoutId xmlns:r="http://schemas.openxmlformats.org/officeDocument/2006/relationships" id="2147483665" r:id="R3e01af5b841e416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1fab5a68514e07" /><Relationship Type="http://schemas.openxmlformats.org/officeDocument/2006/relationships/image" Target="/ppt/media/image6.png" Id="Rbcf21845551648e6" /><Relationship Type="http://schemas.openxmlformats.org/officeDocument/2006/relationships/notesSlide" Target="/ppt/notesSlides/notesSlide1.xml" Id="R98a39cde47e74e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218455516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2026-09-19T16:30:33.6560000Z</dcterms:created>
  <dcterms:modified xsi:type="dcterms:W3CDTF">2026-09-19T16:30:33.6560000Z</dcterms:modified>
</coreProperties>
</file>