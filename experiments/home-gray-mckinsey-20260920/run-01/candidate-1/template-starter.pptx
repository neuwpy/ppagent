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cdd5a03a9340e1" /><Relationship Type="http://schemas.openxmlformats.org/officeDocument/2006/relationships/extended-properties" Target="/docProps/app.xml" Id="Ree85d94adcda44bc" /><Relationship Type="http://schemas.openxmlformats.org/officeDocument/2006/relationships/officeDocument" Target="/ppt/presentation.xml" Id="Rba5a699849c7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be296ff8a41d8"/>
    <p:sldMasterId xmlns:r="http://schemas.openxmlformats.org/officeDocument/2006/relationships" id="2147483660" r:id="Rf41bdf14900245ad"/>
    <p:sldMasterId xmlns:r="http://schemas.openxmlformats.org/officeDocument/2006/relationships" id="2147483663" r:id="Rb0c02d89d26d4c84"/>
  </p:sldMasterIdLst>
  <p:notesMasterIdLst>
    <p:notesMasterId xmlns:r="http://schemas.openxmlformats.org/officeDocument/2006/relationships" r:id="Rbe67d9761f1d424c"/>
  </p:notesMasterIdLst>
  <p:sldIdLst>
    <p:sldId xmlns:r="http://schemas.openxmlformats.org/officeDocument/2006/relationships" id="256" r:id="R89002c728386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1843aad9614a87" /><Relationship Type="http://schemas.openxmlformats.org/officeDocument/2006/relationships/slideMaster" Target="/ppt/slideMasters/slideMaster1.xml" Id="R1fdbe296ff8a41d8" /><Relationship Type="http://schemas.openxmlformats.org/officeDocument/2006/relationships/slideMaster" Target="/ppt/slideMasters/slideMaster2.xml" Id="Rf41bdf14900245ad" /><Relationship Type="http://schemas.openxmlformats.org/officeDocument/2006/relationships/slideMaster" Target="/ppt/slideMasters/slideMaster3.xml" Id="Rb0c02d89d26d4c84" /><Relationship Type="http://schemas.openxmlformats.org/officeDocument/2006/relationships/notesMaster" Target="/ppt/notesMasters/notesMaster1.xml" Id="Rbe67d9761f1d424c" /><Relationship Type="http://schemas.openxmlformats.org/officeDocument/2006/relationships/presProps" Target="/ppt/presProps.xml" Id="R8b0afc207b754d67" /><Relationship Type="http://schemas.openxmlformats.org/officeDocument/2006/relationships/viewProps" Target="/ppt/viewProps.xml" Id="Rff3d0ebf06f54186" /><Relationship Type="http://schemas.openxmlformats.org/officeDocument/2006/relationships/tableStyles" Target="/ppt/tableStyles.xml" Id="R6d00d5285fcc45af" /><Relationship Type="http://schemas.openxmlformats.org/officeDocument/2006/relationships/slide" Target="/ppt/slides/slide1.xml" Id="R89002c728386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4c28c367a9c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002a3cc6847ad" /><Relationship Type="http://schemas.openxmlformats.org/officeDocument/2006/relationships/notesMaster" Target="/ppt/notesMasters/notesMaster1.xml" Id="Raca7782c4e4d44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6fc397d634c76" /><Relationship Type="http://schemas.openxmlformats.org/officeDocument/2006/relationships/image" Target="/ppt/media/image.jpeg" Id="R1928a6897e3e435f" /><Relationship Type="http://schemas.openxmlformats.org/officeDocument/2006/relationships/image" Target="/ppt/media/image.png" Id="Re27c8482d25e4cf5" /><Relationship Type="http://schemas.openxmlformats.org/officeDocument/2006/relationships/image" Target="/ppt/media/image2.png" Id="R892de632d6e547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0d564de0f4d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e59eebdee45f6" /><Relationship Type="http://schemas.openxmlformats.org/officeDocument/2006/relationships/image" Target="/ppt/media/image3.png" Id="Raca2849eb9dd4e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0c8bde34d4f08" /><Relationship Type="http://schemas.openxmlformats.org/officeDocument/2006/relationships/image" Target="/ppt/media/image4.png" Id="R3e641422da2245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5345bcfd044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7745478af4b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44909237d4f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d94841dee47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6d224be0d4fc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fa785b8504b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d1c3c120d412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e2726394424f0f" /><Relationship Type="http://schemas.openxmlformats.org/officeDocument/2006/relationships/image" Target="/ppt/media/image5.png" Id="Ra9a96567e0fa49a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3f443fb1c8473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20b8c43b1654556" /><Relationship Type="http://schemas.openxmlformats.org/officeDocument/2006/relationships/image" Target="/ppt/media/image5.png" Id="R673dd2c7d672453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74b0e87ccb44e3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8a6897e3e435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c8482d25e4cf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de632d6e547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2849eb9dd4e2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41422da22458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96567e0fa49a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dd2c7d672453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6c52dcbbe84ec6" /><Relationship Type="http://schemas.openxmlformats.org/officeDocument/2006/relationships/slideLayout" Target="/ppt/slideLayouts/slideLayout1.xml" Id="R3132f638cacf4670" /><Relationship Type="http://schemas.openxmlformats.org/officeDocument/2006/relationships/slideLayout" Target="/ppt/slideLayouts/slideLayout2.xml" Id="R6bf4358a263643f8" /><Relationship Type="http://schemas.openxmlformats.org/officeDocument/2006/relationships/slideLayout" Target="/ppt/slideLayouts/slideLayout3.xml" Id="R6651e261338644cb" /><Relationship Type="http://schemas.openxmlformats.org/officeDocument/2006/relationships/slideLayout" Target="/ppt/slideLayouts/slideLayout4.xml" Id="Rf26465e1814048ba" /><Relationship Type="http://schemas.openxmlformats.org/officeDocument/2006/relationships/slideLayout" Target="/ppt/slideLayouts/slideLayout5.xml" Id="R21846fb806fc487a" /><Relationship Type="http://schemas.openxmlformats.org/officeDocument/2006/relationships/slideLayout" Target="/ppt/slideLayouts/slideLayout6.xml" Id="R3c9f5a16fee64b71" /><Relationship Type="http://schemas.openxmlformats.org/officeDocument/2006/relationships/slideLayout" Target="/ppt/slideLayouts/slideLayout7.xml" Id="Rbbf14c79e922458a" /><Relationship Type="http://schemas.openxmlformats.org/officeDocument/2006/relationships/slideLayout" Target="/ppt/slideLayouts/slideLayout8.xml" Id="R144cda176a3f4174" /><Relationship Type="http://schemas.openxmlformats.org/officeDocument/2006/relationships/slideLayout" Target="/ppt/slideLayouts/slideLayout9.xml" Id="Rb1b83f95048340e0" /><Relationship Type="http://schemas.openxmlformats.org/officeDocument/2006/relationships/slideLayout" Target="/ppt/slideLayouts/slideLayout10.xml" Id="R9020b821ba464528" /><Relationship Type="http://schemas.openxmlformats.org/officeDocument/2006/relationships/slideLayout" Target="/ppt/slideLayouts/slideLayout11.xml" Id="R0096bed69add4c0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9765ce7d01b41cd" /><Relationship Type="http://schemas.openxmlformats.org/officeDocument/2006/relationships/slideLayout" Target="/ppt/slideLayouts/slideLayout12.xml" Id="R1f82cbf8f06a4592" /><Relationship Type="http://schemas.openxmlformats.org/officeDocument/2006/relationships/slideLayout" Target="/ppt/slideLayouts/slideLayout13.xml" Id="R9717349127a2413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7602a19fd49455d" /><Relationship Type="http://schemas.openxmlformats.org/officeDocument/2006/relationships/slideLayout" Target="/ppt/slideLayouts/slideLayout14.xml" Id="R47ebeb295ba446ee" /><Relationship Type="http://schemas.openxmlformats.org/officeDocument/2006/relationships/slideLayout" Target="/ppt/slideLayouts/slideLayout15.xml" Id="Rd1a9c0ad4f02435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2f638cacf4670"/>
    <p:sldLayoutId xmlns:r="http://schemas.openxmlformats.org/officeDocument/2006/relationships" id="2147483650" r:id="R6bf4358a263643f8"/>
    <p:sldLayoutId xmlns:r="http://schemas.openxmlformats.org/officeDocument/2006/relationships" id="2147483651" r:id="R6651e261338644cb"/>
    <p:sldLayoutId xmlns:r="http://schemas.openxmlformats.org/officeDocument/2006/relationships" id="2147483652" r:id="Rf26465e1814048ba"/>
    <p:sldLayoutId xmlns:r="http://schemas.openxmlformats.org/officeDocument/2006/relationships" id="2147483653" r:id="R21846fb806fc487a"/>
    <p:sldLayoutId xmlns:r="http://schemas.openxmlformats.org/officeDocument/2006/relationships" id="2147483654" r:id="R3c9f5a16fee64b71"/>
    <p:sldLayoutId xmlns:r="http://schemas.openxmlformats.org/officeDocument/2006/relationships" id="2147483655" r:id="Rbbf14c79e922458a"/>
    <p:sldLayoutId xmlns:r="http://schemas.openxmlformats.org/officeDocument/2006/relationships" id="2147483656" r:id="R144cda176a3f4174"/>
    <p:sldLayoutId xmlns:r="http://schemas.openxmlformats.org/officeDocument/2006/relationships" id="2147483657" r:id="Rb1b83f95048340e0"/>
    <p:sldLayoutId xmlns:r="http://schemas.openxmlformats.org/officeDocument/2006/relationships" id="2147483658" r:id="R9020b821ba464528"/>
    <p:sldLayoutId xmlns:r="http://schemas.openxmlformats.org/officeDocument/2006/relationships" id="2147483659" r:id="R0096bed69add4c0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f82cbf8f06a4592"/>
    <p:sldLayoutId xmlns:r="http://schemas.openxmlformats.org/officeDocument/2006/relationships" id="2147483662" r:id="R9717349127a2413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7ebeb295ba446ee"/>
    <p:sldLayoutId xmlns:r="http://schemas.openxmlformats.org/officeDocument/2006/relationships" id="2147483665" r:id="Rd1a9c0ad4f02435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2016c9b84743b3" /><Relationship Type="http://schemas.openxmlformats.org/officeDocument/2006/relationships/image" Target="/ppt/media/image6.png" Id="Rc31a9e9a5c5946ca" /><Relationship Type="http://schemas.openxmlformats.org/officeDocument/2006/relationships/notesSlide" Target="/ppt/notesSlides/notesSlide1.xml" Id="R6a69edf7d0c245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a9e9a5c5946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2026-09-19T16:29:24.3420000Z</dcterms:created>
  <dcterms:modified xsi:type="dcterms:W3CDTF">2026-09-19T16:29:24.3420000Z</dcterms:modified>
</coreProperties>
</file>