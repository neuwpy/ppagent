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4d35e804a8489f" /><Relationship Type="http://schemas.openxmlformats.org/officeDocument/2006/relationships/extended-properties" Target="/docProps/app.xml" Id="R237fda0404d34124" /><Relationship Type="http://schemas.openxmlformats.org/officeDocument/2006/relationships/officeDocument" Target="/ppt/presentation.xml" Id="R656431166fe2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54571673214a66"/>
    <p:sldMasterId xmlns:r="http://schemas.openxmlformats.org/officeDocument/2006/relationships" id="2147483660" r:id="R615d1c51990f4ca5"/>
    <p:sldMasterId xmlns:r="http://schemas.openxmlformats.org/officeDocument/2006/relationships" id="2147483663" r:id="R89938d2ec5c74f7b"/>
  </p:sldMasterIdLst>
  <p:notesMasterIdLst>
    <p:notesMasterId xmlns:r="http://schemas.openxmlformats.org/officeDocument/2006/relationships" r:id="Rf1edb4c5ef0548b6"/>
  </p:notesMasterIdLst>
  <p:sldIdLst>
    <p:sldId xmlns:r="http://schemas.openxmlformats.org/officeDocument/2006/relationships" id="256" r:id="R1464489f128b44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04981c03b44334" /><Relationship Type="http://schemas.openxmlformats.org/officeDocument/2006/relationships/slideMaster" Target="/ppt/slideMasters/slideMaster1.xml" Id="R7254571673214a66" /><Relationship Type="http://schemas.openxmlformats.org/officeDocument/2006/relationships/slideMaster" Target="/ppt/slideMasters/slideMaster2.xml" Id="R615d1c51990f4ca5" /><Relationship Type="http://schemas.openxmlformats.org/officeDocument/2006/relationships/slideMaster" Target="/ppt/slideMasters/slideMaster3.xml" Id="R89938d2ec5c74f7b" /><Relationship Type="http://schemas.openxmlformats.org/officeDocument/2006/relationships/notesMaster" Target="/ppt/notesMasters/notesMaster1.xml" Id="Rf1edb4c5ef0548b6" /><Relationship Type="http://schemas.openxmlformats.org/officeDocument/2006/relationships/presProps" Target="/ppt/presProps.xml" Id="R65363a245b5d4bda" /><Relationship Type="http://schemas.openxmlformats.org/officeDocument/2006/relationships/viewProps" Target="/ppt/viewProps.xml" Id="R5c8160feebdd4de0" /><Relationship Type="http://schemas.openxmlformats.org/officeDocument/2006/relationships/tableStyles" Target="/ppt/tableStyles.xml" Id="R856a3e583afc4e72" /><Relationship Type="http://schemas.openxmlformats.org/officeDocument/2006/relationships/slide" Target="/ppt/slides/slide1.xml" Id="R1464489f128b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8d90dba6649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bd31f623c74d48" /><Relationship Type="http://schemas.openxmlformats.org/officeDocument/2006/relationships/notesMaster" Target="/ppt/notesMasters/notesMaster1.xml" Id="R43143f93128a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176e7ed2d4294" /><Relationship Type="http://schemas.openxmlformats.org/officeDocument/2006/relationships/image" Target="/ppt/media/image.jpeg" Id="R5ad9917984a248fd" /><Relationship Type="http://schemas.openxmlformats.org/officeDocument/2006/relationships/image" Target="/ppt/media/image.png" Id="Rea7bb85ff81145c6" /><Relationship Type="http://schemas.openxmlformats.org/officeDocument/2006/relationships/image" Target="/ppt/media/image2.png" Id="Rca11f8f522c14e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98ef2443247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0fd41ce844488" /><Relationship Type="http://schemas.openxmlformats.org/officeDocument/2006/relationships/image" Target="/ppt/media/image3.png" Id="Rfa1bc8e2393d45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c23e6783e46a9" /><Relationship Type="http://schemas.openxmlformats.org/officeDocument/2006/relationships/image" Target="/ppt/media/image4.png" Id="R120831f3c65443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a1be495a04d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5a05b74a48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f580a510c417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1788b4b9d4a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bbc1fbf804a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586636f254a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572fb24ac4fb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aeab3be2784399" /><Relationship Type="http://schemas.openxmlformats.org/officeDocument/2006/relationships/image" Target="/ppt/media/image5.png" Id="R83f64bede954428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e50336ac3a44d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04566b8f9094cae" /><Relationship Type="http://schemas.openxmlformats.org/officeDocument/2006/relationships/image" Target="/ppt/media/image5.png" Id="Re135f1583fe3440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e0a7e8b7c745d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9917984a248f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bb85ff81145c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1f8f522c1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bc8e2393d458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831f3c65443c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64bede954428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5f1583fe3440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c86d2d65546ce" /><Relationship Type="http://schemas.openxmlformats.org/officeDocument/2006/relationships/slideLayout" Target="/ppt/slideLayouts/slideLayout1.xml" Id="R91b16034b3db4a8b" /><Relationship Type="http://schemas.openxmlformats.org/officeDocument/2006/relationships/slideLayout" Target="/ppt/slideLayouts/slideLayout2.xml" Id="Ra7dfd58c492e4311" /><Relationship Type="http://schemas.openxmlformats.org/officeDocument/2006/relationships/slideLayout" Target="/ppt/slideLayouts/slideLayout3.xml" Id="R31efa4548a9c4580" /><Relationship Type="http://schemas.openxmlformats.org/officeDocument/2006/relationships/slideLayout" Target="/ppt/slideLayouts/slideLayout4.xml" Id="R5122b9a77f8346da" /><Relationship Type="http://schemas.openxmlformats.org/officeDocument/2006/relationships/slideLayout" Target="/ppt/slideLayouts/slideLayout5.xml" Id="R17bcee5c743144af" /><Relationship Type="http://schemas.openxmlformats.org/officeDocument/2006/relationships/slideLayout" Target="/ppt/slideLayouts/slideLayout6.xml" Id="R1b5d0bb5e6824c1f" /><Relationship Type="http://schemas.openxmlformats.org/officeDocument/2006/relationships/slideLayout" Target="/ppt/slideLayouts/slideLayout7.xml" Id="R6ea2a0f500014599" /><Relationship Type="http://schemas.openxmlformats.org/officeDocument/2006/relationships/slideLayout" Target="/ppt/slideLayouts/slideLayout8.xml" Id="Rbb0775f12f484290" /><Relationship Type="http://schemas.openxmlformats.org/officeDocument/2006/relationships/slideLayout" Target="/ppt/slideLayouts/slideLayout9.xml" Id="Rb4a577d9a8e645ad" /><Relationship Type="http://schemas.openxmlformats.org/officeDocument/2006/relationships/slideLayout" Target="/ppt/slideLayouts/slideLayout10.xml" Id="Rfea2b2fa65f64475" /><Relationship Type="http://schemas.openxmlformats.org/officeDocument/2006/relationships/slideLayout" Target="/ppt/slideLayouts/slideLayout11.xml" Id="Rdd443fc73c7b4cd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14316abde2c4776" /><Relationship Type="http://schemas.openxmlformats.org/officeDocument/2006/relationships/slideLayout" Target="/ppt/slideLayouts/slideLayout12.xml" Id="Rb74b27a3108b4305" /><Relationship Type="http://schemas.openxmlformats.org/officeDocument/2006/relationships/slideLayout" Target="/ppt/slideLayouts/slideLayout13.xml" Id="R844c6c848820428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6d76ecf59254448" /><Relationship Type="http://schemas.openxmlformats.org/officeDocument/2006/relationships/slideLayout" Target="/ppt/slideLayouts/slideLayout14.xml" Id="Rfd4297f635f54119" /><Relationship Type="http://schemas.openxmlformats.org/officeDocument/2006/relationships/slideLayout" Target="/ppt/slideLayouts/slideLayout15.xml" Id="Rb4b4083b3b754e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16034b3db4a8b"/>
    <p:sldLayoutId xmlns:r="http://schemas.openxmlformats.org/officeDocument/2006/relationships" id="2147483650" r:id="Ra7dfd58c492e4311"/>
    <p:sldLayoutId xmlns:r="http://schemas.openxmlformats.org/officeDocument/2006/relationships" id="2147483651" r:id="R31efa4548a9c4580"/>
    <p:sldLayoutId xmlns:r="http://schemas.openxmlformats.org/officeDocument/2006/relationships" id="2147483652" r:id="R5122b9a77f8346da"/>
    <p:sldLayoutId xmlns:r="http://schemas.openxmlformats.org/officeDocument/2006/relationships" id="2147483653" r:id="R17bcee5c743144af"/>
    <p:sldLayoutId xmlns:r="http://schemas.openxmlformats.org/officeDocument/2006/relationships" id="2147483654" r:id="R1b5d0bb5e6824c1f"/>
    <p:sldLayoutId xmlns:r="http://schemas.openxmlformats.org/officeDocument/2006/relationships" id="2147483655" r:id="R6ea2a0f500014599"/>
    <p:sldLayoutId xmlns:r="http://schemas.openxmlformats.org/officeDocument/2006/relationships" id="2147483656" r:id="Rbb0775f12f484290"/>
    <p:sldLayoutId xmlns:r="http://schemas.openxmlformats.org/officeDocument/2006/relationships" id="2147483657" r:id="Rb4a577d9a8e645ad"/>
    <p:sldLayoutId xmlns:r="http://schemas.openxmlformats.org/officeDocument/2006/relationships" id="2147483658" r:id="Rfea2b2fa65f64475"/>
    <p:sldLayoutId xmlns:r="http://schemas.openxmlformats.org/officeDocument/2006/relationships" id="2147483659" r:id="Rdd443fc73c7b4c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74b27a3108b4305"/>
    <p:sldLayoutId xmlns:r="http://schemas.openxmlformats.org/officeDocument/2006/relationships" id="2147483662" r:id="R844c6c848820428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d4297f635f54119"/>
    <p:sldLayoutId xmlns:r="http://schemas.openxmlformats.org/officeDocument/2006/relationships" id="2147483665" r:id="Rb4b4083b3b754e3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8b69ebe6ef4ddb" /><Relationship Type="http://schemas.openxmlformats.org/officeDocument/2006/relationships/notesSlide" Target="/ppt/notesSlides/notesSlide1.xml" Id="Rd8884839f4ec4a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变革落地阻力待破解，合规基础与工作方法需同步改进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存在的不足与感悟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42AD577A-6FF8-43E0-9328-164680A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92EE0-DE9C-45D2-8253-75B137B6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2CFD7303-D5D3-475D-9D44-552F8C9C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0EE3398E-3C21-4E10-89BD-0B795AD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01A6A4FC-EFD7-432F-AE62-46BF6B4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81060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AEBE605E-8DED-47B9-AD8B-0D9BE23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000185"/>
            <a:ext cx="1132405" cy="590550"/>
          </a:xfrm>
          <a:custGeom xmlns:a="http://schemas.openxmlformats.org/drawingml/2006/main">
            <a:pathLst>
              <a:path w="1132405" h="590550">
                <a:moveTo>
                  <a:pt x="0" y="0"/>
                </a:moveTo>
                <a:lnTo>
                  <a:pt x="28135" y="758"/>
                </a:lnTo>
                <a:lnTo>
                  <a:pt x="55926" y="2990"/>
                </a:lnTo>
                <a:lnTo>
                  <a:pt x="83382" y="6632"/>
                </a:lnTo>
                <a:lnTo>
                  <a:pt x="110514" y="11620"/>
                </a:lnTo>
                <a:lnTo>
                  <a:pt x="137332" y="17889"/>
                </a:lnTo>
                <a:lnTo>
                  <a:pt x="163845" y="25375"/>
                </a:lnTo>
                <a:lnTo>
                  <a:pt x="190063" y="34015"/>
                </a:lnTo>
                <a:lnTo>
                  <a:pt x="215996" y="43744"/>
                </a:lnTo>
                <a:lnTo>
                  <a:pt x="241653" y="54499"/>
                </a:lnTo>
                <a:lnTo>
                  <a:pt x="267046" y="66215"/>
                </a:lnTo>
                <a:lnTo>
                  <a:pt x="292182" y="78828"/>
                </a:lnTo>
                <a:lnTo>
                  <a:pt x="317073" y="92273"/>
                </a:lnTo>
                <a:lnTo>
                  <a:pt x="341728" y="106488"/>
                </a:lnTo>
                <a:lnTo>
                  <a:pt x="366157" y="121408"/>
                </a:lnTo>
                <a:lnTo>
                  <a:pt x="390370" y="136968"/>
                </a:lnTo>
                <a:lnTo>
                  <a:pt x="414376" y="153106"/>
                </a:lnTo>
                <a:lnTo>
                  <a:pt x="438186" y="169755"/>
                </a:lnTo>
                <a:lnTo>
                  <a:pt x="461809" y="186854"/>
                </a:lnTo>
                <a:lnTo>
                  <a:pt x="485255" y="204337"/>
                </a:lnTo>
                <a:lnTo>
                  <a:pt x="508534" y="222140"/>
                </a:lnTo>
                <a:lnTo>
                  <a:pt x="531655" y="240199"/>
                </a:lnTo>
                <a:lnTo>
                  <a:pt x="554629" y="258451"/>
                </a:lnTo>
                <a:lnTo>
                  <a:pt x="577466" y="276831"/>
                </a:lnTo>
                <a:lnTo>
                  <a:pt x="600174" y="295275"/>
                </a:lnTo>
                <a:lnTo>
                  <a:pt x="622765" y="313719"/>
                </a:lnTo>
                <a:lnTo>
                  <a:pt x="645248" y="332099"/>
                </a:lnTo>
                <a:lnTo>
                  <a:pt x="667632" y="350351"/>
                </a:lnTo>
                <a:lnTo>
                  <a:pt x="689928" y="368410"/>
                </a:lnTo>
                <a:lnTo>
                  <a:pt x="712145" y="386213"/>
                </a:lnTo>
                <a:lnTo>
                  <a:pt x="734294" y="403696"/>
                </a:lnTo>
                <a:lnTo>
                  <a:pt x="756383" y="420795"/>
                </a:lnTo>
                <a:lnTo>
                  <a:pt x="778423" y="437444"/>
                </a:lnTo>
                <a:lnTo>
                  <a:pt x="800424" y="453582"/>
                </a:lnTo>
                <a:lnTo>
                  <a:pt x="822396" y="469142"/>
                </a:lnTo>
                <a:lnTo>
                  <a:pt x="844348" y="484062"/>
                </a:lnTo>
                <a:lnTo>
                  <a:pt x="866289" y="498277"/>
                </a:lnTo>
                <a:lnTo>
                  <a:pt x="888231" y="511722"/>
                </a:lnTo>
                <a:lnTo>
                  <a:pt x="910183" y="524335"/>
                </a:lnTo>
                <a:lnTo>
                  <a:pt x="932155" y="536051"/>
                </a:lnTo>
                <a:lnTo>
                  <a:pt x="954156" y="546806"/>
                </a:lnTo>
                <a:lnTo>
                  <a:pt x="976196" y="556535"/>
                </a:lnTo>
                <a:lnTo>
                  <a:pt x="998285" y="565175"/>
                </a:lnTo>
                <a:lnTo>
                  <a:pt x="1020434" y="572661"/>
                </a:lnTo>
                <a:lnTo>
                  <a:pt x="1042651" y="578930"/>
                </a:lnTo>
                <a:lnTo>
                  <a:pt x="1064947" y="583918"/>
                </a:lnTo>
                <a:lnTo>
                  <a:pt x="1087331" y="587560"/>
                </a:lnTo>
                <a:lnTo>
                  <a:pt x="1109814" y="589792"/>
                </a:lnTo>
                <a:lnTo>
                  <a:pt x="1132405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7C7D9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149B23EE-6A5A-41C0-8E9F-0E320A89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590735"/>
            <a:ext cx="1132405" cy="9525"/>
          </a:xfrm>
          <a:custGeom xmlns:a="http://schemas.openxmlformats.org/drawingml/2006/main">
            <a:pathLst>
              <a:path w="1132405" h="9525">
                <a:moveTo>
                  <a:pt x="0" y="0"/>
                </a:moveTo>
                <a:lnTo>
                  <a:pt x="28135" y="0"/>
                </a:lnTo>
                <a:lnTo>
                  <a:pt x="55926" y="0"/>
                </a:lnTo>
                <a:lnTo>
                  <a:pt x="83382" y="0"/>
                </a:lnTo>
                <a:lnTo>
                  <a:pt x="110514" y="0"/>
                </a:lnTo>
                <a:lnTo>
                  <a:pt x="137332" y="0"/>
                </a:lnTo>
                <a:lnTo>
                  <a:pt x="163845" y="0"/>
                </a:lnTo>
                <a:lnTo>
                  <a:pt x="190063" y="0"/>
                </a:lnTo>
                <a:lnTo>
                  <a:pt x="215996" y="0"/>
                </a:lnTo>
                <a:lnTo>
                  <a:pt x="241653" y="0"/>
                </a:lnTo>
                <a:lnTo>
                  <a:pt x="267046" y="0"/>
                </a:lnTo>
                <a:lnTo>
                  <a:pt x="292182" y="0"/>
                </a:lnTo>
                <a:lnTo>
                  <a:pt x="317073" y="0"/>
                </a:lnTo>
                <a:lnTo>
                  <a:pt x="341728" y="0"/>
                </a:lnTo>
                <a:lnTo>
                  <a:pt x="366157" y="0"/>
                </a:lnTo>
                <a:lnTo>
                  <a:pt x="390370" y="0"/>
                </a:lnTo>
                <a:lnTo>
                  <a:pt x="414376" y="0"/>
                </a:lnTo>
                <a:lnTo>
                  <a:pt x="438186" y="0"/>
                </a:lnTo>
                <a:lnTo>
                  <a:pt x="461809" y="0"/>
                </a:lnTo>
                <a:lnTo>
                  <a:pt x="485255" y="0"/>
                </a:lnTo>
                <a:lnTo>
                  <a:pt x="508534" y="0"/>
                </a:lnTo>
                <a:lnTo>
                  <a:pt x="531655" y="0"/>
                </a:lnTo>
                <a:lnTo>
                  <a:pt x="554629" y="0"/>
                </a:lnTo>
                <a:lnTo>
                  <a:pt x="577466" y="0"/>
                </a:lnTo>
                <a:lnTo>
                  <a:pt x="600174" y="0"/>
                </a:lnTo>
                <a:lnTo>
                  <a:pt x="622765" y="0"/>
                </a:lnTo>
                <a:lnTo>
                  <a:pt x="645248" y="0"/>
                </a:lnTo>
                <a:lnTo>
                  <a:pt x="667632" y="0"/>
                </a:lnTo>
                <a:lnTo>
                  <a:pt x="689928" y="0"/>
                </a:lnTo>
                <a:lnTo>
                  <a:pt x="712145" y="0"/>
                </a:lnTo>
                <a:lnTo>
                  <a:pt x="734294" y="0"/>
                </a:lnTo>
                <a:lnTo>
                  <a:pt x="756383" y="0"/>
                </a:lnTo>
                <a:lnTo>
                  <a:pt x="778423" y="0"/>
                </a:lnTo>
                <a:lnTo>
                  <a:pt x="800424" y="0"/>
                </a:lnTo>
                <a:lnTo>
                  <a:pt x="822396" y="0"/>
                </a:lnTo>
                <a:lnTo>
                  <a:pt x="844348" y="0"/>
                </a:lnTo>
                <a:lnTo>
                  <a:pt x="866289" y="0"/>
                </a:lnTo>
                <a:lnTo>
                  <a:pt x="888231" y="0"/>
                </a:lnTo>
                <a:lnTo>
                  <a:pt x="910183" y="0"/>
                </a:lnTo>
                <a:lnTo>
                  <a:pt x="932155" y="0"/>
                </a:lnTo>
                <a:lnTo>
                  <a:pt x="954156" y="0"/>
                </a:lnTo>
                <a:lnTo>
                  <a:pt x="976196" y="0"/>
                </a:lnTo>
                <a:lnTo>
                  <a:pt x="998285" y="0"/>
                </a:lnTo>
                <a:lnTo>
                  <a:pt x="1020434" y="0"/>
                </a:lnTo>
                <a:lnTo>
                  <a:pt x="1042651" y="0"/>
                </a:lnTo>
                <a:lnTo>
                  <a:pt x="1064947" y="0"/>
                </a:lnTo>
                <a:lnTo>
                  <a:pt x="1087331" y="0"/>
                </a:lnTo>
                <a:lnTo>
                  <a:pt x="1109814" y="0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795B6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2A82323D-A74E-4E45-99BB-77D724A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590735"/>
            <a:ext cx="1132405" cy="590550"/>
          </a:xfrm>
          <a:custGeom xmlns:a="http://schemas.openxmlformats.org/drawingml/2006/main">
            <a:pathLst>
              <a:path w="1132405" h="590550">
                <a:moveTo>
                  <a:pt x="0" y="590550"/>
                </a:moveTo>
                <a:lnTo>
                  <a:pt x="28135" y="589792"/>
                </a:lnTo>
                <a:lnTo>
                  <a:pt x="55926" y="587560"/>
                </a:lnTo>
                <a:lnTo>
                  <a:pt x="83382" y="583918"/>
                </a:lnTo>
                <a:lnTo>
                  <a:pt x="110514" y="578930"/>
                </a:lnTo>
                <a:lnTo>
                  <a:pt x="137332" y="572661"/>
                </a:lnTo>
                <a:lnTo>
                  <a:pt x="163845" y="565175"/>
                </a:lnTo>
                <a:lnTo>
                  <a:pt x="190063" y="556535"/>
                </a:lnTo>
                <a:lnTo>
                  <a:pt x="215996" y="546806"/>
                </a:lnTo>
                <a:lnTo>
                  <a:pt x="241653" y="536051"/>
                </a:lnTo>
                <a:lnTo>
                  <a:pt x="267046" y="524335"/>
                </a:lnTo>
                <a:lnTo>
                  <a:pt x="292182" y="511722"/>
                </a:lnTo>
                <a:lnTo>
                  <a:pt x="317073" y="498277"/>
                </a:lnTo>
                <a:lnTo>
                  <a:pt x="341728" y="484062"/>
                </a:lnTo>
                <a:lnTo>
                  <a:pt x="366157" y="469142"/>
                </a:lnTo>
                <a:lnTo>
                  <a:pt x="390370" y="453582"/>
                </a:lnTo>
                <a:lnTo>
                  <a:pt x="414376" y="437444"/>
                </a:lnTo>
                <a:lnTo>
                  <a:pt x="438186" y="420795"/>
                </a:lnTo>
                <a:lnTo>
                  <a:pt x="461809" y="403696"/>
                </a:lnTo>
                <a:lnTo>
                  <a:pt x="485255" y="386213"/>
                </a:lnTo>
                <a:lnTo>
                  <a:pt x="508534" y="368410"/>
                </a:lnTo>
                <a:lnTo>
                  <a:pt x="531655" y="350351"/>
                </a:lnTo>
                <a:lnTo>
                  <a:pt x="554629" y="332099"/>
                </a:lnTo>
                <a:lnTo>
                  <a:pt x="577466" y="313719"/>
                </a:lnTo>
                <a:lnTo>
                  <a:pt x="600174" y="295275"/>
                </a:lnTo>
                <a:lnTo>
                  <a:pt x="622765" y="276831"/>
                </a:lnTo>
                <a:lnTo>
                  <a:pt x="645248" y="258451"/>
                </a:lnTo>
                <a:lnTo>
                  <a:pt x="667632" y="240199"/>
                </a:lnTo>
                <a:lnTo>
                  <a:pt x="689928" y="222140"/>
                </a:lnTo>
                <a:lnTo>
                  <a:pt x="712145" y="204337"/>
                </a:lnTo>
                <a:lnTo>
                  <a:pt x="734294" y="186854"/>
                </a:lnTo>
                <a:lnTo>
                  <a:pt x="756383" y="169755"/>
                </a:lnTo>
                <a:lnTo>
                  <a:pt x="778423" y="153106"/>
                </a:lnTo>
                <a:lnTo>
                  <a:pt x="800424" y="136968"/>
                </a:lnTo>
                <a:lnTo>
                  <a:pt x="822396" y="121408"/>
                </a:lnTo>
                <a:lnTo>
                  <a:pt x="844348" y="106488"/>
                </a:lnTo>
                <a:lnTo>
                  <a:pt x="866289" y="92273"/>
                </a:lnTo>
                <a:lnTo>
                  <a:pt x="888231" y="78828"/>
                </a:lnTo>
                <a:lnTo>
                  <a:pt x="910183" y="66215"/>
                </a:lnTo>
                <a:lnTo>
                  <a:pt x="932155" y="54499"/>
                </a:lnTo>
                <a:lnTo>
                  <a:pt x="954156" y="43744"/>
                </a:lnTo>
                <a:lnTo>
                  <a:pt x="976196" y="34015"/>
                </a:lnTo>
                <a:lnTo>
                  <a:pt x="998285" y="25375"/>
                </a:lnTo>
                <a:lnTo>
                  <a:pt x="1020434" y="17889"/>
                </a:lnTo>
                <a:lnTo>
                  <a:pt x="1042651" y="11620"/>
                </a:lnTo>
                <a:lnTo>
                  <a:pt x="1064947" y="6632"/>
                </a:lnTo>
                <a:lnTo>
                  <a:pt x="1087331" y="2990"/>
                </a:lnTo>
                <a:lnTo>
                  <a:pt x="1109814" y="758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67CA5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A6C62E38-4429-4A4D-B54B-BAEDC4F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8738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3B5AFCFA-E60F-44E9-A058-A0CDE1C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4453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D35CEE8F-4885-457F-B741-6FCF9E7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358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A2935C18-2CFC-496F-A3FF-185144A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0018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79832805-FDED-4ACF-8C6C-A69C8F99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7793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45D1E50D-5F9C-4706-A18A-6A47EA9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3508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9A5BCF3A-8EC6-47C1-8C6E-017B3FB1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541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38FEE527-829F-49F7-B34E-A016893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9073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73B5E122-46C0-4A2E-BDE2-A039546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52685"/>
            <a:ext cx="2361184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89A786DE-1499-4FAE-A442-27D6A7D4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0983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CA5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E164EE6E-4850-419A-A691-2299D5CA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6298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1F9EE599-C13E-4B40-8940-74C3BEEE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64" y="3114485"/>
            <a:ext cx="1325154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0BC94FC2-AAAE-4EAF-8447-5A059CA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354134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16B5A70B-92A9-4F49-A051-93F7202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590735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51A378-1E82-4F6E-A8E1-F05E556C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086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7DB5631A-84E4-43A0-8F50-A4B6578B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2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23CAFB10-6AE1-48B5-8E2F-984EF57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33735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717D12EE-A65C-40F4-9C24-9F0A0461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7644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2017年巡视整改取得一定成效，也暴露人力条线基础管理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0AA4F2DB-7010-47C8-A8A6-091A521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09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薄弱：认识待提升、作风待转变、能力待增强、协同待深化。</a:t>
            </a:r>
          </a:p>
        </p:txBody>
      </p:sp>
      <p:sp>
        <p:nvSpPr>
          <p:cNvPr id="42" name="insights-0">
            <a:extLst xmlns:a="http://schemas.openxmlformats.org/drawingml/2006/main">
              <a:ext uri="{FF2B5EF4-FFF2-40B4-BE49-F238E27FC236}">
                <a16:creationId xmlns:a16="http://schemas.microsoft.com/office/drawing/2014/main" id="{1CE7CF17-0888-4E54-84E7-74096C79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1B400C-469B-4DFD-B7CC-B836C74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44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83D73730-84E0-4481-B8F9-4A8913FE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3F29A91E-A5DC-420E-93BB-FAAD3CC5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038350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46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535927CE-FC06-420E-92B1-57906558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38106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47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2C190E3D-4264-4349-A7D8-9FF6B809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62871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86CAB8-2974-40F7-B7F3-08C3481A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9066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49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AAF39E04-2745-473B-BB90-F7CA6CE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43A459F8-D605-4B80-BAB7-ACA076B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133535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097069DF-B2C5-4D93-9B54-542634F2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476244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709F2F-C2ED-4EB5-9BCD-FAEB2578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838194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5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5CA79E60-514C-4588-A542-A0088FD1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99059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29B5EEF6-DC69-4967-9B0A-3F65BDF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981069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5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972D9CF3-CD25-4FB6-B73C-B83BF719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32377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5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B96BF01B-B866-4966-990B-4045EC6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57142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E68F4B-90A4-440B-8A08-58B113A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933379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58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807B379C-D91C-476B-B9EC-2EB16F2A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085779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9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9D5C4462-A10A-469F-B218-E3A3688F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076254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0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858A6628-AD89-47F0-B65C-52F657FF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41896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1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188B14B1-2C4D-4AF3-9286-FF314B5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66661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2026-09-19T16:29:25.6970000Z</dcterms:created>
  <dcterms:modified xsi:type="dcterms:W3CDTF">2026-09-19T16:29:25.6970000Z</dcterms:modified>
</coreProperties>
</file>