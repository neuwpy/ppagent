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830b52c19c4daa" /><Relationship Type="http://schemas.openxmlformats.org/officeDocument/2006/relationships/extended-properties" Target="/docProps/app.xml" Id="R3b57db4063bb4d1e" /><Relationship Type="http://schemas.openxmlformats.org/officeDocument/2006/relationships/officeDocument" Target="/ppt/presentation.xml" Id="R43b69261559349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37504758644f97"/>
    <p:sldMasterId xmlns:r="http://schemas.openxmlformats.org/officeDocument/2006/relationships" id="2147483660" r:id="Rfb34727a5ab54d13"/>
    <p:sldMasterId xmlns:r="http://schemas.openxmlformats.org/officeDocument/2006/relationships" id="2147483663" r:id="R1611dda9d0864bbb"/>
  </p:sldMasterIdLst>
  <p:notesMasterIdLst>
    <p:notesMasterId xmlns:r="http://schemas.openxmlformats.org/officeDocument/2006/relationships" r:id="R9787b65d64014a45"/>
  </p:notesMasterIdLst>
  <p:sldIdLst>
    <p:sldId xmlns:r="http://schemas.openxmlformats.org/officeDocument/2006/relationships" id="256" r:id="Rff218abd92c64d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37086f6bd54a9d" /><Relationship Type="http://schemas.openxmlformats.org/officeDocument/2006/relationships/slideMaster" Target="/ppt/slideMasters/slideMaster1.xml" Id="Rad37504758644f97" /><Relationship Type="http://schemas.openxmlformats.org/officeDocument/2006/relationships/slideMaster" Target="/ppt/slideMasters/slideMaster2.xml" Id="Rfb34727a5ab54d13" /><Relationship Type="http://schemas.openxmlformats.org/officeDocument/2006/relationships/slideMaster" Target="/ppt/slideMasters/slideMaster3.xml" Id="R1611dda9d0864bbb" /><Relationship Type="http://schemas.openxmlformats.org/officeDocument/2006/relationships/notesMaster" Target="/ppt/notesMasters/notesMaster1.xml" Id="R9787b65d64014a45" /><Relationship Type="http://schemas.openxmlformats.org/officeDocument/2006/relationships/presProps" Target="/ppt/presProps.xml" Id="Re9609520a0614710" /><Relationship Type="http://schemas.openxmlformats.org/officeDocument/2006/relationships/viewProps" Target="/ppt/viewProps.xml" Id="R1a4de7b67a004310" /><Relationship Type="http://schemas.openxmlformats.org/officeDocument/2006/relationships/tableStyles" Target="/ppt/tableStyles.xml" Id="Rd19899c4c70f4c24" /><Relationship Type="http://schemas.openxmlformats.org/officeDocument/2006/relationships/slide" Target="/ppt/slides/slide1.xml" Id="Rff218abd92c64d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2459a57675e40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d82b26da884aa1" /><Relationship Type="http://schemas.openxmlformats.org/officeDocument/2006/relationships/notesMaster" Target="/ppt/notesMasters/notesMaster1.xml" Id="R637af58255e943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b8082fcf845e5" /><Relationship Type="http://schemas.openxmlformats.org/officeDocument/2006/relationships/image" Target="/ppt/media/image.jpeg" Id="R876238c31f0a4677" /><Relationship Type="http://schemas.openxmlformats.org/officeDocument/2006/relationships/image" Target="/ppt/media/image.png" Id="R60c6d51d03c84bc8" /><Relationship Type="http://schemas.openxmlformats.org/officeDocument/2006/relationships/image" Target="/ppt/media/image2.png" Id="Rc54511be9c7c4e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d073af34e4e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e4f6d2cd74e6c" /><Relationship Type="http://schemas.openxmlformats.org/officeDocument/2006/relationships/image" Target="/ppt/media/image3.png" Id="R7018b13f20c946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7cb8e12b64bb6" /><Relationship Type="http://schemas.openxmlformats.org/officeDocument/2006/relationships/image" Target="/ppt/media/image4.png" Id="R2b0b224771fb41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04f9095fc49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ee9a3a30544f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0d005d6524a3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3f432186f4c2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a1303cd7743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250226e9c4b2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34cb49b7d47d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3dd39e2ec9432a" /><Relationship Type="http://schemas.openxmlformats.org/officeDocument/2006/relationships/image" Target="/ppt/media/image5.png" Id="R9093c78a79e04c3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2119d066dd4d4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63be430842f46e3" /><Relationship Type="http://schemas.openxmlformats.org/officeDocument/2006/relationships/image" Target="/ppt/media/image5.png" Id="Rf98324c167a1403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78913ad0f4f43d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238c31f0a467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6d51d03c84bc8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511be9c7c4e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8b13f20c946e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b224771fb412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3c78a79e04c3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324c167a1403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e9bb765b6d43e8" /><Relationship Type="http://schemas.openxmlformats.org/officeDocument/2006/relationships/slideLayout" Target="/ppt/slideLayouts/slideLayout1.xml" Id="R8af62e83b9f54d83" /><Relationship Type="http://schemas.openxmlformats.org/officeDocument/2006/relationships/slideLayout" Target="/ppt/slideLayouts/slideLayout2.xml" Id="Rbc4e103d8b384eef" /><Relationship Type="http://schemas.openxmlformats.org/officeDocument/2006/relationships/slideLayout" Target="/ppt/slideLayouts/slideLayout3.xml" Id="R0829ccdff07f48f3" /><Relationship Type="http://schemas.openxmlformats.org/officeDocument/2006/relationships/slideLayout" Target="/ppt/slideLayouts/slideLayout4.xml" Id="Rffcca051faeb411a" /><Relationship Type="http://schemas.openxmlformats.org/officeDocument/2006/relationships/slideLayout" Target="/ppt/slideLayouts/slideLayout5.xml" Id="Rbb85dfeccf12464a" /><Relationship Type="http://schemas.openxmlformats.org/officeDocument/2006/relationships/slideLayout" Target="/ppt/slideLayouts/slideLayout6.xml" Id="R77081daa25d14172" /><Relationship Type="http://schemas.openxmlformats.org/officeDocument/2006/relationships/slideLayout" Target="/ppt/slideLayouts/slideLayout7.xml" Id="R4b4df8ea84e7426a" /><Relationship Type="http://schemas.openxmlformats.org/officeDocument/2006/relationships/slideLayout" Target="/ppt/slideLayouts/slideLayout8.xml" Id="R4d3b695701934ae2" /><Relationship Type="http://schemas.openxmlformats.org/officeDocument/2006/relationships/slideLayout" Target="/ppt/slideLayouts/slideLayout9.xml" Id="Rffa922aeb644459b" /><Relationship Type="http://schemas.openxmlformats.org/officeDocument/2006/relationships/slideLayout" Target="/ppt/slideLayouts/slideLayout10.xml" Id="R14b811bc452743ba" /><Relationship Type="http://schemas.openxmlformats.org/officeDocument/2006/relationships/slideLayout" Target="/ppt/slideLayouts/slideLayout11.xml" Id="R962b0b3de2de475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ddf3130fc86402d" /><Relationship Type="http://schemas.openxmlformats.org/officeDocument/2006/relationships/slideLayout" Target="/ppt/slideLayouts/slideLayout12.xml" Id="Ra3f91c8a5ba14379" /><Relationship Type="http://schemas.openxmlformats.org/officeDocument/2006/relationships/slideLayout" Target="/ppt/slideLayouts/slideLayout13.xml" Id="R2035e14bf3ba425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4a59dbe906a44b9" /><Relationship Type="http://schemas.openxmlformats.org/officeDocument/2006/relationships/slideLayout" Target="/ppt/slideLayouts/slideLayout14.xml" Id="R1ef7c385dc924569" /><Relationship Type="http://schemas.openxmlformats.org/officeDocument/2006/relationships/slideLayout" Target="/ppt/slideLayouts/slideLayout15.xml" Id="R7ef3b588c0ef4f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f62e83b9f54d83"/>
    <p:sldLayoutId xmlns:r="http://schemas.openxmlformats.org/officeDocument/2006/relationships" id="2147483650" r:id="Rbc4e103d8b384eef"/>
    <p:sldLayoutId xmlns:r="http://schemas.openxmlformats.org/officeDocument/2006/relationships" id="2147483651" r:id="R0829ccdff07f48f3"/>
    <p:sldLayoutId xmlns:r="http://schemas.openxmlformats.org/officeDocument/2006/relationships" id="2147483652" r:id="Rffcca051faeb411a"/>
    <p:sldLayoutId xmlns:r="http://schemas.openxmlformats.org/officeDocument/2006/relationships" id="2147483653" r:id="Rbb85dfeccf12464a"/>
    <p:sldLayoutId xmlns:r="http://schemas.openxmlformats.org/officeDocument/2006/relationships" id="2147483654" r:id="R77081daa25d14172"/>
    <p:sldLayoutId xmlns:r="http://schemas.openxmlformats.org/officeDocument/2006/relationships" id="2147483655" r:id="R4b4df8ea84e7426a"/>
    <p:sldLayoutId xmlns:r="http://schemas.openxmlformats.org/officeDocument/2006/relationships" id="2147483656" r:id="R4d3b695701934ae2"/>
    <p:sldLayoutId xmlns:r="http://schemas.openxmlformats.org/officeDocument/2006/relationships" id="2147483657" r:id="Rffa922aeb644459b"/>
    <p:sldLayoutId xmlns:r="http://schemas.openxmlformats.org/officeDocument/2006/relationships" id="2147483658" r:id="R14b811bc452743ba"/>
    <p:sldLayoutId xmlns:r="http://schemas.openxmlformats.org/officeDocument/2006/relationships" id="2147483659" r:id="R962b0b3de2de475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3f91c8a5ba14379"/>
    <p:sldLayoutId xmlns:r="http://schemas.openxmlformats.org/officeDocument/2006/relationships" id="2147483662" r:id="R2035e14bf3ba425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1ef7c385dc924569"/>
    <p:sldLayoutId xmlns:r="http://schemas.openxmlformats.org/officeDocument/2006/relationships" id="2147483665" r:id="R7ef3b588c0ef4f2d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0c5d15f3ff4a9c" /><Relationship Type="http://schemas.openxmlformats.org/officeDocument/2006/relationships/image" Target="/ppt/media/image6.png" Id="R7c938e1de5114965" /><Relationship Type="http://schemas.openxmlformats.org/officeDocument/2006/relationships/notesSlide" Target="/ppt/notesSlides/notesSlide1.xml" Id="Reac77f0cc33a4d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38e1de51149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2026-09-19T16:48:35.2300000Z</dcterms:created>
  <dcterms:modified xsi:type="dcterms:W3CDTF">2026-09-19T16:48:35.2300000Z</dcterms:modified>
</coreProperties>
</file>