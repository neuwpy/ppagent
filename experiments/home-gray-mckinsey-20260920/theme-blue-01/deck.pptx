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103427c0a948ad" /><Relationship Type="http://schemas.openxmlformats.org/officeDocument/2006/relationships/extended-properties" Target="/docProps/app.xml" Id="R2c31bea14c214e29" /><Relationship Type="http://schemas.openxmlformats.org/officeDocument/2006/relationships/officeDocument" Target="/ppt/presentation.xml" Id="R5f77e6aa67e945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a596b36d614e91"/>
    <p:sldMasterId xmlns:r="http://schemas.openxmlformats.org/officeDocument/2006/relationships" id="2147483660" r:id="Re910cfbbdce74db3"/>
    <p:sldMasterId xmlns:r="http://schemas.openxmlformats.org/officeDocument/2006/relationships" id="2147483663" r:id="R71cf5d9161ac4f23"/>
  </p:sldMasterIdLst>
  <p:notesMasterIdLst>
    <p:notesMasterId xmlns:r="http://schemas.openxmlformats.org/officeDocument/2006/relationships" r:id="Rbc5f2e5db41a4acd"/>
  </p:notesMasterIdLst>
  <p:sldIdLst>
    <p:sldId xmlns:r="http://schemas.openxmlformats.org/officeDocument/2006/relationships" id="256" r:id="Rbcc62bccab454a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9f329b1e75403a" /><Relationship Type="http://schemas.openxmlformats.org/officeDocument/2006/relationships/slideMaster" Target="/ppt/slideMasters/slideMaster1.xml" Id="R95a596b36d614e91" /><Relationship Type="http://schemas.openxmlformats.org/officeDocument/2006/relationships/slideMaster" Target="/ppt/slideMasters/slideMaster2.xml" Id="Re910cfbbdce74db3" /><Relationship Type="http://schemas.openxmlformats.org/officeDocument/2006/relationships/slideMaster" Target="/ppt/slideMasters/slideMaster3.xml" Id="R71cf5d9161ac4f23" /><Relationship Type="http://schemas.openxmlformats.org/officeDocument/2006/relationships/notesMaster" Target="/ppt/notesMasters/notesMaster1.xml" Id="Rbc5f2e5db41a4acd" /><Relationship Type="http://schemas.openxmlformats.org/officeDocument/2006/relationships/presProps" Target="/ppt/presProps.xml" Id="Ra2e9f137c4b84442" /><Relationship Type="http://schemas.openxmlformats.org/officeDocument/2006/relationships/viewProps" Target="/ppt/viewProps.xml" Id="R2d0cc25164ae40d6" /><Relationship Type="http://schemas.openxmlformats.org/officeDocument/2006/relationships/tableStyles" Target="/ppt/tableStyles.xml" Id="Rdec11adf576649ba" /><Relationship Type="http://schemas.openxmlformats.org/officeDocument/2006/relationships/slide" Target="/ppt/slides/slide1.xml" Id="Rbcc62bccab454a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61978f34e9d4a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4833a56794058" /><Relationship Type="http://schemas.openxmlformats.org/officeDocument/2006/relationships/notesMaster" Target="/ppt/notesMasters/notesMaster1.xml" Id="Rc878a19f5b2d4c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309f4c33c3420a" /><Relationship Type="http://schemas.openxmlformats.org/officeDocument/2006/relationships/image" Target="/ppt/media/image.jpeg" Id="R2b530c9b39b74a81" /><Relationship Type="http://schemas.openxmlformats.org/officeDocument/2006/relationships/image" Target="/ppt/media/image.png" Id="Ra15fd6577c51422e" /><Relationship Type="http://schemas.openxmlformats.org/officeDocument/2006/relationships/image" Target="/ppt/media/image2.png" Id="R5d3e64e59e7643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89ccd763c43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a393e7ac54f4b" /><Relationship Type="http://schemas.openxmlformats.org/officeDocument/2006/relationships/image" Target="/ppt/media/image3.png" Id="R7a5287ef186544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0341cff4e44e6" /><Relationship Type="http://schemas.openxmlformats.org/officeDocument/2006/relationships/image" Target="/ppt/media/image4.png" Id="R781427111d4648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24bc079a543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2eb84910b43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c32f1be034dd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4d2bbca2c46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c55a316ce4b2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ecd83e569429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32144a76c43a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f565e2dc3049db" /><Relationship Type="http://schemas.openxmlformats.org/officeDocument/2006/relationships/image" Target="/ppt/media/image5.png" Id="Rbbd92158394b49f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7a4db68ae5455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7b50f081940419c" /><Relationship Type="http://schemas.openxmlformats.org/officeDocument/2006/relationships/image" Target="/ppt/media/image5.png" Id="R375256e6311946a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16b3613465c4f0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30c9b39b74a8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fd6577c51422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e64e59e76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287ef1865444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427111d46483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92158394b49f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256e6311946a5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e290a9a78a4ee3" /><Relationship Type="http://schemas.openxmlformats.org/officeDocument/2006/relationships/slideLayout" Target="/ppt/slideLayouts/slideLayout1.xml" Id="R80708de5087b48c8" /><Relationship Type="http://schemas.openxmlformats.org/officeDocument/2006/relationships/slideLayout" Target="/ppt/slideLayouts/slideLayout2.xml" Id="R8d63f91a54ab4329" /><Relationship Type="http://schemas.openxmlformats.org/officeDocument/2006/relationships/slideLayout" Target="/ppt/slideLayouts/slideLayout3.xml" Id="Ra70e4967478140dc" /><Relationship Type="http://schemas.openxmlformats.org/officeDocument/2006/relationships/slideLayout" Target="/ppt/slideLayouts/slideLayout4.xml" Id="Rfc50484d643e4be5" /><Relationship Type="http://schemas.openxmlformats.org/officeDocument/2006/relationships/slideLayout" Target="/ppt/slideLayouts/slideLayout5.xml" Id="R3b2f42e067d64656" /><Relationship Type="http://schemas.openxmlformats.org/officeDocument/2006/relationships/slideLayout" Target="/ppt/slideLayouts/slideLayout6.xml" Id="Rb341e9fb7d284f13" /><Relationship Type="http://schemas.openxmlformats.org/officeDocument/2006/relationships/slideLayout" Target="/ppt/slideLayouts/slideLayout7.xml" Id="Re898c204d9514728" /><Relationship Type="http://schemas.openxmlformats.org/officeDocument/2006/relationships/slideLayout" Target="/ppt/slideLayouts/slideLayout8.xml" Id="R7c8dc23354cd45c7" /><Relationship Type="http://schemas.openxmlformats.org/officeDocument/2006/relationships/slideLayout" Target="/ppt/slideLayouts/slideLayout9.xml" Id="R5eaa28d49dce4154" /><Relationship Type="http://schemas.openxmlformats.org/officeDocument/2006/relationships/slideLayout" Target="/ppt/slideLayouts/slideLayout10.xml" Id="Rf488368a0f214539" /><Relationship Type="http://schemas.openxmlformats.org/officeDocument/2006/relationships/slideLayout" Target="/ppt/slideLayouts/slideLayout11.xml" Id="R81b990a90d204f2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82f01a7390f425d" /><Relationship Type="http://schemas.openxmlformats.org/officeDocument/2006/relationships/slideLayout" Target="/ppt/slideLayouts/slideLayout12.xml" Id="R7fb50ab488d84631" /><Relationship Type="http://schemas.openxmlformats.org/officeDocument/2006/relationships/slideLayout" Target="/ppt/slideLayouts/slideLayout13.xml" Id="R85d668032d77440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a13cfdb254e4ff6" /><Relationship Type="http://schemas.openxmlformats.org/officeDocument/2006/relationships/slideLayout" Target="/ppt/slideLayouts/slideLayout14.xml" Id="Rec044e4128e54162" /><Relationship Type="http://schemas.openxmlformats.org/officeDocument/2006/relationships/slideLayout" Target="/ppt/slideLayouts/slideLayout15.xml" Id="Rb5f715a3b916433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708de5087b48c8"/>
    <p:sldLayoutId xmlns:r="http://schemas.openxmlformats.org/officeDocument/2006/relationships" id="2147483650" r:id="R8d63f91a54ab4329"/>
    <p:sldLayoutId xmlns:r="http://schemas.openxmlformats.org/officeDocument/2006/relationships" id="2147483651" r:id="Ra70e4967478140dc"/>
    <p:sldLayoutId xmlns:r="http://schemas.openxmlformats.org/officeDocument/2006/relationships" id="2147483652" r:id="Rfc50484d643e4be5"/>
    <p:sldLayoutId xmlns:r="http://schemas.openxmlformats.org/officeDocument/2006/relationships" id="2147483653" r:id="R3b2f42e067d64656"/>
    <p:sldLayoutId xmlns:r="http://schemas.openxmlformats.org/officeDocument/2006/relationships" id="2147483654" r:id="Rb341e9fb7d284f13"/>
    <p:sldLayoutId xmlns:r="http://schemas.openxmlformats.org/officeDocument/2006/relationships" id="2147483655" r:id="Re898c204d9514728"/>
    <p:sldLayoutId xmlns:r="http://schemas.openxmlformats.org/officeDocument/2006/relationships" id="2147483656" r:id="R7c8dc23354cd45c7"/>
    <p:sldLayoutId xmlns:r="http://schemas.openxmlformats.org/officeDocument/2006/relationships" id="2147483657" r:id="R5eaa28d49dce4154"/>
    <p:sldLayoutId xmlns:r="http://schemas.openxmlformats.org/officeDocument/2006/relationships" id="2147483658" r:id="Rf488368a0f214539"/>
    <p:sldLayoutId xmlns:r="http://schemas.openxmlformats.org/officeDocument/2006/relationships" id="2147483659" r:id="R81b990a90d204f2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fb50ab488d84631"/>
    <p:sldLayoutId xmlns:r="http://schemas.openxmlformats.org/officeDocument/2006/relationships" id="2147483662" r:id="R85d668032d77440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c044e4128e54162"/>
    <p:sldLayoutId xmlns:r="http://schemas.openxmlformats.org/officeDocument/2006/relationships" id="2147483665" r:id="Rb5f715a3b916433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54fb2541dc4746" /><Relationship Type="http://schemas.openxmlformats.org/officeDocument/2006/relationships/notesSlide" Target="/ppt/notesSlides/notesSlide1.xml" Id="R91108b59ff4041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D064A51B-16A2-45EF-AECF-2E963FA2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9DC61-414A-46FE-8567-28534C45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A9A40133-18F2-4B10-BB26-07D1DC73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8C138CE8-3083-42A2-A7C9-1BE77276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38350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144DF29D-E66F-495F-9EA8-D0CD6DAC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81060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2ED087F7-C9CB-45AD-8D6E-DCBD4169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057335"/>
            <a:ext cx="1132405" cy="704850"/>
          </a:xfrm>
          <a:custGeom xmlns:a="http://schemas.openxmlformats.org/drawingml/2006/main">
            <a:pathLst>
              <a:path w="1132405" h="704850">
                <a:moveTo>
                  <a:pt x="0" y="0"/>
                </a:moveTo>
                <a:lnTo>
                  <a:pt x="28135" y="905"/>
                </a:lnTo>
                <a:lnTo>
                  <a:pt x="55926" y="3569"/>
                </a:lnTo>
                <a:lnTo>
                  <a:pt x="83382" y="7916"/>
                </a:lnTo>
                <a:lnTo>
                  <a:pt x="110514" y="13869"/>
                </a:lnTo>
                <a:lnTo>
                  <a:pt x="137332" y="21351"/>
                </a:lnTo>
                <a:lnTo>
                  <a:pt x="163845" y="30287"/>
                </a:lnTo>
                <a:lnTo>
                  <a:pt x="190063" y="40599"/>
                </a:lnTo>
                <a:lnTo>
                  <a:pt x="215996" y="52211"/>
                </a:lnTo>
                <a:lnTo>
                  <a:pt x="241653" y="65047"/>
                </a:lnTo>
                <a:lnTo>
                  <a:pt x="267046" y="79030"/>
                </a:lnTo>
                <a:lnTo>
                  <a:pt x="292182" y="94085"/>
                </a:lnTo>
                <a:lnTo>
                  <a:pt x="317073" y="110133"/>
                </a:lnTo>
                <a:lnTo>
                  <a:pt x="341728" y="127099"/>
                </a:lnTo>
                <a:lnTo>
                  <a:pt x="366157" y="144906"/>
                </a:lnTo>
                <a:lnTo>
                  <a:pt x="390370" y="163478"/>
                </a:lnTo>
                <a:lnTo>
                  <a:pt x="414376" y="182739"/>
                </a:lnTo>
                <a:lnTo>
                  <a:pt x="438186" y="202611"/>
                </a:lnTo>
                <a:lnTo>
                  <a:pt x="461809" y="223019"/>
                </a:lnTo>
                <a:lnTo>
                  <a:pt x="485255" y="243886"/>
                </a:lnTo>
                <a:lnTo>
                  <a:pt x="508534" y="265135"/>
                </a:lnTo>
                <a:lnTo>
                  <a:pt x="531655" y="286689"/>
                </a:lnTo>
                <a:lnTo>
                  <a:pt x="554629" y="308474"/>
                </a:lnTo>
                <a:lnTo>
                  <a:pt x="577466" y="330411"/>
                </a:lnTo>
                <a:lnTo>
                  <a:pt x="600174" y="352425"/>
                </a:lnTo>
                <a:lnTo>
                  <a:pt x="622765" y="374439"/>
                </a:lnTo>
                <a:lnTo>
                  <a:pt x="645248" y="396376"/>
                </a:lnTo>
                <a:lnTo>
                  <a:pt x="667632" y="418161"/>
                </a:lnTo>
                <a:lnTo>
                  <a:pt x="689928" y="439715"/>
                </a:lnTo>
                <a:lnTo>
                  <a:pt x="712145" y="460964"/>
                </a:lnTo>
                <a:lnTo>
                  <a:pt x="734294" y="481831"/>
                </a:lnTo>
                <a:lnTo>
                  <a:pt x="756383" y="502239"/>
                </a:lnTo>
                <a:lnTo>
                  <a:pt x="778423" y="522111"/>
                </a:lnTo>
                <a:lnTo>
                  <a:pt x="800424" y="541372"/>
                </a:lnTo>
                <a:lnTo>
                  <a:pt x="822396" y="559944"/>
                </a:lnTo>
                <a:lnTo>
                  <a:pt x="844348" y="577751"/>
                </a:lnTo>
                <a:lnTo>
                  <a:pt x="866289" y="594717"/>
                </a:lnTo>
                <a:lnTo>
                  <a:pt x="888231" y="610765"/>
                </a:lnTo>
                <a:lnTo>
                  <a:pt x="910183" y="625820"/>
                </a:lnTo>
                <a:lnTo>
                  <a:pt x="932155" y="639803"/>
                </a:lnTo>
                <a:lnTo>
                  <a:pt x="954156" y="652639"/>
                </a:lnTo>
                <a:lnTo>
                  <a:pt x="976196" y="664251"/>
                </a:lnTo>
                <a:lnTo>
                  <a:pt x="998285" y="674563"/>
                </a:lnTo>
                <a:lnTo>
                  <a:pt x="1020434" y="683499"/>
                </a:lnTo>
                <a:lnTo>
                  <a:pt x="1042651" y="690981"/>
                </a:lnTo>
                <a:lnTo>
                  <a:pt x="1064947" y="696934"/>
                </a:lnTo>
                <a:lnTo>
                  <a:pt x="1087331" y="701281"/>
                </a:lnTo>
                <a:lnTo>
                  <a:pt x="1109814" y="703945"/>
                </a:lnTo>
                <a:lnTo>
                  <a:pt x="1132405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4C6C275C-BA78-41B2-B28C-865862AF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762185"/>
            <a:ext cx="1132405" cy="9525"/>
          </a:xfrm>
          <a:custGeom xmlns:a="http://schemas.openxmlformats.org/drawingml/2006/main">
            <a:pathLst>
              <a:path w="1132405" h="9525">
                <a:moveTo>
                  <a:pt x="0" y="0"/>
                </a:moveTo>
                <a:lnTo>
                  <a:pt x="28135" y="0"/>
                </a:lnTo>
                <a:lnTo>
                  <a:pt x="55926" y="0"/>
                </a:lnTo>
                <a:lnTo>
                  <a:pt x="83382" y="0"/>
                </a:lnTo>
                <a:lnTo>
                  <a:pt x="110514" y="0"/>
                </a:lnTo>
                <a:lnTo>
                  <a:pt x="137332" y="0"/>
                </a:lnTo>
                <a:lnTo>
                  <a:pt x="163845" y="0"/>
                </a:lnTo>
                <a:lnTo>
                  <a:pt x="190063" y="0"/>
                </a:lnTo>
                <a:lnTo>
                  <a:pt x="215996" y="0"/>
                </a:lnTo>
                <a:lnTo>
                  <a:pt x="241653" y="0"/>
                </a:lnTo>
                <a:lnTo>
                  <a:pt x="267046" y="0"/>
                </a:lnTo>
                <a:lnTo>
                  <a:pt x="292182" y="0"/>
                </a:lnTo>
                <a:lnTo>
                  <a:pt x="317073" y="0"/>
                </a:lnTo>
                <a:lnTo>
                  <a:pt x="341728" y="0"/>
                </a:lnTo>
                <a:lnTo>
                  <a:pt x="366157" y="0"/>
                </a:lnTo>
                <a:lnTo>
                  <a:pt x="390370" y="0"/>
                </a:lnTo>
                <a:lnTo>
                  <a:pt x="414376" y="0"/>
                </a:lnTo>
                <a:lnTo>
                  <a:pt x="438186" y="0"/>
                </a:lnTo>
                <a:lnTo>
                  <a:pt x="461809" y="0"/>
                </a:lnTo>
                <a:lnTo>
                  <a:pt x="485255" y="0"/>
                </a:lnTo>
                <a:lnTo>
                  <a:pt x="508534" y="0"/>
                </a:lnTo>
                <a:lnTo>
                  <a:pt x="531655" y="0"/>
                </a:lnTo>
                <a:lnTo>
                  <a:pt x="554629" y="0"/>
                </a:lnTo>
                <a:lnTo>
                  <a:pt x="577466" y="0"/>
                </a:lnTo>
                <a:lnTo>
                  <a:pt x="600174" y="0"/>
                </a:lnTo>
                <a:lnTo>
                  <a:pt x="622765" y="0"/>
                </a:lnTo>
                <a:lnTo>
                  <a:pt x="645248" y="0"/>
                </a:lnTo>
                <a:lnTo>
                  <a:pt x="667632" y="0"/>
                </a:lnTo>
                <a:lnTo>
                  <a:pt x="689928" y="0"/>
                </a:lnTo>
                <a:lnTo>
                  <a:pt x="712145" y="0"/>
                </a:lnTo>
                <a:lnTo>
                  <a:pt x="734294" y="0"/>
                </a:lnTo>
                <a:lnTo>
                  <a:pt x="756383" y="0"/>
                </a:lnTo>
                <a:lnTo>
                  <a:pt x="778423" y="0"/>
                </a:lnTo>
                <a:lnTo>
                  <a:pt x="800424" y="0"/>
                </a:lnTo>
                <a:lnTo>
                  <a:pt x="822396" y="0"/>
                </a:lnTo>
                <a:lnTo>
                  <a:pt x="844348" y="0"/>
                </a:lnTo>
                <a:lnTo>
                  <a:pt x="866289" y="0"/>
                </a:lnTo>
                <a:lnTo>
                  <a:pt x="888231" y="0"/>
                </a:lnTo>
                <a:lnTo>
                  <a:pt x="910183" y="0"/>
                </a:lnTo>
                <a:lnTo>
                  <a:pt x="932155" y="0"/>
                </a:lnTo>
                <a:lnTo>
                  <a:pt x="954156" y="0"/>
                </a:lnTo>
                <a:lnTo>
                  <a:pt x="976196" y="0"/>
                </a:lnTo>
                <a:lnTo>
                  <a:pt x="998285" y="0"/>
                </a:lnTo>
                <a:lnTo>
                  <a:pt x="1020434" y="0"/>
                </a:lnTo>
                <a:lnTo>
                  <a:pt x="1042651" y="0"/>
                </a:lnTo>
                <a:lnTo>
                  <a:pt x="1064947" y="0"/>
                </a:lnTo>
                <a:lnTo>
                  <a:pt x="1087331" y="0"/>
                </a:lnTo>
                <a:lnTo>
                  <a:pt x="1109814" y="0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94E799CD-B85C-4927-8E14-FBAF111D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762185"/>
            <a:ext cx="1132405" cy="704850"/>
          </a:xfrm>
          <a:custGeom xmlns:a="http://schemas.openxmlformats.org/drawingml/2006/main">
            <a:pathLst>
              <a:path w="1132405" h="704850">
                <a:moveTo>
                  <a:pt x="0" y="704850"/>
                </a:moveTo>
                <a:lnTo>
                  <a:pt x="28135" y="703945"/>
                </a:lnTo>
                <a:lnTo>
                  <a:pt x="55926" y="701281"/>
                </a:lnTo>
                <a:lnTo>
                  <a:pt x="83382" y="696934"/>
                </a:lnTo>
                <a:lnTo>
                  <a:pt x="110514" y="690981"/>
                </a:lnTo>
                <a:lnTo>
                  <a:pt x="137332" y="683499"/>
                </a:lnTo>
                <a:lnTo>
                  <a:pt x="163845" y="674563"/>
                </a:lnTo>
                <a:lnTo>
                  <a:pt x="190063" y="664251"/>
                </a:lnTo>
                <a:lnTo>
                  <a:pt x="215996" y="652639"/>
                </a:lnTo>
                <a:lnTo>
                  <a:pt x="241653" y="639803"/>
                </a:lnTo>
                <a:lnTo>
                  <a:pt x="267046" y="625820"/>
                </a:lnTo>
                <a:lnTo>
                  <a:pt x="292182" y="610765"/>
                </a:lnTo>
                <a:lnTo>
                  <a:pt x="317073" y="594717"/>
                </a:lnTo>
                <a:lnTo>
                  <a:pt x="341728" y="577751"/>
                </a:lnTo>
                <a:lnTo>
                  <a:pt x="366157" y="559944"/>
                </a:lnTo>
                <a:lnTo>
                  <a:pt x="390370" y="541372"/>
                </a:lnTo>
                <a:lnTo>
                  <a:pt x="414376" y="522111"/>
                </a:lnTo>
                <a:lnTo>
                  <a:pt x="438186" y="502239"/>
                </a:lnTo>
                <a:lnTo>
                  <a:pt x="461809" y="481831"/>
                </a:lnTo>
                <a:lnTo>
                  <a:pt x="485255" y="460964"/>
                </a:lnTo>
                <a:lnTo>
                  <a:pt x="508534" y="439715"/>
                </a:lnTo>
                <a:lnTo>
                  <a:pt x="531655" y="418161"/>
                </a:lnTo>
                <a:lnTo>
                  <a:pt x="554629" y="396376"/>
                </a:lnTo>
                <a:lnTo>
                  <a:pt x="577466" y="374439"/>
                </a:lnTo>
                <a:lnTo>
                  <a:pt x="600174" y="352425"/>
                </a:lnTo>
                <a:lnTo>
                  <a:pt x="622765" y="330411"/>
                </a:lnTo>
                <a:lnTo>
                  <a:pt x="645248" y="308474"/>
                </a:lnTo>
                <a:lnTo>
                  <a:pt x="667632" y="286689"/>
                </a:lnTo>
                <a:lnTo>
                  <a:pt x="689928" y="265135"/>
                </a:lnTo>
                <a:lnTo>
                  <a:pt x="712145" y="243886"/>
                </a:lnTo>
                <a:lnTo>
                  <a:pt x="734294" y="223019"/>
                </a:lnTo>
                <a:lnTo>
                  <a:pt x="756383" y="202611"/>
                </a:lnTo>
                <a:lnTo>
                  <a:pt x="778423" y="182739"/>
                </a:lnTo>
                <a:lnTo>
                  <a:pt x="800424" y="163478"/>
                </a:lnTo>
                <a:lnTo>
                  <a:pt x="822396" y="144906"/>
                </a:lnTo>
                <a:lnTo>
                  <a:pt x="844348" y="127099"/>
                </a:lnTo>
                <a:lnTo>
                  <a:pt x="866289" y="110133"/>
                </a:lnTo>
                <a:lnTo>
                  <a:pt x="888231" y="94085"/>
                </a:lnTo>
                <a:lnTo>
                  <a:pt x="910183" y="79030"/>
                </a:lnTo>
                <a:lnTo>
                  <a:pt x="932155" y="65047"/>
                </a:lnTo>
                <a:lnTo>
                  <a:pt x="954156" y="52211"/>
                </a:lnTo>
                <a:lnTo>
                  <a:pt x="976196" y="40599"/>
                </a:lnTo>
                <a:lnTo>
                  <a:pt x="998285" y="30287"/>
                </a:lnTo>
                <a:lnTo>
                  <a:pt x="1020434" y="21351"/>
                </a:lnTo>
                <a:lnTo>
                  <a:pt x="1042651" y="13869"/>
                </a:lnTo>
                <a:lnTo>
                  <a:pt x="1064947" y="7916"/>
                </a:lnTo>
                <a:lnTo>
                  <a:pt x="1087331" y="3569"/>
                </a:lnTo>
                <a:lnTo>
                  <a:pt x="1109814" y="905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3D80B092-336C-4A80-89D7-60C0B0B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4453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F4DF5D7C-A787-434E-85B6-8791DE26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0168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BCDC881A-0F68-43E7-8D29-7DAACA35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207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05D89894-9F46-4FC3-AFBE-284F9D4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5733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3B309546-6583-4B3D-9F15-EC2AE825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4938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E5C55FAC-DDC0-4875-897B-4E8495B2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0653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F2F1A46C-87CB-4CE1-924B-F3055D9F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558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F7CDEB4F-CA83-47FA-831B-310BB980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6218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80F7E977-74AD-4673-8F28-F26D7787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435"/>
            <a:ext cx="2361184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68B73D61-56FE-4275-A13F-D6D60099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9558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5FBE8F98-5DEC-4B9E-8F1F-24CCA84E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87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1BED517D-C78F-45B0-9739-8BE823AE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364" y="3285935"/>
            <a:ext cx="1325154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2FB068B6-AF73-4F3D-B0ED-75DA5DB4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525584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0DAAA29F-98DF-4730-AAC9-DF86F330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762185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F0114B-3EB0-427C-A54F-DD7414A6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76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B90DBCF2-8976-4EC8-BD4D-B8A0E430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861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C57BE411-2D0F-4A46-8020-DE246EB2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76635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78C703D5-8865-4E58-AEDD-3A064D48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934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2017年巡视整改取得一定成效，也暴露人力条线基础管理</a:t>
            </a:r>
          </a:p>
        </p:txBody>
      </p:sp>
      <p:sp>
        <p:nvSpPr>
          <p:cNvPr id="41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4CC2C98F-DE28-40EA-B8B3-680DB957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6699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薄弱：认识待提升、作风待转变、能力待增强、协同待深化。</a:t>
            </a:r>
          </a:p>
        </p:txBody>
      </p:sp>
      <p:sp>
        <p:nvSpPr>
          <p:cNvPr id="42" name="insights-0">
            <a:extLst xmlns:a="http://schemas.openxmlformats.org/drawingml/2006/main">
              <a:ext uri="{FF2B5EF4-FFF2-40B4-BE49-F238E27FC236}">
                <a16:creationId xmlns:a16="http://schemas.microsoft.com/office/drawing/2014/main" id="{47C6810C-3789-4703-A16C-D5A8BFC2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0C56EB-8472-44D3-9332-44F7DD2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4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4AB4167C-C83B-4E29-B8AD-B6D7D4E5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B7568424-08BD-488D-A46E-1F42E3F5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038350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46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A364D285-20E2-4B3A-8D81-D257B029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38106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47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90B86436-DE0F-438A-88C1-93E43D9D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62871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9ACA6B-2545-439B-B949-D28F6C99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99066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9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2CD19ECB-97A6-439B-A0A9-B7CFCEEA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DF4BB2CE-ED76-4115-A251-F2606314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133535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51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C5CA0BB9-E9D3-4999-B5AA-15739167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476244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D73E6B-AE45-4EA9-9C6D-32EF3664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838194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FDF36DEC-7A9A-4DC8-B450-7D0D4F1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990594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8AC99D30-3558-41DE-A23F-79EFD7B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981069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5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4AF20352-1FE0-4FB2-B758-4071A0C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32377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5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AE3CC28F-EE09-4633-86AB-2731E826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57142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51625D-311B-48B8-A375-6C5E74C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933379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8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256EA7F2-B580-4E33-8AA2-25326C85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085779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9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7F590268-693D-45DD-9E19-B5D08D00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076254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60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A2793F44-1456-40F0-8285-52A70173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41896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61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FA5F007D-9247-4BB1-975A-2DA8CBED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66661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2026-09-19T16:48:36.0510000Z</dcterms:created>
  <dcterms:modified xsi:type="dcterms:W3CDTF">2026-09-19T16:48:36.0510000Z</dcterms:modified>
</coreProperties>
</file>