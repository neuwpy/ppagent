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7020cb8b54275" /><Relationship Type="http://schemas.openxmlformats.org/officeDocument/2006/relationships/extended-properties" Target="/docProps/app.xml" Id="R28f69db6c87e4319" /><Relationship Type="http://schemas.openxmlformats.org/officeDocument/2006/relationships/officeDocument" Target="/ppt/presentation.xml" Id="Rbed29130c4b048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588ddc51c4b1a"/>
    <p:sldMasterId xmlns:r="http://schemas.openxmlformats.org/officeDocument/2006/relationships" id="2147483660" r:id="R41016595297e4823"/>
    <p:sldMasterId xmlns:r="http://schemas.openxmlformats.org/officeDocument/2006/relationships" id="2147483663" r:id="R5d1c55c15d7c45a6"/>
  </p:sldMasterIdLst>
  <p:notesMasterIdLst>
    <p:notesMasterId xmlns:r="http://schemas.openxmlformats.org/officeDocument/2006/relationships" r:id="Rfd88aec8af9d48c5"/>
  </p:notesMasterIdLst>
  <p:sldIdLst>
    <p:sldId xmlns:r="http://schemas.openxmlformats.org/officeDocument/2006/relationships" id="256" r:id="R84bcc7469c804783"/>
    <p:sldId xmlns:r="http://schemas.openxmlformats.org/officeDocument/2006/relationships" id="257" r:id="R058006d5d7f94c95"/>
    <p:sldId xmlns:r="http://schemas.openxmlformats.org/officeDocument/2006/relationships" id="258" r:id="R65ccce7bd5344c57"/>
    <p:sldId xmlns:r="http://schemas.openxmlformats.org/officeDocument/2006/relationships" id="259" r:id="Rb5cd5ea7ea64440e"/>
    <p:sldId xmlns:r="http://schemas.openxmlformats.org/officeDocument/2006/relationships" id="260" r:id="Rd9f323a49a364f44"/>
    <p:sldId xmlns:r="http://schemas.openxmlformats.org/officeDocument/2006/relationships" id="261" r:id="R299739ca716949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58295467647bf" /><Relationship Type="http://schemas.openxmlformats.org/officeDocument/2006/relationships/slideMaster" Target="/ppt/slideMasters/slideMaster1.xml" Id="Rd3e588ddc51c4b1a" /><Relationship Type="http://schemas.openxmlformats.org/officeDocument/2006/relationships/slideMaster" Target="/ppt/slideMasters/slideMaster2.xml" Id="R41016595297e4823" /><Relationship Type="http://schemas.openxmlformats.org/officeDocument/2006/relationships/slideMaster" Target="/ppt/slideMasters/slideMaster3.xml" Id="R5d1c55c15d7c45a6" /><Relationship Type="http://schemas.openxmlformats.org/officeDocument/2006/relationships/notesMaster" Target="/ppt/notesMasters/notesMaster1.xml" Id="Rfd88aec8af9d48c5" /><Relationship Type="http://schemas.openxmlformats.org/officeDocument/2006/relationships/presProps" Target="/ppt/presProps.xml" Id="R9a07a7371a2c414c" /><Relationship Type="http://schemas.openxmlformats.org/officeDocument/2006/relationships/viewProps" Target="/ppt/viewProps.xml" Id="R7f1e5a2e3afb4b88" /><Relationship Type="http://schemas.openxmlformats.org/officeDocument/2006/relationships/tableStyles" Target="/ppt/tableStyles.xml" Id="Ref1a0b5d85fc480c" /><Relationship Type="http://schemas.openxmlformats.org/officeDocument/2006/relationships/slide" Target="/ppt/slides/slide1.xml" Id="R84bcc7469c804783" /><Relationship Type="http://schemas.openxmlformats.org/officeDocument/2006/relationships/slide" Target="/ppt/slides/slide2.xml" Id="R058006d5d7f94c95" /><Relationship Type="http://schemas.openxmlformats.org/officeDocument/2006/relationships/slide" Target="/ppt/slides/slide3.xml" Id="R65ccce7bd5344c57" /><Relationship Type="http://schemas.openxmlformats.org/officeDocument/2006/relationships/slide" Target="/ppt/slides/slide4.xml" Id="Rb5cd5ea7ea64440e" /><Relationship Type="http://schemas.openxmlformats.org/officeDocument/2006/relationships/slide" Target="/ppt/slides/slide5.xml" Id="Rd9f323a49a364f44" /><Relationship Type="http://schemas.openxmlformats.org/officeDocument/2006/relationships/slide" Target="/ppt/slides/slide6.xml" Id="R299739ca7169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0cccc659f39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86434bb326453f" /><Relationship Type="http://schemas.openxmlformats.org/officeDocument/2006/relationships/notesMaster" Target="/ppt/notesMasters/notesMaster1.xml" Id="Rdb122601fa714e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397aeda9e401d" /><Relationship Type="http://schemas.openxmlformats.org/officeDocument/2006/relationships/notesMaster" Target="/ppt/notesMasters/notesMaster1.xml" Id="R0d46e9481310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ba04a0fa574668" /><Relationship Type="http://schemas.openxmlformats.org/officeDocument/2006/relationships/notesMaster" Target="/ppt/notesMasters/notesMaster1.xml" Id="R227ec6bbbb5740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d8aa63e45424e" /><Relationship Type="http://schemas.openxmlformats.org/officeDocument/2006/relationships/notesMaster" Target="/ppt/notesMasters/notesMaster1.xml" Id="R1b943386fcf246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5a3ac3de0b431a" /><Relationship Type="http://schemas.openxmlformats.org/officeDocument/2006/relationships/notesMaster" Target="/ppt/notesMasters/notesMaster1.xml" Id="R425463dc6ebf4b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6cab8f6834682" /><Relationship Type="http://schemas.openxmlformats.org/officeDocument/2006/relationships/notesMaster" Target="/ppt/notesMasters/notesMaster1.xml" Id="R0db7cc2979a244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cfe9b952d4778" /><Relationship Type="http://schemas.openxmlformats.org/officeDocument/2006/relationships/image" Target="/ppt/media/image.jpeg" Id="R61830137130e468f" /><Relationship Type="http://schemas.openxmlformats.org/officeDocument/2006/relationships/image" Target="/ppt/media/image.png" Id="R30e1def279ce4b65" /><Relationship Type="http://schemas.openxmlformats.org/officeDocument/2006/relationships/image" Target="/ppt/media/image2.png" Id="R8d7e31e6e61146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971edee274a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479694f9b44a1" /><Relationship Type="http://schemas.openxmlformats.org/officeDocument/2006/relationships/image" Target="/ppt/media/image3.png" Id="R735cbf79d7404c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66a2746f74969" /><Relationship Type="http://schemas.openxmlformats.org/officeDocument/2006/relationships/image" Target="/ppt/media/image4.png" Id="Rda197e226a6e4b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ce759db7049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2bbe148d646e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98f77e1d14d3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f3eb6bcf347b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58ba5786745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818a5e1314e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051e5a670468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5a44ce4e5d4541" /><Relationship Type="http://schemas.openxmlformats.org/officeDocument/2006/relationships/image" Target="/ppt/media/image5.png" Id="R1a5f93a1b21d45b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744fae418143c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ef0961968414e9f" /><Relationship Type="http://schemas.openxmlformats.org/officeDocument/2006/relationships/image" Target="/ppt/media/image5.png" Id="R4ddeda0edfd641f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087852e83a44b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30137130e468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1def279ce4b6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e31e6e61146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cbf79d7404c6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97e226a6e4be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f93a1b21d45b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eda0edfd641f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9d7decd3114002" /><Relationship Type="http://schemas.openxmlformats.org/officeDocument/2006/relationships/slideLayout" Target="/ppt/slideLayouts/slideLayout1.xml" Id="R1c5b4752170a49e0" /><Relationship Type="http://schemas.openxmlformats.org/officeDocument/2006/relationships/slideLayout" Target="/ppt/slideLayouts/slideLayout2.xml" Id="R291a1bdfd5e84cd8" /><Relationship Type="http://schemas.openxmlformats.org/officeDocument/2006/relationships/slideLayout" Target="/ppt/slideLayouts/slideLayout3.xml" Id="R7d441ae4bca941bc" /><Relationship Type="http://schemas.openxmlformats.org/officeDocument/2006/relationships/slideLayout" Target="/ppt/slideLayouts/slideLayout4.xml" Id="R5de5857a49ea4e3b" /><Relationship Type="http://schemas.openxmlformats.org/officeDocument/2006/relationships/slideLayout" Target="/ppt/slideLayouts/slideLayout5.xml" Id="R998c6993350c431c" /><Relationship Type="http://schemas.openxmlformats.org/officeDocument/2006/relationships/slideLayout" Target="/ppt/slideLayouts/slideLayout6.xml" Id="R0c9a94a01c774cf8" /><Relationship Type="http://schemas.openxmlformats.org/officeDocument/2006/relationships/slideLayout" Target="/ppt/slideLayouts/slideLayout7.xml" Id="Rf9d65c86cf3845f6" /><Relationship Type="http://schemas.openxmlformats.org/officeDocument/2006/relationships/slideLayout" Target="/ppt/slideLayouts/slideLayout8.xml" Id="Rbbb116a6dffc480b" /><Relationship Type="http://schemas.openxmlformats.org/officeDocument/2006/relationships/slideLayout" Target="/ppt/slideLayouts/slideLayout9.xml" Id="Rfc8c03f938d0420e" /><Relationship Type="http://schemas.openxmlformats.org/officeDocument/2006/relationships/slideLayout" Target="/ppt/slideLayouts/slideLayout10.xml" Id="Rf217f0fc563a4993" /><Relationship Type="http://schemas.openxmlformats.org/officeDocument/2006/relationships/slideLayout" Target="/ppt/slideLayouts/slideLayout11.xml" Id="R01f6af6565b644c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4c3d97ac99e4551" /><Relationship Type="http://schemas.openxmlformats.org/officeDocument/2006/relationships/slideLayout" Target="/ppt/slideLayouts/slideLayout12.xml" Id="Re1b197efe2184c15" /><Relationship Type="http://schemas.openxmlformats.org/officeDocument/2006/relationships/slideLayout" Target="/ppt/slideLayouts/slideLayout13.xml" Id="R9a20fd81cccf471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082936483a3498e" /><Relationship Type="http://schemas.openxmlformats.org/officeDocument/2006/relationships/slideLayout" Target="/ppt/slideLayouts/slideLayout14.xml" Id="Rb366e8d851694a89" /><Relationship Type="http://schemas.openxmlformats.org/officeDocument/2006/relationships/slideLayout" Target="/ppt/slideLayouts/slideLayout15.xml" Id="R494400e1da7b42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b4752170a49e0"/>
    <p:sldLayoutId xmlns:r="http://schemas.openxmlformats.org/officeDocument/2006/relationships" id="2147483650" r:id="R291a1bdfd5e84cd8"/>
    <p:sldLayoutId xmlns:r="http://schemas.openxmlformats.org/officeDocument/2006/relationships" id="2147483651" r:id="R7d441ae4bca941bc"/>
    <p:sldLayoutId xmlns:r="http://schemas.openxmlformats.org/officeDocument/2006/relationships" id="2147483652" r:id="R5de5857a49ea4e3b"/>
    <p:sldLayoutId xmlns:r="http://schemas.openxmlformats.org/officeDocument/2006/relationships" id="2147483653" r:id="R998c6993350c431c"/>
    <p:sldLayoutId xmlns:r="http://schemas.openxmlformats.org/officeDocument/2006/relationships" id="2147483654" r:id="R0c9a94a01c774cf8"/>
    <p:sldLayoutId xmlns:r="http://schemas.openxmlformats.org/officeDocument/2006/relationships" id="2147483655" r:id="Rf9d65c86cf3845f6"/>
    <p:sldLayoutId xmlns:r="http://schemas.openxmlformats.org/officeDocument/2006/relationships" id="2147483656" r:id="Rbbb116a6dffc480b"/>
    <p:sldLayoutId xmlns:r="http://schemas.openxmlformats.org/officeDocument/2006/relationships" id="2147483657" r:id="Rfc8c03f938d0420e"/>
    <p:sldLayoutId xmlns:r="http://schemas.openxmlformats.org/officeDocument/2006/relationships" id="2147483658" r:id="Rf217f0fc563a4993"/>
    <p:sldLayoutId xmlns:r="http://schemas.openxmlformats.org/officeDocument/2006/relationships" id="2147483659" r:id="R01f6af6565b644c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1b197efe2184c15"/>
    <p:sldLayoutId xmlns:r="http://schemas.openxmlformats.org/officeDocument/2006/relationships" id="2147483662" r:id="R9a20fd81cccf471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366e8d851694a89"/>
    <p:sldLayoutId xmlns:r="http://schemas.openxmlformats.org/officeDocument/2006/relationships" id="2147483665" r:id="R494400e1da7b420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f4f282b1db4d96" /><Relationship Type="http://schemas.openxmlformats.org/officeDocument/2006/relationships/notesSlide" Target="/ppt/notesSlides/notesSlide1.xml" Id="R8ba2e05be3b54a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8b0b20ab8d454c" /><Relationship Type="http://schemas.openxmlformats.org/officeDocument/2006/relationships/notesSlide" Target="/ppt/notesSlides/notesSlide2.xml" Id="R56f010a2eded47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264fae29fc4c28" /><Relationship Type="http://schemas.openxmlformats.org/officeDocument/2006/relationships/notesSlide" Target="/ppt/notesSlides/notesSlide3.xml" Id="Rb636e212d157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9c8eafd1834482" /><Relationship Type="http://schemas.openxmlformats.org/officeDocument/2006/relationships/notesSlide" Target="/ppt/notesSlides/notesSlide4.xml" Id="R9d89c8ca779d4f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21f00eaf094d7e" /><Relationship Type="http://schemas.openxmlformats.org/officeDocument/2006/relationships/notesSlide" Target="/ppt/notesSlides/notesSlide5.xml" Id="R4ebeae2c82264e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567c845e3347db" /><Relationship Type="http://schemas.openxmlformats.org/officeDocument/2006/relationships/notesSlide" Target="/ppt/notesSlides/notesSlide6.xml" Id="R9afeda2a293147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2026-09-08T07:10:03.0020000Z</dcterms:created>
  <dcterms:modified xsi:type="dcterms:W3CDTF">2026-09-08T07:10:03.0020000Z</dcterms:modified>
</coreProperties>
</file>