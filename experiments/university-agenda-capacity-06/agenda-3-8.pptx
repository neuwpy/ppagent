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d06629ecb64d6b" /><Relationship Type="http://schemas.openxmlformats.org/officeDocument/2006/relationships/extended-properties" Target="/docProps/app.xml" Id="Rb8ade1bbb27544f5" /><Relationship Type="http://schemas.openxmlformats.org/officeDocument/2006/relationships/officeDocument" Target="/ppt/presentation.xml" Id="R984069dac95d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ea0fbe7b14b42"/>
    <p:sldMasterId xmlns:r="http://schemas.openxmlformats.org/officeDocument/2006/relationships" id="2147483660" r:id="R06611e54a04f4b85"/>
    <p:sldMasterId xmlns:r="http://schemas.openxmlformats.org/officeDocument/2006/relationships" id="2147483663" r:id="R29bda265a3c6431a"/>
  </p:sldMasterIdLst>
  <p:notesMasterIdLst>
    <p:notesMasterId xmlns:r="http://schemas.openxmlformats.org/officeDocument/2006/relationships" r:id="R4692fee4fcd243a2"/>
  </p:notesMasterIdLst>
  <p:sldIdLst>
    <p:sldId xmlns:r="http://schemas.openxmlformats.org/officeDocument/2006/relationships" id="256" r:id="Ra3b30427c81e4435"/>
    <p:sldId xmlns:r="http://schemas.openxmlformats.org/officeDocument/2006/relationships" id="257" r:id="R235394623f3a4a46"/>
    <p:sldId xmlns:r="http://schemas.openxmlformats.org/officeDocument/2006/relationships" id="258" r:id="Rd1a7f427b5b341b8"/>
    <p:sldId xmlns:r="http://schemas.openxmlformats.org/officeDocument/2006/relationships" id="259" r:id="R0cad8359a2254fa7"/>
    <p:sldId xmlns:r="http://schemas.openxmlformats.org/officeDocument/2006/relationships" id="260" r:id="R9aa49fdf4be4474b"/>
    <p:sldId xmlns:r="http://schemas.openxmlformats.org/officeDocument/2006/relationships" id="261" r:id="R16adaf73ee3945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d6afab0cd641eb" /><Relationship Type="http://schemas.openxmlformats.org/officeDocument/2006/relationships/slideMaster" Target="/ppt/slideMasters/slideMaster1.xml" Id="Rf9eea0fbe7b14b42" /><Relationship Type="http://schemas.openxmlformats.org/officeDocument/2006/relationships/slideMaster" Target="/ppt/slideMasters/slideMaster2.xml" Id="R06611e54a04f4b85" /><Relationship Type="http://schemas.openxmlformats.org/officeDocument/2006/relationships/slideMaster" Target="/ppt/slideMasters/slideMaster3.xml" Id="R29bda265a3c6431a" /><Relationship Type="http://schemas.openxmlformats.org/officeDocument/2006/relationships/notesMaster" Target="/ppt/notesMasters/notesMaster1.xml" Id="R4692fee4fcd243a2" /><Relationship Type="http://schemas.openxmlformats.org/officeDocument/2006/relationships/presProps" Target="/ppt/presProps.xml" Id="R6dc046d9db1e4230" /><Relationship Type="http://schemas.openxmlformats.org/officeDocument/2006/relationships/viewProps" Target="/ppt/viewProps.xml" Id="R8321a24bf1314dc0" /><Relationship Type="http://schemas.openxmlformats.org/officeDocument/2006/relationships/tableStyles" Target="/ppt/tableStyles.xml" Id="R3e32dcdcf2794291" /><Relationship Type="http://schemas.openxmlformats.org/officeDocument/2006/relationships/slide" Target="/ppt/slides/slide1.xml" Id="Ra3b30427c81e4435" /><Relationship Type="http://schemas.openxmlformats.org/officeDocument/2006/relationships/slide" Target="/ppt/slides/slide2.xml" Id="R235394623f3a4a46" /><Relationship Type="http://schemas.openxmlformats.org/officeDocument/2006/relationships/slide" Target="/ppt/slides/slide3.xml" Id="Rd1a7f427b5b341b8" /><Relationship Type="http://schemas.openxmlformats.org/officeDocument/2006/relationships/slide" Target="/ppt/slides/slide4.xml" Id="R0cad8359a2254fa7" /><Relationship Type="http://schemas.openxmlformats.org/officeDocument/2006/relationships/slide" Target="/ppt/slides/slide5.xml" Id="R9aa49fdf4be4474b" /><Relationship Type="http://schemas.openxmlformats.org/officeDocument/2006/relationships/slide" Target="/ppt/slides/slide6.xml" Id="R16adaf73ee3945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564f96ccbae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a64c82b5d045d1" /><Relationship Type="http://schemas.openxmlformats.org/officeDocument/2006/relationships/notesMaster" Target="/ppt/notesMasters/notesMaster1.xml" Id="Rf39e57067a61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78bc2cf1b431b" /><Relationship Type="http://schemas.openxmlformats.org/officeDocument/2006/relationships/notesMaster" Target="/ppt/notesMasters/notesMaster1.xml" Id="R281f295b1944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0f62c13d04953" /><Relationship Type="http://schemas.openxmlformats.org/officeDocument/2006/relationships/notesMaster" Target="/ppt/notesMasters/notesMaster1.xml" Id="Re38592fcad9245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b92d84e70648e2" /><Relationship Type="http://schemas.openxmlformats.org/officeDocument/2006/relationships/notesMaster" Target="/ppt/notesMasters/notesMaster1.xml" Id="R1d59b8b323384f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29e2730004784" /><Relationship Type="http://schemas.openxmlformats.org/officeDocument/2006/relationships/notesMaster" Target="/ppt/notesMasters/notesMaster1.xml" Id="Ra740ea41bf6b43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ae63720ec3407e" /><Relationship Type="http://schemas.openxmlformats.org/officeDocument/2006/relationships/notesMaster" Target="/ppt/notesMasters/notesMaster1.xml" Id="Re172ab20a748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内容：目录容量演示稿件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内容：目录容量演示稿件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内容：目录容量演示稿件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内容：目录容量演示稿件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内容：目录容量演示稿件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内容：目录容量演示稿件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6d317a53e4998" /><Relationship Type="http://schemas.openxmlformats.org/officeDocument/2006/relationships/image" Target="/ppt/media/image.jpeg" Id="Ra0e1c85d53ac4cbb" /><Relationship Type="http://schemas.openxmlformats.org/officeDocument/2006/relationships/image" Target="/ppt/media/image.png" Id="Re32419ca4d40491e" /><Relationship Type="http://schemas.openxmlformats.org/officeDocument/2006/relationships/image" Target="/ppt/media/image2.png" Id="R6f1c05b8257446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c83d59c5948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f1b8c119c461f" /><Relationship Type="http://schemas.openxmlformats.org/officeDocument/2006/relationships/image" Target="/ppt/media/image3.png" Id="Re810accbc97e40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5c958a09b4c9a" /><Relationship Type="http://schemas.openxmlformats.org/officeDocument/2006/relationships/image" Target="/ppt/media/image4.png" Id="Redbfab5629894a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5106ab56f43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37f058ade45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6e40df0104e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5bd2ad0c8498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98ba6ba5a4a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26df087544d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f9ab879b54da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b15d7197b247dc" /><Relationship Type="http://schemas.openxmlformats.org/officeDocument/2006/relationships/image" Target="/ppt/media/image5.png" Id="R2298a41dcbc243d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dc5617bcb8420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ad4fcd23db34da1" /><Relationship Type="http://schemas.openxmlformats.org/officeDocument/2006/relationships/image" Target="/ppt/media/image5.png" Id="R90be581b54004d3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88192cf9b4c486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1c85d53ac4cb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419ca4d40491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c05b8257446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0accbc97e407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fab5629894a2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8a41dcbc243d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581b54004d3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902039b314f0e" /><Relationship Type="http://schemas.openxmlformats.org/officeDocument/2006/relationships/slideLayout" Target="/ppt/slideLayouts/slideLayout1.xml" Id="R168197ecc3634b4a" /><Relationship Type="http://schemas.openxmlformats.org/officeDocument/2006/relationships/slideLayout" Target="/ppt/slideLayouts/slideLayout2.xml" Id="Rbcea778d132a409d" /><Relationship Type="http://schemas.openxmlformats.org/officeDocument/2006/relationships/slideLayout" Target="/ppt/slideLayouts/slideLayout3.xml" Id="R68f440205ea84163" /><Relationship Type="http://schemas.openxmlformats.org/officeDocument/2006/relationships/slideLayout" Target="/ppt/slideLayouts/slideLayout4.xml" Id="R546d9b32d8834285" /><Relationship Type="http://schemas.openxmlformats.org/officeDocument/2006/relationships/slideLayout" Target="/ppt/slideLayouts/slideLayout5.xml" Id="R504a56f12e5d43b4" /><Relationship Type="http://schemas.openxmlformats.org/officeDocument/2006/relationships/slideLayout" Target="/ppt/slideLayouts/slideLayout6.xml" Id="R4f4a0816622f454c" /><Relationship Type="http://schemas.openxmlformats.org/officeDocument/2006/relationships/slideLayout" Target="/ppt/slideLayouts/slideLayout7.xml" Id="Rd05ab5446f6344f2" /><Relationship Type="http://schemas.openxmlformats.org/officeDocument/2006/relationships/slideLayout" Target="/ppt/slideLayouts/slideLayout8.xml" Id="R58c8ed3d3ac54522" /><Relationship Type="http://schemas.openxmlformats.org/officeDocument/2006/relationships/slideLayout" Target="/ppt/slideLayouts/slideLayout9.xml" Id="R2c3fd555aa9848bb" /><Relationship Type="http://schemas.openxmlformats.org/officeDocument/2006/relationships/slideLayout" Target="/ppt/slideLayouts/slideLayout10.xml" Id="R0e701a41088c4eca" /><Relationship Type="http://schemas.openxmlformats.org/officeDocument/2006/relationships/slideLayout" Target="/ppt/slideLayouts/slideLayout11.xml" Id="Rc21d86b5c5a7447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1f5bc6e14084e08" /><Relationship Type="http://schemas.openxmlformats.org/officeDocument/2006/relationships/slideLayout" Target="/ppt/slideLayouts/slideLayout12.xml" Id="R926987e93574430e" /><Relationship Type="http://schemas.openxmlformats.org/officeDocument/2006/relationships/slideLayout" Target="/ppt/slideLayouts/slideLayout13.xml" Id="Rd8682acc783c472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6cb614714e1475d" /><Relationship Type="http://schemas.openxmlformats.org/officeDocument/2006/relationships/slideLayout" Target="/ppt/slideLayouts/slideLayout14.xml" Id="R90e17178f79542a6" /><Relationship Type="http://schemas.openxmlformats.org/officeDocument/2006/relationships/slideLayout" Target="/ppt/slideLayouts/slideLayout15.xml" Id="R3b4d7c2a5dad4a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8197ecc3634b4a"/>
    <p:sldLayoutId xmlns:r="http://schemas.openxmlformats.org/officeDocument/2006/relationships" id="2147483650" r:id="Rbcea778d132a409d"/>
    <p:sldLayoutId xmlns:r="http://schemas.openxmlformats.org/officeDocument/2006/relationships" id="2147483651" r:id="R68f440205ea84163"/>
    <p:sldLayoutId xmlns:r="http://schemas.openxmlformats.org/officeDocument/2006/relationships" id="2147483652" r:id="R546d9b32d8834285"/>
    <p:sldLayoutId xmlns:r="http://schemas.openxmlformats.org/officeDocument/2006/relationships" id="2147483653" r:id="R504a56f12e5d43b4"/>
    <p:sldLayoutId xmlns:r="http://schemas.openxmlformats.org/officeDocument/2006/relationships" id="2147483654" r:id="R4f4a0816622f454c"/>
    <p:sldLayoutId xmlns:r="http://schemas.openxmlformats.org/officeDocument/2006/relationships" id="2147483655" r:id="Rd05ab5446f6344f2"/>
    <p:sldLayoutId xmlns:r="http://schemas.openxmlformats.org/officeDocument/2006/relationships" id="2147483656" r:id="R58c8ed3d3ac54522"/>
    <p:sldLayoutId xmlns:r="http://schemas.openxmlformats.org/officeDocument/2006/relationships" id="2147483657" r:id="R2c3fd555aa9848bb"/>
    <p:sldLayoutId xmlns:r="http://schemas.openxmlformats.org/officeDocument/2006/relationships" id="2147483658" r:id="R0e701a41088c4eca"/>
    <p:sldLayoutId xmlns:r="http://schemas.openxmlformats.org/officeDocument/2006/relationships" id="2147483659" r:id="Rc21d86b5c5a7447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26987e93574430e"/>
    <p:sldLayoutId xmlns:r="http://schemas.openxmlformats.org/officeDocument/2006/relationships" id="2147483662" r:id="Rd8682acc783c472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0e17178f79542a6"/>
    <p:sldLayoutId xmlns:r="http://schemas.openxmlformats.org/officeDocument/2006/relationships" id="2147483665" r:id="R3b4d7c2a5dad4a6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5238296de1417d" /><Relationship Type="http://schemas.openxmlformats.org/officeDocument/2006/relationships/notesSlide" Target="/ppt/notesSlides/notesSlide1.xml" Id="Rad9ed60d9678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73d286fee24d84" /><Relationship Type="http://schemas.openxmlformats.org/officeDocument/2006/relationships/notesSlide" Target="/ppt/notesSlides/notesSlide2.xml" Id="Rf6921ad44e1c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b5acd283224f00" /><Relationship Type="http://schemas.openxmlformats.org/officeDocument/2006/relationships/notesSlide" Target="/ppt/notesSlides/notesSlide3.xml" Id="R189590994f2f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506e93333e4e1e" /><Relationship Type="http://schemas.openxmlformats.org/officeDocument/2006/relationships/notesSlide" Target="/ppt/notesSlides/notesSlide4.xml" Id="R57e115f444454a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e895763e8d4623" /><Relationship Type="http://schemas.openxmlformats.org/officeDocument/2006/relationships/notesSlide" Target="/ppt/notesSlides/notesSlide5.xml" Id="R0d2312f02a51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9963e714f84051" /><Relationship Type="http://schemas.openxmlformats.org/officeDocument/2006/relationships/notesSlide" Target="/ppt/notesSlides/notesSlide6.xml" Id="R275b99cb5a2f44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50AAF-D4C2-4185-90B6-B82C35F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097BD-5FD5-40CE-842C-708CAF99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B8DC1-81FA-4BB4-B03B-09F067F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217F2-6F0F-4290-969E-65727723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123FB-41C9-44D9-96E6-FC9CF728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9AA66-5385-4002-9A41-08F2A6F4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C8064-42BA-4428-B68F-539272A6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2DB8A-23A1-45B0-B89F-4C42310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06EF9-7210-430B-9DFD-E56B864F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5D530-042D-4765-BB1E-450C6A4F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9F445-6909-4E25-A35E-96B38EDA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987ED-507C-4477-B326-ADC0129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68E0B-EFA5-4E67-9C38-11BD46D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45124-21C8-476C-B995-5FE89186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DCD53-C664-4A41-903E-BC0C15DA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C0A8C-DF98-412E-97A5-E1557620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FDB6F-E6B6-408D-BCC4-096EBD7A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6818C-AB51-4254-BDBB-669F67D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2319338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FFE12-3BBA-4A7D-9B45-03B1F62A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3B26E-C72A-453A-9FC7-7E38643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D8C53-A521-48CC-9B44-473FC7E0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17762-75F0-4B57-859E-1CCA429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FC3B6-95B0-45BA-888E-3372EEA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57E46-1FD6-40C2-9E2A-26E94467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90775"/>
            <a:ext cx="2319338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88A83-8F2F-49B6-BC90-8E5F391F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47662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66356-B20C-44BB-B5D0-43DEE8D7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349567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FAF83-BE8E-42FE-BA58-A90F7D89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0527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9E3E7-8A88-45EB-8775-8A356F3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3F2E0-84A8-484D-A2E1-5766D72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792E4-E7E7-42D0-ABA0-FD91208E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2319338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37888-4DD2-4E87-A70B-C8B3C69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767D2-2175-4B5A-8FD9-8E039C3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9567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CD8CC-3DE3-413A-84FF-CB3DCAE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0527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CDC21-1167-4FF9-82C7-DD11F976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67451A-0FC3-4D05-9D2D-A229E802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B07EF-C2C3-43E4-B3D2-7F45212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390775"/>
            <a:ext cx="2319338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2F2F6-17AD-4B9E-97F2-97F96A8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47662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0777F-546B-492D-A4EA-EE7292F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9567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33373-0E4D-4BE7-899E-1E0EB41A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410527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明确各阶段任务与责任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1D9DE-545E-435B-A0A0-3DE2EAB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ED6CE-F9EB-4C74-9171-EC7F9AC7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EAA0B-8579-4DCF-94F2-B76F0EDF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9EC3E-E0EF-4BDB-9E19-AF28423D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24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EE5D2-9AF6-40D3-A970-2286945E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D1C1A-5DDE-4DED-9F0F-D7C8B26C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C2DE3-0712-4AB8-B8F0-4CD06B27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E3AEC-7C6F-4208-8AAE-9EF819C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ECD12-C681-404F-BE7F-EF61CA0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050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247F4-5045-4E01-B00A-7C8F72D1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24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65063-B6C7-4FC8-B8E4-96B3359C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337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2C0E0-7832-48CA-A56D-04D9B167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CB8A5-7E0F-4C65-8827-FB70B01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59E49-5F98-441E-AF71-E2490CB7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36DD0-5EE2-49D8-9FF1-82BB2BCA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050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1D9FE-4D57-4750-830E-FFAF148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524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E885F-E92A-475B-9027-BC022857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337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7C7AE-010A-4C72-85BB-BFBB8A13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7CE20-D082-4C68-911F-849B801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EFDB3-71F8-4DA4-8854-2D06E36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525EA0-6B05-4233-981D-096EEAC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339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1C93C-2F64-4C0C-9AB9-D31C1C72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435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明确各阶段任务与责任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7F7A3-268A-4E3E-B095-13F34F3C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6B6DAD-83E3-43D7-B577-DA2A704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586ED-23FB-4B4C-8909-36AC4A3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19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CD430-9FF1-4128-B148-3A8E8446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DF915-5EFB-410D-83B9-2FFF9B5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339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资源配置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3A09C9-CAE0-4317-9D4C-53E1720F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435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统筹人员、经费与平台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FC6F5D-4DD2-4861-A371-7345034E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E845F-BACB-491B-9985-0F9FD3D3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42FE3-F287-404D-A671-A9B0301B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A7053-5B95-42F0-AF78-7178DE0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24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5407B-86EF-44FD-B022-B07C5C8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A4B8A-9902-48E0-A445-86657FC2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01CC1-7CE2-4BE0-AF12-203F045B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542F0-565D-4130-8930-11E6A6A0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9B634-F280-4360-A06F-DCB9335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050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A67CD-6F04-48E0-9756-36892ACE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24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5F992-609F-44F1-82F5-0C80188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337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24FFF-2415-42A8-A42B-932C6251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8EDA8-905F-453D-8356-553DA56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B16B7-667F-44A0-9228-ADDB04F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639D0-4452-454B-A0F1-CC4E3D3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050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40371-3CE8-4E9C-8F5C-AA6BFD6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5241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F407E-AC22-4F7A-A178-774790B1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337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6F392-1AB9-4955-982E-D9E529A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535BF-06F4-4486-B4E3-8232EDCF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E17BD-FE46-41D1-9475-7EDDD9B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022B8-D6D4-4041-A85C-DAC5EBB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339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0E9B3-F5E3-40B4-AF53-332E2332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435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明确各阶段任务与责任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82828-B771-4218-9183-8A382748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AA945-9FEB-4A22-86B9-42F706A3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615BE-21A3-41A1-B2E9-883F2C77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19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66CE3F-005D-429A-B4E6-160023B5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148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01F7FE-DF47-4B8B-95EE-AC2AA601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339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资源配置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784E5D-D690-4473-9FDE-20A882A2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435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统筹人员、经费与平台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616CB5-357E-4A1E-89BD-8218453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1CAB9F-C842-4A60-9F70-FF5F3411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F3C392-7635-4FCC-8571-B38D0A84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195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C14B57-1831-4DF3-93F3-07BCFBC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1487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D0543-D908-41E4-B8B8-5BF9BD5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73392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F6B7BF-93D2-4299-8C21-C5CF6792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435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建立过程与结果评价指标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99772E-FE75-4DAB-B618-66D0DB75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30DEE-8CC1-41E5-90BF-86E5A753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9ED38-1F24-4A40-8BD2-9384496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4AF3E-A608-4D65-9610-3D135090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5D215-12AA-4B70-B655-9847AAC0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A1241-5243-4C51-B2D3-59E59AC7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BF09F-2228-4A27-AE87-03B3CB11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13CA8-F5E7-4526-ACE4-7BB35747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EC038-A5A2-4EE9-A4CC-B396501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278E2-AC7D-45E7-BB45-E9CB2558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0F9D9-4E65-4166-B0A7-33CC3DFA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4AB96-EE9E-479E-9008-4BCE7EA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5D8D7-C0E3-4A20-AC01-F8208391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8D9F2-DA73-4AB1-BA40-8506CF8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6113C-26EC-4690-9F8F-9620E8B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D2722-D0E0-4ADC-986B-D2FBA2B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2EF00-D2A8-4C00-9F6D-CE9AB10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878E7-2A29-4080-A466-C0804E56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44B32-C96E-4320-A92D-7BFD7939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3172E-A5FD-4699-B35B-9D2C4E2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0E7EBD-EAF7-48FA-AEC4-6A569F3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E9331-77CB-4567-BB61-898FEBE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5C94A4-88BF-4D68-98D7-55B63266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明确各阶段任务与责任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B304F-84BE-4D78-90AA-BF3B7FA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5F692-3D11-48BB-9F31-C3F12DB0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D3BAE6-AFDD-4E09-9221-7B179E98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6B4D52-4165-44A4-9D11-5C8624B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资源配置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9C735-B60C-4D41-A2D4-CF6E93C7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统筹人员、经费与平台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F7DCEE-D248-4D6A-A727-DCDA518D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BEA85F-52E5-462D-889E-8734250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BE7072-5DD3-4C3A-B475-C80901DB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472270-99D2-4495-A0E6-110BA80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D41656-07EF-43EE-B1C0-A457D2A8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958F0F-C9E6-4C33-9AF7-01EFB264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建立过程与结果评价指标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48A26-4987-48AD-9642-F86C315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8FAE8B-3CCC-4F47-AB47-907E251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F43CDE-41B2-4018-92A6-9F73BC58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8D8925-BE59-4338-AAA3-171E813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E4BF18-51B6-4912-987C-D2E2D04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风险管理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0026E2-502B-4FC1-977B-311A7DDD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识别关键风险并制定预案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3A071B-5943-49A5-AA27-F960E1E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16665-DD8E-4EA4-93F1-49FDA3D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D92ED-58B0-43CE-B957-2397609E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6F6DD-3241-4AA9-AA8A-28761C4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64A21-112C-4100-A599-92DAB00C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043A0-8D8C-4593-BACE-36D7E9F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5FAAE-40D5-4AC0-A58B-2D84AE05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6E055-8731-4E00-9978-C79B77A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F14D2-1D4A-4066-B701-A73ABAA6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58D5F-C000-47FA-8861-9FDAB1CB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661F3-0AC7-4B09-BCE5-5E95456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06969-5419-4317-8370-BAE4B3B9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7B77F-53B4-47C5-BC44-505417B7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E13C6-8343-42E7-ACCA-AFA1C983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973CD-7AF6-4CBF-8367-496EBC86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C5E89-4704-4E77-8E43-AD7D7D1C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A0881-43FD-470F-9E17-0A743E9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2CCD5-91A0-4A3C-BA72-A4001F0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3BA115-F697-42C2-B916-5CD75A18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0383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83B751-1494-47AF-A389-9856887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8097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A27CC-00FB-4069-B2C3-54BE1C38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5050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661D52-FB4B-448A-ADC9-0B65F40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241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790B3C-A539-4E36-BE23-FB12301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31337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明确各阶段任务与责任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A5179-B741-4CAF-A0F9-E84E1429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8AF4D-A8E5-4913-86A6-8FDB7A00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1BB5A-29C8-4E84-BB02-F89BA4C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1B30C-1EDB-49D9-8899-14F74135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资源配置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EA28F9-627F-4B2A-A313-3A3CB946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统筹人员、经费与平台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8EF435-212E-48C9-B8D9-DB40F703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4143A3-886C-4D96-B079-3A0A03DE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6AEC70-616E-4B92-A127-2E669F38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EAF0F9-7FB3-4F25-B4CB-D8D4DE31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37C02A-5179-4BD5-BC31-610D23E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816D40-EE74-4D63-A914-861C55A5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建立过程与结果评价指标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21A7C7-2B94-4B37-8333-E41C3EA2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10FEC0-6A42-4C37-AF58-E6705221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0F8C17-BC3C-45F0-A920-92E5693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E3DCD8-62BE-4090-8DC8-FF0725F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15ECF7-D157-42CE-B14B-3651C8BA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风险管理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1C173D-9709-4224-9742-1C6B144B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识别关键风险并制定预案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D8A57A-ABBF-4B6D-A61D-28C369F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C68524-D2A2-4042-B587-D9675C6C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42481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2143A4-34BC-4FA3-BB97-1A4AE62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4019550"/>
            <a:ext cx="23193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485D57-352C-4C1B-84C4-06FAB0F6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4714875"/>
            <a:ext cx="2319338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6960DA-A738-4C95-9652-A34B5DF3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4733925"/>
            <a:ext cx="20145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下一步计划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808BD8-3C1E-4C90-8ABF-D603A79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5343525"/>
            <a:ext cx="230028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安排后续行动与交付节点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955F49-365C-4130-992C-2F25FD7D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5848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2026-09-08T07:10:03.6880000Z</dcterms:created>
  <dcterms:modified xsi:type="dcterms:W3CDTF">2026-09-08T07:10:03.6880000Z</dcterms:modified>
</coreProperties>
</file>