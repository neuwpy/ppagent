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6bf704606944e3" /><Relationship Type="http://schemas.openxmlformats.org/officeDocument/2006/relationships/extended-properties" Target="/docProps/app.xml" Id="R32f52cab3fde4d6c" /><Relationship Type="http://schemas.openxmlformats.org/officeDocument/2006/relationships/officeDocument" Target="/ppt/presentation.xml" Id="R72c179773e81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c13ea644243d0"/>
    <p:sldMasterId xmlns:r="http://schemas.openxmlformats.org/officeDocument/2006/relationships" id="2147483660" r:id="R2ea02f0e7da64062"/>
    <p:sldMasterId xmlns:r="http://schemas.openxmlformats.org/officeDocument/2006/relationships" id="2147483663" r:id="Rc2abc15ab4d14d73"/>
  </p:sldMasterIdLst>
  <p:notesMasterIdLst>
    <p:notesMasterId xmlns:r="http://schemas.openxmlformats.org/officeDocument/2006/relationships" r:id="R24c4c1e3160941f6"/>
  </p:notesMasterIdLst>
  <p:sldIdLst>
    <p:sldId xmlns:r="http://schemas.openxmlformats.org/officeDocument/2006/relationships" id="256" r:id="R6af17e684cf1486a"/>
    <p:sldId xmlns:r="http://schemas.openxmlformats.org/officeDocument/2006/relationships" id="257" r:id="Ra359e0a88b104c62"/>
    <p:sldId xmlns:r="http://schemas.openxmlformats.org/officeDocument/2006/relationships" id="258" r:id="R22e9c44dcda44705"/>
    <p:sldId xmlns:r="http://schemas.openxmlformats.org/officeDocument/2006/relationships" id="259" r:id="R33d80fc82faa4f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0ba0248634d4c" /><Relationship Type="http://schemas.openxmlformats.org/officeDocument/2006/relationships/slideMaster" Target="/ppt/slideMasters/slideMaster1.xml" Id="Rf15c13ea644243d0" /><Relationship Type="http://schemas.openxmlformats.org/officeDocument/2006/relationships/slideMaster" Target="/ppt/slideMasters/slideMaster2.xml" Id="R2ea02f0e7da64062" /><Relationship Type="http://schemas.openxmlformats.org/officeDocument/2006/relationships/slideMaster" Target="/ppt/slideMasters/slideMaster3.xml" Id="Rc2abc15ab4d14d73" /><Relationship Type="http://schemas.openxmlformats.org/officeDocument/2006/relationships/notesMaster" Target="/ppt/notesMasters/notesMaster1.xml" Id="R24c4c1e3160941f6" /><Relationship Type="http://schemas.openxmlformats.org/officeDocument/2006/relationships/presProps" Target="/ppt/presProps.xml" Id="Re9d2404ba9484a82" /><Relationship Type="http://schemas.openxmlformats.org/officeDocument/2006/relationships/viewProps" Target="/ppt/viewProps.xml" Id="R20f86fb756be48ea" /><Relationship Type="http://schemas.openxmlformats.org/officeDocument/2006/relationships/tableStyles" Target="/ppt/tableStyles.xml" Id="Rfac68f9e0aeb4526" /><Relationship Type="http://schemas.openxmlformats.org/officeDocument/2006/relationships/slide" Target="/ppt/slides/slide1.xml" Id="R6af17e684cf1486a" /><Relationship Type="http://schemas.openxmlformats.org/officeDocument/2006/relationships/slide" Target="/ppt/slides/slide2.xml" Id="Ra359e0a88b104c62" /><Relationship Type="http://schemas.openxmlformats.org/officeDocument/2006/relationships/slide" Target="/ppt/slides/slide3.xml" Id="R22e9c44dcda44705" /><Relationship Type="http://schemas.openxmlformats.org/officeDocument/2006/relationships/slide" Target="/ppt/slides/slide4.xml" Id="R33d80fc82faa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894ea55b242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6d16b50694a6d" /><Relationship Type="http://schemas.openxmlformats.org/officeDocument/2006/relationships/notesMaster" Target="/ppt/notesMasters/notesMaster1.xml" Id="Rbb39f55ff35a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df6ce48ef4dc3" /><Relationship Type="http://schemas.openxmlformats.org/officeDocument/2006/relationships/notesMaster" Target="/ppt/notesMasters/notesMaster1.xml" Id="Re0da9ae96cdf4e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7b0cff0ade4e77" /><Relationship Type="http://schemas.openxmlformats.org/officeDocument/2006/relationships/notesMaster" Target="/ppt/notesMasters/notesMaster1.xml" Id="Re574d7fad891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2ca9ef26d542b9" /><Relationship Type="http://schemas.openxmlformats.org/officeDocument/2006/relationships/notesMaster" Target="/ppt/notesMasters/notesMaster1.xml" Id="Rc796b3bc5d97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904dbc1584e14" /><Relationship Type="http://schemas.openxmlformats.org/officeDocument/2006/relationships/image" Target="/ppt/media/image.jpeg" Id="Ra99a3bdbde4a4294" /><Relationship Type="http://schemas.openxmlformats.org/officeDocument/2006/relationships/image" Target="/ppt/media/image.png" Id="R6e2c3f846fbf40f5" /><Relationship Type="http://schemas.openxmlformats.org/officeDocument/2006/relationships/image" Target="/ppt/media/image2.png" Id="Rb89eba5b5ca942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48b2f64e249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b89a33d674aa2" /><Relationship Type="http://schemas.openxmlformats.org/officeDocument/2006/relationships/image" Target="/ppt/media/image3.png" Id="Ra56feb2e35504f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2679dc8c448a1" /><Relationship Type="http://schemas.openxmlformats.org/officeDocument/2006/relationships/image" Target="/ppt/media/image4.png" Id="R12a06f3d83a344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9c11fbe9641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18cba39c44b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b61eed1bb4d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6dd32312d4a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8e4269a4f47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3f63fcf3e480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55dd464b94d9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73d2f5926c4d23" /><Relationship Type="http://schemas.openxmlformats.org/officeDocument/2006/relationships/image" Target="/ppt/media/image5.png" Id="Ree4049e5573b4fe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f007d435b8464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89570913bd4152" /><Relationship Type="http://schemas.openxmlformats.org/officeDocument/2006/relationships/image" Target="/ppt/media/image5.png" Id="R316afe2a7422437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c3850eb126b414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3bdbde4a429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c3f846fbf40f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eba5b5ca9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feb2e35504f5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06f3d83a3441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049e5573b4fe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afe2a7422437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af8f9e1724437" /><Relationship Type="http://schemas.openxmlformats.org/officeDocument/2006/relationships/slideLayout" Target="/ppt/slideLayouts/slideLayout1.xml" Id="R8f8e283718e4437b" /><Relationship Type="http://schemas.openxmlformats.org/officeDocument/2006/relationships/slideLayout" Target="/ppt/slideLayouts/slideLayout2.xml" Id="Rc93dc12344ac4ef7" /><Relationship Type="http://schemas.openxmlformats.org/officeDocument/2006/relationships/slideLayout" Target="/ppt/slideLayouts/slideLayout3.xml" Id="R66d2ae5773914dbd" /><Relationship Type="http://schemas.openxmlformats.org/officeDocument/2006/relationships/slideLayout" Target="/ppt/slideLayouts/slideLayout4.xml" Id="R1ad452fc341c4c9d" /><Relationship Type="http://schemas.openxmlformats.org/officeDocument/2006/relationships/slideLayout" Target="/ppt/slideLayouts/slideLayout5.xml" Id="R8ffd79f599c04194" /><Relationship Type="http://schemas.openxmlformats.org/officeDocument/2006/relationships/slideLayout" Target="/ppt/slideLayouts/slideLayout6.xml" Id="Ra42393a3a525413e" /><Relationship Type="http://schemas.openxmlformats.org/officeDocument/2006/relationships/slideLayout" Target="/ppt/slideLayouts/slideLayout7.xml" Id="R1bbca64ff410465c" /><Relationship Type="http://schemas.openxmlformats.org/officeDocument/2006/relationships/slideLayout" Target="/ppt/slideLayouts/slideLayout8.xml" Id="R3f1c1c33b29749d6" /><Relationship Type="http://schemas.openxmlformats.org/officeDocument/2006/relationships/slideLayout" Target="/ppt/slideLayouts/slideLayout9.xml" Id="Ra4948bea20a14276" /><Relationship Type="http://schemas.openxmlformats.org/officeDocument/2006/relationships/slideLayout" Target="/ppt/slideLayouts/slideLayout10.xml" Id="R30ef46c42b544028" /><Relationship Type="http://schemas.openxmlformats.org/officeDocument/2006/relationships/slideLayout" Target="/ppt/slideLayouts/slideLayout11.xml" Id="R3100635943d5462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36e246df0fd496a" /><Relationship Type="http://schemas.openxmlformats.org/officeDocument/2006/relationships/slideLayout" Target="/ppt/slideLayouts/slideLayout12.xml" Id="Rc101b7e7c22a44f6" /><Relationship Type="http://schemas.openxmlformats.org/officeDocument/2006/relationships/slideLayout" Target="/ppt/slideLayouts/slideLayout13.xml" Id="Re2beb5f459ed4b8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b950ec4bb8043ec" /><Relationship Type="http://schemas.openxmlformats.org/officeDocument/2006/relationships/slideLayout" Target="/ppt/slideLayouts/slideLayout14.xml" Id="Rcab98f453ce94576" /><Relationship Type="http://schemas.openxmlformats.org/officeDocument/2006/relationships/slideLayout" Target="/ppt/slideLayouts/slideLayout15.xml" Id="R755cef1c08c949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e283718e4437b"/>
    <p:sldLayoutId xmlns:r="http://schemas.openxmlformats.org/officeDocument/2006/relationships" id="2147483650" r:id="Rc93dc12344ac4ef7"/>
    <p:sldLayoutId xmlns:r="http://schemas.openxmlformats.org/officeDocument/2006/relationships" id="2147483651" r:id="R66d2ae5773914dbd"/>
    <p:sldLayoutId xmlns:r="http://schemas.openxmlformats.org/officeDocument/2006/relationships" id="2147483652" r:id="R1ad452fc341c4c9d"/>
    <p:sldLayoutId xmlns:r="http://schemas.openxmlformats.org/officeDocument/2006/relationships" id="2147483653" r:id="R8ffd79f599c04194"/>
    <p:sldLayoutId xmlns:r="http://schemas.openxmlformats.org/officeDocument/2006/relationships" id="2147483654" r:id="Ra42393a3a525413e"/>
    <p:sldLayoutId xmlns:r="http://schemas.openxmlformats.org/officeDocument/2006/relationships" id="2147483655" r:id="R1bbca64ff410465c"/>
    <p:sldLayoutId xmlns:r="http://schemas.openxmlformats.org/officeDocument/2006/relationships" id="2147483656" r:id="R3f1c1c33b29749d6"/>
    <p:sldLayoutId xmlns:r="http://schemas.openxmlformats.org/officeDocument/2006/relationships" id="2147483657" r:id="Ra4948bea20a14276"/>
    <p:sldLayoutId xmlns:r="http://schemas.openxmlformats.org/officeDocument/2006/relationships" id="2147483658" r:id="R30ef46c42b544028"/>
    <p:sldLayoutId xmlns:r="http://schemas.openxmlformats.org/officeDocument/2006/relationships" id="2147483659" r:id="R3100635943d5462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101b7e7c22a44f6"/>
    <p:sldLayoutId xmlns:r="http://schemas.openxmlformats.org/officeDocument/2006/relationships" id="2147483662" r:id="Re2beb5f459ed4b82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ab98f453ce94576"/>
    <p:sldLayoutId xmlns:r="http://schemas.openxmlformats.org/officeDocument/2006/relationships" id="2147483665" r:id="R755cef1c08c949e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f84f3602b043c9" /><Relationship Type="http://schemas.openxmlformats.org/officeDocument/2006/relationships/image" Target="/ppt/media/image6.png" Id="Rf07feb53f59e47fd" /><Relationship Type="http://schemas.openxmlformats.org/officeDocument/2006/relationships/notesSlide" Target="/ppt/notesSlides/notesSlide1.xml" Id="R16a12c6e590f4d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9d1f1945e74362" /><Relationship Type="http://schemas.openxmlformats.org/officeDocument/2006/relationships/image" Target="/ppt/media/image6.png" Id="R1c8bb0a57afe4d8e" /><Relationship Type="http://schemas.openxmlformats.org/officeDocument/2006/relationships/notesSlide" Target="/ppt/notesSlides/notesSlide2.xml" Id="Rc1d66af48aa843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cd82109a124953" /><Relationship Type="http://schemas.openxmlformats.org/officeDocument/2006/relationships/image" Target="/ppt/media/image6.png" Id="Rf050ee00ca724d87" /><Relationship Type="http://schemas.openxmlformats.org/officeDocument/2006/relationships/notesSlide" Target="/ppt/notesSlides/notesSlide3.xml" Id="Rb97f26d94f5943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39299da7854784" /><Relationship Type="http://schemas.openxmlformats.org/officeDocument/2006/relationships/image" Target="/ppt/media/image6.png" Id="R88abe7be6bad4957" /><Relationship Type="http://schemas.openxmlformats.org/officeDocument/2006/relationships/notesSlide" Target="/ppt/notesSlides/notesSlide4.xml" Id="R563cc3c10de341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feb53f59e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bb0a57afe4d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0ee00ca72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be7be6bad49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2026-09-08T23:20:11.1840000Z</dcterms:created>
  <dcterms:modified xsi:type="dcterms:W3CDTF">2026-09-08T23:20:11.1840000Z</dcterms:modified>
</coreProperties>
</file>