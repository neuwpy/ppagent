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a433591e3840ca" /><Relationship Type="http://schemas.openxmlformats.org/officeDocument/2006/relationships/extended-properties" Target="/docProps/app.xml" Id="Rba280ed2c3a44e53" /><Relationship Type="http://schemas.openxmlformats.org/officeDocument/2006/relationships/officeDocument" Target="/ppt/presentation.xml" Id="Rbfa088ebb674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ac9a17bdd4ec6"/>
  </p:sldMasterIdLst>
  <p:notesMasterIdLst>
    <p:notesMasterId xmlns:r="http://schemas.openxmlformats.org/officeDocument/2006/relationships" r:id="R65984da981304cca"/>
  </p:notesMasterIdLst>
  <p:sldIdLst>
    <p:sldId xmlns:r="http://schemas.openxmlformats.org/officeDocument/2006/relationships" id="256" r:id="R845fb35d425a4d77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55442fb9a4abb" /><Relationship Type="http://schemas.openxmlformats.org/officeDocument/2006/relationships/slideMaster" Target="/ppt/slideMasters/slideMaster1.xml" Id="R1feac9a17bdd4ec6" /><Relationship Type="http://schemas.openxmlformats.org/officeDocument/2006/relationships/notesMaster" Target="/ppt/notesMasters/notesMaster1.xml" Id="R65984da981304cca" /><Relationship Type="http://schemas.openxmlformats.org/officeDocument/2006/relationships/presProps" Target="/ppt/presProps.xml" Id="R16d9ad338b5647ff" /><Relationship Type="http://schemas.openxmlformats.org/officeDocument/2006/relationships/tableStyles" Target="/ppt/tableStyles.xml" Id="R84f3abf15a764dd3" /><Relationship Type="http://schemas.openxmlformats.org/officeDocument/2006/relationships/slide" Target="/ppt/slides/slide1.xml" Id="R845fb35d425a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121103d6ad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64492d956140f0" /><Relationship Type="http://schemas.openxmlformats.org/officeDocument/2006/relationships/notesMaster" Target="/ppt/notesMasters/notesMaster1.xml" Id="Rfd6de1e7efca4b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0063d33244b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2bec8922648c8" /><Relationship Type="http://schemas.openxmlformats.org/officeDocument/2006/relationships/slideLayout" Target="/ppt/slideLayouts/slideLayout1.xml" Id="Rd78f67f8d0994a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8f67f8d0994a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fe637b5ee4321" /><Relationship Type="http://schemas.openxmlformats.org/officeDocument/2006/relationships/notesSlide" Target="/ppt/notesSlides/notesSlide1.xml" Id="R76152087023948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81AD4-501D-42CF-B6D0-DA05517C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个人草稿放本机，团队定稿放共享目录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EF6F6D49-57F2-4AD5-898A-4C9A1916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53435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24E51-0985-42F2-A72A-F09878A6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保存在哪里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A89C0EFC-3204-406A-B5C0-02D50A43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0387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1:section-1">
            <a:extLst xmlns:a="http://schemas.openxmlformats.org/drawingml/2006/main">
              <a:ext uri="{FF2B5EF4-FFF2-40B4-BE49-F238E27FC236}">
                <a16:creationId xmlns:a16="http://schemas.microsoft.com/office/drawing/2014/main" id="{AABCF55E-223D-447F-B905-4C840775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50387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36AB0-5A90-4A6A-A55F-89B47B1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3613"/>
            <a:ext cx="48863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个人草稿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55F30-BBBD-4916-B39D-81C3B21D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605"/>
            <a:ext cx="48863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保存在本机。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ACC19-C49B-4648-9EB0-24DC2D70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0538"/>
            <a:ext cx="48863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团队定稿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F105E-7344-4AC2-9553-A3BDD2A0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1530"/>
            <a:ext cx="48863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保存在共享目录。</a:t>
            </a:r>
          </a:p>
        </p:txBody>
      </p:sp>
      <p:sp>
        <p:nvSpPr>
          <p:cNvPr id="10" name="region:g2">
            <a:extLst xmlns:a="http://schemas.openxmlformats.org/drawingml/2006/main">
              <a:ext uri="{FF2B5EF4-FFF2-40B4-BE49-F238E27FC236}">
                <a16:creationId xmlns:a16="http://schemas.microsoft.com/office/drawing/2014/main" id="{997A004D-4812-4C5C-A1D6-12741B18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47750"/>
            <a:ext cx="2671763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73D6E-F0D9-435C-9C65-A7A3B3C9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162050"/>
            <a:ext cx="23669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打开条件</a:t>
            </a:r>
          </a:p>
        </p:txBody>
      </p:sp>
      <p:sp>
        <p:nvSpPr>
          <p:cNvPr id="12" name="block:g2:section-0">
            <a:extLst xmlns:a="http://schemas.openxmlformats.org/drawingml/2006/main">
              <a:ext uri="{FF2B5EF4-FFF2-40B4-BE49-F238E27FC236}">
                <a16:creationId xmlns:a16="http://schemas.microsoft.com/office/drawing/2014/main" id="{DF4489A4-3EE7-4952-BE3F-310C0301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562100"/>
            <a:ext cx="2366963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5A5D6-D839-4691-8A48-F9AE0A4D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43250"/>
            <a:ext cx="2214563" cy="848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共享目录需要网络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连接，本机草稿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可以离线打开。</a:t>
            </a:r>
          </a:p>
        </p:txBody>
      </p:sp>
      <p:sp>
        <p:nvSpPr>
          <p:cNvPr id="14" name="region:g3">
            <a:extLst xmlns:a="http://schemas.openxmlformats.org/drawingml/2006/main">
              <a:ext uri="{FF2B5EF4-FFF2-40B4-BE49-F238E27FC236}">
                <a16:creationId xmlns:a16="http://schemas.microsoft.com/office/drawing/2014/main" id="{1FAB48E0-66C3-4F89-8147-574C4408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1047750"/>
            <a:ext cx="2671763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BFA8B-8805-4865-B45D-DD65E971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162050"/>
            <a:ext cx="23669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命名要求</a:t>
            </a:r>
          </a:p>
        </p:txBody>
      </p:sp>
      <p:sp>
        <p:nvSpPr>
          <p:cNvPr id="16" name="block:g3:section-0">
            <a:extLst xmlns:a="http://schemas.openxmlformats.org/drawingml/2006/main">
              <a:ext uri="{FF2B5EF4-FFF2-40B4-BE49-F238E27FC236}">
                <a16:creationId xmlns:a16="http://schemas.microsoft.com/office/drawing/2014/main" id="{8581F2AE-34F7-4EDF-A509-B20C5F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562100"/>
            <a:ext cx="2366963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61870-30CD-4B4A-965E-C7114ECF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286125"/>
            <a:ext cx="2214563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两处都应使用能够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辨认内容的文件名。</a:t>
            </a:r>
          </a:p>
        </p:txBody>
      </p:sp>
    </p:spTree>
    <p:extLst>
      <p:ext uri="{BB962C8B-B14F-4D97-AF65-F5344CB8AC3E}">
        <p14:creationId xmlns:p14="http://schemas.microsoft.com/office/powerpoint/2010/main" val="1602436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2026-09-17T00:25:05.6150000Z</dcterms:created>
  <dcterms:modified xsi:type="dcterms:W3CDTF">2026-09-17T00:25:05.6150000Z</dcterms:modified>
</coreProperties>
</file>