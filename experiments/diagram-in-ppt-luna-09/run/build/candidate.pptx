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d2635d9ac04005" /><Relationship Type="http://schemas.openxmlformats.org/officeDocument/2006/relationships/extended-properties" Target="/docProps/app.xml" Id="Rb93e54162a5842cf" /><Relationship Type="http://schemas.openxmlformats.org/officeDocument/2006/relationships/officeDocument" Target="/ppt/presentation.xml" Id="R03db00c2462641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2b429cc4a24787"/>
  </p:sldMasterIdLst>
  <p:notesMasterIdLst>
    <p:notesMasterId xmlns:r="http://schemas.openxmlformats.org/officeDocument/2006/relationships" r:id="R1ee28577bffc4600"/>
  </p:notesMasterIdLst>
  <p:sldIdLst>
    <p:sldId xmlns:r="http://schemas.openxmlformats.org/officeDocument/2006/relationships" id="256" r:id="R63db7294bdb14383"/>
    <p:sldId xmlns:r="http://schemas.openxmlformats.org/officeDocument/2006/relationships" id="257" r:id="R73f557893be94ea9"/>
    <p:sldId xmlns:r="http://schemas.openxmlformats.org/officeDocument/2006/relationships" id="258" r:id="R80b0bde85cd1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37828c9b5447b" /><Relationship Type="http://schemas.openxmlformats.org/officeDocument/2006/relationships/slideMaster" Target="/ppt/slideMasters/slideMaster1.xml" Id="Rfa2b429cc4a24787" /><Relationship Type="http://schemas.openxmlformats.org/officeDocument/2006/relationships/notesMaster" Target="/ppt/notesMasters/notesMaster1.xml" Id="R1ee28577bffc4600" /><Relationship Type="http://schemas.openxmlformats.org/officeDocument/2006/relationships/presProps" Target="/ppt/presProps.xml" Id="R9bc3769ed9b94409" /><Relationship Type="http://schemas.openxmlformats.org/officeDocument/2006/relationships/tableStyles" Target="/ppt/tableStyles.xml" Id="Rb1e4cda93182453f" /><Relationship Type="http://schemas.openxmlformats.org/officeDocument/2006/relationships/slide" Target="/ppt/slides/slide1.xml" Id="R63db7294bdb14383" /><Relationship Type="http://schemas.openxmlformats.org/officeDocument/2006/relationships/slide" Target="/ppt/slides/slide2.xml" Id="R73f557893be94ea9" /><Relationship Type="http://schemas.openxmlformats.org/officeDocument/2006/relationships/slide" Target="/ppt/slides/slide3.xml" Id="R80b0bde85cd1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f8bfc72898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c7948d54ac4026" /><Relationship Type="http://schemas.openxmlformats.org/officeDocument/2006/relationships/notesMaster" Target="/ppt/notesMasters/notesMaster1.xml" Id="Rbd2e1b8a40ec4a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46e1940ac24ca7" /><Relationship Type="http://schemas.openxmlformats.org/officeDocument/2006/relationships/notesMaster" Target="/ppt/notesMasters/notesMaster1.xml" Id="Rd72cdcbd51b047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5fad468ceb4a20" /><Relationship Type="http://schemas.openxmlformats.org/officeDocument/2006/relationships/notesMaster" Target="/ppt/notesMasters/notesMaster1.xml" Id="R0c5cb2f2b8494a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来源：experiments/diagram-in-ppt-luna-09/manuscript.md。页面关系：申请人、平台、管理员、设备负责人之间的消息方向与反馈状态。项目结构检索后，按第二顺位调用Archify sequence，实际候选为run/archify-candidate.json，validate与deliver均通过9/9 showcase检查，输出中间图run/archify-sequence-v2.html。nativeEditablePptx=true。构建脚本实际读取Archify的participants/messages（ID、from/to、label、note、y、variant），再按当前Skin的角色泳道坐标重建为原生连接和文字，模式标记为adapted-native。消息ID到PPT对象映射：submit→message-line-submit/message-label-submit；received→message-line-received/message-label-received；handoff→message-line-handoff/message-label-handoff；ask→message-line-ask/message-label-ask；reply→message-line-reply/message-label-reply；confirm→message-line-confirm/message-label-confirm；confirmed→message-line-confirmed/message-label-confirmed。Archify intermediate仍是流程语义证据，不声称存在通用转换器。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hub-directed-outcomes-002，检索记录与适配理由见structure-invocations.ndjson。上游节点/关系到PPT对象映射：hub-center*对应可追溯预约记录；hub-node-0/1/2对应申请记录、材料核对、时段记录；hub-connection-*为三类资料向中心汇入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parallel-equal-cards-001，三个观察点同级并列；“保留纸面或人工沟通渠道”是贯穿试点边界，未被编造成顺序节点。上游节点到PPT对象映射：parallel-item-0/1/2及其标题和正文对应区分状态、找到记录、明确询问，三个项目共用并列关系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e29e4e6ba4d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214e25825f4d8f" /><Relationship Type="http://schemas.openxmlformats.org/officeDocument/2006/relationships/slideLayout" Target="/ppt/slideLayouts/slideLayout1.xml" Id="Rd50b18ee962941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0b18ee9629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f88f6b13f49e0" /><Relationship Type="http://schemas.openxmlformats.org/officeDocument/2006/relationships/notesSlide" Target="/ppt/notesSlides/notesSlide1.xml" Id="R9080f497bb5440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d9717b2ac4fd9" /><Relationship Type="http://schemas.openxmlformats.org/officeDocument/2006/relationships/notesSlide" Target="/ppt/notesSlides/notesSlide2.xml" Id="R960761b04d2347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9c71618dd44d9" /><Relationship Type="http://schemas.openxmlformats.org/officeDocument/2006/relationships/image" Target="/ppt/media/image.png" Id="R3e45cee263dd4170" /><Relationship Type="http://schemas.openxmlformats.org/officeDocument/2006/relationships/image" Target="/ppt/media/image.svg" Id="Rf801fffeb90f4096" /><Relationship Type="http://schemas.openxmlformats.org/officeDocument/2006/relationships/image" Target="/ppt/media/image2.png" Id="R3c1e39f2f2ff4128" /><Relationship Type="http://schemas.openxmlformats.org/officeDocument/2006/relationships/image" Target="/ppt/media/image2.svg" Id="R9f425e29eeff4f39" /><Relationship Type="http://schemas.openxmlformats.org/officeDocument/2006/relationships/image" Target="/ppt/media/image3.png" Id="R94cf56d23418413a" /><Relationship Type="http://schemas.openxmlformats.org/officeDocument/2006/relationships/image" Target="/ppt/media/image3.svg" Id="R9ca5b06a4f844a43" /><Relationship Type="http://schemas.openxmlformats.org/officeDocument/2006/relationships/notesSlide" Target="/ppt/notesSlides/notesSlide3.xml" Id="R5e8fb09ea86642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B81B5815-3EB9-4ADE-AD0F-0EAD6C64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822BC497-EE0E-4B68-A2EE-32C55C18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预约信息如何流转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E87192C7-4DD9-4B02-9FEC-E5C594F4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E1605D08-624F-4610-8A63-1B4583D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四个角色分工清楚，两个反馈状态各有含义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57BF245C-3443-41A5-9E11-3606E15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“已收到”让申请人知道记录已入；“已确认”才代表可以按注意事项使用</a:t>
            </a:r>
          </a:p>
        </p:txBody>
      </p:sp>
      <p:sp>
        <p:nvSpPr>
          <p:cNvPr id="6" name="actor-band-0">
            <a:extLst xmlns:a="http://schemas.openxmlformats.org/drawingml/2006/main">
              <a:ext uri="{FF2B5EF4-FFF2-40B4-BE49-F238E27FC236}">
                <a16:creationId xmlns:a16="http://schemas.microsoft.com/office/drawing/2014/main" id="{76E707D2-FB22-4181-B744-41C7476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C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actor-label-0">
            <a:extLst xmlns:a="http://schemas.openxmlformats.org/drawingml/2006/main">
              <a:ext uri="{FF2B5EF4-FFF2-40B4-BE49-F238E27FC236}">
                <a16:creationId xmlns:a16="http://schemas.microsoft.com/office/drawing/2014/main" id="{6749399E-E60F-4E76-B5CD-B96C067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申请人</a:t>
            </a:r>
          </a:p>
        </p:txBody>
      </p:sp>
      <p:sp>
        <p:nvSpPr>
          <p:cNvPr id="8" name="actor-sub-0">
            <a:extLst xmlns:a="http://schemas.openxmlformats.org/drawingml/2006/main">
              <a:ext uri="{FF2B5EF4-FFF2-40B4-BE49-F238E27FC236}">
                <a16:creationId xmlns:a16="http://schemas.microsoft.com/office/drawing/2014/main" id="{C35BF3F0-99C7-4B8E-A001-9AC95B26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提交与接收</a:t>
            </a:r>
          </a:p>
        </p:txBody>
      </p:sp>
      <p:sp>
        <p:nvSpPr>
          <p:cNvPr id="9" name="lane-0">
            <a:extLst xmlns:a="http://schemas.openxmlformats.org/drawingml/2006/main">
              <a:ext uri="{FF2B5EF4-FFF2-40B4-BE49-F238E27FC236}">
                <a16:creationId xmlns:a16="http://schemas.microsoft.com/office/drawing/2014/main" id="{FB9E78A4-7721-4EEE-8247-A3C4067E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430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actor-band-1">
            <a:extLst xmlns:a="http://schemas.openxmlformats.org/drawingml/2006/main">
              <a:ext uri="{FF2B5EF4-FFF2-40B4-BE49-F238E27FC236}">
                <a16:creationId xmlns:a16="http://schemas.microsoft.com/office/drawing/2014/main" id="{FDEA01D6-2D89-4E05-8C24-083AA59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actor-label-1">
            <a:extLst xmlns:a="http://schemas.openxmlformats.org/drawingml/2006/main">
              <a:ext uri="{FF2B5EF4-FFF2-40B4-BE49-F238E27FC236}">
                <a16:creationId xmlns:a16="http://schemas.microsoft.com/office/drawing/2014/main" id="{D43F93E0-CA21-4920-B39A-669024E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平台</a:t>
            </a:r>
          </a:p>
        </p:txBody>
      </p:sp>
      <p:sp>
        <p:nvSpPr>
          <p:cNvPr id="12" name="actor-sub-1">
            <a:extLst xmlns:a="http://schemas.openxmlformats.org/drawingml/2006/main">
              <a:ext uri="{FF2B5EF4-FFF2-40B4-BE49-F238E27FC236}">
                <a16:creationId xmlns:a16="http://schemas.microsoft.com/office/drawing/2014/main" id="{0F7A117D-322A-4166-8C4C-B15B2C0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记录与传递</a:t>
            </a:r>
          </a:p>
        </p:txBody>
      </p:sp>
      <p:sp>
        <p:nvSpPr>
          <p:cNvPr id="13" name="lane-1">
            <a:extLst xmlns:a="http://schemas.openxmlformats.org/drawingml/2006/main">
              <a:ext uri="{FF2B5EF4-FFF2-40B4-BE49-F238E27FC236}">
                <a16:creationId xmlns:a16="http://schemas.microsoft.com/office/drawing/2014/main" id="{E6AAFAB4-8177-4EA3-9D33-EE3ACA69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actor-band-2">
            <a:extLst xmlns:a="http://schemas.openxmlformats.org/drawingml/2006/main">
              <a:ext uri="{FF2B5EF4-FFF2-40B4-BE49-F238E27FC236}">
                <a16:creationId xmlns:a16="http://schemas.microsoft.com/office/drawing/2014/main" id="{8E816C6F-B7F9-4E19-B92E-1A0BB80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actor-label-2">
            <a:extLst xmlns:a="http://schemas.openxmlformats.org/drawingml/2006/main">
              <a:ext uri="{FF2B5EF4-FFF2-40B4-BE49-F238E27FC236}">
                <a16:creationId xmlns:a16="http://schemas.microsoft.com/office/drawing/2014/main" id="{128EFC5F-2737-4D24-8D59-3809129D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管理员</a:t>
            </a:r>
          </a:p>
        </p:txBody>
      </p:sp>
      <p:sp>
        <p:nvSpPr>
          <p:cNvPr id="16" name="actor-sub-2">
            <a:extLst xmlns:a="http://schemas.openxmlformats.org/drawingml/2006/main">
              <a:ext uri="{FF2B5EF4-FFF2-40B4-BE49-F238E27FC236}">
                <a16:creationId xmlns:a16="http://schemas.microsoft.com/office/drawing/2014/main" id="{792CEAAD-A4AE-4CEB-AD32-31ECFCFA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核对与确认</a:t>
            </a:r>
          </a:p>
        </p:txBody>
      </p:sp>
      <p:sp>
        <p:nvSpPr>
          <p:cNvPr id="17" name="lane-2">
            <a:extLst xmlns:a="http://schemas.openxmlformats.org/drawingml/2006/main">
              <a:ext uri="{FF2B5EF4-FFF2-40B4-BE49-F238E27FC236}">
                <a16:creationId xmlns:a16="http://schemas.microsoft.com/office/drawing/2014/main" id="{ED14D5FD-2E76-4474-8287-31CACFF4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37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actor-band-3">
            <a:extLst xmlns:a="http://schemas.openxmlformats.org/drawingml/2006/main">
              <a:ext uri="{FF2B5EF4-FFF2-40B4-BE49-F238E27FC236}">
                <a16:creationId xmlns:a16="http://schemas.microsoft.com/office/drawing/2014/main" id="{C8C31E51-6338-4811-B5F2-FE4BE2B6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ctor-label-3">
            <a:extLst xmlns:a="http://schemas.openxmlformats.org/drawingml/2006/main">
              <a:ext uri="{FF2B5EF4-FFF2-40B4-BE49-F238E27FC236}">
                <a16:creationId xmlns:a16="http://schemas.microsoft.com/office/drawing/2014/main" id="{DAD1B95C-6396-4ACF-A6D1-04B8035C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设备负责人</a:t>
            </a:r>
          </a:p>
        </p:txBody>
      </p:sp>
      <p:sp>
        <p:nvSpPr>
          <p:cNvPr id="20" name="actor-sub-3">
            <a:extLst xmlns:a="http://schemas.openxmlformats.org/drawingml/2006/main">
              <a:ext uri="{FF2B5EF4-FFF2-40B4-BE49-F238E27FC236}">
                <a16:creationId xmlns:a16="http://schemas.microsoft.com/office/drawing/2014/main" id="{37A37426-EB9C-470A-8BB5-4F22A51F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时段与条件</a:t>
            </a:r>
          </a:p>
        </p:txBody>
      </p:sp>
      <p:sp>
        <p:nvSpPr>
          <p:cNvPr id="21" name="lane-3">
            <a:extLst xmlns:a="http://schemas.openxmlformats.org/drawingml/2006/main">
              <a:ext uri="{FF2B5EF4-FFF2-40B4-BE49-F238E27FC236}">
                <a16:creationId xmlns:a16="http://schemas.microsoft.com/office/drawing/2014/main" id="{BCFB3302-792E-419B-AB74-9E695B1A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441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essage-anchor-from-submit">
            <a:extLst xmlns:a="http://schemas.openxmlformats.org/drawingml/2006/main">
              <a:ext uri="{FF2B5EF4-FFF2-40B4-BE49-F238E27FC236}">
                <a16:creationId xmlns:a16="http://schemas.microsoft.com/office/drawing/2014/main" id="{9D965635-19B0-439D-ACDC-CDBD76C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81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message-anchor-to-submit">
            <a:extLst xmlns:a="http://schemas.openxmlformats.org/drawingml/2006/main">
              <a:ext uri="{FF2B5EF4-FFF2-40B4-BE49-F238E27FC236}">
                <a16:creationId xmlns:a16="http://schemas.microsoft.com/office/drawing/2014/main" id="{F4B3DCE2-753C-4078-8E52-5C3E2A7C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7" name="message-line-submit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762125" y="28003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25" name="message-label-submit">
            <a:extLst xmlns:a="http://schemas.openxmlformats.org/drawingml/2006/main">
              <a:ext uri="{FF2B5EF4-FFF2-40B4-BE49-F238E27FC236}">
                <a16:creationId xmlns:a16="http://schemas.microsoft.com/office/drawing/2014/main" id="{5D1B345C-679E-432A-A230-04BE219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765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预约信息 + 培训证明</a:t>
            </a:r>
          </a:p>
        </p:txBody>
      </p:sp>
      <p:sp>
        <p:nvSpPr>
          <p:cNvPr id="26" name="message-anchor-from-received">
            <a:extLst xmlns:a="http://schemas.openxmlformats.org/drawingml/2006/main">
              <a:ext uri="{FF2B5EF4-FFF2-40B4-BE49-F238E27FC236}">
                <a16:creationId xmlns:a16="http://schemas.microsoft.com/office/drawing/2014/main" id="{2260F0B4-3337-49D0-915D-79112D6E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87316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message-anchor-to-received">
            <a:extLst xmlns:a="http://schemas.openxmlformats.org/drawingml/2006/main">
              <a:ext uri="{FF2B5EF4-FFF2-40B4-BE49-F238E27FC236}">
                <a16:creationId xmlns:a16="http://schemas.microsoft.com/office/drawing/2014/main" id="{B769F1DF-02B3-4F34-AF3D-7913EFE8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87316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1" name="message-line-received"/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1762125" y="3306366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tailEnd type="triangle" w="sm" len="sm"/>
          </a:ln>
        </p:spPr>
      </p:cxnSp>
      <p:sp>
        <p:nvSpPr>
          <p:cNvPr id="29" name="message-label-received">
            <a:extLst xmlns:a="http://schemas.openxmlformats.org/drawingml/2006/main">
              <a:ext uri="{FF2B5EF4-FFF2-40B4-BE49-F238E27FC236}">
                <a16:creationId xmlns:a16="http://schemas.microsoft.com/office/drawing/2014/main" id="{D278E17F-B9C6-48BE-B86A-8F51C598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58716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已收到</a:t>
            </a:r>
          </a:p>
        </p:txBody>
      </p:sp>
      <p:sp>
        <p:nvSpPr>
          <p:cNvPr id="30" name="received-note">
            <a:extLst xmlns:a="http://schemas.openxmlformats.org/drawingml/2006/main">
              <a:ext uri="{FF2B5EF4-FFF2-40B4-BE49-F238E27FC236}">
                <a16:creationId xmlns:a16="http://schemas.microsoft.com/office/drawing/2014/main" id="{0D840143-2EB9-401E-AA93-B37FEF7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2566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只代表平台已记录申请</a:t>
            </a:r>
          </a:p>
        </p:txBody>
      </p:sp>
      <p:sp>
        <p:nvSpPr>
          <p:cNvPr id="31" name="message-anchor-from-handoff">
            <a:extLst xmlns:a="http://schemas.openxmlformats.org/drawingml/2006/main">
              <a:ext uri="{FF2B5EF4-FFF2-40B4-BE49-F238E27FC236}">
                <a16:creationId xmlns:a16="http://schemas.microsoft.com/office/drawing/2014/main" id="{008BC3F3-78B2-4CDB-BD6C-6102820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3331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message-anchor-to-handoff">
            <a:extLst xmlns:a="http://schemas.openxmlformats.org/drawingml/2006/main">
              <a:ext uri="{FF2B5EF4-FFF2-40B4-BE49-F238E27FC236}">
                <a16:creationId xmlns:a16="http://schemas.microsoft.com/office/drawing/2014/main" id="{246B207D-11EA-42A6-AE2A-B7DBF162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93331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6" name="message-line-handoff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562475" y="3812381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34" name="message-label-handoff">
            <a:extLst xmlns:a="http://schemas.openxmlformats.org/drawingml/2006/main">
              <a:ext uri="{FF2B5EF4-FFF2-40B4-BE49-F238E27FC236}">
                <a16:creationId xmlns:a16="http://schemas.microsoft.com/office/drawing/2014/main" id="{F4F171C8-72AB-4E16-98C8-E31AADB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4731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申请记录与材料</a:t>
            </a:r>
          </a:p>
        </p:txBody>
      </p:sp>
      <p:sp>
        <p:nvSpPr>
          <p:cNvPr id="35" name="message-anchor-from-ask">
            <a:extLst xmlns:a="http://schemas.openxmlformats.org/drawingml/2006/main">
              <a:ext uri="{FF2B5EF4-FFF2-40B4-BE49-F238E27FC236}">
                <a16:creationId xmlns:a16="http://schemas.microsoft.com/office/drawing/2014/main" id="{2BCDBFC4-B117-4335-BA54-6DFE4356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99347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message-anchor-to-ask">
            <a:extLst xmlns:a="http://schemas.openxmlformats.org/drawingml/2006/main">
              <a:ext uri="{FF2B5EF4-FFF2-40B4-BE49-F238E27FC236}">
                <a16:creationId xmlns:a16="http://schemas.microsoft.com/office/drawing/2014/main" id="{2346777E-8820-4F15-8AF6-6C0DB2C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299347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0" name="message-line-ask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362825" y="4318397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38" name="message-label-ask">
            <a:extLst xmlns:a="http://schemas.openxmlformats.org/drawingml/2006/main">
              <a:ext uri="{FF2B5EF4-FFF2-40B4-BE49-F238E27FC236}">
                <a16:creationId xmlns:a16="http://schemas.microsoft.com/office/drawing/2014/main" id="{97169823-5BE2-4935-A831-8FE209FB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94547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询问时段与使用条件</a:t>
            </a:r>
          </a:p>
        </p:txBody>
      </p:sp>
      <p:sp>
        <p:nvSpPr>
          <p:cNvPr id="39" name="message-anchor-from-reply">
            <a:extLst xmlns:a="http://schemas.openxmlformats.org/drawingml/2006/main">
              <a:ext uri="{FF2B5EF4-FFF2-40B4-BE49-F238E27FC236}">
                <a16:creationId xmlns:a16="http://schemas.microsoft.com/office/drawing/2014/main" id="{8F81DDEE-575C-4A7D-BE3B-6F3CDE6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805363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message-anchor-to-reply">
            <a:extLst xmlns:a="http://schemas.openxmlformats.org/drawingml/2006/main">
              <a:ext uri="{FF2B5EF4-FFF2-40B4-BE49-F238E27FC236}">
                <a16:creationId xmlns:a16="http://schemas.microsoft.com/office/drawing/2014/main" id="{F3FF3E31-12A1-4CA6-8254-0A64B34C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05363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4" name="message-line-reply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7362825" y="4824413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42" name="message-label-reply">
            <a:extLst xmlns:a="http://schemas.openxmlformats.org/drawingml/2006/main">
              <a:ext uri="{FF2B5EF4-FFF2-40B4-BE49-F238E27FC236}">
                <a16:creationId xmlns:a16="http://schemas.microsoft.com/office/drawing/2014/main" id="{7B0DB4DB-10E6-461C-A3F3-A747A1D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00563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可用时段 + 使用条件</a:t>
            </a:r>
          </a:p>
        </p:txBody>
      </p:sp>
      <p:sp>
        <p:nvSpPr>
          <p:cNvPr id="43" name="message-anchor-from-confirm">
            <a:extLst xmlns:a="http://schemas.openxmlformats.org/drawingml/2006/main">
              <a:ext uri="{FF2B5EF4-FFF2-40B4-BE49-F238E27FC236}">
                <a16:creationId xmlns:a16="http://schemas.microsoft.com/office/drawing/2014/main" id="{6386C1CC-9F81-4BD0-8A9B-7FD33F3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11378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message-anchor-to-confirm">
            <a:extLst xmlns:a="http://schemas.openxmlformats.org/drawingml/2006/main">
              <a:ext uri="{FF2B5EF4-FFF2-40B4-BE49-F238E27FC236}">
                <a16:creationId xmlns:a16="http://schemas.microsoft.com/office/drawing/2014/main" id="{59939B54-02A9-409C-A65D-F067D7B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11378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8" name="message-line-confirm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4562475" y="5330428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tailEnd type="triangle" w="sm" len="sm"/>
          </a:ln>
        </p:spPr>
      </p:cxnSp>
      <p:sp>
        <p:nvSpPr>
          <p:cNvPr id="46" name="message-label-confirm">
            <a:extLst xmlns:a="http://schemas.openxmlformats.org/drawingml/2006/main">
              <a:ext uri="{FF2B5EF4-FFF2-40B4-BE49-F238E27FC236}">
                <a16:creationId xmlns:a16="http://schemas.microsoft.com/office/drawing/2014/main" id="{62D8C879-088C-4827-9418-29399B17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82778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预约确认</a:t>
            </a:r>
          </a:p>
        </p:txBody>
      </p:sp>
      <p:sp>
        <p:nvSpPr>
          <p:cNvPr id="47" name="message-anchor-from-confirmed">
            <a:extLst xmlns:a="http://schemas.openxmlformats.org/drawingml/2006/main">
              <a:ext uri="{FF2B5EF4-FFF2-40B4-BE49-F238E27FC236}">
                <a16:creationId xmlns:a16="http://schemas.microsoft.com/office/drawing/2014/main" id="{23D6E3F8-605E-448D-A7FC-F0284FEC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19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message-anchor-to-confirmed">
            <a:extLst xmlns:a="http://schemas.openxmlformats.org/drawingml/2006/main">
              <a:ext uri="{FF2B5EF4-FFF2-40B4-BE49-F238E27FC236}">
                <a16:creationId xmlns:a16="http://schemas.microsoft.com/office/drawing/2014/main" id="{5DDAC41B-9B21-4D58-A0FC-36B6437F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019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message-line-confirmed"/>
          <p:cNvCxnSpPr>
            <a:stCxn xmlns:a="http://schemas.openxmlformats.org/drawingml/2006/main" id="47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1762125" y="60388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tailEnd type="triangle" w="sm" len="sm"/>
          </a:ln>
        </p:spPr>
      </p:cxnSp>
      <p:sp>
        <p:nvSpPr>
          <p:cNvPr id="50" name="message-label-confirmed">
            <a:extLst xmlns:a="http://schemas.openxmlformats.org/drawingml/2006/main">
              <a:ext uri="{FF2B5EF4-FFF2-40B4-BE49-F238E27FC236}">
                <a16:creationId xmlns:a16="http://schemas.microsoft.com/office/drawing/2014/main" id="{E1CC590C-CEDA-458B-A2C2-BA91C081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150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已确认 + 注意事项</a:t>
            </a:r>
          </a:p>
        </p:txBody>
      </p:sp>
      <p:sp>
        <p:nvSpPr>
          <p:cNvPr id="51" name="confirmation-warning">
            <a:extLst xmlns:a="http://schemas.openxmlformats.org/drawingml/2006/main">
              <a:ext uri="{FF2B5EF4-FFF2-40B4-BE49-F238E27FC236}">
                <a16:creationId xmlns:a16="http://schemas.microsoft.com/office/drawing/2014/main" id="{ED6B1A86-DCD4-4AE0-A42F-80EBDBD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817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确认前不能自行使用仪器</a:t>
            </a:r>
          </a:p>
        </p:txBody>
      </p:sp>
      <p:sp>
        <p:nvSpPr>
          <p:cNvPr id="52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E57BEC9E-2D11-43F9-A41A-39659228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流程保留人工确认；平台负责把记录与反馈送回申请人</a:t>
            </a:r>
          </a:p>
        </p:txBody>
      </p:sp>
      <p:sp>
        <p:nvSpPr>
          <p:cNvPr id="53" name="shell-folio">
            <a:extLst xmlns:a="http://schemas.openxmlformats.org/drawingml/2006/main">
              <a:ext uri="{FF2B5EF4-FFF2-40B4-BE49-F238E27FC236}">
                <a16:creationId xmlns:a16="http://schemas.microsoft.com/office/drawing/2014/main" id="{CDB0340C-7CE3-4720-A5C0-1B80370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8560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750E8D2D-D0C6-4FE3-9907-A9440E90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CF09C873-19EF-421A-A14F-23BFCFE8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一份记录需要三类资料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9A2C9305-4552-41C0-95A9-DE0CC167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DDA1A8E1-B027-477E-ACDC-7DE5F385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三条资料线共同留下可追溯证据，彼此不是逐级筛选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82701EA4-EBF4-4769-9E04-79A9CE59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申请记录、材料核对记录、设备时段记录共同支撑同一份预约记录</a:t>
            </a:r>
          </a:p>
        </p:txBody>
      </p:sp>
      <p:sp>
        <p:nvSpPr>
          <p:cNvPr id="6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6E8ED316-B7C7-4677-8954-38E62ECD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ECEA"/>
            </a:solidFill>
            <a:prstDash val="dash"/>
          </a:ln>
        </p:spPr>
      </p:sp>
      <p:sp>
        <p:nvSpPr>
          <p:cNvPr id="7" name="radial-inward-spoke-1">
            <a:extLst xmlns:a="http://schemas.openxmlformats.org/drawingml/2006/main">
              <a:ext uri="{FF2B5EF4-FFF2-40B4-BE49-F238E27FC236}">
                <a16:creationId xmlns:a16="http://schemas.microsoft.com/office/drawing/2014/main" id="{965FD2CD-04A7-47AF-AFC9-44A8C8B6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26174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0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0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7C473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inward-spoke-2">
            <a:extLst xmlns:a="http://schemas.openxmlformats.org/drawingml/2006/main">
              <a:ext uri="{FF2B5EF4-FFF2-40B4-BE49-F238E27FC236}">
                <a16:creationId xmlns:a16="http://schemas.microsoft.com/office/drawing/2014/main" id="{7E101445-94FA-4FDE-ABA1-F5F48CD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524" y="4343057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1367371" y="769010"/>
                </a:moveTo>
                <a:lnTo>
                  <a:pt x="1352741" y="756856"/>
                </a:lnTo>
                <a:lnTo>
                  <a:pt x="1338082" y="744741"/>
                </a:lnTo>
                <a:lnTo>
                  <a:pt x="1323394" y="732653"/>
                </a:lnTo>
                <a:lnTo>
                  <a:pt x="1308668" y="720623"/>
                </a:lnTo>
                <a:lnTo>
                  <a:pt x="1293895" y="708631"/>
                </a:lnTo>
                <a:lnTo>
                  <a:pt x="1279093" y="696687"/>
                </a:lnTo>
                <a:lnTo>
                  <a:pt x="1264253" y="684790"/>
                </a:lnTo>
                <a:lnTo>
                  <a:pt x="1249375" y="672941"/>
                </a:lnTo>
                <a:lnTo>
                  <a:pt x="1234469" y="661140"/>
                </a:lnTo>
                <a:lnTo>
                  <a:pt x="1219514" y="649386"/>
                </a:lnTo>
                <a:lnTo>
                  <a:pt x="1204522" y="637680"/>
                </a:lnTo>
                <a:lnTo>
                  <a:pt x="1189482" y="626031"/>
                </a:lnTo>
                <a:lnTo>
                  <a:pt x="1174413" y="614420"/>
                </a:lnTo>
                <a:lnTo>
                  <a:pt x="1159307" y="602866"/>
                </a:lnTo>
                <a:lnTo>
                  <a:pt x="1144162" y="591369"/>
                </a:lnTo>
                <a:lnTo>
                  <a:pt x="1128970" y="579930"/>
                </a:lnTo>
                <a:lnTo>
                  <a:pt x="1113730" y="568538"/>
                </a:lnTo>
                <a:lnTo>
                  <a:pt x="1098461" y="557203"/>
                </a:lnTo>
                <a:lnTo>
                  <a:pt x="1083145" y="545925"/>
                </a:lnTo>
                <a:lnTo>
                  <a:pt x="1067791" y="534705"/>
                </a:lnTo>
                <a:lnTo>
                  <a:pt x="1052389" y="523532"/>
                </a:lnTo>
                <a:lnTo>
                  <a:pt x="1036949" y="512435"/>
                </a:lnTo>
                <a:lnTo>
                  <a:pt x="1021461" y="501396"/>
                </a:lnTo>
                <a:lnTo>
                  <a:pt x="1005926" y="490414"/>
                </a:lnTo>
                <a:lnTo>
                  <a:pt x="990352" y="479498"/>
                </a:lnTo>
                <a:lnTo>
                  <a:pt x="974731" y="468640"/>
                </a:lnTo>
                <a:lnTo>
                  <a:pt x="959072" y="457857"/>
                </a:lnTo>
                <a:lnTo>
                  <a:pt x="943356" y="447142"/>
                </a:lnTo>
                <a:lnTo>
                  <a:pt x="927602" y="436483"/>
                </a:lnTo>
                <a:lnTo>
                  <a:pt x="911800" y="425901"/>
                </a:lnTo>
                <a:lnTo>
                  <a:pt x="895950" y="415395"/>
                </a:lnTo>
                <a:lnTo>
                  <a:pt x="880053" y="404946"/>
                </a:lnTo>
                <a:lnTo>
                  <a:pt x="864098" y="394583"/>
                </a:lnTo>
                <a:lnTo>
                  <a:pt x="848106" y="384286"/>
                </a:lnTo>
                <a:lnTo>
                  <a:pt x="832066" y="374075"/>
                </a:lnTo>
                <a:lnTo>
                  <a:pt x="815969" y="363931"/>
                </a:lnTo>
                <a:lnTo>
                  <a:pt x="799833" y="353882"/>
                </a:lnTo>
                <a:lnTo>
                  <a:pt x="783641" y="343900"/>
                </a:lnTo>
                <a:lnTo>
                  <a:pt x="767391" y="334004"/>
                </a:lnTo>
                <a:lnTo>
                  <a:pt x="751103" y="324193"/>
                </a:lnTo>
                <a:lnTo>
                  <a:pt x="734759" y="314468"/>
                </a:lnTo>
                <a:lnTo>
                  <a:pt x="718356" y="304829"/>
                </a:lnTo>
                <a:lnTo>
                  <a:pt x="701907" y="295285"/>
                </a:lnTo>
                <a:lnTo>
                  <a:pt x="685400" y="285826"/>
                </a:lnTo>
                <a:lnTo>
                  <a:pt x="668846" y="276463"/>
                </a:lnTo>
                <a:lnTo>
                  <a:pt x="652234" y="267205"/>
                </a:lnTo>
                <a:lnTo>
                  <a:pt x="635575" y="258032"/>
                </a:lnTo>
                <a:lnTo>
                  <a:pt x="618858" y="248964"/>
                </a:lnTo>
                <a:lnTo>
                  <a:pt x="602085" y="239992"/>
                </a:lnTo>
                <a:lnTo>
                  <a:pt x="585254" y="231134"/>
                </a:lnTo>
                <a:lnTo>
                  <a:pt x="568366" y="222371"/>
                </a:lnTo>
                <a:lnTo>
                  <a:pt x="551431" y="213722"/>
                </a:lnTo>
                <a:lnTo>
                  <a:pt x="534438" y="205188"/>
                </a:lnTo>
                <a:lnTo>
                  <a:pt x="517379" y="196767"/>
                </a:lnTo>
                <a:lnTo>
                  <a:pt x="500272" y="188452"/>
                </a:lnTo>
                <a:lnTo>
                  <a:pt x="483108" y="180270"/>
                </a:lnTo>
                <a:lnTo>
                  <a:pt x="465877" y="172202"/>
                </a:lnTo>
                <a:lnTo>
                  <a:pt x="448599" y="164259"/>
                </a:lnTo>
                <a:lnTo>
                  <a:pt x="431254" y="156448"/>
                </a:lnTo>
                <a:lnTo>
                  <a:pt x="413861" y="148761"/>
                </a:lnTo>
                <a:lnTo>
                  <a:pt x="396402" y="141208"/>
                </a:lnTo>
                <a:lnTo>
                  <a:pt x="378895" y="133788"/>
                </a:lnTo>
                <a:lnTo>
                  <a:pt x="361321" y="126511"/>
                </a:lnTo>
                <a:lnTo>
                  <a:pt x="343691" y="119377"/>
                </a:lnTo>
                <a:lnTo>
                  <a:pt x="325993" y="112385"/>
                </a:lnTo>
                <a:lnTo>
                  <a:pt x="308248" y="105547"/>
                </a:lnTo>
                <a:lnTo>
                  <a:pt x="290446" y="98860"/>
                </a:lnTo>
                <a:lnTo>
                  <a:pt x="272586" y="92326"/>
                </a:lnTo>
                <a:lnTo>
                  <a:pt x="258994" y="84068"/>
                </a:lnTo>
                <a:lnTo>
                  <a:pt x="266576" y="66627"/>
                </a:lnTo>
                <a:lnTo>
                  <a:pt x="274158" y="49178"/>
                </a:lnTo>
                <a:lnTo>
                  <a:pt x="281740" y="31737"/>
                </a:lnTo>
                <a:lnTo>
                  <a:pt x="289322" y="14297"/>
                </a:lnTo>
                <a:lnTo>
                  <a:pt x="293103" y="0"/>
                </a:lnTo>
                <a:lnTo>
                  <a:pt x="274539" y="4162"/>
                </a:lnTo>
                <a:lnTo>
                  <a:pt x="255984" y="8325"/>
                </a:lnTo>
                <a:lnTo>
                  <a:pt x="237430" y="12487"/>
                </a:lnTo>
                <a:lnTo>
                  <a:pt x="218865" y="16659"/>
                </a:lnTo>
                <a:lnTo>
                  <a:pt x="200311" y="20822"/>
                </a:lnTo>
                <a:lnTo>
                  <a:pt x="181747" y="24984"/>
                </a:lnTo>
                <a:lnTo>
                  <a:pt x="163192" y="29147"/>
                </a:lnTo>
                <a:lnTo>
                  <a:pt x="144637" y="33309"/>
                </a:lnTo>
                <a:lnTo>
                  <a:pt x="126073" y="37471"/>
                </a:lnTo>
                <a:lnTo>
                  <a:pt x="107518" y="41634"/>
                </a:lnTo>
                <a:lnTo>
                  <a:pt x="88954" y="45806"/>
                </a:lnTo>
                <a:lnTo>
                  <a:pt x="70399" y="49968"/>
                </a:lnTo>
                <a:lnTo>
                  <a:pt x="51845" y="54131"/>
                </a:lnTo>
                <a:lnTo>
                  <a:pt x="33280" y="58293"/>
                </a:lnTo>
                <a:lnTo>
                  <a:pt x="14726" y="62455"/>
                </a:lnTo>
                <a:lnTo>
                  <a:pt x="0" y="68180"/>
                </a:lnTo>
                <a:lnTo>
                  <a:pt x="10382" y="84115"/>
                </a:lnTo>
                <a:lnTo>
                  <a:pt x="20765" y="100060"/>
                </a:lnTo>
                <a:lnTo>
                  <a:pt x="31147" y="115995"/>
                </a:lnTo>
                <a:lnTo>
                  <a:pt x="41519" y="131931"/>
                </a:lnTo>
                <a:lnTo>
                  <a:pt x="51902" y="147866"/>
                </a:lnTo>
                <a:lnTo>
                  <a:pt x="62284" y="163801"/>
                </a:lnTo>
                <a:lnTo>
                  <a:pt x="72666" y="179746"/>
                </a:lnTo>
                <a:lnTo>
                  <a:pt x="83048" y="195682"/>
                </a:lnTo>
                <a:lnTo>
                  <a:pt x="93421" y="211617"/>
                </a:lnTo>
                <a:lnTo>
                  <a:pt x="103803" y="227552"/>
                </a:lnTo>
                <a:lnTo>
                  <a:pt x="114186" y="243488"/>
                </a:lnTo>
                <a:lnTo>
                  <a:pt x="124568" y="259432"/>
                </a:lnTo>
                <a:lnTo>
                  <a:pt x="134950" y="275368"/>
                </a:lnTo>
                <a:lnTo>
                  <a:pt x="145332" y="291303"/>
                </a:lnTo>
                <a:lnTo>
                  <a:pt x="155705" y="307238"/>
                </a:lnTo>
                <a:lnTo>
                  <a:pt x="164516" y="305324"/>
                </a:lnTo>
                <a:lnTo>
                  <a:pt x="171936" y="287817"/>
                </a:lnTo>
                <a:lnTo>
                  <a:pt x="179356" y="270300"/>
                </a:lnTo>
                <a:lnTo>
                  <a:pt x="186785" y="252794"/>
                </a:lnTo>
                <a:lnTo>
                  <a:pt x="194205" y="235277"/>
                </a:lnTo>
                <a:lnTo>
                  <a:pt x="207197" y="230381"/>
                </a:lnTo>
                <a:lnTo>
                  <a:pt x="225104" y="236811"/>
                </a:lnTo>
                <a:lnTo>
                  <a:pt x="242945" y="243402"/>
                </a:lnTo>
                <a:lnTo>
                  <a:pt x="260718" y="250165"/>
                </a:lnTo>
                <a:lnTo>
                  <a:pt x="278435" y="257080"/>
                </a:lnTo>
                <a:lnTo>
                  <a:pt x="296094" y="264147"/>
                </a:lnTo>
                <a:lnTo>
                  <a:pt x="313696" y="271358"/>
                </a:lnTo>
                <a:lnTo>
                  <a:pt x="331222" y="278730"/>
                </a:lnTo>
                <a:lnTo>
                  <a:pt x="348701" y="286245"/>
                </a:lnTo>
                <a:lnTo>
                  <a:pt x="366112" y="293894"/>
                </a:lnTo>
                <a:lnTo>
                  <a:pt x="383467" y="301676"/>
                </a:lnTo>
                <a:lnTo>
                  <a:pt x="400764" y="309601"/>
                </a:lnTo>
                <a:lnTo>
                  <a:pt x="417995" y="317649"/>
                </a:lnTo>
                <a:lnTo>
                  <a:pt x="435159" y="325831"/>
                </a:lnTo>
                <a:lnTo>
                  <a:pt x="452276" y="334137"/>
                </a:lnTo>
                <a:lnTo>
                  <a:pt x="469325" y="342567"/>
                </a:lnTo>
                <a:lnTo>
                  <a:pt x="486318" y="351111"/>
                </a:lnTo>
                <a:lnTo>
                  <a:pt x="503253" y="359769"/>
                </a:lnTo>
                <a:lnTo>
                  <a:pt x="520122" y="368541"/>
                </a:lnTo>
                <a:lnTo>
                  <a:pt x="536943" y="377428"/>
                </a:lnTo>
                <a:lnTo>
                  <a:pt x="553698" y="386429"/>
                </a:lnTo>
                <a:lnTo>
                  <a:pt x="570395" y="395535"/>
                </a:lnTo>
                <a:lnTo>
                  <a:pt x="587045" y="404736"/>
                </a:lnTo>
                <a:lnTo>
                  <a:pt x="603628" y="414052"/>
                </a:lnTo>
                <a:lnTo>
                  <a:pt x="620154" y="423453"/>
                </a:lnTo>
                <a:lnTo>
                  <a:pt x="636632" y="432959"/>
                </a:lnTo>
                <a:lnTo>
                  <a:pt x="653053" y="442560"/>
                </a:lnTo>
                <a:lnTo>
                  <a:pt x="669417" y="452257"/>
                </a:lnTo>
                <a:lnTo>
                  <a:pt x="685724" y="462048"/>
                </a:lnTo>
                <a:lnTo>
                  <a:pt x="701973" y="471916"/>
                </a:lnTo>
                <a:lnTo>
                  <a:pt x="718175" y="481879"/>
                </a:lnTo>
                <a:lnTo>
                  <a:pt x="734330" y="491928"/>
                </a:lnTo>
                <a:lnTo>
                  <a:pt x="750418" y="502063"/>
                </a:lnTo>
                <a:lnTo>
                  <a:pt x="766467" y="512283"/>
                </a:lnTo>
                <a:lnTo>
                  <a:pt x="782460" y="522580"/>
                </a:lnTo>
                <a:lnTo>
                  <a:pt x="798395" y="532952"/>
                </a:lnTo>
                <a:lnTo>
                  <a:pt x="814292" y="543411"/>
                </a:lnTo>
                <a:lnTo>
                  <a:pt x="830132" y="553936"/>
                </a:lnTo>
                <a:lnTo>
                  <a:pt x="845915" y="564537"/>
                </a:lnTo>
                <a:lnTo>
                  <a:pt x="861660" y="575215"/>
                </a:lnTo>
                <a:lnTo>
                  <a:pt x="877348" y="585959"/>
                </a:lnTo>
                <a:lnTo>
                  <a:pt x="892997" y="596779"/>
                </a:lnTo>
                <a:lnTo>
                  <a:pt x="908590" y="607666"/>
                </a:lnTo>
                <a:lnTo>
                  <a:pt x="924144" y="618620"/>
                </a:lnTo>
                <a:lnTo>
                  <a:pt x="939641" y="629641"/>
                </a:lnTo>
                <a:lnTo>
                  <a:pt x="955091" y="640728"/>
                </a:lnTo>
                <a:lnTo>
                  <a:pt x="970502" y="651872"/>
                </a:lnTo>
                <a:lnTo>
                  <a:pt x="985876" y="663083"/>
                </a:lnTo>
                <a:lnTo>
                  <a:pt x="1001192" y="674351"/>
                </a:lnTo>
                <a:lnTo>
                  <a:pt x="1016470" y="685686"/>
                </a:lnTo>
                <a:lnTo>
                  <a:pt x="1031700" y="697087"/>
                </a:lnTo>
                <a:lnTo>
                  <a:pt x="1046883" y="708536"/>
                </a:lnTo>
                <a:lnTo>
                  <a:pt x="1062028" y="720042"/>
                </a:lnTo>
                <a:lnTo>
                  <a:pt x="1077125" y="731606"/>
                </a:lnTo>
                <a:lnTo>
                  <a:pt x="1092194" y="743217"/>
                </a:lnTo>
                <a:lnTo>
                  <a:pt x="1107215" y="754885"/>
                </a:lnTo>
                <a:lnTo>
                  <a:pt x="1122188" y="766610"/>
                </a:lnTo>
                <a:lnTo>
                  <a:pt x="1137114" y="778393"/>
                </a:lnTo>
                <a:lnTo>
                  <a:pt x="1152011" y="790223"/>
                </a:lnTo>
                <a:lnTo>
                  <a:pt x="1166870" y="802100"/>
                </a:lnTo>
                <a:lnTo>
                  <a:pt x="1181681" y="814026"/>
                </a:lnTo>
                <a:lnTo>
                  <a:pt x="1196464" y="825998"/>
                </a:lnTo>
                <a:lnTo>
                  <a:pt x="1211189" y="838029"/>
                </a:lnTo>
                <a:lnTo>
                  <a:pt x="1225887" y="850106"/>
                </a:lnTo>
                <a:lnTo>
                  <a:pt x="1240546" y="862222"/>
                </a:lnTo>
                <a:lnTo>
                  <a:pt x="1255166" y="874385"/>
                </a:lnTo>
                <a:lnTo>
                  <a:pt x="1269673" y="885673"/>
                </a:lnTo>
                <a:lnTo>
                  <a:pt x="1281884" y="871090"/>
                </a:lnTo>
                <a:lnTo>
                  <a:pt x="1294105" y="856507"/>
                </a:lnTo>
                <a:lnTo>
                  <a:pt x="1306316" y="841924"/>
                </a:lnTo>
                <a:lnTo>
                  <a:pt x="1318527" y="827342"/>
                </a:lnTo>
                <a:lnTo>
                  <a:pt x="1330738" y="812759"/>
                </a:lnTo>
                <a:lnTo>
                  <a:pt x="1342949" y="798176"/>
                </a:lnTo>
                <a:lnTo>
                  <a:pt x="1355160" y="783593"/>
                </a:lnTo>
                <a:lnTo>
                  <a:pt x="1367371" y="769010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radial-inward-spoke-3">
            <a:extLst xmlns:a="http://schemas.openxmlformats.org/drawingml/2006/main">
              <a:ext uri="{FF2B5EF4-FFF2-40B4-BE49-F238E27FC236}">
                <a16:creationId xmlns:a16="http://schemas.microsoft.com/office/drawing/2014/main" id="{99B87282-ADC3-4686-B3B0-871FEFB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1289" y="4409294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52064" y="833266"/>
                </a:moveTo>
                <a:lnTo>
                  <a:pt x="69904" y="826675"/>
                </a:lnTo>
                <a:lnTo>
                  <a:pt x="87716" y="820036"/>
                </a:lnTo>
                <a:lnTo>
                  <a:pt x="105518" y="813340"/>
                </a:lnTo>
                <a:lnTo>
                  <a:pt x="123292" y="806596"/>
                </a:lnTo>
                <a:lnTo>
                  <a:pt x="141056" y="799795"/>
                </a:lnTo>
                <a:lnTo>
                  <a:pt x="158791" y="792947"/>
                </a:lnTo>
                <a:lnTo>
                  <a:pt x="176508" y="786041"/>
                </a:lnTo>
                <a:lnTo>
                  <a:pt x="194205" y="779069"/>
                </a:lnTo>
                <a:lnTo>
                  <a:pt x="211874" y="772049"/>
                </a:lnTo>
                <a:lnTo>
                  <a:pt x="229524" y="764972"/>
                </a:lnTo>
                <a:lnTo>
                  <a:pt x="247145" y="757838"/>
                </a:lnTo>
                <a:lnTo>
                  <a:pt x="264747" y="750637"/>
                </a:lnTo>
                <a:lnTo>
                  <a:pt x="282331" y="743388"/>
                </a:lnTo>
                <a:lnTo>
                  <a:pt x="299876" y="736073"/>
                </a:lnTo>
                <a:lnTo>
                  <a:pt x="317411" y="728701"/>
                </a:lnTo>
                <a:lnTo>
                  <a:pt x="334909" y="721262"/>
                </a:lnTo>
                <a:lnTo>
                  <a:pt x="352377" y="713756"/>
                </a:lnTo>
                <a:lnTo>
                  <a:pt x="369827" y="706193"/>
                </a:lnTo>
                <a:lnTo>
                  <a:pt x="387248" y="698564"/>
                </a:lnTo>
                <a:lnTo>
                  <a:pt x="404641" y="690877"/>
                </a:lnTo>
                <a:lnTo>
                  <a:pt x="421996" y="683114"/>
                </a:lnTo>
                <a:lnTo>
                  <a:pt x="439331" y="675294"/>
                </a:lnTo>
                <a:lnTo>
                  <a:pt x="456629" y="667398"/>
                </a:lnTo>
                <a:lnTo>
                  <a:pt x="473897" y="659435"/>
                </a:lnTo>
                <a:lnTo>
                  <a:pt x="491138" y="651405"/>
                </a:lnTo>
                <a:lnTo>
                  <a:pt x="508340" y="643309"/>
                </a:lnTo>
                <a:lnTo>
                  <a:pt x="525504" y="635127"/>
                </a:lnTo>
                <a:lnTo>
                  <a:pt x="542639" y="626888"/>
                </a:lnTo>
                <a:lnTo>
                  <a:pt x="559746" y="618573"/>
                </a:lnTo>
                <a:lnTo>
                  <a:pt x="576805" y="610172"/>
                </a:lnTo>
                <a:lnTo>
                  <a:pt x="593827" y="601704"/>
                </a:lnTo>
                <a:lnTo>
                  <a:pt x="610819" y="593160"/>
                </a:lnTo>
                <a:lnTo>
                  <a:pt x="627764" y="584530"/>
                </a:lnTo>
                <a:lnTo>
                  <a:pt x="644671" y="575834"/>
                </a:lnTo>
                <a:lnTo>
                  <a:pt x="661540" y="567052"/>
                </a:lnTo>
                <a:lnTo>
                  <a:pt x="678361" y="558184"/>
                </a:lnTo>
                <a:lnTo>
                  <a:pt x="695135" y="549240"/>
                </a:lnTo>
                <a:lnTo>
                  <a:pt x="711870" y="540210"/>
                </a:lnTo>
                <a:lnTo>
                  <a:pt x="728567" y="531095"/>
                </a:lnTo>
                <a:lnTo>
                  <a:pt x="745207" y="521894"/>
                </a:lnTo>
                <a:lnTo>
                  <a:pt x="761800" y="512607"/>
                </a:lnTo>
                <a:lnTo>
                  <a:pt x="778345" y="503234"/>
                </a:lnTo>
                <a:lnTo>
                  <a:pt x="794833" y="493766"/>
                </a:lnTo>
                <a:lnTo>
                  <a:pt x="811273" y="484213"/>
                </a:lnTo>
                <a:lnTo>
                  <a:pt x="827656" y="474564"/>
                </a:lnTo>
                <a:lnTo>
                  <a:pt x="843991" y="464820"/>
                </a:lnTo>
                <a:lnTo>
                  <a:pt x="860260" y="454981"/>
                </a:lnTo>
                <a:lnTo>
                  <a:pt x="876481" y="445046"/>
                </a:lnTo>
                <a:lnTo>
                  <a:pt x="892635" y="435016"/>
                </a:lnTo>
                <a:lnTo>
                  <a:pt x="908723" y="424882"/>
                </a:lnTo>
                <a:lnTo>
                  <a:pt x="924754" y="414652"/>
                </a:lnTo>
                <a:lnTo>
                  <a:pt x="940718" y="404317"/>
                </a:lnTo>
                <a:lnTo>
                  <a:pt x="956605" y="393887"/>
                </a:lnTo>
                <a:lnTo>
                  <a:pt x="972436" y="383343"/>
                </a:lnTo>
                <a:lnTo>
                  <a:pt x="988190" y="372694"/>
                </a:lnTo>
                <a:lnTo>
                  <a:pt x="1003868" y="361931"/>
                </a:lnTo>
                <a:lnTo>
                  <a:pt x="1019470" y="351063"/>
                </a:lnTo>
                <a:lnTo>
                  <a:pt x="1034996" y="340090"/>
                </a:lnTo>
                <a:lnTo>
                  <a:pt x="1050446" y="328994"/>
                </a:lnTo>
                <a:lnTo>
                  <a:pt x="1065800" y="317783"/>
                </a:lnTo>
                <a:lnTo>
                  <a:pt x="1081078" y="306467"/>
                </a:lnTo>
                <a:lnTo>
                  <a:pt x="1096270" y="295027"/>
                </a:lnTo>
                <a:lnTo>
                  <a:pt x="1111367" y="283464"/>
                </a:lnTo>
                <a:lnTo>
                  <a:pt x="1126369" y="271786"/>
                </a:lnTo>
                <a:lnTo>
                  <a:pt x="1141276" y="259975"/>
                </a:lnTo>
                <a:lnTo>
                  <a:pt x="1156087" y="248050"/>
                </a:lnTo>
                <a:lnTo>
                  <a:pt x="1170794" y="235991"/>
                </a:lnTo>
                <a:lnTo>
                  <a:pt x="1185396" y="223818"/>
                </a:lnTo>
                <a:lnTo>
                  <a:pt x="1199474" y="215265"/>
                </a:lnTo>
                <a:lnTo>
                  <a:pt x="1210885" y="230476"/>
                </a:lnTo>
                <a:lnTo>
                  <a:pt x="1222296" y="245688"/>
                </a:lnTo>
                <a:lnTo>
                  <a:pt x="1233707" y="260899"/>
                </a:lnTo>
                <a:lnTo>
                  <a:pt x="1245118" y="276111"/>
                </a:lnTo>
                <a:lnTo>
                  <a:pt x="1255795" y="287084"/>
                </a:lnTo>
                <a:lnTo>
                  <a:pt x="1261462" y="268929"/>
                </a:lnTo>
                <a:lnTo>
                  <a:pt x="1267139" y="250784"/>
                </a:lnTo>
                <a:lnTo>
                  <a:pt x="1272807" y="232629"/>
                </a:lnTo>
                <a:lnTo>
                  <a:pt x="1278484" y="214484"/>
                </a:lnTo>
                <a:lnTo>
                  <a:pt x="1284151" y="196329"/>
                </a:lnTo>
                <a:lnTo>
                  <a:pt x="1289828" y="178184"/>
                </a:lnTo>
                <a:lnTo>
                  <a:pt x="1295495" y="160030"/>
                </a:lnTo>
                <a:lnTo>
                  <a:pt x="1301172" y="141884"/>
                </a:lnTo>
                <a:lnTo>
                  <a:pt x="1306840" y="123730"/>
                </a:lnTo>
                <a:lnTo>
                  <a:pt x="1312507" y="105585"/>
                </a:lnTo>
                <a:lnTo>
                  <a:pt x="1318184" y="87430"/>
                </a:lnTo>
                <a:lnTo>
                  <a:pt x="1323851" y="69275"/>
                </a:lnTo>
                <a:lnTo>
                  <a:pt x="1329528" y="51130"/>
                </a:lnTo>
                <a:lnTo>
                  <a:pt x="1335195" y="32976"/>
                </a:lnTo>
                <a:lnTo>
                  <a:pt x="1340872" y="14830"/>
                </a:lnTo>
                <a:lnTo>
                  <a:pt x="1342263" y="0"/>
                </a:lnTo>
                <a:lnTo>
                  <a:pt x="1323270" y="981"/>
                </a:lnTo>
                <a:lnTo>
                  <a:pt x="1304277" y="1953"/>
                </a:lnTo>
                <a:lnTo>
                  <a:pt x="1285294" y="2934"/>
                </a:lnTo>
                <a:lnTo>
                  <a:pt x="1266301" y="3905"/>
                </a:lnTo>
                <a:lnTo>
                  <a:pt x="1247308" y="4886"/>
                </a:lnTo>
                <a:lnTo>
                  <a:pt x="1228315" y="5858"/>
                </a:lnTo>
                <a:lnTo>
                  <a:pt x="1209332" y="6839"/>
                </a:lnTo>
                <a:lnTo>
                  <a:pt x="1190339" y="7820"/>
                </a:lnTo>
                <a:lnTo>
                  <a:pt x="1171346" y="8792"/>
                </a:lnTo>
                <a:lnTo>
                  <a:pt x="1152354" y="9773"/>
                </a:lnTo>
                <a:lnTo>
                  <a:pt x="1133370" y="10744"/>
                </a:lnTo>
                <a:lnTo>
                  <a:pt x="1114377" y="11725"/>
                </a:lnTo>
                <a:lnTo>
                  <a:pt x="1095385" y="12697"/>
                </a:lnTo>
                <a:lnTo>
                  <a:pt x="1076392" y="13678"/>
                </a:lnTo>
                <a:lnTo>
                  <a:pt x="1057408" y="14659"/>
                </a:lnTo>
                <a:lnTo>
                  <a:pt x="1055884" y="23813"/>
                </a:lnTo>
                <a:lnTo>
                  <a:pt x="1067295" y="39024"/>
                </a:lnTo>
                <a:lnTo>
                  <a:pt x="1078706" y="54235"/>
                </a:lnTo>
                <a:lnTo>
                  <a:pt x="1090117" y="69456"/>
                </a:lnTo>
                <a:lnTo>
                  <a:pt x="1101528" y="84668"/>
                </a:lnTo>
                <a:lnTo>
                  <a:pt x="1098318" y="98279"/>
                </a:lnTo>
                <a:lnTo>
                  <a:pt x="1083802" y="110566"/>
                </a:lnTo>
                <a:lnTo>
                  <a:pt x="1069181" y="122720"/>
                </a:lnTo>
                <a:lnTo>
                  <a:pt x="1054446" y="134741"/>
                </a:lnTo>
                <a:lnTo>
                  <a:pt x="1039597" y="146618"/>
                </a:lnTo>
                <a:lnTo>
                  <a:pt x="1024652" y="158382"/>
                </a:lnTo>
                <a:lnTo>
                  <a:pt x="1009612" y="170012"/>
                </a:lnTo>
                <a:lnTo>
                  <a:pt x="994467" y="181508"/>
                </a:lnTo>
                <a:lnTo>
                  <a:pt x="979227" y="192881"/>
                </a:lnTo>
                <a:lnTo>
                  <a:pt x="963901" y="204140"/>
                </a:lnTo>
                <a:lnTo>
                  <a:pt x="948480" y="215265"/>
                </a:lnTo>
                <a:lnTo>
                  <a:pt x="932983" y="226276"/>
                </a:lnTo>
                <a:lnTo>
                  <a:pt x="917391" y="237173"/>
                </a:lnTo>
                <a:lnTo>
                  <a:pt x="901732" y="247945"/>
                </a:lnTo>
                <a:lnTo>
                  <a:pt x="885987" y="258613"/>
                </a:lnTo>
                <a:lnTo>
                  <a:pt x="870166" y="269157"/>
                </a:lnTo>
                <a:lnTo>
                  <a:pt x="854269" y="279597"/>
                </a:lnTo>
                <a:lnTo>
                  <a:pt x="838305" y="289931"/>
                </a:lnTo>
                <a:lnTo>
                  <a:pt x="822265" y="300152"/>
                </a:lnTo>
                <a:lnTo>
                  <a:pt x="806167" y="310267"/>
                </a:lnTo>
                <a:lnTo>
                  <a:pt x="789994" y="320269"/>
                </a:lnTo>
                <a:lnTo>
                  <a:pt x="773763" y="330175"/>
                </a:lnTo>
                <a:lnTo>
                  <a:pt x="757476" y="339985"/>
                </a:lnTo>
                <a:lnTo>
                  <a:pt x="741121" y="349682"/>
                </a:lnTo>
                <a:lnTo>
                  <a:pt x="724710" y="359293"/>
                </a:lnTo>
                <a:lnTo>
                  <a:pt x="708241" y="368798"/>
                </a:lnTo>
                <a:lnTo>
                  <a:pt x="691715" y="378209"/>
                </a:lnTo>
                <a:lnTo>
                  <a:pt x="675142" y="387525"/>
                </a:lnTo>
                <a:lnTo>
                  <a:pt x="658511" y="396745"/>
                </a:lnTo>
                <a:lnTo>
                  <a:pt x="641833" y="405879"/>
                </a:lnTo>
                <a:lnTo>
                  <a:pt x="625097" y="414919"/>
                </a:lnTo>
                <a:lnTo>
                  <a:pt x="608324" y="423872"/>
                </a:lnTo>
                <a:lnTo>
                  <a:pt x="591503" y="432730"/>
                </a:lnTo>
                <a:lnTo>
                  <a:pt x="574634" y="441512"/>
                </a:lnTo>
                <a:lnTo>
                  <a:pt x="557717" y="450199"/>
                </a:lnTo>
                <a:lnTo>
                  <a:pt x="540763" y="458810"/>
                </a:lnTo>
                <a:lnTo>
                  <a:pt x="523761" y="467335"/>
                </a:lnTo>
                <a:lnTo>
                  <a:pt x="506730" y="475774"/>
                </a:lnTo>
                <a:lnTo>
                  <a:pt x="489652" y="484137"/>
                </a:lnTo>
                <a:lnTo>
                  <a:pt x="472535" y="492423"/>
                </a:lnTo>
                <a:lnTo>
                  <a:pt x="455381" y="500624"/>
                </a:lnTo>
                <a:lnTo>
                  <a:pt x="438188" y="508749"/>
                </a:lnTo>
                <a:lnTo>
                  <a:pt x="420957" y="516807"/>
                </a:lnTo>
                <a:lnTo>
                  <a:pt x="403698" y="524780"/>
                </a:lnTo>
                <a:lnTo>
                  <a:pt x="386401" y="532686"/>
                </a:lnTo>
                <a:lnTo>
                  <a:pt x="369075" y="540515"/>
                </a:lnTo>
                <a:lnTo>
                  <a:pt x="351711" y="548278"/>
                </a:lnTo>
                <a:lnTo>
                  <a:pt x="334318" y="555965"/>
                </a:lnTo>
                <a:lnTo>
                  <a:pt x="316897" y="563585"/>
                </a:lnTo>
                <a:lnTo>
                  <a:pt x="299447" y="571129"/>
                </a:lnTo>
                <a:lnTo>
                  <a:pt x="281959" y="578606"/>
                </a:lnTo>
                <a:lnTo>
                  <a:pt x="264452" y="586026"/>
                </a:lnTo>
                <a:lnTo>
                  <a:pt x="246917" y="593369"/>
                </a:lnTo>
                <a:lnTo>
                  <a:pt x="229343" y="600656"/>
                </a:lnTo>
                <a:lnTo>
                  <a:pt x="211760" y="607876"/>
                </a:lnTo>
                <a:lnTo>
                  <a:pt x="194139" y="615029"/>
                </a:lnTo>
                <a:lnTo>
                  <a:pt x="176489" y="622116"/>
                </a:lnTo>
                <a:lnTo>
                  <a:pt x="158829" y="629145"/>
                </a:lnTo>
                <a:lnTo>
                  <a:pt x="141132" y="636118"/>
                </a:lnTo>
                <a:lnTo>
                  <a:pt x="123415" y="643023"/>
                </a:lnTo>
                <a:lnTo>
                  <a:pt x="105680" y="649872"/>
                </a:lnTo>
                <a:lnTo>
                  <a:pt x="87916" y="656663"/>
                </a:lnTo>
                <a:lnTo>
                  <a:pt x="70133" y="663397"/>
                </a:lnTo>
                <a:lnTo>
                  <a:pt x="52330" y="670074"/>
                </a:lnTo>
                <a:lnTo>
                  <a:pt x="34500" y="676694"/>
                </a:lnTo>
                <a:lnTo>
                  <a:pt x="16650" y="683257"/>
                </a:lnTo>
                <a:lnTo>
                  <a:pt x="0" y="690334"/>
                </a:lnTo>
                <a:lnTo>
                  <a:pt x="6506" y="708193"/>
                </a:lnTo>
                <a:lnTo>
                  <a:pt x="13011" y="726062"/>
                </a:lnTo>
                <a:lnTo>
                  <a:pt x="19526" y="743931"/>
                </a:lnTo>
                <a:lnTo>
                  <a:pt x="26032" y="761800"/>
                </a:lnTo>
                <a:lnTo>
                  <a:pt x="32537" y="779669"/>
                </a:lnTo>
                <a:lnTo>
                  <a:pt x="39043" y="797538"/>
                </a:lnTo>
                <a:lnTo>
                  <a:pt x="45558" y="815397"/>
                </a:lnTo>
                <a:lnTo>
                  <a:pt x="52064" y="833266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84563FAF-61E0-4693-9B5D-506C00D2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1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4669D680-42A0-4B7B-8F80-E5E4375E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948B"/>
            </a:solidFill>
            <a:prstDash val="solid"/>
          </a:ln>
        </p:spPr>
      </p:sp>
      <p:sp>
        <p:nvSpPr>
          <p:cNvPr id="12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E8DD6B20-7D68-4410-93C2-35C32ABA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7F20AED3-D238-48EF-B932-70903062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712521"/>
            <a:ext cx="15621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可追溯预约记录</a:t>
            </a:r>
          </a:p>
        </p:txBody>
      </p:sp>
      <p:sp>
        <p:nvSpPr>
          <p:cNvPr id="14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5648A9C4-C1D7-42B5-8640-19B3E4AC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957485"/>
            <a:ext cx="1562100" cy="178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三类资料共同留痕</a:t>
            </a:r>
          </a:p>
        </p:txBody>
      </p:sp>
      <p:sp>
        <p:nvSpPr>
          <p:cNvPr id="15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186636D6-1B9F-413F-8934-724E147A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87E59A05-8B2C-4839-BFEE-A1CB9996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3D55D617-055F-4115-8072-4A7FC18C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D58058AB-4B14-4868-B81C-0FBAA354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34E3305F-9B3C-47A6-AF10-FC061C6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2B3A295D-7697-4DFE-B3C9-50EAA5CB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020EC8FB-C319-42E4-97F4-83B66DD4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64979"/>
            <a:ext cx="203835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申请记录</a:t>
            </a:r>
          </a:p>
        </p:txBody>
      </p:sp>
      <p:sp>
        <p:nvSpPr>
          <p:cNvPr id="22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7F5BFF31-B656-4BC1-BEED-F2053128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84949"/>
            <a:ext cx="203835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预约内容与已收到时间</a:t>
            </a:r>
          </a:p>
        </p:txBody>
      </p:sp>
      <p:sp>
        <p:nvSpPr>
          <p:cNvPr id="23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FD6603BD-340B-492B-A208-2FE97A8F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材料核对</a:t>
            </a:r>
          </a:p>
        </p:txBody>
      </p:sp>
      <p:sp>
        <p:nvSpPr>
          <p:cNvPr id="24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E9B7714D-4E99-47B5-AFC6-D818B0C6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培训证明与核对结果</a:t>
            </a:r>
          </a:p>
        </p:txBody>
      </p:sp>
      <p:sp>
        <p:nvSpPr>
          <p:cNvPr id="25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15A0FA1F-FEDD-40D5-84E2-BFE1CF4D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时段记录</a:t>
            </a:r>
          </a:p>
        </p:txBody>
      </p:sp>
      <p:sp>
        <p:nvSpPr>
          <p:cNvPr id="26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A7C4EC19-92FF-496B-968B-D7393F7A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可用时段与使用条件</a:t>
            </a:r>
          </a:p>
        </p:txBody>
      </p:sp>
      <p:sp>
        <p:nvSpPr>
          <p:cNvPr id="27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0C1FDF4A-989F-4C33-BDF1-4B412A1B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管理员在记录不一致时核实，三类资料仍保留各自来源</a:t>
            </a:r>
          </a:p>
        </p:txBody>
      </p:sp>
      <p:sp>
        <p:nvSpPr>
          <p:cNvPr id="28" name="shell-folio">
            <a:extLst xmlns:a="http://schemas.openxmlformats.org/drawingml/2006/main">
              <a:ext uri="{FF2B5EF4-FFF2-40B4-BE49-F238E27FC236}">
                <a16:creationId xmlns:a16="http://schemas.microsoft.com/office/drawing/2014/main" id="{649B9C85-C44B-4B57-9E39-97120A67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7936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AF21BD33-4A70-4A43-A30C-E83F733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24A1F5AE-A8C8-4C1D-B001-D3A682D5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单仪器试点的观察重点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359AA842-B1C3-4BA1-A0F4-B7E8D87B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9435CB4D-4F10-49CD-B26D-2B02613E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先在一台仪器上跑通记录与反馈，再判断是否需要调整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38E1F078-CE1B-4285-AB2E-953AE359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试点观察记录能否说清楚，不预设节省时间或提升满意度</a:t>
            </a:r>
          </a:p>
        </p:txBody>
      </p:sp>
      <p:sp>
        <p:nvSpPr>
          <p:cNvPr id="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E8833BC1-0AD3-4B0A-930F-C322F2B5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3336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27985ED0-5292-4535-B3F2-77FE4FC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2383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A30856CE-5B3F-42FF-96A9-A780B27B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1049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5B54645D-2D61-4F9D-8609-D7179473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74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0D70CFF3-2AC6-418D-AC37-44E8F6F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7724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5cee263dd4170">
            <a:extLst>
              <a:ext uri="{96DAC541-7B7A-43D3-8B79-37D633B846F1}">
                <asvg:svgBlip xmlns:asvg="http://schemas.microsoft.com/office/drawing/2016/SVG/main" r:embed="Rf801fffeb90f40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70124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A7C753CC-85AF-456D-B6CF-1D5876B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3099197"/>
            <a:ext cx="2444648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区分状态</a:t>
            </a:r>
          </a:p>
        </p:txBody>
      </p:sp>
      <p:sp>
        <p:nvSpPr>
          <p:cNvPr id="1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88BBA1DD-78B7-406C-8DAA-B33FC8EA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4399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634FD6E8-6C6B-4648-B2C5-D6FD9137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284316"/>
            <a:ext cx="2444648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申请人区分已收到与已确认</a:t>
            </a:r>
          </a:p>
        </p:txBody>
      </p:sp>
      <p:sp>
        <p:nvSpPr>
          <p:cNvPr id="1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A8B06773-41F4-48F7-A42A-AAF847FA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648" y="2333625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CEC1CEAE-204A-4FB7-9180-F8E6F32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4448" y="2238375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344E7927-6C6B-41B3-B150-640FBD6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948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CE979E15-1468-45D6-9645-B0BF6E86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273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355F10B0-A6C0-4B59-9ABE-E20FCB2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623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e39f2f2ff4128">
            <a:extLst>
              <a:ext uri="{96DAC541-7B7A-43D3-8B79-37D633B846F1}">
                <asvg:svgBlip xmlns:asvg="http://schemas.microsoft.com/office/drawing/2016/SVG/main" r:embed="R9f425e29eeff4f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72023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D891F65C-784A-4F60-BD19-1100A6D0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1148" y="3099197"/>
            <a:ext cx="2444801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找到记录</a:t>
            </a:r>
          </a:p>
        </p:txBody>
      </p:sp>
      <p:sp>
        <p:nvSpPr>
          <p:cNvPr id="2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73C8506B-1654-4F4F-83A2-C16BE469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298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FDF9D2C6-6F53-4A29-8669-DA4A837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1148" y="4284316"/>
            <a:ext cx="2444801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管理员找到完整预约记录</a:t>
            </a:r>
          </a:p>
        </p:txBody>
      </p:sp>
      <p:sp>
        <p:nvSpPr>
          <p:cNvPr id="2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28014D74-07CC-48E3-8BD1-9D34BF00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2699" y="23336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5CBBB00F-DE85-485C-AB91-D957E5D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499" y="22383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908F652C-BD76-44BD-8C9E-3CD49FBD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783A3E8C-9F71-4D11-BDF4-D02DCD6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8323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793FEB4B-5E86-4A2F-8035-95583668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673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f56d23418413a">
            <a:extLst>
              <a:ext uri="{96DAC541-7B7A-43D3-8B79-37D633B846F1}">
                <asvg:svgBlip xmlns:asvg="http://schemas.microsoft.com/office/drawing/2016/SVG/main" r:embed="R9ca5b06a4f844a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74073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8D087907-76FC-4C37-9B18-E1D0FFC1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199" y="3099197"/>
            <a:ext cx="2444648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明确询问</a:t>
            </a:r>
          </a:p>
        </p:txBody>
      </p:sp>
      <p:sp>
        <p:nvSpPr>
          <p:cNvPr id="3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088A86B2-6252-43C3-B0EE-B5590CB7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8348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0BDAD7F0-8EE2-464B-B785-F512669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199" y="4284316"/>
            <a:ext cx="2444648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设备负责人收到时段询问</a:t>
            </a:r>
          </a:p>
        </p:txBody>
      </p:sp>
      <p:sp>
        <p:nvSpPr>
          <p:cNvPr id="33" name="pilot-boundary-strip">
            <a:extLst xmlns:a="http://schemas.openxmlformats.org/drawingml/2006/main">
              <a:ext uri="{FF2B5EF4-FFF2-40B4-BE49-F238E27FC236}">
                <a16:creationId xmlns:a16="http://schemas.microsoft.com/office/drawing/2014/main" id="{F8E3C9F1-8268-448B-9759-C529183B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7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4" name="pilot-boundary-title">
            <a:extLst xmlns:a="http://schemas.openxmlformats.org/drawingml/2006/main">
              <a:ext uri="{FF2B5EF4-FFF2-40B4-BE49-F238E27FC236}">
                <a16:creationId xmlns:a16="http://schemas.microsoft.com/office/drawing/2014/main" id="{E465E149-5B24-4E71-BCF5-01F9918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试点边界</a:t>
            </a:r>
          </a:p>
        </p:txBody>
      </p:sp>
      <p:sp>
        <p:nvSpPr>
          <p:cNvPr id="35" name="pilot-boundary-items">
            <a:extLst xmlns:a="http://schemas.openxmlformats.org/drawingml/2006/main">
              <a:ext uri="{FF2B5EF4-FFF2-40B4-BE49-F238E27FC236}">
                <a16:creationId xmlns:a16="http://schemas.microsoft.com/office/drawing/2014/main" id="{370DC0CC-A01E-4DEC-BC36-4AAC238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055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一台仪器   ·   保留纸面或人工沟通   ·   记录不一致时由管理员核实</a:t>
            </a:r>
          </a:p>
        </p:txBody>
      </p:sp>
      <p:sp>
        <p:nvSpPr>
          <p:cNvPr id="36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7CD1CA68-EA7C-4EBD-AB33-453F970A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观察结果用于修正记录与沟通方式，不生成自动审批承诺</a:t>
            </a:r>
          </a:p>
        </p:txBody>
      </p:sp>
      <p:sp>
        <p:nvSpPr>
          <p:cNvPr id="37" name="shell-folio">
            <a:extLst xmlns:a="http://schemas.openxmlformats.org/drawingml/2006/main">
              <a:ext uri="{FF2B5EF4-FFF2-40B4-BE49-F238E27FC236}">
                <a16:creationId xmlns:a16="http://schemas.microsoft.com/office/drawing/2014/main" id="{91B72127-81DE-4196-BF76-44EED761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4940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2026-09-06T23:12:34.6310000Z</dcterms:created>
  <dcterms:modified xsi:type="dcterms:W3CDTF">2026-09-06T23:12:34.6310000Z</dcterms:modified>
</coreProperties>
</file>