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2c368f1da2481c" /><Relationship Type="http://schemas.openxmlformats.org/officeDocument/2006/relationships/extended-properties" Target="/docProps/app.xml" Id="R0fa62d55b57241d5" /><Relationship Type="http://schemas.openxmlformats.org/officeDocument/2006/relationships/officeDocument" Target="/ppt/presentation.xml" Id="R5a5a1fdabbd54b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c45755629482f"/>
  </p:sldMasterIdLst>
  <p:notesMasterIdLst>
    <p:notesMasterId xmlns:r="http://schemas.openxmlformats.org/officeDocument/2006/relationships" r:id="R99fc04328363464b"/>
  </p:notesMasterIdLst>
  <p:sldIdLst>
    <p:sldId xmlns:r="http://schemas.openxmlformats.org/officeDocument/2006/relationships" id="256" r:id="R57ad7b0afe3d48e1"/>
    <p:sldId xmlns:r="http://schemas.openxmlformats.org/officeDocument/2006/relationships" id="257" r:id="R5a99c8b1a91f473c"/>
    <p:sldId xmlns:r="http://schemas.openxmlformats.org/officeDocument/2006/relationships" id="258" r:id="Re89fc304f10f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134b2348c426b" /><Relationship Type="http://schemas.openxmlformats.org/officeDocument/2006/relationships/slideMaster" Target="/ppt/slideMasters/slideMaster1.xml" Id="R1fbc45755629482f" /><Relationship Type="http://schemas.openxmlformats.org/officeDocument/2006/relationships/notesMaster" Target="/ppt/notesMasters/notesMaster1.xml" Id="R99fc04328363464b" /><Relationship Type="http://schemas.openxmlformats.org/officeDocument/2006/relationships/presProps" Target="/ppt/presProps.xml" Id="R6d6cfb4a86254296" /><Relationship Type="http://schemas.openxmlformats.org/officeDocument/2006/relationships/tableStyles" Target="/ppt/tableStyles.xml" Id="R9cdf0155b8964a76" /><Relationship Type="http://schemas.openxmlformats.org/officeDocument/2006/relationships/slide" Target="/ppt/slides/slide1.xml" Id="R57ad7b0afe3d48e1" /><Relationship Type="http://schemas.openxmlformats.org/officeDocument/2006/relationships/slide" Target="/ppt/slides/slide2.xml" Id="R5a99c8b1a91f473c" /><Relationship Type="http://schemas.openxmlformats.org/officeDocument/2006/relationships/slide" Target="/ppt/slides/slide3.xml" Id="Re89fc304f10f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aa053023a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6c56f6257f435e" /><Relationship Type="http://schemas.openxmlformats.org/officeDocument/2006/relationships/notesMaster" Target="/ppt/notesMasters/notesMaster1.xml" Id="R86d947de06be42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73672328e744e3" /><Relationship Type="http://schemas.openxmlformats.org/officeDocument/2006/relationships/notesMaster" Target="/ppt/notesMasters/notesMaster1.xml" Id="R4fa0b0b9a827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456351e3f4a5b" /><Relationship Type="http://schemas.openxmlformats.org/officeDocument/2006/relationships/notesMaster" Target="/ppt/notesMasters/notesMaster1.xml" Id="R4deef6e3f9de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页面关系：申请人、平台、管理员、设备负责人之间的消息方向与反馈状态。第1页未调用项目结构资产：现有项目库检索到的顺序、中心、并列、比较结构均无法表达多角色跨泳道消息流，因此采用自主原生编排。nativeEditablePptx=true。上游消息到PPT对象映射：message-line-1/message-label-1=预约信息+培训证明；message-line-2/message-label-2=已收到；message-line-3/4/5=平台交管理员、管理员询问设备负责人、设备负责人返回管理员；message-line-6/7=预约确认与已确认反馈。适配模式：adapted-nat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hub-directed-outcomes-002，检索记录与适配理由见structure-invocations.ndjson。上游节点/关系到PPT对象映射：hub-center*对应可追溯预约记录；hub-node-0/1/2对应申请记录、材料核对、时段记录；hub-connection-*为三类资料向中心汇入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sequence-flow-001，四步顺序与资产契约匹配。上游节点/关系到PPT对象映射：sequence-step-node-0..3、sequence-step-title-0..3、sequence-step-body-0..3依次对应选择仪器、保留人工、按新记录、记录观察；sequence-rail/connector对应先后关系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5c9330518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652d33865641cd" /><Relationship Type="http://schemas.openxmlformats.org/officeDocument/2006/relationships/slideLayout" Target="/ppt/slideLayouts/slideLayout1.xml" Id="R4a9b7684597f48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b7684597f48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84e9c7cb84f50" /><Relationship Type="http://schemas.openxmlformats.org/officeDocument/2006/relationships/notesSlide" Target="/ppt/notesSlides/notesSlide1.xml" Id="R8b60441d43084d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21af28cd64adf" /><Relationship Type="http://schemas.openxmlformats.org/officeDocument/2006/relationships/notesSlide" Target="/ppt/notesSlides/notesSlide2.xml" Id="Rb6259da95c7b44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5cf7701504f94" /><Relationship Type="http://schemas.openxmlformats.org/officeDocument/2006/relationships/notesSlide" Target="/ppt/notesSlides/notesSlide3.xml" Id="Re3098bf5e63f4e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26EC4C0F-3570-460F-80D5-0F6BAB9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628D06D3-F593-4CAC-810C-28A9D41C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预约信息如何流转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A729EA70-B5D2-4286-B57C-2F724216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7DAEB6C5-67F5-4D3A-B3DD-47C6F46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四个角色分工清楚，两个反馈状态各有含义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DC9B38AF-CD39-43CD-A556-43FDD7F7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“已收到”让申请人知道记录已入；“已确认”才代表可以按注意事项使用</a:t>
            </a:r>
          </a:p>
        </p:txBody>
      </p:sp>
      <p:sp>
        <p:nvSpPr>
          <p:cNvPr id="6" name="actor-band-0">
            <a:extLst xmlns:a="http://schemas.openxmlformats.org/drawingml/2006/main">
              <a:ext uri="{FF2B5EF4-FFF2-40B4-BE49-F238E27FC236}">
                <a16:creationId xmlns:a16="http://schemas.microsoft.com/office/drawing/2014/main" id="{420AF04A-F09C-45C5-A055-07CD5473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C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ctor-label-0">
            <a:extLst xmlns:a="http://schemas.openxmlformats.org/drawingml/2006/main">
              <a:ext uri="{FF2B5EF4-FFF2-40B4-BE49-F238E27FC236}">
                <a16:creationId xmlns:a16="http://schemas.microsoft.com/office/drawing/2014/main" id="{272D1F38-30A8-465D-9648-EBE629BB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申请人</a:t>
            </a:r>
          </a:p>
        </p:txBody>
      </p:sp>
      <p:sp>
        <p:nvSpPr>
          <p:cNvPr id="8" name="actor-sub-0">
            <a:extLst xmlns:a="http://schemas.openxmlformats.org/drawingml/2006/main">
              <a:ext uri="{FF2B5EF4-FFF2-40B4-BE49-F238E27FC236}">
                <a16:creationId xmlns:a16="http://schemas.microsoft.com/office/drawing/2014/main" id="{B892655E-0B4D-4B3C-A9C5-0F013CE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提交与接收</a:t>
            </a:r>
          </a:p>
        </p:txBody>
      </p:sp>
      <p:sp>
        <p:nvSpPr>
          <p:cNvPr id="9" name="lane-0">
            <a:extLst xmlns:a="http://schemas.openxmlformats.org/drawingml/2006/main">
              <a:ext uri="{FF2B5EF4-FFF2-40B4-BE49-F238E27FC236}">
                <a16:creationId xmlns:a16="http://schemas.microsoft.com/office/drawing/2014/main" id="{8D22AA27-C49E-4379-88AE-C896080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430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actor-band-1">
            <a:extLst xmlns:a="http://schemas.openxmlformats.org/drawingml/2006/main">
              <a:ext uri="{FF2B5EF4-FFF2-40B4-BE49-F238E27FC236}">
                <a16:creationId xmlns:a16="http://schemas.microsoft.com/office/drawing/2014/main" id="{67C9BF2B-0501-4B6E-9BC0-67535DF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669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actor-label-1">
            <a:extLst xmlns:a="http://schemas.openxmlformats.org/drawingml/2006/main">
              <a:ext uri="{FF2B5EF4-FFF2-40B4-BE49-F238E27FC236}">
                <a16:creationId xmlns:a16="http://schemas.microsoft.com/office/drawing/2014/main" id="{CC9F413C-F137-4EEA-88E9-1E219AE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145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平台</a:t>
            </a:r>
          </a:p>
        </p:txBody>
      </p:sp>
      <p:sp>
        <p:nvSpPr>
          <p:cNvPr id="12" name="actor-sub-1">
            <a:extLst xmlns:a="http://schemas.openxmlformats.org/drawingml/2006/main">
              <a:ext uri="{FF2B5EF4-FFF2-40B4-BE49-F238E27FC236}">
                <a16:creationId xmlns:a16="http://schemas.microsoft.com/office/drawing/2014/main" id="{286186A3-25E1-457C-9763-A13DD797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记录与传递</a:t>
            </a:r>
          </a:p>
        </p:txBody>
      </p:sp>
      <p:sp>
        <p:nvSpPr>
          <p:cNvPr id="13" name="lane-1">
            <a:extLst xmlns:a="http://schemas.openxmlformats.org/drawingml/2006/main">
              <a:ext uri="{FF2B5EF4-FFF2-40B4-BE49-F238E27FC236}">
                <a16:creationId xmlns:a16="http://schemas.microsoft.com/office/drawing/2014/main" id="{9D24D181-924B-4DE3-82BA-BD503C41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actor-band-2">
            <a:extLst xmlns:a="http://schemas.openxmlformats.org/drawingml/2006/main">
              <a:ext uri="{FF2B5EF4-FFF2-40B4-BE49-F238E27FC236}">
                <a16:creationId xmlns:a16="http://schemas.microsoft.com/office/drawing/2014/main" id="{F191A0B5-6E5C-4770-B4B1-FFED4A5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actor-label-2">
            <a:extLst xmlns:a="http://schemas.openxmlformats.org/drawingml/2006/main">
              <a:ext uri="{FF2B5EF4-FFF2-40B4-BE49-F238E27FC236}">
                <a16:creationId xmlns:a16="http://schemas.microsoft.com/office/drawing/2014/main" id="{BA3ED0C4-9F7F-4F69-94E6-072997EC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145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管理员</a:t>
            </a:r>
          </a:p>
        </p:txBody>
      </p:sp>
      <p:sp>
        <p:nvSpPr>
          <p:cNvPr id="16" name="actor-sub-2">
            <a:extLst xmlns:a="http://schemas.openxmlformats.org/drawingml/2006/main">
              <a:ext uri="{FF2B5EF4-FFF2-40B4-BE49-F238E27FC236}">
                <a16:creationId xmlns:a16="http://schemas.microsoft.com/office/drawing/2014/main" id="{C3EEF970-44C0-47C3-8EB9-66416309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核对与确认</a:t>
            </a:r>
          </a:p>
        </p:txBody>
      </p:sp>
      <p:sp>
        <p:nvSpPr>
          <p:cNvPr id="17" name="lane-2">
            <a:extLst xmlns:a="http://schemas.openxmlformats.org/drawingml/2006/main">
              <a:ext uri="{FF2B5EF4-FFF2-40B4-BE49-F238E27FC236}">
                <a16:creationId xmlns:a16="http://schemas.microsoft.com/office/drawing/2014/main" id="{15010CB4-A382-4524-9736-B7BA8F82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37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actor-band-3">
            <a:extLst xmlns:a="http://schemas.openxmlformats.org/drawingml/2006/main">
              <a:ext uri="{FF2B5EF4-FFF2-40B4-BE49-F238E27FC236}">
                <a16:creationId xmlns:a16="http://schemas.microsoft.com/office/drawing/2014/main" id="{D8CEF7CA-25EC-4329-B255-7D1BE536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ctor-label-3">
            <a:extLst xmlns:a="http://schemas.openxmlformats.org/drawingml/2006/main">
              <a:ext uri="{FF2B5EF4-FFF2-40B4-BE49-F238E27FC236}">
                <a16:creationId xmlns:a16="http://schemas.microsoft.com/office/drawing/2014/main" id="{C6B0B4B9-1002-4E91-842F-BA62946A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145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设备负责人</a:t>
            </a:r>
          </a:p>
        </p:txBody>
      </p:sp>
      <p:sp>
        <p:nvSpPr>
          <p:cNvPr id="20" name="actor-sub-3">
            <a:extLst xmlns:a="http://schemas.openxmlformats.org/drawingml/2006/main">
              <a:ext uri="{FF2B5EF4-FFF2-40B4-BE49-F238E27FC236}">
                <a16:creationId xmlns:a16="http://schemas.microsoft.com/office/drawing/2014/main" id="{7FE41376-14F8-4FB6-85DD-112BAA1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时段与条件</a:t>
            </a:r>
          </a:p>
        </p:txBody>
      </p:sp>
      <p:sp>
        <p:nvSpPr>
          <p:cNvPr id="21" name="lane-3">
            <a:extLst xmlns:a="http://schemas.openxmlformats.org/drawingml/2006/main">
              <a:ext uri="{FF2B5EF4-FFF2-40B4-BE49-F238E27FC236}">
                <a16:creationId xmlns:a16="http://schemas.microsoft.com/office/drawing/2014/main" id="{D9BF7163-27CC-4019-8BDF-76C4126D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441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essage-line-1">
            <a:extLst xmlns:a="http://schemas.openxmlformats.org/drawingml/2006/main">
              <a:ext uri="{FF2B5EF4-FFF2-40B4-BE49-F238E27FC236}">
                <a16:creationId xmlns:a16="http://schemas.microsoft.com/office/drawing/2014/main" id="{9E8DA903-5338-4111-82F7-E1B22B08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43075" y="280035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F655F"/>
            </a:solidFill>
            <a:prstDash val="solid"/>
          </a:ln>
        </p:spPr>
      </p:sp>
      <p:sp>
        <p:nvSpPr>
          <p:cNvPr id="23" name="message-label-1">
            <a:extLst xmlns:a="http://schemas.openxmlformats.org/drawingml/2006/main">
              <a:ext uri="{FF2B5EF4-FFF2-40B4-BE49-F238E27FC236}">
                <a16:creationId xmlns:a16="http://schemas.microsoft.com/office/drawing/2014/main" id="{B937C03B-B0ED-4F02-9175-42C497A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765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预约信息 + 培训证明</a:t>
            </a:r>
          </a:p>
        </p:txBody>
      </p:sp>
      <p:sp>
        <p:nvSpPr>
          <p:cNvPr id="24" name="message-line-2">
            <a:extLst xmlns:a="http://schemas.openxmlformats.org/drawingml/2006/main">
              <a:ext uri="{FF2B5EF4-FFF2-40B4-BE49-F238E27FC236}">
                <a16:creationId xmlns:a16="http://schemas.microsoft.com/office/drawing/2014/main" id="{B9ABF428-2021-4A77-A0B5-D369A9B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43075" y="337185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25" name="message-label-2">
            <a:extLst xmlns:a="http://schemas.openxmlformats.org/drawingml/2006/main">
              <a:ext uri="{FF2B5EF4-FFF2-40B4-BE49-F238E27FC236}">
                <a16:creationId xmlns:a16="http://schemas.microsoft.com/office/drawing/2014/main" id="{ECE05BDA-641F-42B5-B298-7A9D52BB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33725"/>
            <a:ext cx="2457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已收到</a:t>
            </a:r>
          </a:p>
        </p:txBody>
      </p:sp>
      <p:sp>
        <p:nvSpPr>
          <p:cNvPr id="26" name="received-note">
            <a:extLst xmlns:a="http://schemas.openxmlformats.org/drawingml/2006/main">
              <a:ext uri="{FF2B5EF4-FFF2-40B4-BE49-F238E27FC236}">
                <a16:creationId xmlns:a16="http://schemas.microsoft.com/office/drawing/2014/main" id="{8160C04C-72E3-4E58-9025-39B772CF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只表示平台已记录申请</a:t>
            </a:r>
          </a:p>
        </p:txBody>
      </p:sp>
      <p:sp>
        <p:nvSpPr>
          <p:cNvPr id="27" name="message-line-3">
            <a:extLst xmlns:a="http://schemas.openxmlformats.org/drawingml/2006/main">
              <a:ext uri="{FF2B5EF4-FFF2-40B4-BE49-F238E27FC236}">
                <a16:creationId xmlns:a16="http://schemas.microsoft.com/office/drawing/2014/main" id="{CF024ABE-5EA8-402D-9778-0506F09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403860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F655F"/>
            </a:solidFill>
            <a:prstDash val="solid"/>
          </a:ln>
        </p:spPr>
      </p:sp>
      <p:sp>
        <p:nvSpPr>
          <p:cNvPr id="28" name="message-label-3">
            <a:extLst xmlns:a="http://schemas.openxmlformats.org/drawingml/2006/main">
              <a:ext uri="{FF2B5EF4-FFF2-40B4-BE49-F238E27FC236}">
                <a16:creationId xmlns:a16="http://schemas.microsoft.com/office/drawing/2014/main" id="{9AC8D26B-1BA9-4165-8A45-A9EB33E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申请记录与材料</a:t>
            </a:r>
          </a:p>
        </p:txBody>
      </p:sp>
      <p:sp>
        <p:nvSpPr>
          <p:cNvPr id="29" name="message-line-4">
            <a:extLst xmlns:a="http://schemas.openxmlformats.org/drawingml/2006/main">
              <a:ext uri="{FF2B5EF4-FFF2-40B4-BE49-F238E27FC236}">
                <a16:creationId xmlns:a16="http://schemas.microsoft.com/office/drawing/2014/main" id="{931F5E2D-A769-4F2D-A612-4D19D3D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3775" y="470535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F655F"/>
            </a:solidFill>
            <a:prstDash val="solid"/>
          </a:ln>
        </p:spPr>
      </p:sp>
      <p:sp>
        <p:nvSpPr>
          <p:cNvPr id="30" name="message-label-4">
            <a:extLst xmlns:a="http://schemas.openxmlformats.org/drawingml/2006/main">
              <a:ext uri="{FF2B5EF4-FFF2-40B4-BE49-F238E27FC236}">
                <a16:creationId xmlns:a16="http://schemas.microsoft.com/office/drawing/2014/main" id="{8D5271FF-68D5-49C8-BA51-1783CE25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3815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询问时段与使用条件</a:t>
            </a:r>
          </a:p>
        </p:txBody>
      </p:sp>
      <p:sp>
        <p:nvSpPr>
          <p:cNvPr id="31" name="message-line-5">
            <a:extLst xmlns:a="http://schemas.openxmlformats.org/drawingml/2006/main">
              <a:ext uri="{FF2B5EF4-FFF2-40B4-BE49-F238E27FC236}">
                <a16:creationId xmlns:a16="http://schemas.microsoft.com/office/drawing/2014/main" id="{8DB1ACAF-D471-4316-923A-F8B6E8AA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43775" y="527685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F655F"/>
            </a:solidFill>
            <a:prstDash val="solid"/>
          </a:ln>
        </p:spPr>
      </p:sp>
      <p:sp>
        <p:nvSpPr>
          <p:cNvPr id="32" name="message-label-5">
            <a:extLst xmlns:a="http://schemas.openxmlformats.org/drawingml/2006/main">
              <a:ext uri="{FF2B5EF4-FFF2-40B4-BE49-F238E27FC236}">
                <a16:creationId xmlns:a16="http://schemas.microsoft.com/office/drawing/2014/main" id="{DB3AE61A-B22D-4844-A46F-FF14C616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9530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可用时段 + 使用条件</a:t>
            </a:r>
          </a:p>
        </p:txBody>
      </p:sp>
      <p:sp>
        <p:nvSpPr>
          <p:cNvPr id="33" name="message-line-6">
            <a:extLst xmlns:a="http://schemas.openxmlformats.org/drawingml/2006/main">
              <a:ext uri="{FF2B5EF4-FFF2-40B4-BE49-F238E27FC236}">
                <a16:creationId xmlns:a16="http://schemas.microsoft.com/office/drawing/2014/main" id="{D592CFE9-B7E5-4DE2-A9DF-622757A2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43425" y="575310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34" name="message-label-6">
            <a:extLst xmlns:a="http://schemas.openxmlformats.org/drawingml/2006/main">
              <a:ext uri="{FF2B5EF4-FFF2-40B4-BE49-F238E27FC236}">
                <a16:creationId xmlns:a16="http://schemas.microsoft.com/office/drawing/2014/main" id="{4712C4DC-2195-4E24-8D28-4FF7318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5054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预约确认</a:t>
            </a:r>
          </a:p>
        </p:txBody>
      </p:sp>
      <p:sp>
        <p:nvSpPr>
          <p:cNvPr id="35" name="message-line-7">
            <a:extLst xmlns:a="http://schemas.openxmlformats.org/drawingml/2006/main">
              <a:ext uri="{FF2B5EF4-FFF2-40B4-BE49-F238E27FC236}">
                <a16:creationId xmlns:a16="http://schemas.microsoft.com/office/drawing/2014/main" id="{72A3324C-59F7-48D2-9D21-20B9E03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43075" y="6038850"/>
            <a:ext cx="280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36" name="message-label-7">
            <a:extLst xmlns:a="http://schemas.openxmlformats.org/drawingml/2006/main">
              <a:ext uri="{FF2B5EF4-FFF2-40B4-BE49-F238E27FC236}">
                <a16:creationId xmlns:a16="http://schemas.microsoft.com/office/drawing/2014/main" id="{3A41441D-EDDB-41B5-97D4-A60A7D5E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912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已确认 + 注意事项</a:t>
            </a:r>
          </a:p>
        </p:txBody>
      </p:sp>
      <p:sp>
        <p:nvSpPr>
          <p:cNvPr id="37" name="confirmation-gate">
            <a:extLst xmlns:a="http://schemas.openxmlformats.org/drawingml/2006/main">
              <a:ext uri="{FF2B5EF4-FFF2-40B4-BE49-F238E27FC236}">
                <a16:creationId xmlns:a16="http://schemas.microsoft.com/office/drawing/2014/main" id="{E65223A2-B388-4B10-B7EB-0AF303BE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388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E6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8" name="confirmation-warning">
            <a:extLst xmlns:a="http://schemas.openxmlformats.org/drawingml/2006/main">
              <a:ext uri="{FF2B5EF4-FFF2-40B4-BE49-F238E27FC236}">
                <a16:creationId xmlns:a16="http://schemas.microsoft.com/office/drawing/2014/main" id="{122BB863-76E3-4874-B6AB-403780F3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7435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确认前不能自行使用仪器</a:t>
            </a:r>
          </a:p>
        </p:txBody>
      </p:sp>
      <p:sp>
        <p:nvSpPr>
          <p:cNvPr id="39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709AF489-F886-4CC0-9DE2-41938929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流程保留人工确认；平台负责把记录与反馈送回申请人</a:t>
            </a:r>
          </a:p>
        </p:txBody>
      </p:sp>
      <p:sp>
        <p:nvSpPr>
          <p:cNvPr id="40" name="shell-folio">
            <a:extLst xmlns:a="http://schemas.openxmlformats.org/drawingml/2006/main">
              <a:ext uri="{FF2B5EF4-FFF2-40B4-BE49-F238E27FC236}">
                <a16:creationId xmlns:a16="http://schemas.microsoft.com/office/drawing/2014/main" id="{51187764-476A-4A2E-9084-9E01110E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6565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38558A74-FE42-4D4C-94FC-214EE6C8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0CC3BC0C-F985-4357-8D7B-758BBEC4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一份记录需要三类资料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3AD92E08-5531-40DE-930D-C607A8B5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0FD38FB3-9E27-4C4A-AD46-B33587F8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三条资料线共同留下可追溯证据，彼此不是逐级筛选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F0869FEC-D6B8-45B4-8CC8-9F91407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申请记录、材料核对记录、设备时段记录共同支撑同一份预约记录</a:t>
            </a:r>
          </a:p>
        </p:txBody>
      </p:sp>
      <p:sp>
        <p:nvSpPr>
          <p:cNvPr id="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0EEFCB50-F182-40E0-842A-24D8D87F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ECEA"/>
            </a:solidFill>
            <a:prstDash val="dash"/>
          </a:ln>
        </p:spPr>
      </p:sp>
      <p:sp>
        <p:nvSpPr>
          <p:cNvPr id="7" name="radial-inward-spoke-1">
            <a:extLst xmlns:a="http://schemas.openxmlformats.org/drawingml/2006/main">
              <a:ext uri="{FF2B5EF4-FFF2-40B4-BE49-F238E27FC236}">
                <a16:creationId xmlns:a16="http://schemas.microsoft.com/office/drawing/2014/main" id="{CBC7F67C-0796-4003-B7AC-5DF3D385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26174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0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0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7C47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inward-spoke-2">
            <a:extLst xmlns:a="http://schemas.openxmlformats.org/drawingml/2006/main">
              <a:ext uri="{FF2B5EF4-FFF2-40B4-BE49-F238E27FC236}">
                <a16:creationId xmlns:a16="http://schemas.microsoft.com/office/drawing/2014/main" id="{4058F981-0B9A-4197-982A-FD318B5F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524" y="4343057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1367371" y="769010"/>
                </a:moveTo>
                <a:lnTo>
                  <a:pt x="1352741" y="756856"/>
                </a:lnTo>
                <a:lnTo>
                  <a:pt x="1338082" y="744741"/>
                </a:lnTo>
                <a:lnTo>
                  <a:pt x="1323394" y="732653"/>
                </a:lnTo>
                <a:lnTo>
                  <a:pt x="1308668" y="720623"/>
                </a:lnTo>
                <a:lnTo>
                  <a:pt x="1293895" y="708631"/>
                </a:lnTo>
                <a:lnTo>
                  <a:pt x="1279093" y="696687"/>
                </a:lnTo>
                <a:lnTo>
                  <a:pt x="1264253" y="684790"/>
                </a:lnTo>
                <a:lnTo>
                  <a:pt x="1249375" y="672941"/>
                </a:lnTo>
                <a:lnTo>
                  <a:pt x="1234469" y="661140"/>
                </a:lnTo>
                <a:lnTo>
                  <a:pt x="1219514" y="649386"/>
                </a:lnTo>
                <a:lnTo>
                  <a:pt x="1204522" y="637680"/>
                </a:lnTo>
                <a:lnTo>
                  <a:pt x="1189482" y="626031"/>
                </a:lnTo>
                <a:lnTo>
                  <a:pt x="1174413" y="614420"/>
                </a:lnTo>
                <a:lnTo>
                  <a:pt x="1159307" y="602866"/>
                </a:lnTo>
                <a:lnTo>
                  <a:pt x="1144162" y="591369"/>
                </a:lnTo>
                <a:lnTo>
                  <a:pt x="1128970" y="579930"/>
                </a:lnTo>
                <a:lnTo>
                  <a:pt x="1113730" y="568538"/>
                </a:lnTo>
                <a:lnTo>
                  <a:pt x="1098461" y="557203"/>
                </a:lnTo>
                <a:lnTo>
                  <a:pt x="1083145" y="545925"/>
                </a:lnTo>
                <a:lnTo>
                  <a:pt x="1067791" y="534705"/>
                </a:lnTo>
                <a:lnTo>
                  <a:pt x="1052389" y="523532"/>
                </a:lnTo>
                <a:lnTo>
                  <a:pt x="1036949" y="512435"/>
                </a:lnTo>
                <a:lnTo>
                  <a:pt x="1021461" y="501396"/>
                </a:lnTo>
                <a:lnTo>
                  <a:pt x="1005926" y="490414"/>
                </a:lnTo>
                <a:lnTo>
                  <a:pt x="990352" y="479498"/>
                </a:lnTo>
                <a:lnTo>
                  <a:pt x="974731" y="468640"/>
                </a:lnTo>
                <a:lnTo>
                  <a:pt x="959072" y="457857"/>
                </a:lnTo>
                <a:lnTo>
                  <a:pt x="943356" y="447142"/>
                </a:lnTo>
                <a:lnTo>
                  <a:pt x="927602" y="436483"/>
                </a:lnTo>
                <a:lnTo>
                  <a:pt x="911800" y="425901"/>
                </a:lnTo>
                <a:lnTo>
                  <a:pt x="895950" y="415395"/>
                </a:lnTo>
                <a:lnTo>
                  <a:pt x="880053" y="404946"/>
                </a:lnTo>
                <a:lnTo>
                  <a:pt x="864098" y="394583"/>
                </a:lnTo>
                <a:lnTo>
                  <a:pt x="848106" y="384286"/>
                </a:lnTo>
                <a:lnTo>
                  <a:pt x="832066" y="374075"/>
                </a:lnTo>
                <a:lnTo>
                  <a:pt x="815969" y="363931"/>
                </a:lnTo>
                <a:lnTo>
                  <a:pt x="799833" y="353882"/>
                </a:lnTo>
                <a:lnTo>
                  <a:pt x="783641" y="343900"/>
                </a:lnTo>
                <a:lnTo>
                  <a:pt x="767391" y="334004"/>
                </a:lnTo>
                <a:lnTo>
                  <a:pt x="751103" y="324193"/>
                </a:lnTo>
                <a:lnTo>
                  <a:pt x="734759" y="314468"/>
                </a:lnTo>
                <a:lnTo>
                  <a:pt x="718356" y="304829"/>
                </a:lnTo>
                <a:lnTo>
                  <a:pt x="701907" y="295285"/>
                </a:lnTo>
                <a:lnTo>
                  <a:pt x="685400" y="285826"/>
                </a:lnTo>
                <a:lnTo>
                  <a:pt x="668846" y="276463"/>
                </a:lnTo>
                <a:lnTo>
                  <a:pt x="652234" y="267205"/>
                </a:lnTo>
                <a:lnTo>
                  <a:pt x="635575" y="258032"/>
                </a:lnTo>
                <a:lnTo>
                  <a:pt x="618858" y="248964"/>
                </a:lnTo>
                <a:lnTo>
                  <a:pt x="602085" y="239992"/>
                </a:lnTo>
                <a:lnTo>
                  <a:pt x="585254" y="231134"/>
                </a:lnTo>
                <a:lnTo>
                  <a:pt x="568366" y="222371"/>
                </a:lnTo>
                <a:lnTo>
                  <a:pt x="551431" y="213722"/>
                </a:lnTo>
                <a:lnTo>
                  <a:pt x="534438" y="205188"/>
                </a:lnTo>
                <a:lnTo>
                  <a:pt x="517379" y="196767"/>
                </a:lnTo>
                <a:lnTo>
                  <a:pt x="500272" y="188452"/>
                </a:lnTo>
                <a:lnTo>
                  <a:pt x="483108" y="180270"/>
                </a:lnTo>
                <a:lnTo>
                  <a:pt x="465877" y="172202"/>
                </a:lnTo>
                <a:lnTo>
                  <a:pt x="448599" y="164259"/>
                </a:lnTo>
                <a:lnTo>
                  <a:pt x="431254" y="156448"/>
                </a:lnTo>
                <a:lnTo>
                  <a:pt x="413861" y="148761"/>
                </a:lnTo>
                <a:lnTo>
                  <a:pt x="396402" y="141208"/>
                </a:lnTo>
                <a:lnTo>
                  <a:pt x="378895" y="133788"/>
                </a:lnTo>
                <a:lnTo>
                  <a:pt x="361321" y="126511"/>
                </a:lnTo>
                <a:lnTo>
                  <a:pt x="343691" y="119377"/>
                </a:lnTo>
                <a:lnTo>
                  <a:pt x="325993" y="112385"/>
                </a:lnTo>
                <a:lnTo>
                  <a:pt x="308248" y="105547"/>
                </a:lnTo>
                <a:lnTo>
                  <a:pt x="290446" y="98860"/>
                </a:lnTo>
                <a:lnTo>
                  <a:pt x="272586" y="92326"/>
                </a:lnTo>
                <a:lnTo>
                  <a:pt x="258994" y="84068"/>
                </a:lnTo>
                <a:lnTo>
                  <a:pt x="266576" y="66627"/>
                </a:lnTo>
                <a:lnTo>
                  <a:pt x="274158" y="49178"/>
                </a:lnTo>
                <a:lnTo>
                  <a:pt x="281740" y="31737"/>
                </a:lnTo>
                <a:lnTo>
                  <a:pt x="289322" y="14297"/>
                </a:lnTo>
                <a:lnTo>
                  <a:pt x="293103" y="0"/>
                </a:lnTo>
                <a:lnTo>
                  <a:pt x="274539" y="4162"/>
                </a:lnTo>
                <a:lnTo>
                  <a:pt x="255984" y="8325"/>
                </a:lnTo>
                <a:lnTo>
                  <a:pt x="237430" y="12487"/>
                </a:lnTo>
                <a:lnTo>
                  <a:pt x="218865" y="16659"/>
                </a:lnTo>
                <a:lnTo>
                  <a:pt x="200311" y="20822"/>
                </a:lnTo>
                <a:lnTo>
                  <a:pt x="181747" y="24984"/>
                </a:lnTo>
                <a:lnTo>
                  <a:pt x="163192" y="29147"/>
                </a:lnTo>
                <a:lnTo>
                  <a:pt x="144637" y="33309"/>
                </a:lnTo>
                <a:lnTo>
                  <a:pt x="126073" y="37471"/>
                </a:lnTo>
                <a:lnTo>
                  <a:pt x="107518" y="41634"/>
                </a:lnTo>
                <a:lnTo>
                  <a:pt x="88954" y="45806"/>
                </a:lnTo>
                <a:lnTo>
                  <a:pt x="70399" y="49968"/>
                </a:lnTo>
                <a:lnTo>
                  <a:pt x="51845" y="54131"/>
                </a:lnTo>
                <a:lnTo>
                  <a:pt x="33280" y="58293"/>
                </a:lnTo>
                <a:lnTo>
                  <a:pt x="14726" y="62455"/>
                </a:lnTo>
                <a:lnTo>
                  <a:pt x="0" y="68180"/>
                </a:lnTo>
                <a:lnTo>
                  <a:pt x="10382" y="84115"/>
                </a:lnTo>
                <a:lnTo>
                  <a:pt x="20765" y="100060"/>
                </a:lnTo>
                <a:lnTo>
                  <a:pt x="31147" y="115995"/>
                </a:lnTo>
                <a:lnTo>
                  <a:pt x="41519" y="131931"/>
                </a:lnTo>
                <a:lnTo>
                  <a:pt x="51902" y="147866"/>
                </a:lnTo>
                <a:lnTo>
                  <a:pt x="62284" y="163801"/>
                </a:lnTo>
                <a:lnTo>
                  <a:pt x="72666" y="179746"/>
                </a:lnTo>
                <a:lnTo>
                  <a:pt x="83048" y="195682"/>
                </a:lnTo>
                <a:lnTo>
                  <a:pt x="93421" y="211617"/>
                </a:lnTo>
                <a:lnTo>
                  <a:pt x="103803" y="227552"/>
                </a:lnTo>
                <a:lnTo>
                  <a:pt x="114186" y="243488"/>
                </a:lnTo>
                <a:lnTo>
                  <a:pt x="124568" y="259432"/>
                </a:lnTo>
                <a:lnTo>
                  <a:pt x="134950" y="275368"/>
                </a:lnTo>
                <a:lnTo>
                  <a:pt x="145332" y="291303"/>
                </a:lnTo>
                <a:lnTo>
                  <a:pt x="155705" y="307238"/>
                </a:lnTo>
                <a:lnTo>
                  <a:pt x="164516" y="305324"/>
                </a:lnTo>
                <a:lnTo>
                  <a:pt x="171936" y="287817"/>
                </a:lnTo>
                <a:lnTo>
                  <a:pt x="179356" y="270300"/>
                </a:lnTo>
                <a:lnTo>
                  <a:pt x="186785" y="252794"/>
                </a:lnTo>
                <a:lnTo>
                  <a:pt x="194205" y="235277"/>
                </a:lnTo>
                <a:lnTo>
                  <a:pt x="207197" y="230381"/>
                </a:lnTo>
                <a:lnTo>
                  <a:pt x="225104" y="236811"/>
                </a:lnTo>
                <a:lnTo>
                  <a:pt x="242945" y="243402"/>
                </a:lnTo>
                <a:lnTo>
                  <a:pt x="260718" y="250165"/>
                </a:lnTo>
                <a:lnTo>
                  <a:pt x="278435" y="257080"/>
                </a:lnTo>
                <a:lnTo>
                  <a:pt x="296094" y="264147"/>
                </a:lnTo>
                <a:lnTo>
                  <a:pt x="313696" y="271358"/>
                </a:lnTo>
                <a:lnTo>
                  <a:pt x="331222" y="278730"/>
                </a:lnTo>
                <a:lnTo>
                  <a:pt x="348701" y="286245"/>
                </a:lnTo>
                <a:lnTo>
                  <a:pt x="366112" y="293894"/>
                </a:lnTo>
                <a:lnTo>
                  <a:pt x="383467" y="301676"/>
                </a:lnTo>
                <a:lnTo>
                  <a:pt x="400764" y="309601"/>
                </a:lnTo>
                <a:lnTo>
                  <a:pt x="417995" y="317649"/>
                </a:lnTo>
                <a:lnTo>
                  <a:pt x="435159" y="325831"/>
                </a:lnTo>
                <a:lnTo>
                  <a:pt x="452276" y="334137"/>
                </a:lnTo>
                <a:lnTo>
                  <a:pt x="469325" y="342567"/>
                </a:lnTo>
                <a:lnTo>
                  <a:pt x="486318" y="351111"/>
                </a:lnTo>
                <a:lnTo>
                  <a:pt x="503253" y="359769"/>
                </a:lnTo>
                <a:lnTo>
                  <a:pt x="520122" y="368541"/>
                </a:lnTo>
                <a:lnTo>
                  <a:pt x="536943" y="377428"/>
                </a:lnTo>
                <a:lnTo>
                  <a:pt x="553698" y="386429"/>
                </a:lnTo>
                <a:lnTo>
                  <a:pt x="570395" y="395535"/>
                </a:lnTo>
                <a:lnTo>
                  <a:pt x="587045" y="404736"/>
                </a:lnTo>
                <a:lnTo>
                  <a:pt x="603628" y="414052"/>
                </a:lnTo>
                <a:lnTo>
                  <a:pt x="620154" y="423453"/>
                </a:lnTo>
                <a:lnTo>
                  <a:pt x="636632" y="432959"/>
                </a:lnTo>
                <a:lnTo>
                  <a:pt x="653053" y="442560"/>
                </a:lnTo>
                <a:lnTo>
                  <a:pt x="669417" y="452257"/>
                </a:lnTo>
                <a:lnTo>
                  <a:pt x="685724" y="462048"/>
                </a:lnTo>
                <a:lnTo>
                  <a:pt x="701973" y="471916"/>
                </a:lnTo>
                <a:lnTo>
                  <a:pt x="718175" y="481879"/>
                </a:lnTo>
                <a:lnTo>
                  <a:pt x="734330" y="491928"/>
                </a:lnTo>
                <a:lnTo>
                  <a:pt x="750418" y="502063"/>
                </a:lnTo>
                <a:lnTo>
                  <a:pt x="766467" y="512283"/>
                </a:lnTo>
                <a:lnTo>
                  <a:pt x="782460" y="522580"/>
                </a:lnTo>
                <a:lnTo>
                  <a:pt x="798395" y="532952"/>
                </a:lnTo>
                <a:lnTo>
                  <a:pt x="814292" y="543411"/>
                </a:lnTo>
                <a:lnTo>
                  <a:pt x="830132" y="553936"/>
                </a:lnTo>
                <a:lnTo>
                  <a:pt x="845915" y="564537"/>
                </a:lnTo>
                <a:lnTo>
                  <a:pt x="861660" y="575215"/>
                </a:lnTo>
                <a:lnTo>
                  <a:pt x="877348" y="585959"/>
                </a:lnTo>
                <a:lnTo>
                  <a:pt x="892997" y="596779"/>
                </a:lnTo>
                <a:lnTo>
                  <a:pt x="908590" y="607666"/>
                </a:lnTo>
                <a:lnTo>
                  <a:pt x="924144" y="618620"/>
                </a:lnTo>
                <a:lnTo>
                  <a:pt x="939641" y="629641"/>
                </a:lnTo>
                <a:lnTo>
                  <a:pt x="955091" y="640728"/>
                </a:lnTo>
                <a:lnTo>
                  <a:pt x="970502" y="651872"/>
                </a:lnTo>
                <a:lnTo>
                  <a:pt x="985876" y="663083"/>
                </a:lnTo>
                <a:lnTo>
                  <a:pt x="1001192" y="674351"/>
                </a:lnTo>
                <a:lnTo>
                  <a:pt x="1016470" y="685686"/>
                </a:lnTo>
                <a:lnTo>
                  <a:pt x="1031700" y="697087"/>
                </a:lnTo>
                <a:lnTo>
                  <a:pt x="1046883" y="708536"/>
                </a:lnTo>
                <a:lnTo>
                  <a:pt x="1062028" y="720042"/>
                </a:lnTo>
                <a:lnTo>
                  <a:pt x="1077125" y="731606"/>
                </a:lnTo>
                <a:lnTo>
                  <a:pt x="1092194" y="743217"/>
                </a:lnTo>
                <a:lnTo>
                  <a:pt x="1107215" y="754885"/>
                </a:lnTo>
                <a:lnTo>
                  <a:pt x="1122188" y="766610"/>
                </a:lnTo>
                <a:lnTo>
                  <a:pt x="1137114" y="778393"/>
                </a:lnTo>
                <a:lnTo>
                  <a:pt x="1152011" y="790223"/>
                </a:lnTo>
                <a:lnTo>
                  <a:pt x="1166870" y="802100"/>
                </a:lnTo>
                <a:lnTo>
                  <a:pt x="1181681" y="814026"/>
                </a:lnTo>
                <a:lnTo>
                  <a:pt x="1196464" y="825998"/>
                </a:lnTo>
                <a:lnTo>
                  <a:pt x="1211189" y="838029"/>
                </a:lnTo>
                <a:lnTo>
                  <a:pt x="1225887" y="850106"/>
                </a:lnTo>
                <a:lnTo>
                  <a:pt x="1240546" y="862222"/>
                </a:lnTo>
                <a:lnTo>
                  <a:pt x="1255166" y="874385"/>
                </a:lnTo>
                <a:lnTo>
                  <a:pt x="1269673" y="885673"/>
                </a:lnTo>
                <a:lnTo>
                  <a:pt x="1281884" y="871090"/>
                </a:lnTo>
                <a:lnTo>
                  <a:pt x="1294105" y="856507"/>
                </a:lnTo>
                <a:lnTo>
                  <a:pt x="1306316" y="841924"/>
                </a:lnTo>
                <a:lnTo>
                  <a:pt x="1318527" y="827342"/>
                </a:lnTo>
                <a:lnTo>
                  <a:pt x="1330738" y="812759"/>
                </a:lnTo>
                <a:lnTo>
                  <a:pt x="1342949" y="798176"/>
                </a:lnTo>
                <a:lnTo>
                  <a:pt x="1355160" y="783593"/>
                </a:lnTo>
                <a:lnTo>
                  <a:pt x="1367371" y="76901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radial-inward-spoke-3">
            <a:extLst xmlns:a="http://schemas.openxmlformats.org/drawingml/2006/main">
              <a:ext uri="{FF2B5EF4-FFF2-40B4-BE49-F238E27FC236}">
                <a16:creationId xmlns:a16="http://schemas.microsoft.com/office/drawing/2014/main" id="{34AA218D-220F-4001-87A9-182A15EC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89" y="4409294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52064" y="833266"/>
                </a:moveTo>
                <a:lnTo>
                  <a:pt x="69904" y="826675"/>
                </a:lnTo>
                <a:lnTo>
                  <a:pt x="87716" y="820036"/>
                </a:lnTo>
                <a:lnTo>
                  <a:pt x="105518" y="813340"/>
                </a:lnTo>
                <a:lnTo>
                  <a:pt x="123292" y="806596"/>
                </a:lnTo>
                <a:lnTo>
                  <a:pt x="141056" y="799795"/>
                </a:lnTo>
                <a:lnTo>
                  <a:pt x="158791" y="792947"/>
                </a:lnTo>
                <a:lnTo>
                  <a:pt x="176508" y="786041"/>
                </a:lnTo>
                <a:lnTo>
                  <a:pt x="194205" y="779069"/>
                </a:lnTo>
                <a:lnTo>
                  <a:pt x="211874" y="772049"/>
                </a:lnTo>
                <a:lnTo>
                  <a:pt x="229524" y="764972"/>
                </a:lnTo>
                <a:lnTo>
                  <a:pt x="247145" y="757838"/>
                </a:lnTo>
                <a:lnTo>
                  <a:pt x="264747" y="750637"/>
                </a:lnTo>
                <a:lnTo>
                  <a:pt x="282331" y="743388"/>
                </a:lnTo>
                <a:lnTo>
                  <a:pt x="299876" y="736073"/>
                </a:lnTo>
                <a:lnTo>
                  <a:pt x="317411" y="728701"/>
                </a:lnTo>
                <a:lnTo>
                  <a:pt x="334909" y="721262"/>
                </a:lnTo>
                <a:lnTo>
                  <a:pt x="352377" y="713756"/>
                </a:lnTo>
                <a:lnTo>
                  <a:pt x="369827" y="706193"/>
                </a:lnTo>
                <a:lnTo>
                  <a:pt x="387248" y="698564"/>
                </a:lnTo>
                <a:lnTo>
                  <a:pt x="404641" y="690877"/>
                </a:lnTo>
                <a:lnTo>
                  <a:pt x="421996" y="683114"/>
                </a:lnTo>
                <a:lnTo>
                  <a:pt x="439331" y="675294"/>
                </a:lnTo>
                <a:lnTo>
                  <a:pt x="456629" y="667398"/>
                </a:lnTo>
                <a:lnTo>
                  <a:pt x="473897" y="659435"/>
                </a:lnTo>
                <a:lnTo>
                  <a:pt x="491138" y="651405"/>
                </a:lnTo>
                <a:lnTo>
                  <a:pt x="508340" y="643309"/>
                </a:lnTo>
                <a:lnTo>
                  <a:pt x="525504" y="635127"/>
                </a:lnTo>
                <a:lnTo>
                  <a:pt x="542639" y="626888"/>
                </a:lnTo>
                <a:lnTo>
                  <a:pt x="559746" y="618573"/>
                </a:lnTo>
                <a:lnTo>
                  <a:pt x="576805" y="610172"/>
                </a:lnTo>
                <a:lnTo>
                  <a:pt x="593827" y="601704"/>
                </a:lnTo>
                <a:lnTo>
                  <a:pt x="610819" y="593160"/>
                </a:lnTo>
                <a:lnTo>
                  <a:pt x="627764" y="584530"/>
                </a:lnTo>
                <a:lnTo>
                  <a:pt x="644671" y="575834"/>
                </a:lnTo>
                <a:lnTo>
                  <a:pt x="661540" y="567052"/>
                </a:lnTo>
                <a:lnTo>
                  <a:pt x="678361" y="558184"/>
                </a:lnTo>
                <a:lnTo>
                  <a:pt x="695135" y="549240"/>
                </a:lnTo>
                <a:lnTo>
                  <a:pt x="711870" y="540210"/>
                </a:lnTo>
                <a:lnTo>
                  <a:pt x="728567" y="531095"/>
                </a:lnTo>
                <a:lnTo>
                  <a:pt x="745207" y="521894"/>
                </a:lnTo>
                <a:lnTo>
                  <a:pt x="761800" y="512607"/>
                </a:lnTo>
                <a:lnTo>
                  <a:pt x="778345" y="503234"/>
                </a:lnTo>
                <a:lnTo>
                  <a:pt x="794833" y="493766"/>
                </a:lnTo>
                <a:lnTo>
                  <a:pt x="811273" y="484213"/>
                </a:lnTo>
                <a:lnTo>
                  <a:pt x="827656" y="474564"/>
                </a:lnTo>
                <a:lnTo>
                  <a:pt x="843991" y="464820"/>
                </a:lnTo>
                <a:lnTo>
                  <a:pt x="860260" y="454981"/>
                </a:lnTo>
                <a:lnTo>
                  <a:pt x="876481" y="445046"/>
                </a:lnTo>
                <a:lnTo>
                  <a:pt x="892635" y="435016"/>
                </a:lnTo>
                <a:lnTo>
                  <a:pt x="908723" y="424882"/>
                </a:lnTo>
                <a:lnTo>
                  <a:pt x="924754" y="414652"/>
                </a:lnTo>
                <a:lnTo>
                  <a:pt x="940718" y="404317"/>
                </a:lnTo>
                <a:lnTo>
                  <a:pt x="956605" y="393887"/>
                </a:lnTo>
                <a:lnTo>
                  <a:pt x="972436" y="383343"/>
                </a:lnTo>
                <a:lnTo>
                  <a:pt x="988190" y="372694"/>
                </a:lnTo>
                <a:lnTo>
                  <a:pt x="1003868" y="361931"/>
                </a:lnTo>
                <a:lnTo>
                  <a:pt x="1019470" y="351063"/>
                </a:lnTo>
                <a:lnTo>
                  <a:pt x="1034996" y="340090"/>
                </a:lnTo>
                <a:lnTo>
                  <a:pt x="1050446" y="328994"/>
                </a:lnTo>
                <a:lnTo>
                  <a:pt x="1065800" y="317783"/>
                </a:lnTo>
                <a:lnTo>
                  <a:pt x="1081078" y="306467"/>
                </a:lnTo>
                <a:lnTo>
                  <a:pt x="1096270" y="295027"/>
                </a:lnTo>
                <a:lnTo>
                  <a:pt x="1111367" y="283464"/>
                </a:lnTo>
                <a:lnTo>
                  <a:pt x="1126369" y="271786"/>
                </a:lnTo>
                <a:lnTo>
                  <a:pt x="1141276" y="259975"/>
                </a:lnTo>
                <a:lnTo>
                  <a:pt x="1156087" y="248050"/>
                </a:lnTo>
                <a:lnTo>
                  <a:pt x="1170794" y="235991"/>
                </a:lnTo>
                <a:lnTo>
                  <a:pt x="1185396" y="223818"/>
                </a:lnTo>
                <a:lnTo>
                  <a:pt x="1199474" y="215265"/>
                </a:lnTo>
                <a:lnTo>
                  <a:pt x="1210885" y="230476"/>
                </a:lnTo>
                <a:lnTo>
                  <a:pt x="1222296" y="245688"/>
                </a:lnTo>
                <a:lnTo>
                  <a:pt x="1233707" y="260899"/>
                </a:lnTo>
                <a:lnTo>
                  <a:pt x="1245118" y="276111"/>
                </a:lnTo>
                <a:lnTo>
                  <a:pt x="1255795" y="287084"/>
                </a:lnTo>
                <a:lnTo>
                  <a:pt x="1261462" y="268929"/>
                </a:lnTo>
                <a:lnTo>
                  <a:pt x="1267139" y="250784"/>
                </a:lnTo>
                <a:lnTo>
                  <a:pt x="1272807" y="232629"/>
                </a:lnTo>
                <a:lnTo>
                  <a:pt x="1278484" y="214484"/>
                </a:lnTo>
                <a:lnTo>
                  <a:pt x="1284151" y="196329"/>
                </a:lnTo>
                <a:lnTo>
                  <a:pt x="1289828" y="178184"/>
                </a:lnTo>
                <a:lnTo>
                  <a:pt x="1295495" y="160030"/>
                </a:lnTo>
                <a:lnTo>
                  <a:pt x="1301172" y="141884"/>
                </a:lnTo>
                <a:lnTo>
                  <a:pt x="1306840" y="123730"/>
                </a:lnTo>
                <a:lnTo>
                  <a:pt x="1312507" y="105585"/>
                </a:lnTo>
                <a:lnTo>
                  <a:pt x="1318184" y="87430"/>
                </a:lnTo>
                <a:lnTo>
                  <a:pt x="1323851" y="69275"/>
                </a:lnTo>
                <a:lnTo>
                  <a:pt x="1329528" y="51130"/>
                </a:lnTo>
                <a:lnTo>
                  <a:pt x="1335195" y="32976"/>
                </a:lnTo>
                <a:lnTo>
                  <a:pt x="1340872" y="14830"/>
                </a:lnTo>
                <a:lnTo>
                  <a:pt x="1342263" y="0"/>
                </a:lnTo>
                <a:lnTo>
                  <a:pt x="1323270" y="981"/>
                </a:lnTo>
                <a:lnTo>
                  <a:pt x="1304277" y="1953"/>
                </a:lnTo>
                <a:lnTo>
                  <a:pt x="1285294" y="2934"/>
                </a:lnTo>
                <a:lnTo>
                  <a:pt x="1266301" y="3905"/>
                </a:lnTo>
                <a:lnTo>
                  <a:pt x="1247308" y="4886"/>
                </a:lnTo>
                <a:lnTo>
                  <a:pt x="1228315" y="5858"/>
                </a:lnTo>
                <a:lnTo>
                  <a:pt x="1209332" y="6839"/>
                </a:lnTo>
                <a:lnTo>
                  <a:pt x="1190339" y="7820"/>
                </a:lnTo>
                <a:lnTo>
                  <a:pt x="1171346" y="8792"/>
                </a:lnTo>
                <a:lnTo>
                  <a:pt x="1152354" y="9773"/>
                </a:lnTo>
                <a:lnTo>
                  <a:pt x="1133370" y="10744"/>
                </a:lnTo>
                <a:lnTo>
                  <a:pt x="1114377" y="11725"/>
                </a:lnTo>
                <a:lnTo>
                  <a:pt x="1095385" y="12697"/>
                </a:lnTo>
                <a:lnTo>
                  <a:pt x="1076392" y="13678"/>
                </a:lnTo>
                <a:lnTo>
                  <a:pt x="1057408" y="14659"/>
                </a:lnTo>
                <a:lnTo>
                  <a:pt x="1055884" y="23813"/>
                </a:lnTo>
                <a:lnTo>
                  <a:pt x="1067295" y="39024"/>
                </a:lnTo>
                <a:lnTo>
                  <a:pt x="1078706" y="54235"/>
                </a:lnTo>
                <a:lnTo>
                  <a:pt x="1090117" y="69456"/>
                </a:lnTo>
                <a:lnTo>
                  <a:pt x="1101528" y="84668"/>
                </a:lnTo>
                <a:lnTo>
                  <a:pt x="1098318" y="98279"/>
                </a:lnTo>
                <a:lnTo>
                  <a:pt x="1083802" y="110566"/>
                </a:lnTo>
                <a:lnTo>
                  <a:pt x="1069181" y="122720"/>
                </a:lnTo>
                <a:lnTo>
                  <a:pt x="1054446" y="134741"/>
                </a:lnTo>
                <a:lnTo>
                  <a:pt x="1039597" y="146618"/>
                </a:lnTo>
                <a:lnTo>
                  <a:pt x="1024652" y="158382"/>
                </a:lnTo>
                <a:lnTo>
                  <a:pt x="1009612" y="170012"/>
                </a:lnTo>
                <a:lnTo>
                  <a:pt x="994467" y="181508"/>
                </a:lnTo>
                <a:lnTo>
                  <a:pt x="979227" y="192881"/>
                </a:lnTo>
                <a:lnTo>
                  <a:pt x="963901" y="204140"/>
                </a:lnTo>
                <a:lnTo>
                  <a:pt x="948480" y="215265"/>
                </a:lnTo>
                <a:lnTo>
                  <a:pt x="932983" y="226276"/>
                </a:lnTo>
                <a:lnTo>
                  <a:pt x="917391" y="237173"/>
                </a:lnTo>
                <a:lnTo>
                  <a:pt x="901732" y="247945"/>
                </a:lnTo>
                <a:lnTo>
                  <a:pt x="885987" y="258613"/>
                </a:lnTo>
                <a:lnTo>
                  <a:pt x="870166" y="269157"/>
                </a:lnTo>
                <a:lnTo>
                  <a:pt x="854269" y="279597"/>
                </a:lnTo>
                <a:lnTo>
                  <a:pt x="838305" y="289931"/>
                </a:lnTo>
                <a:lnTo>
                  <a:pt x="822265" y="300152"/>
                </a:lnTo>
                <a:lnTo>
                  <a:pt x="806167" y="310267"/>
                </a:lnTo>
                <a:lnTo>
                  <a:pt x="789994" y="320269"/>
                </a:lnTo>
                <a:lnTo>
                  <a:pt x="773763" y="330175"/>
                </a:lnTo>
                <a:lnTo>
                  <a:pt x="757476" y="339985"/>
                </a:lnTo>
                <a:lnTo>
                  <a:pt x="741121" y="349682"/>
                </a:lnTo>
                <a:lnTo>
                  <a:pt x="724710" y="359293"/>
                </a:lnTo>
                <a:lnTo>
                  <a:pt x="708241" y="368798"/>
                </a:lnTo>
                <a:lnTo>
                  <a:pt x="691715" y="378209"/>
                </a:lnTo>
                <a:lnTo>
                  <a:pt x="675142" y="387525"/>
                </a:lnTo>
                <a:lnTo>
                  <a:pt x="658511" y="396745"/>
                </a:lnTo>
                <a:lnTo>
                  <a:pt x="641833" y="405879"/>
                </a:lnTo>
                <a:lnTo>
                  <a:pt x="625097" y="414919"/>
                </a:lnTo>
                <a:lnTo>
                  <a:pt x="608324" y="423872"/>
                </a:lnTo>
                <a:lnTo>
                  <a:pt x="591503" y="432730"/>
                </a:lnTo>
                <a:lnTo>
                  <a:pt x="574634" y="441512"/>
                </a:lnTo>
                <a:lnTo>
                  <a:pt x="557717" y="450199"/>
                </a:lnTo>
                <a:lnTo>
                  <a:pt x="540763" y="458810"/>
                </a:lnTo>
                <a:lnTo>
                  <a:pt x="523761" y="467335"/>
                </a:lnTo>
                <a:lnTo>
                  <a:pt x="506730" y="475774"/>
                </a:lnTo>
                <a:lnTo>
                  <a:pt x="489652" y="484137"/>
                </a:lnTo>
                <a:lnTo>
                  <a:pt x="472535" y="492423"/>
                </a:lnTo>
                <a:lnTo>
                  <a:pt x="455381" y="500624"/>
                </a:lnTo>
                <a:lnTo>
                  <a:pt x="438188" y="508749"/>
                </a:lnTo>
                <a:lnTo>
                  <a:pt x="420957" y="516807"/>
                </a:lnTo>
                <a:lnTo>
                  <a:pt x="403698" y="524780"/>
                </a:lnTo>
                <a:lnTo>
                  <a:pt x="386401" y="532686"/>
                </a:lnTo>
                <a:lnTo>
                  <a:pt x="369075" y="540515"/>
                </a:lnTo>
                <a:lnTo>
                  <a:pt x="351711" y="548278"/>
                </a:lnTo>
                <a:lnTo>
                  <a:pt x="334318" y="555965"/>
                </a:lnTo>
                <a:lnTo>
                  <a:pt x="316897" y="563585"/>
                </a:lnTo>
                <a:lnTo>
                  <a:pt x="299447" y="571129"/>
                </a:lnTo>
                <a:lnTo>
                  <a:pt x="281959" y="578606"/>
                </a:lnTo>
                <a:lnTo>
                  <a:pt x="264452" y="586026"/>
                </a:lnTo>
                <a:lnTo>
                  <a:pt x="246917" y="593369"/>
                </a:lnTo>
                <a:lnTo>
                  <a:pt x="229343" y="600656"/>
                </a:lnTo>
                <a:lnTo>
                  <a:pt x="211760" y="607876"/>
                </a:lnTo>
                <a:lnTo>
                  <a:pt x="194139" y="615029"/>
                </a:lnTo>
                <a:lnTo>
                  <a:pt x="176489" y="622116"/>
                </a:lnTo>
                <a:lnTo>
                  <a:pt x="158829" y="629145"/>
                </a:lnTo>
                <a:lnTo>
                  <a:pt x="141132" y="636118"/>
                </a:lnTo>
                <a:lnTo>
                  <a:pt x="123415" y="643023"/>
                </a:lnTo>
                <a:lnTo>
                  <a:pt x="105680" y="649872"/>
                </a:lnTo>
                <a:lnTo>
                  <a:pt x="87916" y="656663"/>
                </a:lnTo>
                <a:lnTo>
                  <a:pt x="70133" y="663397"/>
                </a:lnTo>
                <a:lnTo>
                  <a:pt x="52330" y="670074"/>
                </a:lnTo>
                <a:lnTo>
                  <a:pt x="34500" y="676694"/>
                </a:lnTo>
                <a:lnTo>
                  <a:pt x="16650" y="683257"/>
                </a:lnTo>
                <a:lnTo>
                  <a:pt x="0" y="690334"/>
                </a:lnTo>
                <a:lnTo>
                  <a:pt x="6506" y="708193"/>
                </a:lnTo>
                <a:lnTo>
                  <a:pt x="13011" y="726062"/>
                </a:lnTo>
                <a:lnTo>
                  <a:pt x="19526" y="743931"/>
                </a:lnTo>
                <a:lnTo>
                  <a:pt x="26032" y="761800"/>
                </a:lnTo>
                <a:lnTo>
                  <a:pt x="32537" y="779669"/>
                </a:lnTo>
                <a:lnTo>
                  <a:pt x="39043" y="797538"/>
                </a:lnTo>
                <a:lnTo>
                  <a:pt x="45558" y="815397"/>
                </a:lnTo>
                <a:lnTo>
                  <a:pt x="52064" y="833266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D6D839F9-6852-4255-8664-C97DC73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1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D423E8A1-7DC3-4609-A506-C2FD1D9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948B"/>
            </a:solidFill>
            <a:prstDash val="solid"/>
          </a:ln>
        </p:spPr>
      </p:sp>
      <p:sp>
        <p:nvSpPr>
          <p:cNvPr id="12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CCB1689D-3D66-40C9-9CF5-44AA298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9CDA15A8-76F9-4AFF-8B77-C24FCB5B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712521"/>
            <a:ext cx="15621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可追溯预约记录</a:t>
            </a:r>
          </a:p>
        </p:txBody>
      </p:sp>
      <p:sp>
        <p:nvSpPr>
          <p:cNvPr id="14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2D6AD04C-C0C8-4F67-8CE2-0A341C6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957485"/>
            <a:ext cx="1562100" cy="178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三类资料共同留痕</a:t>
            </a:r>
          </a:p>
        </p:txBody>
      </p:sp>
      <p:sp>
        <p:nvSpPr>
          <p:cNvPr id="15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BB8EBA6B-426A-49B5-BE6D-7CE9F732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4FAEDFE4-4B7A-46AE-B74B-B6A1EE6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CD7085D6-38E7-452E-9F3B-2400DD5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9CD3F729-B9BC-4220-98BB-39F5F18D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48FAEA46-9FC4-4409-8EA1-A8FCFF9E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98175CFE-223A-4475-8C84-8C7B750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D32ED886-B289-4494-A4C2-DA7A81D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64979"/>
            <a:ext cx="203835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申请记录</a:t>
            </a:r>
          </a:p>
        </p:txBody>
      </p:sp>
      <p:sp>
        <p:nvSpPr>
          <p:cNvPr id="22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1BC7F93C-15BA-481A-ACE5-A3DB02FF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84949"/>
            <a:ext cx="203835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预约内容与已收到时间</a:t>
            </a:r>
          </a:p>
        </p:txBody>
      </p:sp>
      <p:sp>
        <p:nvSpPr>
          <p:cNvPr id="23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EE36E312-B3EF-48BD-BE70-EB9F7D40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材料核对</a:t>
            </a:r>
          </a:p>
        </p:txBody>
      </p:sp>
      <p:sp>
        <p:nvSpPr>
          <p:cNvPr id="24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A090AD7A-141D-42D6-827E-D5B98A21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培训证明与核对结果</a:t>
            </a:r>
          </a:p>
        </p:txBody>
      </p:sp>
      <p:sp>
        <p:nvSpPr>
          <p:cNvPr id="25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7ECAD72C-D683-4BB9-9D57-3FDFD7E5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时段记录</a:t>
            </a:r>
          </a:p>
        </p:txBody>
      </p:sp>
      <p:sp>
        <p:nvSpPr>
          <p:cNvPr id="26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8E40BCE1-0DA3-4485-8201-1C3088E3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可用时段与使用条件</a:t>
            </a:r>
          </a:p>
        </p:txBody>
      </p:sp>
      <p:sp>
        <p:nvSpPr>
          <p:cNvPr id="27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5F849A45-033E-4031-B5A8-1F707FE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管理员在记录不一致时核实，三类资料仍保留各自来源</a:t>
            </a:r>
          </a:p>
        </p:txBody>
      </p:sp>
      <p:sp>
        <p:nvSpPr>
          <p:cNvPr id="28" name="shell-folio">
            <a:extLst xmlns:a="http://schemas.openxmlformats.org/drawingml/2006/main">
              <a:ext uri="{FF2B5EF4-FFF2-40B4-BE49-F238E27FC236}">
                <a16:creationId xmlns:a16="http://schemas.microsoft.com/office/drawing/2014/main" id="{AEFB1C9C-1991-431D-819B-D214A343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3473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BFF5EC5C-0CC4-4FFA-9A0F-8AE1C2F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CE64F1F5-DCD7-4C84-90A5-3EFC8D5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单仪器试点的观察重点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1859D416-EF6F-4AA2-9D25-72579E6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814CA4A9-8F98-43BD-979B-D8EE6ECF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先在一台仪器上跑通记录与反馈，再判断是否需要调整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DE54D56B-1C0A-467B-93EB-0738BAF5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试点观察记录能否说清楚，不预设节省时间或提升满意度</a:t>
            </a:r>
          </a:p>
        </p:txBody>
      </p:sp>
      <p:sp>
        <p:nvSpPr>
          <p:cNvPr id="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F0477031-7901-47A0-A313-A47E354B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0713" y="3037513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587D20EA-CE8B-44D6-8315-238793D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181350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67D98C3B-23E8-4702-910C-05EBB8E3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124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选择仪器</a:t>
            </a:r>
          </a:p>
        </p:txBody>
      </p:sp>
      <p:sp>
        <p:nvSpPr>
          <p:cNvPr id="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D469031E-A36F-4B5E-A8AD-ED8718DB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0713" y="2771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30AB7756-3609-440B-A566-F5D3AE3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013" y="2886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2B0576DC-BED2-41AC-8B57-32277B4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013" y="2886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80FDC8CA-0ABD-4B94-921E-8952E1D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525" y="3552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62905BC3-06A2-4EEB-90DE-15AD3885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3924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05D9DAB-590B-4145-8AF6-1624EC63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838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55A60D58-4F3F-4FB3-9B9D-9464719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13" y="3838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DB8D11B9-26E7-4242-ACF6-261D9C9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133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选一台仪器作为试点</a:t>
            </a:r>
          </a:p>
        </p:txBody>
      </p:sp>
      <p:sp>
        <p:nvSpPr>
          <p:cNvPr id="1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4716ABB6-F317-42E8-9EC5-4296DB5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2124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保留人工</a:t>
            </a:r>
          </a:p>
        </p:txBody>
      </p:sp>
      <p:sp>
        <p:nvSpPr>
          <p:cNvPr id="1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53278947-95B5-49C4-AEC3-8DE86DEF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838" y="2771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9E20C293-32A3-4B9C-A4A5-B1F5623E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138" y="2886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3CF664FA-A3BD-4EEE-ACCE-3D832537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138" y="2886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F9EDB3DD-569F-4881-83FC-5AD40E06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3552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69849370-7FBD-4B9D-9575-2954921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924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0A024E1F-2FA3-4F74-84D7-6718A636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3838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EF04A7B6-ACCC-4E04-9C6F-C16AF74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3838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6CAE87BF-D207-423E-9726-8FD37D28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133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保留纸面或人工沟通渠道</a:t>
            </a:r>
          </a:p>
        </p:txBody>
      </p:sp>
      <p:sp>
        <p:nvSpPr>
          <p:cNvPr id="2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A1794BAF-8342-47FC-863D-6CB34E9E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124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按新记录</a:t>
            </a:r>
          </a:p>
        </p:txBody>
      </p:sp>
      <p:sp>
        <p:nvSpPr>
          <p:cNvPr id="2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8408A753-DD51-463E-873C-E748E399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8963" y="2771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D91C553A-39B6-4897-A234-D18867AE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263" y="2886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1E3E0A1F-E4E2-43D3-9F3A-835EBC4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263" y="2886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11187B95-946A-4D7C-992C-772E7996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3552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882E92CF-381C-4A0D-83BC-C7D20C6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24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E665734C-F42E-469C-81C2-AA05F433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838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FD4E5B7C-D692-4F83-AD26-EFEF87DE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9463" y="3838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312FBFF7-3F7F-4841-921C-9E30D1F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133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按新记录方式处理预约</a:t>
            </a:r>
          </a:p>
        </p:txBody>
      </p:sp>
      <p:sp>
        <p:nvSpPr>
          <p:cNvPr id="3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9579E90B-6FD8-41C1-B2FE-7497878E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124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记录观察</a:t>
            </a:r>
          </a:p>
        </p:txBody>
      </p:sp>
      <p:sp>
        <p:nvSpPr>
          <p:cNvPr id="3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E5FF8A0E-C84D-4994-BFC8-BCD3AC0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3088" y="2771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31DA2072-D115-4FEC-BB7A-B8CCA72A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388" y="2886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60C3E756-2FB5-4808-9B5F-2B66F42B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388" y="2886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77723B63-0559-4BE6-A3E5-F13DD5C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3552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0FB81BC4-5EFA-4A75-9802-3ADBAA9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3924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4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D10A2415-E49E-44BB-82A8-2D803270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3838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4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553CAE3B-2DB9-4339-A3E1-7664858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3588" y="3838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68D47B25-3575-44DB-AAC8-118A0221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4133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观察三项关键表现</a:t>
            </a:r>
          </a:p>
        </p:txBody>
      </p:sp>
      <p:sp>
        <p:nvSpPr>
          <p:cNvPr id="44" name="observation-strip">
            <a:extLst xmlns:a="http://schemas.openxmlformats.org/drawingml/2006/main">
              <a:ext uri="{FF2B5EF4-FFF2-40B4-BE49-F238E27FC236}">
                <a16:creationId xmlns:a16="http://schemas.microsoft.com/office/drawing/2014/main" id="{129DD6E7-9858-4FF5-9CEB-B5ED43E5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57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5" name="observation-title">
            <a:extLst xmlns:a="http://schemas.openxmlformats.org/drawingml/2006/main">
              <a:ext uri="{FF2B5EF4-FFF2-40B4-BE49-F238E27FC236}">
                <a16:creationId xmlns:a16="http://schemas.microsoft.com/office/drawing/2014/main" id="{7BEC86EB-C384-480B-B660-D9ED55DF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14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三项观察</a:t>
            </a:r>
          </a:p>
        </p:txBody>
      </p:sp>
      <p:sp>
        <p:nvSpPr>
          <p:cNvPr id="46" name="observation-items">
            <a:extLst xmlns:a="http://schemas.openxmlformats.org/drawingml/2006/main">
              <a:ext uri="{FF2B5EF4-FFF2-40B4-BE49-F238E27FC236}">
                <a16:creationId xmlns:a16="http://schemas.microsoft.com/office/drawing/2014/main" id="{02B0F5DE-EFA0-48C0-8E40-0C4A32F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95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申请人能否区分“已收到”与“已确认”   ·   管理员能否找到完整记录   ·   设备负责人是否收到明确的时段询问</a:t>
            </a:r>
          </a:p>
        </p:txBody>
      </p:sp>
      <p:sp>
        <p:nvSpPr>
          <p:cNvPr id="47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7A2AD35E-B66F-40FC-B662-C386F28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观察结果用于修正记录与沟通方式，不生成自动审批承诺</a:t>
            </a:r>
          </a:p>
        </p:txBody>
      </p:sp>
      <p:sp>
        <p:nvSpPr>
          <p:cNvPr id="48" name="shell-folio">
            <a:extLst xmlns:a="http://schemas.openxmlformats.org/drawingml/2006/main">
              <a:ext uri="{FF2B5EF4-FFF2-40B4-BE49-F238E27FC236}">
                <a16:creationId xmlns:a16="http://schemas.microsoft.com/office/drawing/2014/main" id="{3DF7ADF7-788E-46ED-BA2A-2954C5F8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2221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2026-09-06T23:05:40.2600000Z</dcterms:created>
  <dcterms:modified xsi:type="dcterms:W3CDTF">2026-09-06T23:05:40.2600000Z</dcterms:modified>
</coreProperties>
</file>