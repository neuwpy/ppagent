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1087881d594a45" /><Relationship Type="http://schemas.openxmlformats.org/officeDocument/2006/relationships/extended-properties" Target="/docProps/app.xml" Id="R3f984619c4504447" /><Relationship Type="http://schemas.openxmlformats.org/officeDocument/2006/relationships/officeDocument" Target="/ppt/presentation.xml" Id="Raed8038d1a0646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899cb803a04675"/>
    <p:sldMasterId xmlns:r="http://schemas.openxmlformats.org/officeDocument/2006/relationships" id="2147483660" r:id="Re3142bcd336e4af7"/>
    <p:sldMasterId xmlns:r="http://schemas.openxmlformats.org/officeDocument/2006/relationships" id="2147483663" r:id="R0331ce96b7ff45b4"/>
  </p:sldMasterIdLst>
  <p:notesMasterIdLst>
    <p:notesMasterId xmlns:r="http://schemas.openxmlformats.org/officeDocument/2006/relationships" r:id="R227cb7c0b6084991"/>
  </p:notesMasterIdLst>
  <p:sldIdLst>
    <p:sldId xmlns:r="http://schemas.openxmlformats.org/officeDocument/2006/relationships" id="256" r:id="R905e4c0484884ecf"/>
    <p:sldId xmlns:r="http://schemas.openxmlformats.org/officeDocument/2006/relationships" id="257" r:id="R7bf4c4ecb11b40b6"/>
    <p:sldId xmlns:r="http://schemas.openxmlformats.org/officeDocument/2006/relationships" id="258" r:id="Ra135422e3f534f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c2eb7210a24b33" /><Relationship Type="http://schemas.openxmlformats.org/officeDocument/2006/relationships/slideMaster" Target="/ppt/slideMasters/slideMaster1.xml" Id="R73899cb803a04675" /><Relationship Type="http://schemas.openxmlformats.org/officeDocument/2006/relationships/slideMaster" Target="/ppt/slideMasters/slideMaster2.xml" Id="Re3142bcd336e4af7" /><Relationship Type="http://schemas.openxmlformats.org/officeDocument/2006/relationships/slideMaster" Target="/ppt/slideMasters/slideMaster3.xml" Id="R0331ce96b7ff45b4" /><Relationship Type="http://schemas.openxmlformats.org/officeDocument/2006/relationships/notesMaster" Target="/ppt/notesMasters/notesMaster1.xml" Id="R227cb7c0b6084991" /><Relationship Type="http://schemas.openxmlformats.org/officeDocument/2006/relationships/presProps" Target="/ppt/presProps.xml" Id="Rabdd484a234d425e" /><Relationship Type="http://schemas.openxmlformats.org/officeDocument/2006/relationships/viewProps" Target="/ppt/viewProps.xml" Id="Ra06c06d170834c7a" /><Relationship Type="http://schemas.openxmlformats.org/officeDocument/2006/relationships/tableStyles" Target="/ppt/tableStyles.xml" Id="Rfed91b26f371427f" /><Relationship Type="http://schemas.openxmlformats.org/officeDocument/2006/relationships/slide" Target="/ppt/slides/slide1.xml" Id="R905e4c0484884ecf" /><Relationship Type="http://schemas.openxmlformats.org/officeDocument/2006/relationships/slide" Target="/ppt/slides/slide2.xml" Id="R7bf4c4ecb11b40b6" /><Relationship Type="http://schemas.openxmlformats.org/officeDocument/2006/relationships/slide" Target="/ppt/slides/slide3.xml" Id="Ra135422e3f534f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521b96376bc04e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8dd237076d414f" /><Relationship Type="http://schemas.openxmlformats.org/officeDocument/2006/relationships/notesMaster" Target="/ppt/notesMasters/notesMaster1.xml" Id="Rd6a892ecfcd644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75de1699234f10" /><Relationship Type="http://schemas.openxmlformats.org/officeDocument/2006/relationships/notesMaster" Target="/ppt/notesMasters/notesMaster1.xml" Id="R891d6eaf0c1f4a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7f4a65d6f74a97" /><Relationship Type="http://schemas.openxmlformats.org/officeDocument/2006/relationships/notesMaster" Target="/ppt/notesMasters/notesMaster1.xml" Id="Ra5364da0de4147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内容：experiments/semantic-composition-pilot/manuscript.md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PPagenT：semantic-composition-pilot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内容：experiments/semantic-composition-pilot/manuscript.md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PPagenT：semantic-composition-pilot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内容：experiments/semantic-composition-pilot/manuscript.md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PPagenT：semantic-composition-pilot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91609603744436" /><Relationship Type="http://schemas.openxmlformats.org/officeDocument/2006/relationships/image" Target="/ppt/media/image.jpeg" Id="Rf994b0f95c5945d3" /><Relationship Type="http://schemas.openxmlformats.org/officeDocument/2006/relationships/image" Target="/ppt/media/image.png" Id="Rf822ce44feba461c" /><Relationship Type="http://schemas.openxmlformats.org/officeDocument/2006/relationships/image" Target="/ppt/media/image2.png" Id="Rac21a8f9dba74a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b80933580c4f3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ddaaf6400e468c" /><Relationship Type="http://schemas.openxmlformats.org/officeDocument/2006/relationships/image" Target="/ppt/media/image3.png" Id="R4f509de4cc77455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09753c7b6d4724" /><Relationship Type="http://schemas.openxmlformats.org/officeDocument/2006/relationships/image" Target="/ppt/media/image4.png" Id="R9b977275627d4f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bfe6a906b5493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b5614bc6804e5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40b5725dc045d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ebdf74026f450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f5dd46a0a94ec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626dc543c74d3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15c08e53a24b2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8017df043734161" /><Relationship Type="http://schemas.openxmlformats.org/officeDocument/2006/relationships/image" Target="/ppt/media/image5.png" Id="R7a990e0a62ed49a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a988c7d9ae3492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1b6e4634d6a453b" /><Relationship Type="http://schemas.openxmlformats.org/officeDocument/2006/relationships/image" Target="/ppt/media/image5.png" Id="Rcf709c908f03408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ccb7c40b4c141bb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4b0f95c5945d3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2ce44feba461c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1a8f9dba74a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09de4cc774559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77275627d4ff0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990e0a62ed49aa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09c908f03408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5aefd972f3439f" /><Relationship Type="http://schemas.openxmlformats.org/officeDocument/2006/relationships/slideLayout" Target="/ppt/slideLayouts/slideLayout1.xml" Id="Ra080bb85af4d45be" /><Relationship Type="http://schemas.openxmlformats.org/officeDocument/2006/relationships/slideLayout" Target="/ppt/slideLayouts/slideLayout2.xml" Id="Rc4548ad4f9f94cf0" /><Relationship Type="http://schemas.openxmlformats.org/officeDocument/2006/relationships/slideLayout" Target="/ppt/slideLayouts/slideLayout3.xml" Id="Rf07d876d20a94341" /><Relationship Type="http://schemas.openxmlformats.org/officeDocument/2006/relationships/slideLayout" Target="/ppt/slideLayouts/slideLayout4.xml" Id="Rd4b4765f343745d3" /><Relationship Type="http://schemas.openxmlformats.org/officeDocument/2006/relationships/slideLayout" Target="/ppt/slideLayouts/slideLayout5.xml" Id="R20d11163333c4f1d" /><Relationship Type="http://schemas.openxmlformats.org/officeDocument/2006/relationships/slideLayout" Target="/ppt/slideLayouts/slideLayout6.xml" Id="R91a69aa200734459" /><Relationship Type="http://schemas.openxmlformats.org/officeDocument/2006/relationships/slideLayout" Target="/ppt/slideLayouts/slideLayout7.xml" Id="R0d9094f58f164caa" /><Relationship Type="http://schemas.openxmlformats.org/officeDocument/2006/relationships/slideLayout" Target="/ppt/slideLayouts/slideLayout8.xml" Id="Re465a595ae524913" /><Relationship Type="http://schemas.openxmlformats.org/officeDocument/2006/relationships/slideLayout" Target="/ppt/slideLayouts/slideLayout9.xml" Id="Rb90d50cc4a6e452d" /><Relationship Type="http://schemas.openxmlformats.org/officeDocument/2006/relationships/slideLayout" Target="/ppt/slideLayouts/slideLayout10.xml" Id="Rf34f90ccd8ea4b26" /><Relationship Type="http://schemas.openxmlformats.org/officeDocument/2006/relationships/slideLayout" Target="/ppt/slideLayouts/slideLayout11.xml" Id="Rc37a1bbe38e349a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d1859324b9a4236" /><Relationship Type="http://schemas.openxmlformats.org/officeDocument/2006/relationships/slideLayout" Target="/ppt/slideLayouts/slideLayout12.xml" Id="R5bd63738433e4294" /><Relationship Type="http://schemas.openxmlformats.org/officeDocument/2006/relationships/slideLayout" Target="/ppt/slideLayouts/slideLayout13.xml" Id="R90812a9aeb61438e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b50c71bb61bc4bce" /><Relationship Type="http://schemas.openxmlformats.org/officeDocument/2006/relationships/slideLayout" Target="/ppt/slideLayouts/slideLayout14.xml" Id="R127126dfd60e4eef" /><Relationship Type="http://schemas.openxmlformats.org/officeDocument/2006/relationships/slideLayout" Target="/ppt/slideLayouts/slideLayout15.xml" Id="R1aa9737df032451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80bb85af4d45be"/>
    <p:sldLayoutId xmlns:r="http://schemas.openxmlformats.org/officeDocument/2006/relationships" id="2147483650" r:id="Rc4548ad4f9f94cf0"/>
    <p:sldLayoutId xmlns:r="http://schemas.openxmlformats.org/officeDocument/2006/relationships" id="2147483651" r:id="Rf07d876d20a94341"/>
    <p:sldLayoutId xmlns:r="http://schemas.openxmlformats.org/officeDocument/2006/relationships" id="2147483652" r:id="Rd4b4765f343745d3"/>
    <p:sldLayoutId xmlns:r="http://schemas.openxmlformats.org/officeDocument/2006/relationships" id="2147483653" r:id="R20d11163333c4f1d"/>
    <p:sldLayoutId xmlns:r="http://schemas.openxmlformats.org/officeDocument/2006/relationships" id="2147483654" r:id="R91a69aa200734459"/>
    <p:sldLayoutId xmlns:r="http://schemas.openxmlformats.org/officeDocument/2006/relationships" id="2147483655" r:id="R0d9094f58f164caa"/>
    <p:sldLayoutId xmlns:r="http://schemas.openxmlformats.org/officeDocument/2006/relationships" id="2147483656" r:id="Re465a595ae524913"/>
    <p:sldLayoutId xmlns:r="http://schemas.openxmlformats.org/officeDocument/2006/relationships" id="2147483657" r:id="Rb90d50cc4a6e452d"/>
    <p:sldLayoutId xmlns:r="http://schemas.openxmlformats.org/officeDocument/2006/relationships" id="2147483658" r:id="Rf34f90ccd8ea4b26"/>
    <p:sldLayoutId xmlns:r="http://schemas.openxmlformats.org/officeDocument/2006/relationships" id="2147483659" r:id="Rc37a1bbe38e349a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5bd63738433e4294"/>
    <p:sldLayoutId xmlns:r="http://schemas.openxmlformats.org/officeDocument/2006/relationships" id="2147483662" r:id="R90812a9aeb61438e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127126dfd60e4eef"/>
    <p:sldLayoutId xmlns:r="http://schemas.openxmlformats.org/officeDocument/2006/relationships" id="2147483665" r:id="R1aa9737df0324512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acee5109f444260" /><Relationship Type="http://schemas.openxmlformats.org/officeDocument/2006/relationships/notesSlide" Target="/ppt/notesSlides/notesSlide1.xml" Id="R3410a8c8746548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48155bb5a4043e7" /><Relationship Type="http://schemas.openxmlformats.org/officeDocument/2006/relationships/notesSlide" Target="/ppt/notesSlides/notesSlide2.xml" Id="Rc337669865214a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46943adeb504296" /><Relationship Type="http://schemas.openxmlformats.org/officeDocument/2006/relationships/notesSlide" Target="/ppt/notesSlides/notesSlide3.xml" Id="Rcd2537f5ebcd40e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分级准入兼顾速度、记录与可回退性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比较决策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semantic-composition-pilot|within=p1-comparison|role=surface">
            <a:extLst xmlns:a="http://schemas.openxmlformats.org/drawingml/2006/main">
              <a:ext uri="{FF2B5EF4-FFF2-40B4-BE49-F238E27FC236}">
                <a16:creationId xmlns:a16="http://schemas.microsoft.com/office/drawing/2014/main" id="{76A3D311-00C6-427D-B7AC-27461F55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6" name="PPAGENT_QA|parent=semantic-composition-pilot|within=p1-comparison|role=heading">
            <a:extLst xmlns:a="http://schemas.openxmlformats.org/drawingml/2006/main">
              <a:ext uri="{FF2B5EF4-FFF2-40B4-BE49-F238E27FC236}">
                <a16:creationId xmlns:a16="http://schemas.microsoft.com/office/drawing/2014/main" id="{12DE800F-F0D3-4D13-AD6E-68F03556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695450"/>
            <a:ext cx="1083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同口径比较｜模拟估计</a:t>
            </a:r>
          </a:p>
        </p:txBody>
      </p:sp>
      <p:sp>
        <p:nvSpPr>
          <p:cNvPr id="17" name="PPAGENT_QA|parent=semantic-composition-pilot|within=p1-comparison|role=header-0">
            <a:extLst xmlns:a="http://schemas.openxmlformats.org/drawingml/2006/main">
              <a:ext uri="{FF2B5EF4-FFF2-40B4-BE49-F238E27FC236}">
                <a16:creationId xmlns:a16="http://schemas.microsoft.com/office/drawing/2014/main" id="{BE8F29D5-E030-4375-8F7D-2788260E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981200"/>
            <a:ext cx="2059496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8" name="PPAGENT_QA|parent=semantic-composition-pilot|within=p1-comparison|role=header-text-0">
            <a:extLst xmlns:a="http://schemas.openxmlformats.org/drawingml/2006/main">
              <a:ext uri="{FF2B5EF4-FFF2-40B4-BE49-F238E27FC236}">
                <a16:creationId xmlns:a16="http://schemas.microsoft.com/office/drawing/2014/main" id="{6DD7B35B-EA6F-402F-A34F-E06DA67C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28825"/>
            <a:ext cx="1907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9" name="PPAGENT_QA|parent=semantic-composition-pilot|within=p1-comparison|role=header-1">
            <a:extLst xmlns:a="http://schemas.openxmlformats.org/drawingml/2006/main">
              <a:ext uri="{FF2B5EF4-FFF2-40B4-BE49-F238E27FC236}">
                <a16:creationId xmlns:a16="http://schemas.microsoft.com/office/drawing/2014/main" id="{59E16E26-69F2-4804-8F4D-E0D30FB5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771" y="1981200"/>
            <a:ext cx="292665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0" name="PPAGENT_QA|parent=semantic-composition-pilot|within=p1-comparison|role=header-text-1">
            <a:extLst xmlns:a="http://schemas.openxmlformats.org/drawingml/2006/main">
              <a:ext uri="{FF2B5EF4-FFF2-40B4-BE49-F238E27FC236}">
                <a16:creationId xmlns:a16="http://schemas.microsoft.com/office/drawing/2014/main" id="{FB99CFE2-46E0-41CD-AF5A-1FF19C2D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971" y="2028825"/>
            <a:ext cx="277425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A 直接开放</a:t>
            </a:r>
          </a:p>
        </p:txBody>
      </p:sp>
      <p:sp>
        <p:nvSpPr>
          <p:cNvPr id="21" name="PPAGENT_QA|parent=semantic-composition-pilot|within=p1-comparison|role=header-2">
            <a:extLst xmlns:a="http://schemas.openxmlformats.org/drawingml/2006/main">
              <a:ext uri="{FF2B5EF4-FFF2-40B4-BE49-F238E27FC236}">
                <a16:creationId xmlns:a16="http://schemas.microsoft.com/office/drawing/2014/main" id="{E472F5FF-4545-4B16-A6D3-D712B2E8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422" y="1981200"/>
            <a:ext cx="292665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2" name="PPAGENT_QA|parent=semantic-composition-pilot|within=p1-comparison|role=header-text-2">
            <a:extLst xmlns:a="http://schemas.openxmlformats.org/drawingml/2006/main">
              <a:ext uri="{FF2B5EF4-FFF2-40B4-BE49-F238E27FC236}">
                <a16:creationId xmlns:a16="http://schemas.microsoft.com/office/drawing/2014/main" id="{01669BF6-47D1-40C7-87E1-FE863872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622" y="2028825"/>
            <a:ext cx="277425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B 分级准入</a:t>
            </a:r>
          </a:p>
        </p:txBody>
      </p:sp>
      <p:sp>
        <p:nvSpPr>
          <p:cNvPr id="23" name="PPAGENT_QA|parent=semantic-composition-pilot|within=p1-comparison|role=header-3">
            <a:extLst xmlns:a="http://schemas.openxmlformats.org/drawingml/2006/main">
              <a:ext uri="{FF2B5EF4-FFF2-40B4-BE49-F238E27FC236}">
                <a16:creationId xmlns:a16="http://schemas.microsoft.com/office/drawing/2014/main" id="{4EC320B2-2EAB-4C9A-B4C1-FF34278A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1981200"/>
            <a:ext cx="292665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4" name="PPAGENT_QA|parent=semantic-composition-pilot|within=p1-comparison|role=header-text-3">
            <a:extLst xmlns:a="http://schemas.openxmlformats.org/drawingml/2006/main">
              <a:ext uri="{FF2B5EF4-FFF2-40B4-BE49-F238E27FC236}">
                <a16:creationId xmlns:a16="http://schemas.microsoft.com/office/drawing/2014/main" id="{C4B1A932-0D8C-43C0-8364-8362F880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74" y="2028825"/>
            <a:ext cx="277425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C 全预约制</a:t>
            </a:r>
          </a:p>
        </p:txBody>
      </p:sp>
      <p:sp>
        <p:nvSpPr>
          <p:cNvPr id="25" name="PPAGENT_QA|parent=semantic-composition-pilot|within=p1-comparison|role=cell-0-0">
            <a:extLst xmlns:a="http://schemas.openxmlformats.org/drawingml/2006/main">
              <a:ext uri="{FF2B5EF4-FFF2-40B4-BE49-F238E27FC236}">
                <a16:creationId xmlns:a16="http://schemas.microsoft.com/office/drawing/2014/main" id="{1A50C3A5-2137-439A-8914-CDB79B82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286000"/>
            <a:ext cx="205949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6" name="PPAGENT_QA|parent=semantic-composition-pilot|within=p1-comparison|role=cell-text-0-0">
            <a:extLst xmlns:a="http://schemas.openxmlformats.org/drawingml/2006/main">
              <a:ext uri="{FF2B5EF4-FFF2-40B4-BE49-F238E27FC236}">
                <a16:creationId xmlns:a16="http://schemas.microsoft.com/office/drawing/2014/main" id="{238B826D-1D17-41D6-BFC5-41A98BE7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14575"/>
            <a:ext cx="190709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进入方式</a:t>
            </a:r>
          </a:p>
        </p:txBody>
      </p:sp>
      <p:sp>
        <p:nvSpPr>
          <p:cNvPr id="27" name="PPAGENT_QA|parent=semantic-composition-pilot|within=p1-comparison|role=cell-0-1">
            <a:extLst xmlns:a="http://schemas.openxmlformats.org/drawingml/2006/main">
              <a:ext uri="{FF2B5EF4-FFF2-40B4-BE49-F238E27FC236}">
                <a16:creationId xmlns:a16="http://schemas.microsoft.com/office/drawing/2014/main" id="{1A05BF49-1D5F-4075-82A1-D6A0835C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771" y="2286000"/>
            <a:ext cx="2926652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8" name="PPAGENT_QA|parent=semantic-composition-pilot|within=p1-comparison|role=cell-text-0-1">
            <a:extLst xmlns:a="http://schemas.openxmlformats.org/drawingml/2006/main">
              <a:ext uri="{FF2B5EF4-FFF2-40B4-BE49-F238E27FC236}">
                <a16:creationId xmlns:a16="http://schemas.microsoft.com/office/drawing/2014/main" id="{F9F8F960-0221-4A5F-818D-64F75C23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971" y="2314575"/>
            <a:ext cx="277425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提交后自动获得环境</a:t>
            </a:r>
          </a:p>
        </p:txBody>
      </p:sp>
      <p:sp>
        <p:nvSpPr>
          <p:cNvPr id="29" name="PPAGENT_QA|parent=semantic-composition-pilot|within=p1-comparison|role=cell-0-2">
            <a:extLst xmlns:a="http://schemas.openxmlformats.org/drawingml/2006/main">
              <a:ext uri="{FF2B5EF4-FFF2-40B4-BE49-F238E27FC236}">
                <a16:creationId xmlns:a16="http://schemas.microsoft.com/office/drawing/2014/main" id="{739A0F12-FC80-490D-8DD3-A06CFC3B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422" y="2286000"/>
            <a:ext cx="2926652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D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0" name="PPAGENT_QA|parent=semantic-composition-pilot|within=p1-comparison|role=cell-text-0-2">
            <a:extLst xmlns:a="http://schemas.openxmlformats.org/drawingml/2006/main">
              <a:ext uri="{FF2B5EF4-FFF2-40B4-BE49-F238E27FC236}">
                <a16:creationId xmlns:a16="http://schemas.microsoft.com/office/drawing/2014/main" id="{3727EA9F-E5C6-4838-B201-E055EA20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622" y="2314575"/>
            <a:ext cx="277425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资格核对→两周试点→按门槛扩围</a:t>
            </a:r>
          </a:p>
        </p:txBody>
      </p:sp>
      <p:sp>
        <p:nvSpPr>
          <p:cNvPr id="31" name="PPAGENT_QA|parent=semantic-composition-pilot|within=p1-comparison|role=cell-0-3">
            <a:extLst xmlns:a="http://schemas.openxmlformats.org/drawingml/2006/main">
              <a:ext uri="{FF2B5EF4-FFF2-40B4-BE49-F238E27FC236}">
                <a16:creationId xmlns:a16="http://schemas.microsoft.com/office/drawing/2014/main" id="{D635D305-3A5C-4258-9E0D-5D30F251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2286000"/>
            <a:ext cx="2926652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2" name="PPAGENT_QA|parent=semantic-composition-pilot|within=p1-comparison|role=cell-text-0-3">
            <a:extLst xmlns:a="http://schemas.openxmlformats.org/drawingml/2006/main">
              <a:ext uri="{FF2B5EF4-FFF2-40B4-BE49-F238E27FC236}">
                <a16:creationId xmlns:a16="http://schemas.microsoft.com/office/drawing/2014/main" id="{ED20B2CE-5D84-48BE-ACF2-5DFA66C3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74" y="2314575"/>
            <a:ext cx="277425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每次运行先预约、人工确认</a:t>
            </a:r>
          </a:p>
        </p:txBody>
      </p:sp>
      <p:sp>
        <p:nvSpPr>
          <p:cNvPr id="33" name="PPAGENT_QA|parent=semantic-composition-pilot|within=p1-comparison|role=cell-1-0">
            <a:extLst xmlns:a="http://schemas.openxmlformats.org/drawingml/2006/main">
              <a:ext uri="{FF2B5EF4-FFF2-40B4-BE49-F238E27FC236}">
                <a16:creationId xmlns:a16="http://schemas.microsoft.com/office/drawing/2014/main" id="{8C8E073D-A225-4F22-9254-ACBA88EF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09850"/>
            <a:ext cx="2059496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4" name="PPAGENT_QA|parent=semantic-composition-pilot|within=p1-comparison|role=cell-text-1-0">
            <a:extLst xmlns:a="http://schemas.openxmlformats.org/drawingml/2006/main">
              <a:ext uri="{FF2B5EF4-FFF2-40B4-BE49-F238E27FC236}">
                <a16:creationId xmlns:a16="http://schemas.microsoft.com/office/drawing/2014/main" id="{37E69816-B785-45BA-B6A1-5DD48913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38425"/>
            <a:ext cx="190709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首次可用时间</a:t>
            </a:r>
          </a:p>
        </p:txBody>
      </p:sp>
      <p:sp>
        <p:nvSpPr>
          <p:cNvPr id="35" name="PPAGENT_QA|parent=semantic-composition-pilot|within=p1-comparison|role=cell-1-1">
            <a:extLst xmlns:a="http://schemas.openxmlformats.org/drawingml/2006/main">
              <a:ext uri="{FF2B5EF4-FFF2-40B4-BE49-F238E27FC236}">
                <a16:creationId xmlns:a16="http://schemas.microsoft.com/office/drawing/2014/main" id="{0C4E158E-FF74-4B8A-9401-16250E41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771" y="2609850"/>
            <a:ext cx="29266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6" name="PPAGENT_QA|parent=semantic-composition-pilot|within=p1-comparison|role=cell-text-1-1">
            <a:extLst xmlns:a="http://schemas.openxmlformats.org/drawingml/2006/main">
              <a:ext uri="{FF2B5EF4-FFF2-40B4-BE49-F238E27FC236}">
                <a16:creationId xmlns:a16="http://schemas.microsoft.com/office/drawing/2014/main" id="{375BFB99-1305-40A0-BB93-213F9397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971" y="2638425"/>
            <a:ext cx="277425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约 1 个工作日</a:t>
            </a:r>
          </a:p>
        </p:txBody>
      </p:sp>
      <p:sp>
        <p:nvSpPr>
          <p:cNvPr id="37" name="PPAGENT_QA|parent=semantic-composition-pilot|within=p1-comparison|role=cell-1-2">
            <a:extLst xmlns:a="http://schemas.openxmlformats.org/drawingml/2006/main">
              <a:ext uri="{FF2B5EF4-FFF2-40B4-BE49-F238E27FC236}">
                <a16:creationId xmlns:a16="http://schemas.microsoft.com/office/drawing/2014/main" id="{FBAE0ED8-CB1A-4E69-B678-433561AB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422" y="2609850"/>
            <a:ext cx="29266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D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8" name="PPAGENT_QA|parent=semantic-composition-pilot|within=p1-comparison|role=cell-text-1-2">
            <a:extLst xmlns:a="http://schemas.openxmlformats.org/drawingml/2006/main">
              <a:ext uri="{FF2B5EF4-FFF2-40B4-BE49-F238E27FC236}">
                <a16:creationId xmlns:a16="http://schemas.microsoft.com/office/drawing/2014/main" id="{99B227BE-A9AF-4D7F-A400-FEE72514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622" y="2638425"/>
            <a:ext cx="277425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约 3 个工作日；固定名单后约 1 个工作日</a:t>
            </a:r>
          </a:p>
        </p:txBody>
      </p:sp>
      <p:sp>
        <p:nvSpPr>
          <p:cNvPr id="39" name="PPAGENT_QA|parent=semantic-composition-pilot|within=p1-comparison|role=cell-1-3">
            <a:extLst xmlns:a="http://schemas.openxmlformats.org/drawingml/2006/main">
              <a:ext uri="{FF2B5EF4-FFF2-40B4-BE49-F238E27FC236}">
                <a16:creationId xmlns:a16="http://schemas.microsoft.com/office/drawing/2014/main" id="{D10C1FA0-8A3B-4F10-8C0C-1697D3FF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2609850"/>
            <a:ext cx="29266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0" name="PPAGENT_QA|parent=semantic-composition-pilot|within=p1-comparison|role=cell-text-1-3">
            <a:extLst xmlns:a="http://schemas.openxmlformats.org/drawingml/2006/main">
              <a:ext uri="{FF2B5EF4-FFF2-40B4-BE49-F238E27FC236}">
                <a16:creationId xmlns:a16="http://schemas.microsoft.com/office/drawing/2014/main" id="{A44A6F13-F2D2-4E49-B7EE-617A1620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74" y="2638425"/>
            <a:ext cx="277425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约 4 个工作日；取决于预约空档</a:t>
            </a:r>
          </a:p>
        </p:txBody>
      </p:sp>
      <p:sp>
        <p:nvSpPr>
          <p:cNvPr id="41" name="PPAGENT_QA|parent=semantic-composition-pilot|within=p1-comparison|role=cell-2-0">
            <a:extLst xmlns:a="http://schemas.openxmlformats.org/drawingml/2006/main">
              <a:ext uri="{FF2B5EF4-FFF2-40B4-BE49-F238E27FC236}">
                <a16:creationId xmlns:a16="http://schemas.microsoft.com/office/drawing/2014/main" id="{5DE25763-38AD-462C-A164-7749EC95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67050"/>
            <a:ext cx="205949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2" name="PPAGENT_QA|parent=semantic-composition-pilot|within=p1-comparison|role=cell-text-2-0">
            <a:extLst xmlns:a="http://schemas.openxmlformats.org/drawingml/2006/main">
              <a:ext uri="{FF2B5EF4-FFF2-40B4-BE49-F238E27FC236}">
                <a16:creationId xmlns:a16="http://schemas.microsoft.com/office/drawing/2014/main" id="{E80B109A-69C4-468C-9674-9C856E49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95625"/>
            <a:ext cx="190709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初期人工投入</a:t>
            </a:r>
          </a:p>
        </p:txBody>
      </p:sp>
      <p:sp>
        <p:nvSpPr>
          <p:cNvPr id="43" name="PPAGENT_QA|parent=semantic-composition-pilot|within=p1-comparison|role=cell-2-1">
            <a:extLst xmlns:a="http://schemas.openxmlformats.org/drawingml/2006/main">
              <a:ext uri="{FF2B5EF4-FFF2-40B4-BE49-F238E27FC236}">
                <a16:creationId xmlns:a16="http://schemas.microsoft.com/office/drawing/2014/main" id="{C73C346E-5C33-4C68-8CC3-E543EF7A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771" y="3067050"/>
            <a:ext cx="292665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4" name="PPAGENT_QA|parent=semantic-composition-pilot|within=p1-comparison|role=cell-text-2-1">
            <a:extLst xmlns:a="http://schemas.openxmlformats.org/drawingml/2006/main">
              <a:ext uri="{FF2B5EF4-FFF2-40B4-BE49-F238E27FC236}">
                <a16:creationId xmlns:a16="http://schemas.microsoft.com/office/drawing/2014/main" id="{4D2C17B1-DE21-49AC-9F52-5B27FE35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971" y="3095625"/>
            <a:ext cx="277425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管理员工作日/周：1.5</a:t>
            </a:r>
          </a:p>
        </p:txBody>
      </p:sp>
      <p:sp>
        <p:nvSpPr>
          <p:cNvPr id="45" name="PPAGENT_QA|parent=semantic-composition-pilot|within=p1-comparison|role=cell-2-2">
            <a:extLst xmlns:a="http://schemas.openxmlformats.org/drawingml/2006/main">
              <a:ext uri="{FF2B5EF4-FFF2-40B4-BE49-F238E27FC236}">
                <a16:creationId xmlns:a16="http://schemas.microsoft.com/office/drawing/2014/main" id="{ABBE4DC6-517F-48A2-86DE-A5DF9C87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422" y="3067050"/>
            <a:ext cx="292665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D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6" name="PPAGENT_QA|parent=semantic-composition-pilot|within=p1-comparison|role=cell-text-2-2">
            <a:extLst xmlns:a="http://schemas.openxmlformats.org/drawingml/2006/main">
              <a:ext uri="{FF2B5EF4-FFF2-40B4-BE49-F238E27FC236}">
                <a16:creationId xmlns:a16="http://schemas.microsoft.com/office/drawing/2014/main" id="{07E1FBE3-3723-4224-BF94-A827EE9D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622" y="3095625"/>
            <a:ext cx="277425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管理员工作日/周：试点 2.6；稳定后估计 1.4</a:t>
            </a:r>
          </a:p>
        </p:txBody>
      </p:sp>
      <p:sp>
        <p:nvSpPr>
          <p:cNvPr id="47" name="PPAGENT_QA|parent=semantic-composition-pilot|within=p1-comparison|role=cell-2-3">
            <a:extLst xmlns:a="http://schemas.openxmlformats.org/drawingml/2006/main">
              <a:ext uri="{FF2B5EF4-FFF2-40B4-BE49-F238E27FC236}">
                <a16:creationId xmlns:a16="http://schemas.microsoft.com/office/drawing/2014/main" id="{7DC79D0A-D91E-41F2-8C6E-F978891A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3067050"/>
            <a:ext cx="292665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8" name="PPAGENT_QA|parent=semantic-composition-pilot|within=p1-comparison|role=cell-text-2-3">
            <a:extLst xmlns:a="http://schemas.openxmlformats.org/drawingml/2006/main">
              <a:ext uri="{FF2B5EF4-FFF2-40B4-BE49-F238E27FC236}">
                <a16:creationId xmlns:a16="http://schemas.microsoft.com/office/drawing/2014/main" id="{D58B5B2B-7E90-411F-BDB1-0AF0CFD6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74" y="3095625"/>
            <a:ext cx="277425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管理员工作日/周：5.0</a:t>
            </a:r>
          </a:p>
        </p:txBody>
      </p:sp>
      <p:sp>
        <p:nvSpPr>
          <p:cNvPr id="49" name="PPAGENT_QA|parent=semantic-composition-pilot|within=p1-comparison|role=cell-3-0">
            <a:extLst xmlns:a="http://schemas.openxmlformats.org/drawingml/2006/main">
              <a:ext uri="{FF2B5EF4-FFF2-40B4-BE49-F238E27FC236}">
                <a16:creationId xmlns:a16="http://schemas.microsoft.com/office/drawing/2014/main" id="{E9936053-B309-466D-96F1-61AC2184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81400"/>
            <a:ext cx="2059496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0" name="PPAGENT_QA|parent=semantic-composition-pilot|within=p1-comparison|role=cell-text-3-0">
            <a:extLst xmlns:a="http://schemas.openxmlformats.org/drawingml/2006/main">
              <a:ext uri="{FF2B5EF4-FFF2-40B4-BE49-F238E27FC236}">
                <a16:creationId xmlns:a16="http://schemas.microsoft.com/office/drawing/2014/main" id="{2FCE6732-954B-4328-B3CA-F09B2D6C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09975"/>
            <a:ext cx="190709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记录与回溯</a:t>
            </a:r>
          </a:p>
        </p:txBody>
      </p:sp>
      <p:sp>
        <p:nvSpPr>
          <p:cNvPr id="51" name="PPAGENT_QA|parent=semantic-composition-pilot|within=p1-comparison|role=cell-3-1">
            <a:extLst xmlns:a="http://schemas.openxmlformats.org/drawingml/2006/main">
              <a:ext uri="{FF2B5EF4-FFF2-40B4-BE49-F238E27FC236}">
                <a16:creationId xmlns:a16="http://schemas.microsoft.com/office/drawing/2014/main" id="{AA6E2D72-BB7B-4BBA-A016-89EF5A47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771" y="3581400"/>
            <a:ext cx="29266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2" name="PPAGENT_QA|parent=semantic-composition-pilot|within=p1-comparison|role=cell-text-3-1">
            <a:extLst xmlns:a="http://schemas.openxmlformats.org/drawingml/2006/main">
              <a:ext uri="{FF2B5EF4-FFF2-40B4-BE49-F238E27FC236}">
                <a16:creationId xmlns:a16="http://schemas.microsoft.com/office/drawing/2014/main" id="{0BF3D17F-623F-4B27-8A0A-2100BD4F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971" y="3609975"/>
            <a:ext cx="277425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低：缺入场和异常字段</a:t>
            </a:r>
          </a:p>
        </p:txBody>
      </p:sp>
      <p:sp>
        <p:nvSpPr>
          <p:cNvPr id="53" name="PPAGENT_QA|parent=semantic-composition-pilot|within=p1-comparison|role=cell-3-2">
            <a:extLst xmlns:a="http://schemas.openxmlformats.org/drawingml/2006/main">
              <a:ext uri="{FF2B5EF4-FFF2-40B4-BE49-F238E27FC236}">
                <a16:creationId xmlns:a16="http://schemas.microsoft.com/office/drawing/2014/main" id="{0F6AF451-2F5E-428E-93E5-DA212F10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422" y="3581400"/>
            <a:ext cx="29266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D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4" name="PPAGENT_QA|parent=semantic-composition-pilot|within=p1-comparison|role=cell-text-3-2">
            <a:extLst xmlns:a="http://schemas.openxmlformats.org/drawingml/2006/main">
              <a:ext uri="{FF2B5EF4-FFF2-40B4-BE49-F238E27FC236}">
                <a16:creationId xmlns:a16="http://schemas.microsoft.com/office/drawing/2014/main" id="{6A85823F-CBAC-45CC-A4B8-D4711D1F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622" y="3609975"/>
            <a:ext cx="277425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中高：申请、参数、输出、异常分阶段记录</a:t>
            </a:r>
          </a:p>
        </p:txBody>
      </p:sp>
      <p:sp>
        <p:nvSpPr>
          <p:cNvPr id="55" name="PPAGENT_QA|parent=semantic-composition-pilot|within=p1-comparison|role=cell-3-3">
            <a:extLst xmlns:a="http://schemas.openxmlformats.org/drawingml/2006/main">
              <a:ext uri="{FF2B5EF4-FFF2-40B4-BE49-F238E27FC236}">
                <a16:creationId xmlns:a16="http://schemas.microsoft.com/office/drawing/2014/main" id="{97728C07-EC03-43DE-A9A8-89BEF5C9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3581400"/>
            <a:ext cx="29266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6" name="PPAGENT_QA|parent=semantic-composition-pilot|within=p1-comparison|role=cell-text-3-3">
            <a:extLst xmlns:a="http://schemas.openxmlformats.org/drawingml/2006/main">
              <a:ext uri="{FF2B5EF4-FFF2-40B4-BE49-F238E27FC236}">
                <a16:creationId xmlns:a16="http://schemas.microsoft.com/office/drawing/2014/main" id="{C21FD49F-3731-4957-BF59-26B71A9F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74" y="3609975"/>
            <a:ext cx="277425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高：每次由管理员登记</a:t>
            </a:r>
          </a:p>
        </p:txBody>
      </p:sp>
      <p:sp>
        <p:nvSpPr>
          <p:cNvPr id="57" name="PPAGENT_QA|parent=semantic-composition-pilot|within=p1-comparison|role=cell-4-0">
            <a:extLst xmlns:a="http://schemas.openxmlformats.org/drawingml/2006/main">
              <a:ext uri="{FF2B5EF4-FFF2-40B4-BE49-F238E27FC236}">
                <a16:creationId xmlns:a16="http://schemas.microsoft.com/office/drawing/2014/main" id="{D38F2C35-8C9D-42F9-B591-AC859D83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38600"/>
            <a:ext cx="205949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8" name="PPAGENT_QA|parent=semantic-composition-pilot|within=p1-comparison|role=cell-text-4-0">
            <a:extLst xmlns:a="http://schemas.openxmlformats.org/drawingml/2006/main">
              <a:ext uri="{FF2B5EF4-FFF2-40B4-BE49-F238E27FC236}">
                <a16:creationId xmlns:a16="http://schemas.microsoft.com/office/drawing/2014/main" id="{535747B3-E1EA-451E-87FA-F5F7C904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67175"/>
            <a:ext cx="190709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预估未闭环/季度</a:t>
            </a:r>
          </a:p>
        </p:txBody>
      </p:sp>
      <p:sp>
        <p:nvSpPr>
          <p:cNvPr id="59" name="PPAGENT_QA|parent=semantic-composition-pilot|within=p1-comparison|role=cell-4-1">
            <a:extLst xmlns:a="http://schemas.openxmlformats.org/drawingml/2006/main">
              <a:ext uri="{FF2B5EF4-FFF2-40B4-BE49-F238E27FC236}">
                <a16:creationId xmlns:a16="http://schemas.microsoft.com/office/drawing/2014/main" id="{F96FF264-52E8-4DD6-98A5-D8CFDF78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771" y="4038600"/>
            <a:ext cx="2926652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60" name="PPAGENT_QA|parent=semantic-composition-pilot|within=p1-comparison|role=cell-text-4-1">
            <a:extLst xmlns:a="http://schemas.openxmlformats.org/drawingml/2006/main">
              <a:ext uri="{FF2B5EF4-FFF2-40B4-BE49-F238E27FC236}">
                <a16:creationId xmlns:a16="http://schemas.microsoft.com/office/drawing/2014/main" id="{D7A2D626-940A-4055-96F3-88EDEECB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971" y="4067175"/>
            <a:ext cx="277425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12 份</a:t>
            </a:r>
          </a:p>
        </p:txBody>
      </p:sp>
      <p:sp>
        <p:nvSpPr>
          <p:cNvPr id="61" name="PPAGENT_QA|parent=semantic-composition-pilot|within=p1-comparison|role=cell-4-2">
            <a:extLst xmlns:a="http://schemas.openxmlformats.org/drawingml/2006/main">
              <a:ext uri="{FF2B5EF4-FFF2-40B4-BE49-F238E27FC236}">
                <a16:creationId xmlns:a16="http://schemas.microsoft.com/office/drawing/2014/main" id="{CC3400D6-C1D5-4678-9F36-213D5FE5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422" y="4038600"/>
            <a:ext cx="2926652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D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62" name="PPAGENT_QA|parent=semantic-composition-pilot|within=p1-comparison|role=cell-text-4-2">
            <a:extLst xmlns:a="http://schemas.openxmlformats.org/drawingml/2006/main">
              <a:ext uri="{FF2B5EF4-FFF2-40B4-BE49-F238E27FC236}">
                <a16:creationId xmlns:a16="http://schemas.microsoft.com/office/drawing/2014/main" id="{661452F6-18B0-4F64-B5FC-5330A080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622" y="4067175"/>
            <a:ext cx="277425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5 份</a:t>
            </a:r>
          </a:p>
        </p:txBody>
      </p:sp>
      <p:sp>
        <p:nvSpPr>
          <p:cNvPr id="63" name="PPAGENT_QA|parent=semantic-composition-pilot|within=p1-comparison|role=cell-4-3">
            <a:extLst xmlns:a="http://schemas.openxmlformats.org/drawingml/2006/main">
              <a:ext uri="{FF2B5EF4-FFF2-40B4-BE49-F238E27FC236}">
                <a16:creationId xmlns:a16="http://schemas.microsoft.com/office/drawing/2014/main" id="{B13CAABD-96B3-4E46-AF61-2C06EE57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4038600"/>
            <a:ext cx="2926652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64" name="PPAGENT_QA|parent=semantic-composition-pilot|within=p1-comparison|role=cell-text-4-3">
            <a:extLst xmlns:a="http://schemas.openxmlformats.org/drawingml/2006/main">
              <a:ext uri="{FF2B5EF4-FFF2-40B4-BE49-F238E27FC236}">
                <a16:creationId xmlns:a16="http://schemas.microsoft.com/office/drawing/2014/main" id="{195E1337-CDCE-4E82-80E1-29D96AE8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74" y="4067175"/>
            <a:ext cx="277425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3 份</a:t>
            </a:r>
          </a:p>
        </p:txBody>
      </p:sp>
      <p:sp>
        <p:nvSpPr>
          <p:cNvPr id="65" name="PPAGENT_QA|parent=semantic-composition-pilot|within=p1-comparison|role=cell-5-0">
            <a:extLst xmlns:a="http://schemas.openxmlformats.org/drawingml/2006/main">
              <a:ext uri="{FF2B5EF4-FFF2-40B4-BE49-F238E27FC236}">
                <a16:creationId xmlns:a16="http://schemas.microsoft.com/office/drawing/2014/main" id="{80484B7D-AB98-49D2-B0CF-C63A7D41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62450"/>
            <a:ext cx="2059496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66" name="PPAGENT_QA|parent=semantic-composition-pilot|within=p1-comparison|role=cell-text-5-0">
            <a:extLst xmlns:a="http://schemas.openxmlformats.org/drawingml/2006/main">
              <a:ext uri="{FF2B5EF4-FFF2-40B4-BE49-F238E27FC236}">
                <a16:creationId xmlns:a16="http://schemas.microsoft.com/office/drawing/2014/main" id="{B7E69C25-304E-4E00-927E-B8105E6F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91025"/>
            <a:ext cx="190709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失败时动作</a:t>
            </a:r>
          </a:p>
        </p:txBody>
      </p:sp>
      <p:sp>
        <p:nvSpPr>
          <p:cNvPr id="67" name="PPAGENT_QA|parent=semantic-composition-pilot|within=p1-comparison|role=cell-5-1">
            <a:extLst xmlns:a="http://schemas.openxmlformats.org/drawingml/2006/main">
              <a:ext uri="{FF2B5EF4-FFF2-40B4-BE49-F238E27FC236}">
                <a16:creationId xmlns:a16="http://schemas.microsoft.com/office/drawing/2014/main" id="{5EFBB53F-F39F-4D3F-A4E1-711676F9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771" y="4362450"/>
            <a:ext cx="29266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68" name="PPAGENT_QA|parent=semantic-composition-pilot|within=p1-comparison|role=cell-text-5-1">
            <a:extLst xmlns:a="http://schemas.openxmlformats.org/drawingml/2006/main">
              <a:ext uri="{FF2B5EF4-FFF2-40B4-BE49-F238E27FC236}">
                <a16:creationId xmlns:a16="http://schemas.microsoft.com/office/drawing/2014/main" id="{066E1A1E-0224-4F14-97A7-DA01112C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971" y="4391025"/>
            <a:ext cx="277425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难回收已开放权限</a:t>
            </a:r>
          </a:p>
        </p:txBody>
      </p:sp>
      <p:sp>
        <p:nvSpPr>
          <p:cNvPr id="69" name="PPAGENT_QA|parent=semantic-composition-pilot|within=p1-comparison|role=cell-5-2">
            <a:extLst xmlns:a="http://schemas.openxmlformats.org/drawingml/2006/main">
              <a:ext uri="{FF2B5EF4-FFF2-40B4-BE49-F238E27FC236}">
                <a16:creationId xmlns:a16="http://schemas.microsoft.com/office/drawing/2014/main" id="{68F58B7C-63EB-4FBA-A5F7-67D52CB4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422" y="4362450"/>
            <a:ext cx="29266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D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70" name="PPAGENT_QA|parent=semantic-composition-pilot|within=p1-comparison|role=cell-text-5-2">
            <a:extLst xmlns:a="http://schemas.openxmlformats.org/drawingml/2006/main">
              <a:ext uri="{FF2B5EF4-FFF2-40B4-BE49-F238E27FC236}">
                <a16:creationId xmlns:a16="http://schemas.microsoft.com/office/drawing/2014/main" id="{A9ABD657-9E0F-49F3-888C-A9B5C6B0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622" y="4391025"/>
            <a:ext cx="277425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暂停新申请，留在试点内修规则</a:t>
            </a:r>
          </a:p>
        </p:txBody>
      </p:sp>
      <p:sp>
        <p:nvSpPr>
          <p:cNvPr id="71" name="PPAGENT_QA|parent=semantic-composition-pilot|within=p1-comparison|role=cell-5-3">
            <a:extLst xmlns:a="http://schemas.openxmlformats.org/drawingml/2006/main">
              <a:ext uri="{FF2B5EF4-FFF2-40B4-BE49-F238E27FC236}">
                <a16:creationId xmlns:a16="http://schemas.microsoft.com/office/drawing/2014/main" id="{FF96E916-5134-48D6-B2EC-5AD15620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4362450"/>
            <a:ext cx="29266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72" name="PPAGENT_QA|parent=semantic-composition-pilot|within=p1-comparison|role=cell-text-5-3">
            <a:extLst xmlns:a="http://schemas.openxmlformats.org/drawingml/2006/main">
              <a:ext uri="{FF2B5EF4-FFF2-40B4-BE49-F238E27FC236}">
                <a16:creationId xmlns:a16="http://schemas.microsoft.com/office/drawing/2014/main" id="{E71EF859-9A49-48C1-A979-A1A26ABF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74" y="4391025"/>
            <a:ext cx="277425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缩减预约时段并重新排队</a:t>
            </a:r>
          </a:p>
        </p:txBody>
      </p:sp>
      <p:sp>
        <p:nvSpPr>
          <p:cNvPr id="73" name="PPAGENT_QA|parent=semantic-composition-pilot|within=p1-decision|role=heading">
            <a:extLst xmlns:a="http://schemas.openxmlformats.org/drawingml/2006/main">
              <a:ext uri="{FF2B5EF4-FFF2-40B4-BE49-F238E27FC236}">
                <a16:creationId xmlns:a16="http://schemas.microsoft.com/office/drawing/2014/main" id="{4A1E190A-3462-4877-8379-A99658C2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24450"/>
            <a:ext cx="569768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支持的选择</a:t>
            </a:r>
          </a:p>
        </p:txBody>
      </p:sp>
      <p:sp>
        <p:nvSpPr>
          <p:cNvPr id="74" name="PPAGENT_QA|parent=semantic-composition-pilot|within=p1-decision|role=accent">
            <a:extLst xmlns:a="http://schemas.openxmlformats.org/drawingml/2006/main">
              <a:ext uri="{FF2B5EF4-FFF2-40B4-BE49-F238E27FC236}">
                <a16:creationId xmlns:a16="http://schemas.microsoft.com/office/drawing/2014/main" id="{94FCE0EE-367E-401D-A3A4-7777AA1F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483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PAGENT_QA|parent=semantic-composition-pilot|within=p1-decision|role=decision">
            <a:extLst xmlns:a="http://schemas.openxmlformats.org/drawingml/2006/main">
              <a:ext uri="{FF2B5EF4-FFF2-40B4-BE49-F238E27FC236}">
                <a16:creationId xmlns:a16="http://schemas.microsoft.com/office/drawing/2014/main" id="{CD8DF0F2-F883-432C-8385-9FFA43C0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448300"/>
            <a:ext cx="5545282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先试行 B。A 只作高峰期临时应急入口，C 保留给高风险项目。</a:t>
            </a:r>
          </a:p>
        </p:txBody>
      </p:sp>
      <p:sp>
        <p:nvSpPr>
          <p:cNvPr id="76" name="PPAGENT_QA|parent=semantic-composition-pilot|within=p1-decision|role=detail">
            <a:extLst xmlns:a="http://schemas.openxmlformats.org/drawingml/2006/main">
              <a:ext uri="{FF2B5EF4-FFF2-40B4-BE49-F238E27FC236}">
                <a16:creationId xmlns:a16="http://schemas.microsoft.com/office/drawing/2014/main" id="{6A9C2204-93C3-4837-8C14-42976AA8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38850"/>
            <a:ext cx="569768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选择 B 只牺牲少量首次访问速度，换取可检查记录和可逆的暂停动作。</a:t>
            </a:r>
          </a:p>
        </p:txBody>
      </p:sp>
      <p:sp>
        <p:nvSpPr>
          <p:cNvPr id="77" name="PPAGENT_QA|parent=semantic-composition-pilot|within=p1-assumptions|role=heading">
            <a:extLst xmlns:a="http://schemas.openxmlformats.org/drawingml/2006/main">
              <a:ext uri="{FF2B5EF4-FFF2-40B4-BE49-F238E27FC236}">
                <a16:creationId xmlns:a16="http://schemas.microsoft.com/office/drawing/2014/main" id="{4E803AFE-F7CC-495A-9FA3-441FADD8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057" y="5124450"/>
            <a:ext cx="525606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前提与边界</a:t>
            </a:r>
          </a:p>
        </p:txBody>
      </p:sp>
      <p:sp>
        <p:nvSpPr>
          <p:cNvPr id="78" name="PPAGENT_QA|parent=semantic-composition-pilot|within=p1-assumptions|role=body">
            <a:extLst xmlns:a="http://schemas.openxmlformats.org/drawingml/2006/main">
              <a:ext uri="{FF2B5EF4-FFF2-40B4-BE49-F238E27FC236}">
                <a16:creationId xmlns:a16="http://schemas.microsoft.com/office/drawing/2014/main" id="{13627A10-C901-44BA-9666-6A8D1A09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057" y="5467350"/>
            <a:ext cx="5256068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三种模型共享模拟需求和管理员容量假设。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估计尚未由真实运行验证；需求结构变化或高风险申请增加，都可能改变排序。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每一步都产生下一道关口需要的证据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过程与门槛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F74E5C56-722B-4FB1-9F78-218826B4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565" y="2471642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5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48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43" y="13287"/>
                </a:lnTo>
                <a:lnTo>
                  <a:pt x="1090613" y="11259"/>
                </a:lnTo>
                <a:lnTo>
                  <a:pt x="1109491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92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87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0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601A9908-EB81-4FE2-A714-E7AB82E8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6087" y="2149440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5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54" y="90821"/>
                </a:lnTo>
                <a:lnTo>
                  <a:pt x="373332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13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72" y="5439"/>
                </a:lnTo>
                <a:lnTo>
                  <a:pt x="1165850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69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5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7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65" y="820369"/>
                </a:lnTo>
                <a:lnTo>
                  <a:pt x="42298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606" y="863060"/>
                </a:lnTo>
                <a:lnTo>
                  <a:pt x="26737" y="865099"/>
                </a:lnTo>
                <a:lnTo>
                  <a:pt x="7858" y="867127"/>
                </a:lnTo>
                <a:lnTo>
                  <a:pt x="0" y="858041"/>
                </a:lnTo>
                <a:lnTo>
                  <a:pt x="1829" y="839143"/>
                </a:lnTo>
                <a:lnTo>
                  <a:pt x="3667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1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41" y="59357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66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9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40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6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9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24C54D39-C203-49A7-9047-42E4DA52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9561" y="1826905"/>
            <a:ext cx="1202941" cy="867689"/>
          </a:xfrm>
          <a:custGeom xmlns:a="http://schemas.openxmlformats.org/drawingml/2006/main">
            <a:pathLst>
              <a:path w="1202941" h="867689">
                <a:moveTo>
                  <a:pt x="70504" y="121910"/>
                </a:moveTo>
                <a:lnTo>
                  <a:pt x="89373" y="119882"/>
                </a:lnTo>
                <a:lnTo>
                  <a:pt x="108252" y="117843"/>
                </a:lnTo>
                <a:lnTo>
                  <a:pt x="127121" y="115814"/>
                </a:lnTo>
                <a:lnTo>
                  <a:pt x="145999" y="113786"/>
                </a:lnTo>
                <a:lnTo>
                  <a:pt x="164868" y="111747"/>
                </a:lnTo>
                <a:lnTo>
                  <a:pt x="183747" y="109718"/>
                </a:lnTo>
                <a:lnTo>
                  <a:pt x="202616" y="107690"/>
                </a:lnTo>
                <a:lnTo>
                  <a:pt x="221494" y="105651"/>
                </a:lnTo>
                <a:lnTo>
                  <a:pt x="240363" y="103622"/>
                </a:lnTo>
                <a:lnTo>
                  <a:pt x="259242" y="101594"/>
                </a:lnTo>
                <a:lnTo>
                  <a:pt x="278111" y="99565"/>
                </a:lnTo>
                <a:lnTo>
                  <a:pt x="296990" y="97526"/>
                </a:lnTo>
                <a:lnTo>
                  <a:pt x="315859" y="95498"/>
                </a:lnTo>
                <a:lnTo>
                  <a:pt x="334737" y="93469"/>
                </a:lnTo>
                <a:lnTo>
                  <a:pt x="353606" y="91430"/>
                </a:lnTo>
                <a:lnTo>
                  <a:pt x="372485" y="89402"/>
                </a:lnTo>
                <a:lnTo>
                  <a:pt x="391354" y="87373"/>
                </a:lnTo>
                <a:lnTo>
                  <a:pt x="410232" y="85334"/>
                </a:lnTo>
                <a:lnTo>
                  <a:pt x="429111" y="83306"/>
                </a:lnTo>
                <a:lnTo>
                  <a:pt x="447980" y="81277"/>
                </a:lnTo>
                <a:lnTo>
                  <a:pt x="466858" y="79238"/>
                </a:lnTo>
                <a:lnTo>
                  <a:pt x="485727" y="77210"/>
                </a:lnTo>
                <a:lnTo>
                  <a:pt x="504606" y="75181"/>
                </a:lnTo>
                <a:lnTo>
                  <a:pt x="523475" y="73142"/>
                </a:lnTo>
                <a:lnTo>
                  <a:pt x="542354" y="71114"/>
                </a:lnTo>
                <a:lnTo>
                  <a:pt x="561223" y="69085"/>
                </a:lnTo>
                <a:lnTo>
                  <a:pt x="580101" y="67046"/>
                </a:lnTo>
                <a:lnTo>
                  <a:pt x="598970" y="65018"/>
                </a:lnTo>
                <a:lnTo>
                  <a:pt x="617849" y="62989"/>
                </a:lnTo>
                <a:lnTo>
                  <a:pt x="636718" y="60960"/>
                </a:lnTo>
                <a:lnTo>
                  <a:pt x="655596" y="58922"/>
                </a:lnTo>
                <a:lnTo>
                  <a:pt x="674465" y="56893"/>
                </a:lnTo>
                <a:lnTo>
                  <a:pt x="693344" y="54864"/>
                </a:lnTo>
                <a:lnTo>
                  <a:pt x="712213" y="52826"/>
                </a:lnTo>
                <a:lnTo>
                  <a:pt x="731091" y="50797"/>
                </a:lnTo>
                <a:lnTo>
                  <a:pt x="749960" y="48768"/>
                </a:lnTo>
                <a:lnTo>
                  <a:pt x="768839" y="46730"/>
                </a:lnTo>
                <a:lnTo>
                  <a:pt x="787708" y="44701"/>
                </a:lnTo>
                <a:lnTo>
                  <a:pt x="806587" y="42672"/>
                </a:lnTo>
                <a:lnTo>
                  <a:pt x="825456" y="40634"/>
                </a:lnTo>
                <a:lnTo>
                  <a:pt x="844334" y="38605"/>
                </a:lnTo>
                <a:lnTo>
                  <a:pt x="863203" y="36576"/>
                </a:lnTo>
                <a:lnTo>
                  <a:pt x="882082" y="34538"/>
                </a:lnTo>
                <a:lnTo>
                  <a:pt x="900951" y="32509"/>
                </a:lnTo>
                <a:lnTo>
                  <a:pt x="919829" y="30480"/>
                </a:lnTo>
                <a:lnTo>
                  <a:pt x="938698" y="28442"/>
                </a:lnTo>
                <a:lnTo>
                  <a:pt x="957577" y="26413"/>
                </a:lnTo>
                <a:lnTo>
                  <a:pt x="976446" y="24384"/>
                </a:lnTo>
                <a:lnTo>
                  <a:pt x="995324" y="22346"/>
                </a:lnTo>
                <a:lnTo>
                  <a:pt x="1014193" y="20317"/>
                </a:lnTo>
                <a:lnTo>
                  <a:pt x="1033072" y="18288"/>
                </a:lnTo>
                <a:lnTo>
                  <a:pt x="1051951" y="16259"/>
                </a:lnTo>
                <a:lnTo>
                  <a:pt x="1070820" y="14221"/>
                </a:lnTo>
                <a:lnTo>
                  <a:pt x="1089698" y="12192"/>
                </a:lnTo>
                <a:lnTo>
                  <a:pt x="1108567" y="10163"/>
                </a:lnTo>
                <a:lnTo>
                  <a:pt x="1127446" y="8125"/>
                </a:lnTo>
                <a:lnTo>
                  <a:pt x="1146315" y="6096"/>
                </a:lnTo>
                <a:lnTo>
                  <a:pt x="1165193" y="4067"/>
                </a:lnTo>
                <a:lnTo>
                  <a:pt x="1184062" y="2029"/>
                </a:lnTo>
                <a:lnTo>
                  <a:pt x="1202941" y="0"/>
                </a:lnTo>
                <a:lnTo>
                  <a:pt x="1201198" y="18802"/>
                </a:lnTo>
                <a:lnTo>
                  <a:pt x="1199369" y="37690"/>
                </a:lnTo>
                <a:lnTo>
                  <a:pt x="1197540" y="56588"/>
                </a:lnTo>
                <a:lnTo>
                  <a:pt x="1195702" y="75486"/>
                </a:lnTo>
                <a:lnTo>
                  <a:pt x="1193873" y="94374"/>
                </a:lnTo>
                <a:lnTo>
                  <a:pt x="1192044" y="113271"/>
                </a:lnTo>
                <a:lnTo>
                  <a:pt x="1190215" y="132169"/>
                </a:lnTo>
                <a:lnTo>
                  <a:pt x="1188377" y="151057"/>
                </a:lnTo>
                <a:lnTo>
                  <a:pt x="1186548" y="169955"/>
                </a:lnTo>
                <a:lnTo>
                  <a:pt x="1184720" y="188852"/>
                </a:lnTo>
                <a:lnTo>
                  <a:pt x="1182881" y="207740"/>
                </a:lnTo>
                <a:lnTo>
                  <a:pt x="1181052" y="226638"/>
                </a:lnTo>
                <a:lnTo>
                  <a:pt x="1179224" y="245535"/>
                </a:lnTo>
                <a:lnTo>
                  <a:pt x="1177385" y="264424"/>
                </a:lnTo>
                <a:lnTo>
                  <a:pt x="1175556" y="283321"/>
                </a:lnTo>
                <a:lnTo>
                  <a:pt x="1173728" y="302219"/>
                </a:lnTo>
                <a:lnTo>
                  <a:pt x="1171899" y="321107"/>
                </a:lnTo>
                <a:lnTo>
                  <a:pt x="1170061" y="340004"/>
                </a:lnTo>
                <a:lnTo>
                  <a:pt x="1168232" y="358902"/>
                </a:lnTo>
                <a:lnTo>
                  <a:pt x="1166403" y="377790"/>
                </a:lnTo>
                <a:lnTo>
                  <a:pt x="1164565" y="396688"/>
                </a:lnTo>
                <a:lnTo>
                  <a:pt x="1162736" y="415585"/>
                </a:lnTo>
                <a:lnTo>
                  <a:pt x="1160907" y="434473"/>
                </a:lnTo>
                <a:lnTo>
                  <a:pt x="1159078" y="453371"/>
                </a:lnTo>
                <a:lnTo>
                  <a:pt x="1157240" y="472269"/>
                </a:lnTo>
                <a:lnTo>
                  <a:pt x="1155411" y="491157"/>
                </a:lnTo>
                <a:lnTo>
                  <a:pt x="1153582" y="510054"/>
                </a:lnTo>
                <a:lnTo>
                  <a:pt x="1151744" y="528952"/>
                </a:lnTo>
                <a:lnTo>
                  <a:pt x="1149915" y="547840"/>
                </a:lnTo>
                <a:lnTo>
                  <a:pt x="1148086" y="566738"/>
                </a:lnTo>
                <a:lnTo>
                  <a:pt x="1146248" y="585635"/>
                </a:lnTo>
                <a:lnTo>
                  <a:pt x="1144419" y="604523"/>
                </a:lnTo>
                <a:lnTo>
                  <a:pt x="1142590" y="623421"/>
                </a:lnTo>
                <a:lnTo>
                  <a:pt x="1140762" y="642318"/>
                </a:lnTo>
                <a:lnTo>
                  <a:pt x="1138923" y="661206"/>
                </a:lnTo>
                <a:lnTo>
                  <a:pt x="1137095" y="680104"/>
                </a:lnTo>
                <a:lnTo>
                  <a:pt x="1135266" y="699002"/>
                </a:lnTo>
                <a:lnTo>
                  <a:pt x="1133427" y="717890"/>
                </a:lnTo>
                <a:lnTo>
                  <a:pt x="1131599" y="736787"/>
                </a:lnTo>
                <a:lnTo>
                  <a:pt x="1121712" y="747713"/>
                </a:lnTo>
                <a:lnTo>
                  <a:pt x="1102843" y="749741"/>
                </a:lnTo>
                <a:lnTo>
                  <a:pt x="1083964" y="751780"/>
                </a:lnTo>
                <a:lnTo>
                  <a:pt x="1065095" y="753809"/>
                </a:lnTo>
                <a:lnTo>
                  <a:pt x="1046216" y="755847"/>
                </a:lnTo>
                <a:lnTo>
                  <a:pt x="1027347" y="757876"/>
                </a:lnTo>
                <a:lnTo>
                  <a:pt x="1008469" y="759914"/>
                </a:lnTo>
                <a:lnTo>
                  <a:pt x="989600" y="761943"/>
                </a:lnTo>
                <a:lnTo>
                  <a:pt x="970721" y="763981"/>
                </a:lnTo>
                <a:lnTo>
                  <a:pt x="951852" y="766010"/>
                </a:lnTo>
                <a:lnTo>
                  <a:pt x="932974" y="768048"/>
                </a:lnTo>
                <a:lnTo>
                  <a:pt x="914105" y="770077"/>
                </a:lnTo>
                <a:lnTo>
                  <a:pt x="895226" y="772116"/>
                </a:lnTo>
                <a:lnTo>
                  <a:pt x="876357" y="774144"/>
                </a:lnTo>
                <a:lnTo>
                  <a:pt x="857479" y="776183"/>
                </a:lnTo>
                <a:lnTo>
                  <a:pt x="838610" y="778212"/>
                </a:lnTo>
                <a:lnTo>
                  <a:pt x="819731" y="780250"/>
                </a:lnTo>
                <a:lnTo>
                  <a:pt x="800862" y="782279"/>
                </a:lnTo>
                <a:lnTo>
                  <a:pt x="781983" y="784317"/>
                </a:lnTo>
                <a:lnTo>
                  <a:pt x="763114" y="786346"/>
                </a:lnTo>
                <a:lnTo>
                  <a:pt x="744236" y="788384"/>
                </a:lnTo>
                <a:lnTo>
                  <a:pt x="725367" y="790413"/>
                </a:lnTo>
                <a:lnTo>
                  <a:pt x="706488" y="792451"/>
                </a:lnTo>
                <a:lnTo>
                  <a:pt x="687619" y="794480"/>
                </a:lnTo>
                <a:lnTo>
                  <a:pt x="668741" y="796519"/>
                </a:lnTo>
                <a:lnTo>
                  <a:pt x="649872" y="798547"/>
                </a:lnTo>
                <a:lnTo>
                  <a:pt x="630993" y="800586"/>
                </a:lnTo>
                <a:lnTo>
                  <a:pt x="612124" y="802615"/>
                </a:lnTo>
                <a:lnTo>
                  <a:pt x="593246" y="804653"/>
                </a:lnTo>
                <a:lnTo>
                  <a:pt x="574377" y="806682"/>
                </a:lnTo>
                <a:lnTo>
                  <a:pt x="555498" y="808720"/>
                </a:lnTo>
                <a:lnTo>
                  <a:pt x="536629" y="810749"/>
                </a:lnTo>
                <a:lnTo>
                  <a:pt x="517750" y="812787"/>
                </a:lnTo>
                <a:lnTo>
                  <a:pt x="498881" y="814816"/>
                </a:lnTo>
                <a:lnTo>
                  <a:pt x="480003" y="816854"/>
                </a:lnTo>
                <a:lnTo>
                  <a:pt x="461134" y="818883"/>
                </a:lnTo>
                <a:lnTo>
                  <a:pt x="442255" y="820922"/>
                </a:lnTo>
                <a:lnTo>
                  <a:pt x="423386" y="822950"/>
                </a:lnTo>
                <a:lnTo>
                  <a:pt x="404508" y="824989"/>
                </a:lnTo>
                <a:lnTo>
                  <a:pt x="385639" y="827018"/>
                </a:lnTo>
                <a:lnTo>
                  <a:pt x="366760" y="829056"/>
                </a:lnTo>
                <a:lnTo>
                  <a:pt x="347891" y="831085"/>
                </a:lnTo>
                <a:lnTo>
                  <a:pt x="329013" y="833123"/>
                </a:lnTo>
                <a:lnTo>
                  <a:pt x="310144" y="835152"/>
                </a:lnTo>
                <a:lnTo>
                  <a:pt x="291265" y="837190"/>
                </a:lnTo>
                <a:lnTo>
                  <a:pt x="272396" y="839219"/>
                </a:lnTo>
                <a:lnTo>
                  <a:pt x="253517" y="841258"/>
                </a:lnTo>
                <a:lnTo>
                  <a:pt x="234648" y="843286"/>
                </a:lnTo>
                <a:lnTo>
                  <a:pt x="215770" y="845325"/>
                </a:lnTo>
                <a:lnTo>
                  <a:pt x="196901" y="847354"/>
                </a:lnTo>
                <a:lnTo>
                  <a:pt x="178022" y="849392"/>
                </a:lnTo>
                <a:lnTo>
                  <a:pt x="159153" y="851421"/>
                </a:lnTo>
                <a:lnTo>
                  <a:pt x="140275" y="853459"/>
                </a:lnTo>
                <a:lnTo>
                  <a:pt x="121406" y="855488"/>
                </a:lnTo>
                <a:lnTo>
                  <a:pt x="102527" y="857526"/>
                </a:lnTo>
                <a:lnTo>
                  <a:pt x="83658" y="859555"/>
                </a:lnTo>
                <a:lnTo>
                  <a:pt x="64780" y="861593"/>
                </a:lnTo>
                <a:lnTo>
                  <a:pt x="45911" y="863622"/>
                </a:lnTo>
                <a:lnTo>
                  <a:pt x="27032" y="865661"/>
                </a:lnTo>
                <a:lnTo>
                  <a:pt x="8163" y="867689"/>
                </a:lnTo>
                <a:lnTo>
                  <a:pt x="0" y="858879"/>
                </a:lnTo>
                <a:lnTo>
                  <a:pt x="1810" y="839991"/>
                </a:lnTo>
                <a:lnTo>
                  <a:pt x="3620" y="821093"/>
                </a:lnTo>
                <a:lnTo>
                  <a:pt x="5420" y="802196"/>
                </a:lnTo>
                <a:lnTo>
                  <a:pt x="7229" y="783298"/>
                </a:lnTo>
                <a:lnTo>
                  <a:pt x="9039" y="764400"/>
                </a:lnTo>
                <a:lnTo>
                  <a:pt x="10849" y="745503"/>
                </a:lnTo>
                <a:lnTo>
                  <a:pt x="12659" y="726605"/>
                </a:lnTo>
                <a:lnTo>
                  <a:pt x="14459" y="707708"/>
                </a:lnTo>
                <a:lnTo>
                  <a:pt x="16269" y="688810"/>
                </a:lnTo>
                <a:lnTo>
                  <a:pt x="18078" y="669912"/>
                </a:lnTo>
                <a:lnTo>
                  <a:pt x="19888" y="651015"/>
                </a:lnTo>
                <a:lnTo>
                  <a:pt x="21688" y="632127"/>
                </a:lnTo>
                <a:lnTo>
                  <a:pt x="23498" y="613229"/>
                </a:lnTo>
                <a:lnTo>
                  <a:pt x="25308" y="594331"/>
                </a:lnTo>
                <a:lnTo>
                  <a:pt x="27118" y="575434"/>
                </a:lnTo>
                <a:lnTo>
                  <a:pt x="28927" y="556536"/>
                </a:lnTo>
                <a:lnTo>
                  <a:pt x="30728" y="537639"/>
                </a:lnTo>
                <a:lnTo>
                  <a:pt x="32537" y="518741"/>
                </a:lnTo>
                <a:lnTo>
                  <a:pt x="34347" y="499843"/>
                </a:lnTo>
                <a:lnTo>
                  <a:pt x="36157" y="480946"/>
                </a:lnTo>
                <a:lnTo>
                  <a:pt x="37967" y="462048"/>
                </a:lnTo>
                <a:lnTo>
                  <a:pt x="39767" y="443151"/>
                </a:lnTo>
                <a:lnTo>
                  <a:pt x="41577" y="424263"/>
                </a:lnTo>
                <a:lnTo>
                  <a:pt x="43386" y="405365"/>
                </a:lnTo>
                <a:lnTo>
                  <a:pt x="45196" y="386467"/>
                </a:lnTo>
                <a:lnTo>
                  <a:pt x="46996" y="367570"/>
                </a:lnTo>
                <a:lnTo>
                  <a:pt x="48806" y="348672"/>
                </a:lnTo>
                <a:lnTo>
                  <a:pt x="50616" y="329775"/>
                </a:lnTo>
                <a:lnTo>
                  <a:pt x="52426" y="310877"/>
                </a:lnTo>
                <a:lnTo>
                  <a:pt x="54235" y="291979"/>
                </a:lnTo>
                <a:lnTo>
                  <a:pt x="56036" y="273082"/>
                </a:lnTo>
                <a:lnTo>
                  <a:pt x="57845" y="254184"/>
                </a:lnTo>
                <a:lnTo>
                  <a:pt x="59655" y="235287"/>
                </a:lnTo>
                <a:lnTo>
                  <a:pt x="61465" y="216398"/>
                </a:lnTo>
                <a:lnTo>
                  <a:pt x="63275" y="197501"/>
                </a:lnTo>
                <a:lnTo>
                  <a:pt x="65075" y="178603"/>
                </a:lnTo>
                <a:lnTo>
                  <a:pt x="66885" y="159706"/>
                </a:lnTo>
                <a:lnTo>
                  <a:pt x="68694" y="140808"/>
                </a:lnTo>
                <a:lnTo>
                  <a:pt x="70504" y="12191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9966DE65-AEB3-40DF-AD06-C2DFC77E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5560" y="3091577"/>
            <a:ext cx="269558" cy="421243"/>
          </a:xfrm>
          <a:custGeom xmlns:a="http://schemas.openxmlformats.org/drawingml/2006/main">
            <a:pathLst>
              <a:path w="269558" h="421243">
                <a:moveTo>
                  <a:pt x="0" y="421243"/>
                </a:moveTo>
                <a:lnTo>
                  <a:pt x="0" y="402469"/>
                </a:lnTo>
                <a:lnTo>
                  <a:pt x="0" y="383696"/>
                </a:lnTo>
                <a:lnTo>
                  <a:pt x="0" y="364912"/>
                </a:lnTo>
                <a:lnTo>
                  <a:pt x="0" y="346139"/>
                </a:lnTo>
                <a:lnTo>
                  <a:pt x="0" y="327355"/>
                </a:lnTo>
                <a:lnTo>
                  <a:pt x="0" y="308581"/>
                </a:lnTo>
                <a:lnTo>
                  <a:pt x="0" y="289798"/>
                </a:lnTo>
                <a:lnTo>
                  <a:pt x="0" y="271024"/>
                </a:lnTo>
                <a:lnTo>
                  <a:pt x="0" y="252241"/>
                </a:lnTo>
                <a:lnTo>
                  <a:pt x="0" y="233467"/>
                </a:lnTo>
                <a:lnTo>
                  <a:pt x="0" y="214684"/>
                </a:lnTo>
                <a:lnTo>
                  <a:pt x="0" y="195910"/>
                </a:lnTo>
                <a:lnTo>
                  <a:pt x="0" y="177127"/>
                </a:lnTo>
                <a:lnTo>
                  <a:pt x="0" y="158353"/>
                </a:lnTo>
                <a:lnTo>
                  <a:pt x="0" y="139570"/>
                </a:lnTo>
                <a:lnTo>
                  <a:pt x="0" y="120796"/>
                </a:lnTo>
                <a:lnTo>
                  <a:pt x="0" y="102022"/>
                </a:lnTo>
                <a:lnTo>
                  <a:pt x="5286" y="87030"/>
                </a:lnTo>
                <a:lnTo>
                  <a:pt x="23070" y="81001"/>
                </a:lnTo>
                <a:lnTo>
                  <a:pt x="40853" y="74962"/>
                </a:lnTo>
                <a:lnTo>
                  <a:pt x="58636" y="68932"/>
                </a:lnTo>
                <a:lnTo>
                  <a:pt x="76419" y="62903"/>
                </a:lnTo>
                <a:lnTo>
                  <a:pt x="94202" y="56864"/>
                </a:lnTo>
                <a:lnTo>
                  <a:pt x="111985" y="50835"/>
                </a:lnTo>
                <a:lnTo>
                  <a:pt x="129769" y="44806"/>
                </a:lnTo>
                <a:lnTo>
                  <a:pt x="147552" y="38776"/>
                </a:lnTo>
                <a:lnTo>
                  <a:pt x="165335" y="32737"/>
                </a:lnTo>
                <a:lnTo>
                  <a:pt x="183118" y="26708"/>
                </a:lnTo>
                <a:lnTo>
                  <a:pt x="200901" y="20679"/>
                </a:lnTo>
                <a:lnTo>
                  <a:pt x="218684" y="14640"/>
                </a:lnTo>
                <a:lnTo>
                  <a:pt x="236468" y="8611"/>
                </a:lnTo>
                <a:lnTo>
                  <a:pt x="254251" y="2581"/>
                </a:lnTo>
                <a:lnTo>
                  <a:pt x="269558" y="0"/>
                </a:lnTo>
                <a:lnTo>
                  <a:pt x="269558" y="18774"/>
                </a:lnTo>
                <a:lnTo>
                  <a:pt x="269558" y="37557"/>
                </a:lnTo>
                <a:lnTo>
                  <a:pt x="269558" y="56331"/>
                </a:lnTo>
                <a:lnTo>
                  <a:pt x="269558" y="75114"/>
                </a:lnTo>
                <a:lnTo>
                  <a:pt x="269558" y="93888"/>
                </a:lnTo>
                <a:lnTo>
                  <a:pt x="269558" y="112671"/>
                </a:lnTo>
                <a:lnTo>
                  <a:pt x="269558" y="131445"/>
                </a:lnTo>
                <a:lnTo>
                  <a:pt x="269558" y="150228"/>
                </a:lnTo>
                <a:lnTo>
                  <a:pt x="269558" y="169002"/>
                </a:lnTo>
                <a:lnTo>
                  <a:pt x="269558" y="187785"/>
                </a:lnTo>
                <a:lnTo>
                  <a:pt x="269558" y="206559"/>
                </a:lnTo>
                <a:lnTo>
                  <a:pt x="269558" y="225342"/>
                </a:lnTo>
                <a:lnTo>
                  <a:pt x="269558" y="244116"/>
                </a:lnTo>
                <a:lnTo>
                  <a:pt x="269558" y="262900"/>
                </a:lnTo>
                <a:lnTo>
                  <a:pt x="269558" y="281673"/>
                </a:lnTo>
                <a:lnTo>
                  <a:pt x="269558" y="300457"/>
                </a:lnTo>
                <a:lnTo>
                  <a:pt x="259975" y="312849"/>
                </a:lnTo>
                <a:lnTo>
                  <a:pt x="242649" y="320069"/>
                </a:lnTo>
                <a:lnTo>
                  <a:pt x="225314" y="327298"/>
                </a:lnTo>
                <a:lnTo>
                  <a:pt x="207988" y="334528"/>
                </a:lnTo>
                <a:lnTo>
                  <a:pt x="190652" y="341757"/>
                </a:lnTo>
                <a:lnTo>
                  <a:pt x="173317" y="348977"/>
                </a:lnTo>
                <a:lnTo>
                  <a:pt x="155991" y="356206"/>
                </a:lnTo>
                <a:lnTo>
                  <a:pt x="138655" y="363436"/>
                </a:lnTo>
                <a:lnTo>
                  <a:pt x="121320" y="370656"/>
                </a:lnTo>
                <a:lnTo>
                  <a:pt x="103994" y="377885"/>
                </a:lnTo>
                <a:lnTo>
                  <a:pt x="86658" y="385115"/>
                </a:lnTo>
                <a:lnTo>
                  <a:pt x="69332" y="392344"/>
                </a:lnTo>
                <a:lnTo>
                  <a:pt x="51997" y="399564"/>
                </a:lnTo>
                <a:lnTo>
                  <a:pt x="34661" y="406794"/>
                </a:lnTo>
                <a:lnTo>
                  <a:pt x="17336" y="414023"/>
                </a:lnTo>
                <a:lnTo>
                  <a:pt x="0" y="421243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2577399C-9F32-4D36-AF81-84305D4A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328" y="3400425"/>
            <a:ext cx="1746294" cy="112395"/>
          </a:xfrm>
          <a:custGeom xmlns:a="http://schemas.openxmlformats.org/drawingml/2006/main">
            <a:pathLst>
              <a:path w="1746294" h="112395">
                <a:moveTo>
                  <a:pt x="0" y="112395"/>
                </a:moveTo>
                <a:lnTo>
                  <a:pt x="19021" y="112395"/>
                </a:lnTo>
                <a:lnTo>
                  <a:pt x="38033" y="112395"/>
                </a:lnTo>
                <a:lnTo>
                  <a:pt x="57055" y="112395"/>
                </a:lnTo>
                <a:lnTo>
                  <a:pt x="76067" y="112395"/>
                </a:lnTo>
                <a:lnTo>
                  <a:pt x="95088" y="112395"/>
                </a:lnTo>
                <a:lnTo>
                  <a:pt x="114100" y="112395"/>
                </a:lnTo>
                <a:lnTo>
                  <a:pt x="133121" y="112395"/>
                </a:lnTo>
                <a:lnTo>
                  <a:pt x="152133" y="112395"/>
                </a:lnTo>
                <a:lnTo>
                  <a:pt x="171155" y="112395"/>
                </a:lnTo>
                <a:lnTo>
                  <a:pt x="190167" y="112395"/>
                </a:lnTo>
                <a:lnTo>
                  <a:pt x="209188" y="112395"/>
                </a:lnTo>
                <a:lnTo>
                  <a:pt x="228200" y="112395"/>
                </a:lnTo>
                <a:lnTo>
                  <a:pt x="247221" y="112395"/>
                </a:lnTo>
                <a:lnTo>
                  <a:pt x="266243" y="112395"/>
                </a:lnTo>
                <a:lnTo>
                  <a:pt x="285255" y="112395"/>
                </a:lnTo>
                <a:lnTo>
                  <a:pt x="304276" y="112395"/>
                </a:lnTo>
                <a:lnTo>
                  <a:pt x="323288" y="112395"/>
                </a:lnTo>
                <a:lnTo>
                  <a:pt x="342309" y="112395"/>
                </a:lnTo>
                <a:lnTo>
                  <a:pt x="361321" y="112395"/>
                </a:lnTo>
                <a:lnTo>
                  <a:pt x="380343" y="112395"/>
                </a:lnTo>
                <a:lnTo>
                  <a:pt x="399355" y="112395"/>
                </a:lnTo>
                <a:lnTo>
                  <a:pt x="418376" y="112395"/>
                </a:lnTo>
                <a:lnTo>
                  <a:pt x="437388" y="112395"/>
                </a:lnTo>
                <a:lnTo>
                  <a:pt x="456409" y="112395"/>
                </a:lnTo>
                <a:lnTo>
                  <a:pt x="475421" y="112395"/>
                </a:lnTo>
                <a:lnTo>
                  <a:pt x="494443" y="112395"/>
                </a:lnTo>
                <a:lnTo>
                  <a:pt x="513464" y="112395"/>
                </a:lnTo>
                <a:lnTo>
                  <a:pt x="532476" y="112395"/>
                </a:lnTo>
                <a:lnTo>
                  <a:pt x="551498" y="112395"/>
                </a:lnTo>
                <a:lnTo>
                  <a:pt x="570509" y="112395"/>
                </a:lnTo>
                <a:lnTo>
                  <a:pt x="589531" y="112395"/>
                </a:lnTo>
                <a:lnTo>
                  <a:pt x="608543" y="112395"/>
                </a:lnTo>
                <a:lnTo>
                  <a:pt x="627564" y="112395"/>
                </a:lnTo>
                <a:lnTo>
                  <a:pt x="646576" y="112395"/>
                </a:lnTo>
                <a:lnTo>
                  <a:pt x="665597" y="112395"/>
                </a:lnTo>
                <a:lnTo>
                  <a:pt x="684609" y="112395"/>
                </a:lnTo>
                <a:lnTo>
                  <a:pt x="703631" y="112395"/>
                </a:lnTo>
                <a:lnTo>
                  <a:pt x="722643" y="112395"/>
                </a:lnTo>
                <a:lnTo>
                  <a:pt x="741664" y="112395"/>
                </a:lnTo>
                <a:lnTo>
                  <a:pt x="760686" y="112395"/>
                </a:lnTo>
                <a:lnTo>
                  <a:pt x="779697" y="112395"/>
                </a:lnTo>
                <a:lnTo>
                  <a:pt x="798719" y="112395"/>
                </a:lnTo>
                <a:lnTo>
                  <a:pt x="817731" y="112395"/>
                </a:lnTo>
                <a:lnTo>
                  <a:pt x="836752" y="112395"/>
                </a:lnTo>
                <a:lnTo>
                  <a:pt x="855764" y="112395"/>
                </a:lnTo>
                <a:lnTo>
                  <a:pt x="874786" y="112395"/>
                </a:lnTo>
                <a:lnTo>
                  <a:pt x="893797" y="112395"/>
                </a:lnTo>
                <a:lnTo>
                  <a:pt x="912819" y="112395"/>
                </a:lnTo>
                <a:lnTo>
                  <a:pt x="931831" y="112395"/>
                </a:lnTo>
                <a:lnTo>
                  <a:pt x="950852" y="112395"/>
                </a:lnTo>
                <a:lnTo>
                  <a:pt x="969864" y="112395"/>
                </a:lnTo>
                <a:lnTo>
                  <a:pt x="988885" y="112395"/>
                </a:lnTo>
                <a:lnTo>
                  <a:pt x="1007897" y="112395"/>
                </a:lnTo>
                <a:lnTo>
                  <a:pt x="1026919" y="112395"/>
                </a:lnTo>
                <a:lnTo>
                  <a:pt x="1045940" y="112395"/>
                </a:lnTo>
                <a:lnTo>
                  <a:pt x="1064952" y="112395"/>
                </a:lnTo>
                <a:lnTo>
                  <a:pt x="1083974" y="112395"/>
                </a:lnTo>
                <a:lnTo>
                  <a:pt x="1102985" y="112395"/>
                </a:lnTo>
                <a:lnTo>
                  <a:pt x="1122007" y="112395"/>
                </a:lnTo>
                <a:lnTo>
                  <a:pt x="1141019" y="112395"/>
                </a:lnTo>
                <a:lnTo>
                  <a:pt x="1160040" y="112395"/>
                </a:lnTo>
                <a:lnTo>
                  <a:pt x="1179052" y="112395"/>
                </a:lnTo>
                <a:lnTo>
                  <a:pt x="1198074" y="112395"/>
                </a:lnTo>
                <a:lnTo>
                  <a:pt x="1217085" y="112395"/>
                </a:lnTo>
                <a:lnTo>
                  <a:pt x="1236107" y="112395"/>
                </a:lnTo>
                <a:lnTo>
                  <a:pt x="1255119" y="112395"/>
                </a:lnTo>
                <a:lnTo>
                  <a:pt x="1274140" y="112395"/>
                </a:lnTo>
                <a:lnTo>
                  <a:pt x="1293162" y="112395"/>
                </a:lnTo>
                <a:lnTo>
                  <a:pt x="1312174" y="112395"/>
                </a:lnTo>
                <a:lnTo>
                  <a:pt x="1331195" y="112395"/>
                </a:lnTo>
                <a:lnTo>
                  <a:pt x="1350207" y="112395"/>
                </a:lnTo>
                <a:lnTo>
                  <a:pt x="1369228" y="112395"/>
                </a:lnTo>
                <a:lnTo>
                  <a:pt x="1388240" y="112395"/>
                </a:lnTo>
                <a:lnTo>
                  <a:pt x="1407262" y="112395"/>
                </a:lnTo>
                <a:lnTo>
                  <a:pt x="1426274" y="112395"/>
                </a:lnTo>
                <a:lnTo>
                  <a:pt x="1445295" y="112395"/>
                </a:lnTo>
                <a:lnTo>
                  <a:pt x="1464307" y="112395"/>
                </a:lnTo>
                <a:lnTo>
                  <a:pt x="1483014" y="110823"/>
                </a:lnTo>
                <a:lnTo>
                  <a:pt x="1500569" y="103499"/>
                </a:lnTo>
                <a:lnTo>
                  <a:pt x="1518114" y="96183"/>
                </a:lnTo>
                <a:lnTo>
                  <a:pt x="1535668" y="88859"/>
                </a:lnTo>
                <a:lnTo>
                  <a:pt x="1553223" y="81544"/>
                </a:lnTo>
                <a:lnTo>
                  <a:pt x="1570777" y="74228"/>
                </a:lnTo>
                <a:lnTo>
                  <a:pt x="1588322" y="66904"/>
                </a:lnTo>
                <a:lnTo>
                  <a:pt x="1605877" y="59588"/>
                </a:lnTo>
                <a:lnTo>
                  <a:pt x="1623431" y="52273"/>
                </a:lnTo>
                <a:lnTo>
                  <a:pt x="1640986" y="44948"/>
                </a:lnTo>
                <a:lnTo>
                  <a:pt x="1658531" y="37633"/>
                </a:lnTo>
                <a:lnTo>
                  <a:pt x="1676086" y="30318"/>
                </a:lnTo>
                <a:lnTo>
                  <a:pt x="1693640" y="22993"/>
                </a:lnTo>
                <a:lnTo>
                  <a:pt x="1711195" y="15678"/>
                </a:lnTo>
                <a:lnTo>
                  <a:pt x="1728749" y="8353"/>
                </a:lnTo>
                <a:lnTo>
                  <a:pt x="1746294" y="1038"/>
                </a:lnTo>
                <a:lnTo>
                  <a:pt x="1732474" y="0"/>
                </a:lnTo>
                <a:lnTo>
                  <a:pt x="1713452" y="0"/>
                </a:lnTo>
                <a:lnTo>
                  <a:pt x="1694440" y="0"/>
                </a:lnTo>
                <a:lnTo>
                  <a:pt x="1675419" y="0"/>
                </a:lnTo>
                <a:lnTo>
                  <a:pt x="1656407" y="0"/>
                </a:lnTo>
                <a:lnTo>
                  <a:pt x="1637386" y="0"/>
                </a:lnTo>
                <a:lnTo>
                  <a:pt x="1618374" y="0"/>
                </a:lnTo>
                <a:lnTo>
                  <a:pt x="1599352" y="0"/>
                </a:lnTo>
                <a:lnTo>
                  <a:pt x="1580340" y="0"/>
                </a:lnTo>
                <a:lnTo>
                  <a:pt x="1561319" y="0"/>
                </a:lnTo>
                <a:lnTo>
                  <a:pt x="1542307" y="0"/>
                </a:lnTo>
                <a:lnTo>
                  <a:pt x="1523286" y="0"/>
                </a:lnTo>
                <a:lnTo>
                  <a:pt x="1504274" y="0"/>
                </a:lnTo>
                <a:lnTo>
                  <a:pt x="1485252" y="0"/>
                </a:lnTo>
                <a:lnTo>
                  <a:pt x="1466231" y="0"/>
                </a:lnTo>
                <a:lnTo>
                  <a:pt x="1447219" y="0"/>
                </a:lnTo>
                <a:lnTo>
                  <a:pt x="1428198" y="0"/>
                </a:lnTo>
                <a:lnTo>
                  <a:pt x="1409186" y="0"/>
                </a:lnTo>
                <a:lnTo>
                  <a:pt x="1390164" y="0"/>
                </a:lnTo>
                <a:lnTo>
                  <a:pt x="1371152" y="0"/>
                </a:lnTo>
                <a:lnTo>
                  <a:pt x="1352131" y="0"/>
                </a:lnTo>
                <a:lnTo>
                  <a:pt x="1333119" y="0"/>
                </a:lnTo>
                <a:lnTo>
                  <a:pt x="1314098" y="0"/>
                </a:lnTo>
                <a:lnTo>
                  <a:pt x="1295086" y="0"/>
                </a:lnTo>
                <a:lnTo>
                  <a:pt x="1276064" y="0"/>
                </a:lnTo>
                <a:lnTo>
                  <a:pt x="1257052" y="0"/>
                </a:lnTo>
                <a:lnTo>
                  <a:pt x="1238031" y="0"/>
                </a:lnTo>
                <a:lnTo>
                  <a:pt x="1219010" y="0"/>
                </a:lnTo>
                <a:lnTo>
                  <a:pt x="1199998" y="0"/>
                </a:lnTo>
                <a:lnTo>
                  <a:pt x="1180976" y="0"/>
                </a:lnTo>
                <a:lnTo>
                  <a:pt x="1161964" y="0"/>
                </a:lnTo>
                <a:lnTo>
                  <a:pt x="1142943" y="0"/>
                </a:lnTo>
                <a:lnTo>
                  <a:pt x="1123931" y="0"/>
                </a:lnTo>
                <a:lnTo>
                  <a:pt x="1104910" y="0"/>
                </a:lnTo>
                <a:lnTo>
                  <a:pt x="1085898" y="0"/>
                </a:lnTo>
                <a:lnTo>
                  <a:pt x="1066876" y="0"/>
                </a:lnTo>
                <a:lnTo>
                  <a:pt x="1047864" y="0"/>
                </a:lnTo>
                <a:lnTo>
                  <a:pt x="1028843" y="0"/>
                </a:lnTo>
                <a:lnTo>
                  <a:pt x="1009831" y="0"/>
                </a:lnTo>
                <a:lnTo>
                  <a:pt x="990810" y="0"/>
                </a:lnTo>
                <a:lnTo>
                  <a:pt x="971788" y="0"/>
                </a:lnTo>
                <a:lnTo>
                  <a:pt x="952776" y="0"/>
                </a:lnTo>
                <a:lnTo>
                  <a:pt x="933755" y="0"/>
                </a:lnTo>
                <a:lnTo>
                  <a:pt x="914743" y="0"/>
                </a:lnTo>
                <a:lnTo>
                  <a:pt x="895721" y="0"/>
                </a:lnTo>
                <a:lnTo>
                  <a:pt x="876710" y="0"/>
                </a:lnTo>
                <a:lnTo>
                  <a:pt x="857688" y="0"/>
                </a:lnTo>
                <a:lnTo>
                  <a:pt x="838676" y="0"/>
                </a:lnTo>
                <a:lnTo>
                  <a:pt x="819655" y="0"/>
                </a:lnTo>
                <a:lnTo>
                  <a:pt x="800643" y="0"/>
                </a:lnTo>
                <a:lnTo>
                  <a:pt x="781622" y="0"/>
                </a:lnTo>
                <a:lnTo>
                  <a:pt x="762610" y="0"/>
                </a:lnTo>
                <a:lnTo>
                  <a:pt x="743588" y="0"/>
                </a:lnTo>
                <a:lnTo>
                  <a:pt x="724576" y="0"/>
                </a:lnTo>
                <a:lnTo>
                  <a:pt x="705555" y="0"/>
                </a:lnTo>
                <a:lnTo>
                  <a:pt x="686533" y="0"/>
                </a:lnTo>
                <a:lnTo>
                  <a:pt x="667522" y="0"/>
                </a:lnTo>
                <a:lnTo>
                  <a:pt x="648500" y="0"/>
                </a:lnTo>
                <a:lnTo>
                  <a:pt x="629488" y="0"/>
                </a:lnTo>
                <a:lnTo>
                  <a:pt x="610467" y="0"/>
                </a:lnTo>
                <a:lnTo>
                  <a:pt x="591455" y="0"/>
                </a:lnTo>
                <a:lnTo>
                  <a:pt x="572433" y="0"/>
                </a:lnTo>
                <a:lnTo>
                  <a:pt x="553422" y="0"/>
                </a:lnTo>
                <a:lnTo>
                  <a:pt x="534400" y="0"/>
                </a:lnTo>
                <a:lnTo>
                  <a:pt x="515388" y="0"/>
                </a:lnTo>
                <a:lnTo>
                  <a:pt x="496367" y="0"/>
                </a:lnTo>
                <a:lnTo>
                  <a:pt x="477355" y="0"/>
                </a:lnTo>
                <a:lnTo>
                  <a:pt x="458333" y="0"/>
                </a:lnTo>
                <a:lnTo>
                  <a:pt x="439312" y="0"/>
                </a:lnTo>
                <a:lnTo>
                  <a:pt x="420300" y="0"/>
                </a:lnTo>
                <a:lnTo>
                  <a:pt x="401279" y="0"/>
                </a:lnTo>
                <a:lnTo>
                  <a:pt x="382267" y="0"/>
                </a:lnTo>
                <a:lnTo>
                  <a:pt x="363245" y="0"/>
                </a:lnTo>
                <a:lnTo>
                  <a:pt x="344986" y="4982"/>
                </a:lnTo>
                <a:lnTo>
                  <a:pt x="326831" y="10639"/>
                </a:lnTo>
                <a:lnTo>
                  <a:pt x="308677" y="16288"/>
                </a:lnTo>
                <a:lnTo>
                  <a:pt x="290513" y="21946"/>
                </a:lnTo>
                <a:lnTo>
                  <a:pt x="272358" y="27594"/>
                </a:lnTo>
                <a:lnTo>
                  <a:pt x="254203" y="33252"/>
                </a:lnTo>
                <a:lnTo>
                  <a:pt x="236049" y="38900"/>
                </a:lnTo>
                <a:lnTo>
                  <a:pt x="217884" y="44558"/>
                </a:lnTo>
                <a:lnTo>
                  <a:pt x="199730" y="50206"/>
                </a:lnTo>
                <a:lnTo>
                  <a:pt x="181575" y="55864"/>
                </a:lnTo>
                <a:lnTo>
                  <a:pt x="163420" y="61512"/>
                </a:lnTo>
                <a:lnTo>
                  <a:pt x="145256" y="67170"/>
                </a:lnTo>
                <a:lnTo>
                  <a:pt x="127102" y="72819"/>
                </a:lnTo>
                <a:lnTo>
                  <a:pt x="108947" y="78476"/>
                </a:lnTo>
                <a:lnTo>
                  <a:pt x="90783" y="84125"/>
                </a:lnTo>
                <a:lnTo>
                  <a:pt x="72628" y="89783"/>
                </a:lnTo>
                <a:lnTo>
                  <a:pt x="54473" y="95431"/>
                </a:lnTo>
                <a:lnTo>
                  <a:pt x="36319" y="101089"/>
                </a:lnTo>
                <a:lnTo>
                  <a:pt x="18155" y="106737"/>
                </a:lnTo>
                <a:lnTo>
                  <a:pt x="0" y="112395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0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E87158BA-47A0-486A-BBA5-C8E41ECA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4430" y="3400425"/>
            <a:ext cx="1635443" cy="112395"/>
          </a:xfrm>
          <a:custGeom xmlns:a="http://schemas.openxmlformats.org/drawingml/2006/main">
            <a:pathLst>
              <a:path w="1635443" h="112395">
                <a:moveTo>
                  <a:pt x="0" y="112395"/>
                </a:moveTo>
                <a:lnTo>
                  <a:pt x="18840" y="112395"/>
                </a:lnTo>
                <a:lnTo>
                  <a:pt x="37671" y="112395"/>
                </a:lnTo>
                <a:lnTo>
                  <a:pt x="56512" y="112395"/>
                </a:lnTo>
                <a:lnTo>
                  <a:pt x="75352" y="112395"/>
                </a:lnTo>
                <a:lnTo>
                  <a:pt x="94193" y="112395"/>
                </a:lnTo>
                <a:lnTo>
                  <a:pt x="113024" y="112395"/>
                </a:lnTo>
                <a:lnTo>
                  <a:pt x="131864" y="112395"/>
                </a:lnTo>
                <a:lnTo>
                  <a:pt x="150705" y="112395"/>
                </a:lnTo>
                <a:lnTo>
                  <a:pt x="169535" y="112395"/>
                </a:lnTo>
                <a:lnTo>
                  <a:pt x="188376" y="112395"/>
                </a:lnTo>
                <a:lnTo>
                  <a:pt x="207216" y="112395"/>
                </a:lnTo>
                <a:lnTo>
                  <a:pt x="226057" y="112395"/>
                </a:lnTo>
                <a:lnTo>
                  <a:pt x="244888" y="112395"/>
                </a:lnTo>
                <a:lnTo>
                  <a:pt x="263728" y="112395"/>
                </a:lnTo>
                <a:lnTo>
                  <a:pt x="282569" y="112395"/>
                </a:lnTo>
                <a:lnTo>
                  <a:pt x="301400" y="112395"/>
                </a:lnTo>
                <a:lnTo>
                  <a:pt x="320240" y="112395"/>
                </a:lnTo>
                <a:lnTo>
                  <a:pt x="339080" y="112395"/>
                </a:lnTo>
                <a:lnTo>
                  <a:pt x="357921" y="112395"/>
                </a:lnTo>
                <a:lnTo>
                  <a:pt x="376752" y="112395"/>
                </a:lnTo>
                <a:lnTo>
                  <a:pt x="395592" y="112395"/>
                </a:lnTo>
                <a:lnTo>
                  <a:pt x="414433" y="112395"/>
                </a:lnTo>
                <a:lnTo>
                  <a:pt x="433264" y="112395"/>
                </a:lnTo>
                <a:lnTo>
                  <a:pt x="452104" y="112395"/>
                </a:lnTo>
                <a:lnTo>
                  <a:pt x="470945" y="112395"/>
                </a:lnTo>
                <a:lnTo>
                  <a:pt x="489785" y="112395"/>
                </a:lnTo>
                <a:lnTo>
                  <a:pt x="508616" y="112395"/>
                </a:lnTo>
                <a:lnTo>
                  <a:pt x="527456" y="112395"/>
                </a:lnTo>
                <a:lnTo>
                  <a:pt x="546297" y="112395"/>
                </a:lnTo>
                <a:lnTo>
                  <a:pt x="565128" y="112395"/>
                </a:lnTo>
                <a:lnTo>
                  <a:pt x="583968" y="112395"/>
                </a:lnTo>
                <a:lnTo>
                  <a:pt x="602809" y="112395"/>
                </a:lnTo>
                <a:lnTo>
                  <a:pt x="621640" y="112395"/>
                </a:lnTo>
                <a:lnTo>
                  <a:pt x="640480" y="112395"/>
                </a:lnTo>
                <a:lnTo>
                  <a:pt x="659321" y="112395"/>
                </a:lnTo>
                <a:lnTo>
                  <a:pt x="678161" y="112395"/>
                </a:lnTo>
                <a:lnTo>
                  <a:pt x="696992" y="112395"/>
                </a:lnTo>
                <a:lnTo>
                  <a:pt x="715832" y="112395"/>
                </a:lnTo>
                <a:lnTo>
                  <a:pt x="734673" y="112395"/>
                </a:lnTo>
                <a:lnTo>
                  <a:pt x="753504" y="112395"/>
                </a:lnTo>
                <a:lnTo>
                  <a:pt x="772344" y="112395"/>
                </a:lnTo>
                <a:lnTo>
                  <a:pt x="791185" y="112395"/>
                </a:lnTo>
                <a:lnTo>
                  <a:pt x="810025" y="112395"/>
                </a:lnTo>
                <a:lnTo>
                  <a:pt x="828856" y="112395"/>
                </a:lnTo>
                <a:lnTo>
                  <a:pt x="847696" y="112395"/>
                </a:lnTo>
                <a:lnTo>
                  <a:pt x="866537" y="112395"/>
                </a:lnTo>
                <a:lnTo>
                  <a:pt x="885368" y="112395"/>
                </a:lnTo>
                <a:lnTo>
                  <a:pt x="904208" y="112395"/>
                </a:lnTo>
                <a:lnTo>
                  <a:pt x="923049" y="112395"/>
                </a:lnTo>
                <a:lnTo>
                  <a:pt x="941889" y="112395"/>
                </a:lnTo>
                <a:lnTo>
                  <a:pt x="960720" y="112395"/>
                </a:lnTo>
                <a:lnTo>
                  <a:pt x="979561" y="112395"/>
                </a:lnTo>
                <a:lnTo>
                  <a:pt x="998401" y="112395"/>
                </a:lnTo>
                <a:lnTo>
                  <a:pt x="1017232" y="112395"/>
                </a:lnTo>
                <a:lnTo>
                  <a:pt x="1036072" y="112395"/>
                </a:lnTo>
                <a:lnTo>
                  <a:pt x="1054913" y="112395"/>
                </a:lnTo>
                <a:lnTo>
                  <a:pt x="1073753" y="112395"/>
                </a:lnTo>
                <a:lnTo>
                  <a:pt x="1092584" y="112395"/>
                </a:lnTo>
                <a:lnTo>
                  <a:pt x="1111425" y="112395"/>
                </a:lnTo>
                <a:lnTo>
                  <a:pt x="1130265" y="112395"/>
                </a:lnTo>
                <a:lnTo>
                  <a:pt x="1149096" y="112395"/>
                </a:lnTo>
                <a:lnTo>
                  <a:pt x="1167936" y="112395"/>
                </a:lnTo>
                <a:lnTo>
                  <a:pt x="1186777" y="112395"/>
                </a:lnTo>
                <a:lnTo>
                  <a:pt x="1205617" y="112395"/>
                </a:lnTo>
                <a:lnTo>
                  <a:pt x="1224448" y="112395"/>
                </a:lnTo>
                <a:lnTo>
                  <a:pt x="1243289" y="112395"/>
                </a:lnTo>
                <a:lnTo>
                  <a:pt x="1262129" y="112395"/>
                </a:lnTo>
                <a:lnTo>
                  <a:pt x="1280960" y="112395"/>
                </a:lnTo>
                <a:lnTo>
                  <a:pt x="1299801" y="112395"/>
                </a:lnTo>
                <a:lnTo>
                  <a:pt x="1318641" y="112395"/>
                </a:lnTo>
                <a:lnTo>
                  <a:pt x="1337481" y="112395"/>
                </a:lnTo>
                <a:lnTo>
                  <a:pt x="1356312" y="112395"/>
                </a:lnTo>
                <a:lnTo>
                  <a:pt x="1374238" y="107766"/>
                </a:lnTo>
                <a:lnTo>
                  <a:pt x="1391650" y="100584"/>
                </a:lnTo>
                <a:lnTo>
                  <a:pt x="1409062" y="93402"/>
                </a:lnTo>
                <a:lnTo>
                  <a:pt x="1426474" y="86220"/>
                </a:lnTo>
                <a:lnTo>
                  <a:pt x="1443895" y="79029"/>
                </a:lnTo>
                <a:lnTo>
                  <a:pt x="1461306" y="71847"/>
                </a:lnTo>
                <a:lnTo>
                  <a:pt x="1478718" y="64665"/>
                </a:lnTo>
                <a:lnTo>
                  <a:pt x="1496130" y="57474"/>
                </a:lnTo>
                <a:lnTo>
                  <a:pt x="1513542" y="50292"/>
                </a:lnTo>
                <a:lnTo>
                  <a:pt x="1530963" y="43110"/>
                </a:lnTo>
                <a:lnTo>
                  <a:pt x="1548374" y="35919"/>
                </a:lnTo>
                <a:lnTo>
                  <a:pt x="1565786" y="28737"/>
                </a:lnTo>
                <a:lnTo>
                  <a:pt x="1583198" y="21555"/>
                </a:lnTo>
                <a:lnTo>
                  <a:pt x="1600619" y="14373"/>
                </a:lnTo>
                <a:lnTo>
                  <a:pt x="1618031" y="7182"/>
                </a:lnTo>
                <a:lnTo>
                  <a:pt x="16354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692D3BBB-203A-444C-9288-70741C05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618" y="3400425"/>
            <a:ext cx="12782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2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0E030E2D-41C4-4C52-B230-626AF81A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4793" y="2780119"/>
            <a:ext cx="177165" cy="400279"/>
          </a:xfrm>
          <a:custGeom xmlns:a="http://schemas.openxmlformats.org/drawingml/2006/main">
            <a:pathLst>
              <a:path w="177165" h="400279">
                <a:moveTo>
                  <a:pt x="0" y="400279"/>
                </a:moveTo>
                <a:lnTo>
                  <a:pt x="0" y="381457"/>
                </a:lnTo>
                <a:lnTo>
                  <a:pt x="0" y="362636"/>
                </a:lnTo>
                <a:lnTo>
                  <a:pt x="0" y="343814"/>
                </a:lnTo>
                <a:lnTo>
                  <a:pt x="0" y="324983"/>
                </a:lnTo>
                <a:lnTo>
                  <a:pt x="0" y="306162"/>
                </a:lnTo>
                <a:lnTo>
                  <a:pt x="0" y="287341"/>
                </a:lnTo>
                <a:lnTo>
                  <a:pt x="0" y="268519"/>
                </a:lnTo>
                <a:lnTo>
                  <a:pt x="0" y="249698"/>
                </a:lnTo>
                <a:lnTo>
                  <a:pt x="0" y="230876"/>
                </a:lnTo>
                <a:lnTo>
                  <a:pt x="0" y="212055"/>
                </a:lnTo>
                <a:lnTo>
                  <a:pt x="0" y="193234"/>
                </a:lnTo>
                <a:lnTo>
                  <a:pt x="0" y="174403"/>
                </a:lnTo>
                <a:lnTo>
                  <a:pt x="0" y="155581"/>
                </a:lnTo>
                <a:lnTo>
                  <a:pt x="0" y="136760"/>
                </a:lnTo>
                <a:lnTo>
                  <a:pt x="0" y="117939"/>
                </a:lnTo>
                <a:lnTo>
                  <a:pt x="0" y="99117"/>
                </a:lnTo>
                <a:lnTo>
                  <a:pt x="0" y="80296"/>
                </a:lnTo>
                <a:lnTo>
                  <a:pt x="5915" y="65465"/>
                </a:lnTo>
                <a:lnTo>
                  <a:pt x="23374" y="58426"/>
                </a:lnTo>
                <a:lnTo>
                  <a:pt x="40834" y="51387"/>
                </a:lnTo>
                <a:lnTo>
                  <a:pt x="58293" y="44348"/>
                </a:lnTo>
                <a:lnTo>
                  <a:pt x="75743" y="37309"/>
                </a:lnTo>
                <a:lnTo>
                  <a:pt x="93202" y="30270"/>
                </a:lnTo>
                <a:lnTo>
                  <a:pt x="110661" y="23231"/>
                </a:lnTo>
                <a:lnTo>
                  <a:pt x="128121" y="16193"/>
                </a:lnTo>
                <a:lnTo>
                  <a:pt x="145571" y="9154"/>
                </a:lnTo>
                <a:lnTo>
                  <a:pt x="163030" y="2115"/>
                </a:lnTo>
                <a:lnTo>
                  <a:pt x="177165" y="0"/>
                </a:lnTo>
                <a:lnTo>
                  <a:pt x="177165" y="18821"/>
                </a:lnTo>
                <a:lnTo>
                  <a:pt x="177165" y="37643"/>
                </a:lnTo>
                <a:lnTo>
                  <a:pt x="177165" y="56464"/>
                </a:lnTo>
                <a:lnTo>
                  <a:pt x="177165" y="75286"/>
                </a:lnTo>
                <a:lnTo>
                  <a:pt x="177165" y="94117"/>
                </a:lnTo>
                <a:lnTo>
                  <a:pt x="177165" y="112938"/>
                </a:lnTo>
                <a:lnTo>
                  <a:pt x="177165" y="131759"/>
                </a:lnTo>
                <a:lnTo>
                  <a:pt x="177165" y="150581"/>
                </a:lnTo>
                <a:lnTo>
                  <a:pt x="177165" y="169402"/>
                </a:lnTo>
                <a:lnTo>
                  <a:pt x="177165" y="188224"/>
                </a:lnTo>
                <a:lnTo>
                  <a:pt x="177165" y="207045"/>
                </a:lnTo>
                <a:lnTo>
                  <a:pt x="177165" y="225866"/>
                </a:lnTo>
                <a:lnTo>
                  <a:pt x="177165" y="244697"/>
                </a:lnTo>
                <a:lnTo>
                  <a:pt x="177165" y="263519"/>
                </a:lnTo>
                <a:lnTo>
                  <a:pt x="177165" y="282340"/>
                </a:lnTo>
                <a:lnTo>
                  <a:pt x="177165" y="301161"/>
                </a:lnTo>
                <a:lnTo>
                  <a:pt x="167259" y="313954"/>
                </a:lnTo>
                <a:lnTo>
                  <a:pt x="150533" y="322583"/>
                </a:lnTo>
                <a:lnTo>
                  <a:pt x="133807" y="331213"/>
                </a:lnTo>
                <a:lnTo>
                  <a:pt x="117081" y="339852"/>
                </a:lnTo>
                <a:lnTo>
                  <a:pt x="100355" y="348482"/>
                </a:lnTo>
                <a:lnTo>
                  <a:pt x="83630" y="357111"/>
                </a:lnTo>
                <a:lnTo>
                  <a:pt x="66904" y="365750"/>
                </a:lnTo>
                <a:lnTo>
                  <a:pt x="50178" y="374380"/>
                </a:lnTo>
                <a:lnTo>
                  <a:pt x="33452" y="383010"/>
                </a:lnTo>
                <a:lnTo>
                  <a:pt x="16726" y="391649"/>
                </a:lnTo>
                <a:lnTo>
                  <a:pt x="0" y="400279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D3FE17AB-0B24-4F4C-B010-2C047AE3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5560" y="3088958"/>
            <a:ext cx="1653235" cy="91440"/>
          </a:xfrm>
          <a:custGeom xmlns:a="http://schemas.openxmlformats.org/drawingml/2006/main">
            <a:pathLst>
              <a:path w="1653235" h="91440">
                <a:moveTo>
                  <a:pt x="0" y="91440"/>
                </a:moveTo>
                <a:lnTo>
                  <a:pt x="19031" y="91440"/>
                </a:lnTo>
                <a:lnTo>
                  <a:pt x="38071" y="91440"/>
                </a:lnTo>
                <a:lnTo>
                  <a:pt x="57102" y="91440"/>
                </a:lnTo>
                <a:lnTo>
                  <a:pt x="76143" y="91440"/>
                </a:lnTo>
                <a:lnTo>
                  <a:pt x="95174" y="91440"/>
                </a:lnTo>
                <a:lnTo>
                  <a:pt x="114205" y="91440"/>
                </a:lnTo>
                <a:lnTo>
                  <a:pt x="133245" y="91440"/>
                </a:lnTo>
                <a:lnTo>
                  <a:pt x="152276" y="91440"/>
                </a:lnTo>
                <a:lnTo>
                  <a:pt x="171307" y="91440"/>
                </a:lnTo>
                <a:lnTo>
                  <a:pt x="190348" y="91440"/>
                </a:lnTo>
                <a:lnTo>
                  <a:pt x="209379" y="91440"/>
                </a:lnTo>
                <a:lnTo>
                  <a:pt x="228419" y="91440"/>
                </a:lnTo>
                <a:lnTo>
                  <a:pt x="247450" y="91440"/>
                </a:lnTo>
                <a:lnTo>
                  <a:pt x="266481" y="91440"/>
                </a:lnTo>
                <a:lnTo>
                  <a:pt x="285521" y="91440"/>
                </a:lnTo>
                <a:lnTo>
                  <a:pt x="304552" y="91440"/>
                </a:lnTo>
                <a:lnTo>
                  <a:pt x="323593" y="91440"/>
                </a:lnTo>
                <a:lnTo>
                  <a:pt x="342624" y="91440"/>
                </a:lnTo>
                <a:lnTo>
                  <a:pt x="361655" y="91440"/>
                </a:lnTo>
                <a:lnTo>
                  <a:pt x="380695" y="91440"/>
                </a:lnTo>
                <a:lnTo>
                  <a:pt x="399726" y="91440"/>
                </a:lnTo>
                <a:lnTo>
                  <a:pt x="418757" y="91440"/>
                </a:lnTo>
                <a:lnTo>
                  <a:pt x="437798" y="91440"/>
                </a:lnTo>
                <a:lnTo>
                  <a:pt x="456829" y="91440"/>
                </a:lnTo>
                <a:lnTo>
                  <a:pt x="475869" y="91440"/>
                </a:lnTo>
                <a:lnTo>
                  <a:pt x="494900" y="91440"/>
                </a:lnTo>
                <a:lnTo>
                  <a:pt x="513931" y="91440"/>
                </a:lnTo>
                <a:lnTo>
                  <a:pt x="532971" y="91440"/>
                </a:lnTo>
                <a:lnTo>
                  <a:pt x="552002" y="91440"/>
                </a:lnTo>
                <a:lnTo>
                  <a:pt x="571033" y="91440"/>
                </a:lnTo>
                <a:lnTo>
                  <a:pt x="590074" y="91440"/>
                </a:lnTo>
                <a:lnTo>
                  <a:pt x="609105" y="91440"/>
                </a:lnTo>
                <a:lnTo>
                  <a:pt x="628145" y="91440"/>
                </a:lnTo>
                <a:lnTo>
                  <a:pt x="647176" y="91440"/>
                </a:lnTo>
                <a:lnTo>
                  <a:pt x="666207" y="91440"/>
                </a:lnTo>
                <a:lnTo>
                  <a:pt x="685248" y="91440"/>
                </a:lnTo>
                <a:lnTo>
                  <a:pt x="704279" y="91440"/>
                </a:lnTo>
                <a:lnTo>
                  <a:pt x="723319" y="91440"/>
                </a:lnTo>
                <a:lnTo>
                  <a:pt x="742350" y="91440"/>
                </a:lnTo>
                <a:lnTo>
                  <a:pt x="761381" y="91440"/>
                </a:lnTo>
                <a:lnTo>
                  <a:pt x="780421" y="91440"/>
                </a:lnTo>
                <a:lnTo>
                  <a:pt x="799452" y="91440"/>
                </a:lnTo>
                <a:lnTo>
                  <a:pt x="818483" y="91440"/>
                </a:lnTo>
                <a:lnTo>
                  <a:pt x="837524" y="91440"/>
                </a:lnTo>
                <a:lnTo>
                  <a:pt x="856555" y="91440"/>
                </a:lnTo>
                <a:lnTo>
                  <a:pt x="875595" y="91440"/>
                </a:lnTo>
                <a:lnTo>
                  <a:pt x="894626" y="91440"/>
                </a:lnTo>
                <a:lnTo>
                  <a:pt x="913657" y="91440"/>
                </a:lnTo>
                <a:lnTo>
                  <a:pt x="932698" y="91440"/>
                </a:lnTo>
                <a:lnTo>
                  <a:pt x="951728" y="91440"/>
                </a:lnTo>
                <a:lnTo>
                  <a:pt x="970759" y="91440"/>
                </a:lnTo>
                <a:lnTo>
                  <a:pt x="989800" y="91440"/>
                </a:lnTo>
                <a:lnTo>
                  <a:pt x="1008831" y="91440"/>
                </a:lnTo>
                <a:lnTo>
                  <a:pt x="1027871" y="91440"/>
                </a:lnTo>
                <a:lnTo>
                  <a:pt x="1046902" y="91440"/>
                </a:lnTo>
                <a:lnTo>
                  <a:pt x="1065933" y="91440"/>
                </a:lnTo>
                <a:lnTo>
                  <a:pt x="1084974" y="91440"/>
                </a:lnTo>
                <a:lnTo>
                  <a:pt x="1104005" y="91440"/>
                </a:lnTo>
                <a:lnTo>
                  <a:pt x="1123045" y="91440"/>
                </a:lnTo>
                <a:lnTo>
                  <a:pt x="1142076" y="91440"/>
                </a:lnTo>
                <a:lnTo>
                  <a:pt x="1161107" y="91440"/>
                </a:lnTo>
                <a:lnTo>
                  <a:pt x="1180148" y="91440"/>
                </a:lnTo>
                <a:lnTo>
                  <a:pt x="1199178" y="91440"/>
                </a:lnTo>
                <a:lnTo>
                  <a:pt x="1218209" y="91440"/>
                </a:lnTo>
                <a:lnTo>
                  <a:pt x="1237250" y="91440"/>
                </a:lnTo>
                <a:lnTo>
                  <a:pt x="1256281" y="91440"/>
                </a:lnTo>
                <a:lnTo>
                  <a:pt x="1275321" y="91440"/>
                </a:lnTo>
                <a:lnTo>
                  <a:pt x="1294352" y="91440"/>
                </a:lnTo>
                <a:lnTo>
                  <a:pt x="1313383" y="91440"/>
                </a:lnTo>
                <a:lnTo>
                  <a:pt x="1332424" y="91440"/>
                </a:lnTo>
                <a:lnTo>
                  <a:pt x="1351455" y="91440"/>
                </a:lnTo>
                <a:lnTo>
                  <a:pt x="1370495" y="91440"/>
                </a:lnTo>
                <a:lnTo>
                  <a:pt x="1389526" y="91440"/>
                </a:lnTo>
                <a:lnTo>
                  <a:pt x="1408557" y="91440"/>
                </a:lnTo>
                <a:lnTo>
                  <a:pt x="1427597" y="91440"/>
                </a:lnTo>
                <a:lnTo>
                  <a:pt x="1446628" y="91440"/>
                </a:lnTo>
                <a:lnTo>
                  <a:pt x="1465659" y="91440"/>
                </a:lnTo>
                <a:lnTo>
                  <a:pt x="1484090" y="88935"/>
                </a:lnTo>
                <a:lnTo>
                  <a:pt x="1501007" y="80201"/>
                </a:lnTo>
                <a:lnTo>
                  <a:pt x="1517914" y="71476"/>
                </a:lnTo>
                <a:lnTo>
                  <a:pt x="1534830" y="62741"/>
                </a:lnTo>
                <a:lnTo>
                  <a:pt x="1551746" y="54016"/>
                </a:lnTo>
                <a:lnTo>
                  <a:pt x="1568663" y="45282"/>
                </a:lnTo>
                <a:lnTo>
                  <a:pt x="1585579" y="36557"/>
                </a:lnTo>
                <a:lnTo>
                  <a:pt x="1602496" y="27823"/>
                </a:lnTo>
                <a:lnTo>
                  <a:pt x="1619402" y="19088"/>
                </a:lnTo>
                <a:lnTo>
                  <a:pt x="1636319" y="10363"/>
                </a:lnTo>
                <a:lnTo>
                  <a:pt x="1653235" y="1629"/>
                </a:lnTo>
                <a:lnTo>
                  <a:pt x="1640919" y="0"/>
                </a:lnTo>
                <a:lnTo>
                  <a:pt x="1621888" y="0"/>
                </a:lnTo>
                <a:lnTo>
                  <a:pt x="1602857" y="0"/>
                </a:lnTo>
                <a:lnTo>
                  <a:pt x="1583817" y="0"/>
                </a:lnTo>
                <a:lnTo>
                  <a:pt x="1564786" y="0"/>
                </a:lnTo>
                <a:lnTo>
                  <a:pt x="1545746" y="0"/>
                </a:lnTo>
                <a:lnTo>
                  <a:pt x="1526715" y="0"/>
                </a:lnTo>
                <a:lnTo>
                  <a:pt x="1507684" y="0"/>
                </a:lnTo>
                <a:lnTo>
                  <a:pt x="1488643" y="0"/>
                </a:lnTo>
                <a:lnTo>
                  <a:pt x="1469612" y="0"/>
                </a:lnTo>
                <a:lnTo>
                  <a:pt x="1450572" y="0"/>
                </a:lnTo>
                <a:lnTo>
                  <a:pt x="1431541" y="0"/>
                </a:lnTo>
                <a:lnTo>
                  <a:pt x="1412510" y="0"/>
                </a:lnTo>
                <a:lnTo>
                  <a:pt x="1393469" y="0"/>
                </a:lnTo>
                <a:lnTo>
                  <a:pt x="1374438" y="0"/>
                </a:lnTo>
                <a:lnTo>
                  <a:pt x="1355408" y="0"/>
                </a:lnTo>
                <a:lnTo>
                  <a:pt x="1336367" y="0"/>
                </a:lnTo>
                <a:lnTo>
                  <a:pt x="1317336" y="0"/>
                </a:lnTo>
                <a:lnTo>
                  <a:pt x="1298296" y="0"/>
                </a:lnTo>
                <a:lnTo>
                  <a:pt x="1279265" y="0"/>
                </a:lnTo>
                <a:lnTo>
                  <a:pt x="1260234" y="0"/>
                </a:lnTo>
                <a:lnTo>
                  <a:pt x="1241193" y="0"/>
                </a:lnTo>
                <a:lnTo>
                  <a:pt x="1222162" y="0"/>
                </a:lnTo>
                <a:lnTo>
                  <a:pt x="1203131" y="0"/>
                </a:lnTo>
                <a:lnTo>
                  <a:pt x="1184091" y="0"/>
                </a:lnTo>
                <a:lnTo>
                  <a:pt x="1165060" y="0"/>
                </a:lnTo>
                <a:lnTo>
                  <a:pt x="1146019" y="0"/>
                </a:lnTo>
                <a:lnTo>
                  <a:pt x="1126988" y="0"/>
                </a:lnTo>
                <a:lnTo>
                  <a:pt x="1107958" y="0"/>
                </a:lnTo>
                <a:lnTo>
                  <a:pt x="1088917" y="0"/>
                </a:lnTo>
                <a:lnTo>
                  <a:pt x="1069886" y="0"/>
                </a:lnTo>
                <a:lnTo>
                  <a:pt x="1050846" y="0"/>
                </a:lnTo>
                <a:lnTo>
                  <a:pt x="1031815" y="0"/>
                </a:lnTo>
                <a:lnTo>
                  <a:pt x="1012784" y="0"/>
                </a:lnTo>
                <a:lnTo>
                  <a:pt x="993743" y="0"/>
                </a:lnTo>
                <a:lnTo>
                  <a:pt x="974712" y="0"/>
                </a:lnTo>
                <a:lnTo>
                  <a:pt x="955681" y="0"/>
                </a:lnTo>
                <a:lnTo>
                  <a:pt x="936641" y="0"/>
                </a:lnTo>
                <a:lnTo>
                  <a:pt x="917610" y="0"/>
                </a:lnTo>
                <a:lnTo>
                  <a:pt x="898569" y="0"/>
                </a:lnTo>
                <a:lnTo>
                  <a:pt x="879539" y="0"/>
                </a:lnTo>
                <a:lnTo>
                  <a:pt x="860508" y="0"/>
                </a:lnTo>
                <a:lnTo>
                  <a:pt x="841467" y="0"/>
                </a:lnTo>
                <a:lnTo>
                  <a:pt x="822436" y="0"/>
                </a:lnTo>
                <a:lnTo>
                  <a:pt x="803396" y="0"/>
                </a:lnTo>
                <a:lnTo>
                  <a:pt x="784365" y="0"/>
                </a:lnTo>
                <a:lnTo>
                  <a:pt x="765334" y="0"/>
                </a:lnTo>
                <a:lnTo>
                  <a:pt x="746293" y="0"/>
                </a:lnTo>
                <a:lnTo>
                  <a:pt x="727262" y="0"/>
                </a:lnTo>
                <a:lnTo>
                  <a:pt x="708231" y="0"/>
                </a:lnTo>
                <a:lnTo>
                  <a:pt x="689191" y="0"/>
                </a:lnTo>
                <a:lnTo>
                  <a:pt x="670160" y="0"/>
                </a:lnTo>
                <a:lnTo>
                  <a:pt x="651119" y="0"/>
                </a:lnTo>
                <a:lnTo>
                  <a:pt x="632089" y="0"/>
                </a:lnTo>
                <a:lnTo>
                  <a:pt x="613058" y="0"/>
                </a:lnTo>
                <a:lnTo>
                  <a:pt x="594017" y="0"/>
                </a:lnTo>
                <a:lnTo>
                  <a:pt x="574986" y="0"/>
                </a:lnTo>
                <a:lnTo>
                  <a:pt x="555955" y="0"/>
                </a:lnTo>
                <a:lnTo>
                  <a:pt x="536915" y="0"/>
                </a:lnTo>
                <a:lnTo>
                  <a:pt x="517884" y="0"/>
                </a:lnTo>
                <a:lnTo>
                  <a:pt x="498843" y="0"/>
                </a:lnTo>
                <a:lnTo>
                  <a:pt x="479812" y="0"/>
                </a:lnTo>
                <a:lnTo>
                  <a:pt x="460781" y="0"/>
                </a:lnTo>
                <a:lnTo>
                  <a:pt x="441741" y="0"/>
                </a:lnTo>
                <a:lnTo>
                  <a:pt x="422710" y="0"/>
                </a:lnTo>
                <a:lnTo>
                  <a:pt x="403670" y="0"/>
                </a:lnTo>
                <a:lnTo>
                  <a:pt x="384639" y="0"/>
                </a:lnTo>
                <a:lnTo>
                  <a:pt x="365608" y="0"/>
                </a:lnTo>
                <a:lnTo>
                  <a:pt x="346567" y="0"/>
                </a:lnTo>
                <a:lnTo>
                  <a:pt x="327536" y="0"/>
                </a:lnTo>
                <a:lnTo>
                  <a:pt x="308505" y="0"/>
                </a:lnTo>
                <a:lnTo>
                  <a:pt x="289465" y="0"/>
                </a:lnTo>
                <a:lnTo>
                  <a:pt x="270434" y="0"/>
                </a:lnTo>
                <a:lnTo>
                  <a:pt x="252355" y="5829"/>
                </a:lnTo>
                <a:lnTo>
                  <a:pt x="234334" y="11944"/>
                </a:lnTo>
                <a:lnTo>
                  <a:pt x="216313" y="18059"/>
                </a:lnTo>
                <a:lnTo>
                  <a:pt x="198282" y="24174"/>
                </a:lnTo>
                <a:lnTo>
                  <a:pt x="180261" y="30290"/>
                </a:lnTo>
                <a:lnTo>
                  <a:pt x="162230" y="36405"/>
                </a:lnTo>
                <a:lnTo>
                  <a:pt x="144209" y="42520"/>
                </a:lnTo>
                <a:lnTo>
                  <a:pt x="126178" y="48635"/>
                </a:lnTo>
                <a:lnTo>
                  <a:pt x="108156" y="54750"/>
                </a:lnTo>
                <a:lnTo>
                  <a:pt x="90126" y="60865"/>
                </a:lnTo>
                <a:lnTo>
                  <a:pt x="72104" y="66980"/>
                </a:lnTo>
                <a:lnTo>
                  <a:pt x="54073" y="73095"/>
                </a:lnTo>
                <a:lnTo>
                  <a:pt x="36052" y="79210"/>
                </a:lnTo>
                <a:lnTo>
                  <a:pt x="18021" y="85325"/>
                </a:lnTo>
                <a:lnTo>
                  <a:pt x="0" y="91440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7E5092DE-4C16-4F31-AA4B-16ACBE2E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3663" y="3088958"/>
            <a:ext cx="1544003" cy="91440"/>
          </a:xfrm>
          <a:custGeom xmlns:a="http://schemas.openxmlformats.org/drawingml/2006/main">
            <a:pathLst>
              <a:path w="1544003" h="91440">
                <a:moveTo>
                  <a:pt x="0" y="91440"/>
                </a:moveTo>
                <a:lnTo>
                  <a:pt x="18869" y="91440"/>
                </a:lnTo>
                <a:lnTo>
                  <a:pt x="37729" y="91440"/>
                </a:lnTo>
                <a:lnTo>
                  <a:pt x="56598" y="91440"/>
                </a:lnTo>
                <a:lnTo>
                  <a:pt x="75457" y="91440"/>
                </a:lnTo>
                <a:lnTo>
                  <a:pt x="94326" y="91440"/>
                </a:lnTo>
                <a:lnTo>
                  <a:pt x="113186" y="91440"/>
                </a:lnTo>
                <a:lnTo>
                  <a:pt x="132055" y="91440"/>
                </a:lnTo>
                <a:lnTo>
                  <a:pt x="150924" y="91440"/>
                </a:lnTo>
                <a:lnTo>
                  <a:pt x="169783" y="91440"/>
                </a:lnTo>
                <a:lnTo>
                  <a:pt x="188652" y="91440"/>
                </a:lnTo>
                <a:lnTo>
                  <a:pt x="207512" y="91440"/>
                </a:lnTo>
                <a:lnTo>
                  <a:pt x="226381" y="91440"/>
                </a:lnTo>
                <a:lnTo>
                  <a:pt x="245240" y="91440"/>
                </a:lnTo>
                <a:lnTo>
                  <a:pt x="264109" y="91440"/>
                </a:lnTo>
                <a:lnTo>
                  <a:pt x="282978" y="91440"/>
                </a:lnTo>
                <a:lnTo>
                  <a:pt x="301838" y="91440"/>
                </a:lnTo>
                <a:lnTo>
                  <a:pt x="320707" y="91440"/>
                </a:lnTo>
                <a:lnTo>
                  <a:pt x="339566" y="91440"/>
                </a:lnTo>
                <a:lnTo>
                  <a:pt x="358435" y="91440"/>
                </a:lnTo>
                <a:lnTo>
                  <a:pt x="377295" y="91440"/>
                </a:lnTo>
                <a:lnTo>
                  <a:pt x="396164" y="91440"/>
                </a:lnTo>
                <a:lnTo>
                  <a:pt x="415033" y="91440"/>
                </a:lnTo>
                <a:lnTo>
                  <a:pt x="433892" y="91440"/>
                </a:lnTo>
                <a:lnTo>
                  <a:pt x="452761" y="91440"/>
                </a:lnTo>
                <a:lnTo>
                  <a:pt x="471621" y="91440"/>
                </a:lnTo>
                <a:lnTo>
                  <a:pt x="490490" y="91440"/>
                </a:lnTo>
                <a:lnTo>
                  <a:pt x="509349" y="91440"/>
                </a:lnTo>
                <a:lnTo>
                  <a:pt x="528218" y="91440"/>
                </a:lnTo>
                <a:lnTo>
                  <a:pt x="547087" y="91440"/>
                </a:lnTo>
                <a:lnTo>
                  <a:pt x="565947" y="91440"/>
                </a:lnTo>
                <a:lnTo>
                  <a:pt x="584816" y="91440"/>
                </a:lnTo>
                <a:lnTo>
                  <a:pt x="603675" y="91440"/>
                </a:lnTo>
                <a:lnTo>
                  <a:pt x="622544" y="91440"/>
                </a:lnTo>
                <a:lnTo>
                  <a:pt x="641404" y="91440"/>
                </a:lnTo>
                <a:lnTo>
                  <a:pt x="660273" y="91440"/>
                </a:lnTo>
                <a:lnTo>
                  <a:pt x="679142" y="91440"/>
                </a:lnTo>
                <a:lnTo>
                  <a:pt x="698002" y="91440"/>
                </a:lnTo>
                <a:lnTo>
                  <a:pt x="716871" y="91440"/>
                </a:lnTo>
                <a:lnTo>
                  <a:pt x="735730" y="91440"/>
                </a:lnTo>
                <a:lnTo>
                  <a:pt x="754599" y="91440"/>
                </a:lnTo>
                <a:lnTo>
                  <a:pt x="773459" y="91440"/>
                </a:lnTo>
                <a:lnTo>
                  <a:pt x="792328" y="91440"/>
                </a:lnTo>
                <a:lnTo>
                  <a:pt x="811197" y="91440"/>
                </a:lnTo>
                <a:lnTo>
                  <a:pt x="830056" y="91440"/>
                </a:lnTo>
                <a:lnTo>
                  <a:pt x="848925" y="91440"/>
                </a:lnTo>
                <a:lnTo>
                  <a:pt x="867785" y="91440"/>
                </a:lnTo>
                <a:lnTo>
                  <a:pt x="886654" y="91440"/>
                </a:lnTo>
                <a:lnTo>
                  <a:pt x="905523" y="91440"/>
                </a:lnTo>
                <a:lnTo>
                  <a:pt x="924382" y="91440"/>
                </a:lnTo>
                <a:lnTo>
                  <a:pt x="943251" y="91440"/>
                </a:lnTo>
                <a:lnTo>
                  <a:pt x="962111" y="91440"/>
                </a:lnTo>
                <a:lnTo>
                  <a:pt x="980980" y="91440"/>
                </a:lnTo>
                <a:lnTo>
                  <a:pt x="999839" y="91440"/>
                </a:lnTo>
                <a:lnTo>
                  <a:pt x="1018708" y="91440"/>
                </a:lnTo>
                <a:lnTo>
                  <a:pt x="1037577" y="91440"/>
                </a:lnTo>
                <a:lnTo>
                  <a:pt x="1056437" y="91440"/>
                </a:lnTo>
                <a:lnTo>
                  <a:pt x="1075306" y="91440"/>
                </a:lnTo>
                <a:lnTo>
                  <a:pt x="1094165" y="91440"/>
                </a:lnTo>
                <a:lnTo>
                  <a:pt x="1113034" y="91440"/>
                </a:lnTo>
                <a:lnTo>
                  <a:pt x="1131894" y="91440"/>
                </a:lnTo>
                <a:lnTo>
                  <a:pt x="1150763" y="91440"/>
                </a:lnTo>
                <a:lnTo>
                  <a:pt x="1169632" y="91440"/>
                </a:lnTo>
                <a:lnTo>
                  <a:pt x="1188491" y="91440"/>
                </a:lnTo>
                <a:lnTo>
                  <a:pt x="1207360" y="91440"/>
                </a:lnTo>
                <a:lnTo>
                  <a:pt x="1226220" y="91440"/>
                </a:lnTo>
                <a:lnTo>
                  <a:pt x="1245089" y="91440"/>
                </a:lnTo>
                <a:lnTo>
                  <a:pt x="1263948" y="91440"/>
                </a:lnTo>
                <a:lnTo>
                  <a:pt x="1282817" y="91440"/>
                </a:lnTo>
                <a:lnTo>
                  <a:pt x="1301687" y="91440"/>
                </a:lnTo>
                <a:lnTo>
                  <a:pt x="1320546" y="91440"/>
                </a:lnTo>
                <a:lnTo>
                  <a:pt x="1339415" y="91440"/>
                </a:lnTo>
                <a:lnTo>
                  <a:pt x="1358275" y="91440"/>
                </a:lnTo>
                <a:lnTo>
                  <a:pt x="1375629" y="85077"/>
                </a:lnTo>
                <a:lnTo>
                  <a:pt x="1392460" y="76571"/>
                </a:lnTo>
                <a:lnTo>
                  <a:pt x="1409300" y="68056"/>
                </a:lnTo>
                <a:lnTo>
                  <a:pt x="1426140" y="59550"/>
                </a:lnTo>
                <a:lnTo>
                  <a:pt x="1442980" y="51044"/>
                </a:lnTo>
                <a:lnTo>
                  <a:pt x="1459811" y="42539"/>
                </a:lnTo>
                <a:lnTo>
                  <a:pt x="1476651" y="34033"/>
                </a:lnTo>
                <a:lnTo>
                  <a:pt x="1493491" y="25527"/>
                </a:lnTo>
                <a:lnTo>
                  <a:pt x="1510332" y="17012"/>
                </a:lnTo>
                <a:lnTo>
                  <a:pt x="1527162" y="8506"/>
                </a:lnTo>
                <a:lnTo>
                  <a:pt x="1544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1D9EE8E5-BB5E-48F9-8E08-719BD847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9410" y="3088958"/>
            <a:ext cx="12782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03B82CA3-3C7B-4C86-800B-0184C50F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4025" y="2778633"/>
            <a:ext cx="85725" cy="148199"/>
          </a:xfrm>
          <a:custGeom xmlns:a="http://schemas.openxmlformats.org/drawingml/2006/main">
            <a:pathLst>
              <a:path w="85725" h="148199">
                <a:moveTo>
                  <a:pt x="0" y="69342"/>
                </a:moveTo>
                <a:lnTo>
                  <a:pt x="0" y="81372"/>
                </a:lnTo>
                <a:lnTo>
                  <a:pt x="0" y="93412"/>
                </a:lnTo>
                <a:lnTo>
                  <a:pt x="0" y="105442"/>
                </a:lnTo>
                <a:lnTo>
                  <a:pt x="0" y="117472"/>
                </a:lnTo>
                <a:lnTo>
                  <a:pt x="0" y="129511"/>
                </a:lnTo>
                <a:lnTo>
                  <a:pt x="0" y="141542"/>
                </a:lnTo>
                <a:lnTo>
                  <a:pt x="2515" y="148199"/>
                </a:lnTo>
                <a:lnTo>
                  <a:pt x="11763" y="140494"/>
                </a:lnTo>
                <a:lnTo>
                  <a:pt x="21012" y="132798"/>
                </a:lnTo>
                <a:lnTo>
                  <a:pt x="30251" y="125092"/>
                </a:lnTo>
                <a:lnTo>
                  <a:pt x="39500" y="117386"/>
                </a:lnTo>
                <a:lnTo>
                  <a:pt x="48749" y="109680"/>
                </a:lnTo>
                <a:lnTo>
                  <a:pt x="57988" y="101975"/>
                </a:lnTo>
                <a:lnTo>
                  <a:pt x="67237" y="94269"/>
                </a:lnTo>
                <a:lnTo>
                  <a:pt x="76476" y="86563"/>
                </a:lnTo>
                <a:lnTo>
                  <a:pt x="85725" y="78867"/>
                </a:lnTo>
                <a:lnTo>
                  <a:pt x="85725" y="66827"/>
                </a:lnTo>
                <a:lnTo>
                  <a:pt x="85725" y="54797"/>
                </a:lnTo>
                <a:lnTo>
                  <a:pt x="85725" y="42758"/>
                </a:lnTo>
                <a:lnTo>
                  <a:pt x="85725" y="30728"/>
                </a:lnTo>
                <a:lnTo>
                  <a:pt x="85725" y="18688"/>
                </a:lnTo>
                <a:lnTo>
                  <a:pt x="85725" y="6658"/>
                </a:lnTo>
                <a:lnTo>
                  <a:pt x="83210" y="0"/>
                </a:lnTo>
                <a:lnTo>
                  <a:pt x="73962" y="7706"/>
                </a:lnTo>
                <a:lnTo>
                  <a:pt x="64713" y="15411"/>
                </a:lnTo>
                <a:lnTo>
                  <a:pt x="55474" y="23117"/>
                </a:lnTo>
                <a:lnTo>
                  <a:pt x="46225" y="30813"/>
                </a:lnTo>
                <a:lnTo>
                  <a:pt x="36976" y="38519"/>
                </a:lnTo>
                <a:lnTo>
                  <a:pt x="27737" y="46225"/>
                </a:lnTo>
                <a:lnTo>
                  <a:pt x="18488" y="53931"/>
                </a:lnTo>
                <a:lnTo>
                  <a:pt x="9249" y="61636"/>
                </a:lnTo>
                <a:lnTo>
                  <a:pt x="0" y="69342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7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FECF17EC-59F4-45D6-8DD1-CAB00D4E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4793" y="2776538"/>
            <a:ext cx="1561471" cy="71438"/>
          </a:xfrm>
          <a:custGeom xmlns:a="http://schemas.openxmlformats.org/drawingml/2006/main">
            <a:pathLst>
              <a:path w="1561471" h="71438">
                <a:moveTo>
                  <a:pt x="0" y="71438"/>
                </a:moveTo>
                <a:lnTo>
                  <a:pt x="18983" y="71438"/>
                </a:lnTo>
                <a:lnTo>
                  <a:pt x="37957" y="71438"/>
                </a:lnTo>
                <a:lnTo>
                  <a:pt x="56940" y="71438"/>
                </a:lnTo>
                <a:lnTo>
                  <a:pt x="75924" y="71438"/>
                </a:lnTo>
                <a:lnTo>
                  <a:pt x="94898" y="71438"/>
                </a:lnTo>
                <a:lnTo>
                  <a:pt x="113881" y="71438"/>
                </a:lnTo>
                <a:lnTo>
                  <a:pt x="132855" y="71438"/>
                </a:lnTo>
                <a:lnTo>
                  <a:pt x="151838" y="71438"/>
                </a:lnTo>
                <a:lnTo>
                  <a:pt x="170821" y="71438"/>
                </a:lnTo>
                <a:lnTo>
                  <a:pt x="189795" y="71438"/>
                </a:lnTo>
                <a:lnTo>
                  <a:pt x="208778" y="71438"/>
                </a:lnTo>
                <a:lnTo>
                  <a:pt x="227762" y="71438"/>
                </a:lnTo>
                <a:lnTo>
                  <a:pt x="246736" y="71438"/>
                </a:lnTo>
                <a:lnTo>
                  <a:pt x="265719" y="71438"/>
                </a:lnTo>
                <a:lnTo>
                  <a:pt x="284702" y="71438"/>
                </a:lnTo>
                <a:lnTo>
                  <a:pt x="303676" y="71438"/>
                </a:lnTo>
                <a:lnTo>
                  <a:pt x="322659" y="71438"/>
                </a:lnTo>
                <a:lnTo>
                  <a:pt x="341633" y="71438"/>
                </a:lnTo>
                <a:lnTo>
                  <a:pt x="360617" y="71438"/>
                </a:lnTo>
                <a:lnTo>
                  <a:pt x="379600" y="71438"/>
                </a:lnTo>
                <a:lnTo>
                  <a:pt x="398574" y="71438"/>
                </a:lnTo>
                <a:lnTo>
                  <a:pt x="417557" y="71438"/>
                </a:lnTo>
                <a:lnTo>
                  <a:pt x="436540" y="71438"/>
                </a:lnTo>
                <a:lnTo>
                  <a:pt x="455514" y="71438"/>
                </a:lnTo>
                <a:lnTo>
                  <a:pt x="474497" y="71438"/>
                </a:lnTo>
                <a:lnTo>
                  <a:pt x="493481" y="71438"/>
                </a:lnTo>
                <a:lnTo>
                  <a:pt x="512455" y="71438"/>
                </a:lnTo>
                <a:lnTo>
                  <a:pt x="531438" y="71438"/>
                </a:lnTo>
                <a:lnTo>
                  <a:pt x="550412" y="71438"/>
                </a:lnTo>
                <a:lnTo>
                  <a:pt x="569395" y="71438"/>
                </a:lnTo>
                <a:lnTo>
                  <a:pt x="588378" y="71438"/>
                </a:lnTo>
                <a:lnTo>
                  <a:pt x="607352" y="71438"/>
                </a:lnTo>
                <a:lnTo>
                  <a:pt x="626335" y="71438"/>
                </a:lnTo>
                <a:lnTo>
                  <a:pt x="645319" y="71438"/>
                </a:lnTo>
                <a:lnTo>
                  <a:pt x="664293" y="71438"/>
                </a:lnTo>
                <a:lnTo>
                  <a:pt x="683276" y="71438"/>
                </a:lnTo>
                <a:lnTo>
                  <a:pt x="702259" y="71438"/>
                </a:lnTo>
                <a:lnTo>
                  <a:pt x="721233" y="71438"/>
                </a:lnTo>
                <a:lnTo>
                  <a:pt x="740216" y="71438"/>
                </a:lnTo>
                <a:lnTo>
                  <a:pt x="759200" y="71438"/>
                </a:lnTo>
                <a:lnTo>
                  <a:pt x="778173" y="71438"/>
                </a:lnTo>
                <a:lnTo>
                  <a:pt x="797157" y="71438"/>
                </a:lnTo>
                <a:lnTo>
                  <a:pt x="816131" y="71438"/>
                </a:lnTo>
                <a:lnTo>
                  <a:pt x="835114" y="71438"/>
                </a:lnTo>
                <a:lnTo>
                  <a:pt x="854097" y="71438"/>
                </a:lnTo>
                <a:lnTo>
                  <a:pt x="873071" y="71438"/>
                </a:lnTo>
                <a:lnTo>
                  <a:pt x="892054" y="71438"/>
                </a:lnTo>
                <a:lnTo>
                  <a:pt x="911038" y="71438"/>
                </a:lnTo>
                <a:lnTo>
                  <a:pt x="930011" y="71438"/>
                </a:lnTo>
                <a:lnTo>
                  <a:pt x="948995" y="71438"/>
                </a:lnTo>
                <a:lnTo>
                  <a:pt x="967978" y="71438"/>
                </a:lnTo>
                <a:lnTo>
                  <a:pt x="986952" y="71438"/>
                </a:lnTo>
                <a:lnTo>
                  <a:pt x="1005935" y="71438"/>
                </a:lnTo>
                <a:lnTo>
                  <a:pt x="1024909" y="71438"/>
                </a:lnTo>
                <a:lnTo>
                  <a:pt x="1043892" y="71438"/>
                </a:lnTo>
                <a:lnTo>
                  <a:pt x="1062876" y="71438"/>
                </a:lnTo>
                <a:lnTo>
                  <a:pt x="1081850" y="71438"/>
                </a:lnTo>
                <a:lnTo>
                  <a:pt x="1100833" y="71438"/>
                </a:lnTo>
                <a:lnTo>
                  <a:pt x="1119816" y="71438"/>
                </a:lnTo>
                <a:lnTo>
                  <a:pt x="1138790" y="71438"/>
                </a:lnTo>
                <a:lnTo>
                  <a:pt x="1157773" y="71438"/>
                </a:lnTo>
                <a:lnTo>
                  <a:pt x="1176757" y="71438"/>
                </a:lnTo>
                <a:lnTo>
                  <a:pt x="1195730" y="71438"/>
                </a:lnTo>
                <a:lnTo>
                  <a:pt x="1214714" y="71438"/>
                </a:lnTo>
                <a:lnTo>
                  <a:pt x="1233688" y="71438"/>
                </a:lnTo>
                <a:lnTo>
                  <a:pt x="1252671" y="71438"/>
                </a:lnTo>
                <a:lnTo>
                  <a:pt x="1271654" y="71438"/>
                </a:lnTo>
                <a:lnTo>
                  <a:pt x="1290628" y="71438"/>
                </a:lnTo>
                <a:lnTo>
                  <a:pt x="1309611" y="71438"/>
                </a:lnTo>
                <a:lnTo>
                  <a:pt x="1328595" y="71438"/>
                </a:lnTo>
                <a:lnTo>
                  <a:pt x="1347568" y="71438"/>
                </a:lnTo>
                <a:lnTo>
                  <a:pt x="1366552" y="71438"/>
                </a:lnTo>
                <a:lnTo>
                  <a:pt x="1385535" y="71438"/>
                </a:lnTo>
                <a:lnTo>
                  <a:pt x="1404509" y="71438"/>
                </a:lnTo>
                <a:lnTo>
                  <a:pt x="1423492" y="71438"/>
                </a:lnTo>
                <a:lnTo>
                  <a:pt x="1442466" y="71438"/>
                </a:lnTo>
                <a:lnTo>
                  <a:pt x="1461449" y="71438"/>
                </a:lnTo>
                <a:lnTo>
                  <a:pt x="1480156" y="70666"/>
                </a:lnTo>
                <a:lnTo>
                  <a:pt x="1494730" y="58522"/>
                </a:lnTo>
                <a:lnTo>
                  <a:pt x="1509312" y="46368"/>
                </a:lnTo>
                <a:lnTo>
                  <a:pt x="1523895" y="34223"/>
                </a:lnTo>
                <a:lnTo>
                  <a:pt x="1538478" y="22069"/>
                </a:lnTo>
                <a:lnTo>
                  <a:pt x="1553061" y="9916"/>
                </a:lnTo>
                <a:lnTo>
                  <a:pt x="1561471" y="0"/>
                </a:lnTo>
                <a:lnTo>
                  <a:pt x="1542488" y="0"/>
                </a:lnTo>
                <a:lnTo>
                  <a:pt x="1523505" y="0"/>
                </a:lnTo>
                <a:lnTo>
                  <a:pt x="1504531" y="0"/>
                </a:lnTo>
                <a:lnTo>
                  <a:pt x="1485548" y="0"/>
                </a:lnTo>
                <a:lnTo>
                  <a:pt x="1466574" y="0"/>
                </a:lnTo>
                <a:lnTo>
                  <a:pt x="1447590" y="0"/>
                </a:lnTo>
                <a:lnTo>
                  <a:pt x="1428607" y="0"/>
                </a:lnTo>
                <a:lnTo>
                  <a:pt x="1409633" y="0"/>
                </a:lnTo>
                <a:lnTo>
                  <a:pt x="1390650" y="0"/>
                </a:lnTo>
                <a:lnTo>
                  <a:pt x="1371667" y="0"/>
                </a:lnTo>
                <a:lnTo>
                  <a:pt x="1352693" y="0"/>
                </a:lnTo>
                <a:lnTo>
                  <a:pt x="1333710" y="0"/>
                </a:lnTo>
                <a:lnTo>
                  <a:pt x="1314726" y="0"/>
                </a:lnTo>
                <a:lnTo>
                  <a:pt x="1295752" y="0"/>
                </a:lnTo>
                <a:lnTo>
                  <a:pt x="1276769" y="0"/>
                </a:lnTo>
                <a:lnTo>
                  <a:pt x="1257795" y="0"/>
                </a:lnTo>
                <a:lnTo>
                  <a:pt x="1238812" y="0"/>
                </a:lnTo>
                <a:lnTo>
                  <a:pt x="1219829" y="0"/>
                </a:lnTo>
                <a:lnTo>
                  <a:pt x="1200855" y="0"/>
                </a:lnTo>
                <a:lnTo>
                  <a:pt x="1181872" y="0"/>
                </a:lnTo>
                <a:lnTo>
                  <a:pt x="1162888" y="0"/>
                </a:lnTo>
                <a:lnTo>
                  <a:pt x="1143914" y="0"/>
                </a:lnTo>
                <a:lnTo>
                  <a:pt x="1124931" y="0"/>
                </a:lnTo>
                <a:lnTo>
                  <a:pt x="1105948" y="0"/>
                </a:lnTo>
                <a:lnTo>
                  <a:pt x="1086974" y="0"/>
                </a:lnTo>
                <a:lnTo>
                  <a:pt x="1067991" y="0"/>
                </a:lnTo>
                <a:lnTo>
                  <a:pt x="1049017" y="0"/>
                </a:lnTo>
                <a:lnTo>
                  <a:pt x="1030034" y="0"/>
                </a:lnTo>
                <a:lnTo>
                  <a:pt x="1011050" y="0"/>
                </a:lnTo>
                <a:lnTo>
                  <a:pt x="992076" y="0"/>
                </a:lnTo>
                <a:lnTo>
                  <a:pt x="973093" y="0"/>
                </a:lnTo>
                <a:lnTo>
                  <a:pt x="954110" y="0"/>
                </a:lnTo>
                <a:lnTo>
                  <a:pt x="935136" y="0"/>
                </a:lnTo>
                <a:lnTo>
                  <a:pt x="916153" y="0"/>
                </a:lnTo>
                <a:lnTo>
                  <a:pt x="897169" y="0"/>
                </a:lnTo>
                <a:lnTo>
                  <a:pt x="878195" y="0"/>
                </a:lnTo>
                <a:lnTo>
                  <a:pt x="859212" y="0"/>
                </a:lnTo>
                <a:lnTo>
                  <a:pt x="840238" y="0"/>
                </a:lnTo>
                <a:lnTo>
                  <a:pt x="821255" y="0"/>
                </a:lnTo>
                <a:lnTo>
                  <a:pt x="802272" y="0"/>
                </a:lnTo>
                <a:lnTo>
                  <a:pt x="783298" y="0"/>
                </a:lnTo>
                <a:lnTo>
                  <a:pt x="764315" y="0"/>
                </a:lnTo>
                <a:lnTo>
                  <a:pt x="745331" y="0"/>
                </a:lnTo>
                <a:lnTo>
                  <a:pt x="726357" y="0"/>
                </a:lnTo>
                <a:lnTo>
                  <a:pt x="707374" y="0"/>
                </a:lnTo>
                <a:lnTo>
                  <a:pt x="688391" y="0"/>
                </a:lnTo>
                <a:lnTo>
                  <a:pt x="669417" y="0"/>
                </a:lnTo>
                <a:lnTo>
                  <a:pt x="650434" y="0"/>
                </a:lnTo>
                <a:lnTo>
                  <a:pt x="631460" y="0"/>
                </a:lnTo>
                <a:lnTo>
                  <a:pt x="612477" y="0"/>
                </a:lnTo>
                <a:lnTo>
                  <a:pt x="593493" y="0"/>
                </a:lnTo>
                <a:lnTo>
                  <a:pt x="574519" y="0"/>
                </a:lnTo>
                <a:lnTo>
                  <a:pt x="555536" y="0"/>
                </a:lnTo>
                <a:lnTo>
                  <a:pt x="536553" y="0"/>
                </a:lnTo>
                <a:lnTo>
                  <a:pt x="517579" y="0"/>
                </a:lnTo>
                <a:lnTo>
                  <a:pt x="498596" y="0"/>
                </a:lnTo>
                <a:lnTo>
                  <a:pt x="479612" y="0"/>
                </a:lnTo>
                <a:lnTo>
                  <a:pt x="460639" y="0"/>
                </a:lnTo>
                <a:lnTo>
                  <a:pt x="441655" y="0"/>
                </a:lnTo>
                <a:lnTo>
                  <a:pt x="422672" y="0"/>
                </a:lnTo>
                <a:lnTo>
                  <a:pt x="403698" y="0"/>
                </a:lnTo>
                <a:lnTo>
                  <a:pt x="384715" y="0"/>
                </a:lnTo>
                <a:lnTo>
                  <a:pt x="365741" y="0"/>
                </a:lnTo>
                <a:lnTo>
                  <a:pt x="346758" y="0"/>
                </a:lnTo>
                <a:lnTo>
                  <a:pt x="327774" y="0"/>
                </a:lnTo>
                <a:lnTo>
                  <a:pt x="308801" y="0"/>
                </a:lnTo>
                <a:lnTo>
                  <a:pt x="289817" y="0"/>
                </a:lnTo>
                <a:lnTo>
                  <a:pt x="270834" y="0"/>
                </a:lnTo>
                <a:lnTo>
                  <a:pt x="251860" y="0"/>
                </a:lnTo>
                <a:lnTo>
                  <a:pt x="232877" y="0"/>
                </a:lnTo>
                <a:lnTo>
                  <a:pt x="213893" y="0"/>
                </a:lnTo>
                <a:lnTo>
                  <a:pt x="194920" y="0"/>
                </a:lnTo>
                <a:lnTo>
                  <a:pt x="176032" y="457"/>
                </a:lnTo>
                <a:lnTo>
                  <a:pt x="158429" y="7553"/>
                </a:lnTo>
                <a:lnTo>
                  <a:pt x="140818" y="14659"/>
                </a:lnTo>
                <a:lnTo>
                  <a:pt x="123215" y="21755"/>
                </a:lnTo>
                <a:lnTo>
                  <a:pt x="105613" y="28851"/>
                </a:lnTo>
                <a:lnTo>
                  <a:pt x="88011" y="35947"/>
                </a:lnTo>
                <a:lnTo>
                  <a:pt x="70409" y="43043"/>
                </a:lnTo>
                <a:lnTo>
                  <a:pt x="52807" y="50140"/>
                </a:lnTo>
                <a:lnTo>
                  <a:pt x="35204" y="57245"/>
                </a:lnTo>
                <a:lnTo>
                  <a:pt x="17602" y="64341"/>
                </a:lnTo>
                <a:lnTo>
                  <a:pt x="0" y="71438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79CCAB92-E7E1-4D8C-B9E4-37C63822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2895" y="2776538"/>
            <a:ext cx="1452563" cy="71438"/>
          </a:xfrm>
          <a:custGeom xmlns:a="http://schemas.openxmlformats.org/drawingml/2006/main">
            <a:pathLst>
              <a:path w="1452563" h="71438">
                <a:moveTo>
                  <a:pt x="0" y="71438"/>
                </a:moveTo>
                <a:lnTo>
                  <a:pt x="18945" y="71438"/>
                </a:lnTo>
                <a:lnTo>
                  <a:pt x="37890" y="71438"/>
                </a:lnTo>
                <a:lnTo>
                  <a:pt x="56826" y="71438"/>
                </a:lnTo>
                <a:lnTo>
                  <a:pt x="75771" y="71438"/>
                </a:lnTo>
                <a:lnTo>
                  <a:pt x="94717" y="71438"/>
                </a:lnTo>
                <a:lnTo>
                  <a:pt x="113662" y="71438"/>
                </a:lnTo>
                <a:lnTo>
                  <a:pt x="132607" y="71438"/>
                </a:lnTo>
                <a:lnTo>
                  <a:pt x="151543" y="71438"/>
                </a:lnTo>
                <a:lnTo>
                  <a:pt x="170488" y="71438"/>
                </a:lnTo>
                <a:lnTo>
                  <a:pt x="189433" y="71438"/>
                </a:lnTo>
                <a:lnTo>
                  <a:pt x="208378" y="71438"/>
                </a:lnTo>
                <a:lnTo>
                  <a:pt x="227314" y="71438"/>
                </a:lnTo>
                <a:lnTo>
                  <a:pt x="246259" y="71438"/>
                </a:lnTo>
                <a:lnTo>
                  <a:pt x="265205" y="71438"/>
                </a:lnTo>
                <a:lnTo>
                  <a:pt x="284150" y="71438"/>
                </a:lnTo>
                <a:lnTo>
                  <a:pt x="303095" y="71438"/>
                </a:lnTo>
                <a:lnTo>
                  <a:pt x="322031" y="71438"/>
                </a:lnTo>
                <a:lnTo>
                  <a:pt x="340976" y="71438"/>
                </a:lnTo>
                <a:lnTo>
                  <a:pt x="359921" y="71438"/>
                </a:lnTo>
                <a:lnTo>
                  <a:pt x="378866" y="71438"/>
                </a:lnTo>
                <a:lnTo>
                  <a:pt x="397812" y="71438"/>
                </a:lnTo>
                <a:lnTo>
                  <a:pt x="416747" y="71438"/>
                </a:lnTo>
                <a:lnTo>
                  <a:pt x="435693" y="71438"/>
                </a:lnTo>
                <a:lnTo>
                  <a:pt x="454638" y="71438"/>
                </a:lnTo>
                <a:lnTo>
                  <a:pt x="473583" y="71438"/>
                </a:lnTo>
                <a:lnTo>
                  <a:pt x="492519" y="71438"/>
                </a:lnTo>
                <a:lnTo>
                  <a:pt x="511464" y="71438"/>
                </a:lnTo>
                <a:lnTo>
                  <a:pt x="530409" y="71438"/>
                </a:lnTo>
                <a:lnTo>
                  <a:pt x="549354" y="71438"/>
                </a:lnTo>
                <a:lnTo>
                  <a:pt x="568300" y="71438"/>
                </a:lnTo>
                <a:lnTo>
                  <a:pt x="587235" y="71438"/>
                </a:lnTo>
                <a:lnTo>
                  <a:pt x="606181" y="71438"/>
                </a:lnTo>
                <a:lnTo>
                  <a:pt x="625126" y="71438"/>
                </a:lnTo>
                <a:lnTo>
                  <a:pt x="644071" y="71438"/>
                </a:lnTo>
                <a:lnTo>
                  <a:pt x="663016" y="71438"/>
                </a:lnTo>
                <a:lnTo>
                  <a:pt x="681952" y="71438"/>
                </a:lnTo>
                <a:lnTo>
                  <a:pt x="700897" y="71438"/>
                </a:lnTo>
                <a:lnTo>
                  <a:pt x="719842" y="71438"/>
                </a:lnTo>
                <a:lnTo>
                  <a:pt x="738788" y="71438"/>
                </a:lnTo>
                <a:lnTo>
                  <a:pt x="757723" y="71438"/>
                </a:lnTo>
                <a:lnTo>
                  <a:pt x="776669" y="71438"/>
                </a:lnTo>
                <a:lnTo>
                  <a:pt x="795614" y="71438"/>
                </a:lnTo>
                <a:lnTo>
                  <a:pt x="814559" y="71438"/>
                </a:lnTo>
                <a:lnTo>
                  <a:pt x="833504" y="71438"/>
                </a:lnTo>
                <a:lnTo>
                  <a:pt x="852440" y="71438"/>
                </a:lnTo>
                <a:lnTo>
                  <a:pt x="871385" y="71438"/>
                </a:lnTo>
                <a:lnTo>
                  <a:pt x="890330" y="71438"/>
                </a:lnTo>
                <a:lnTo>
                  <a:pt x="909276" y="71438"/>
                </a:lnTo>
                <a:lnTo>
                  <a:pt x="928221" y="71438"/>
                </a:lnTo>
                <a:lnTo>
                  <a:pt x="947156" y="71438"/>
                </a:lnTo>
                <a:lnTo>
                  <a:pt x="966102" y="71438"/>
                </a:lnTo>
                <a:lnTo>
                  <a:pt x="985047" y="71438"/>
                </a:lnTo>
                <a:lnTo>
                  <a:pt x="1003992" y="71438"/>
                </a:lnTo>
                <a:lnTo>
                  <a:pt x="1022937" y="71438"/>
                </a:lnTo>
                <a:lnTo>
                  <a:pt x="1041873" y="71438"/>
                </a:lnTo>
                <a:lnTo>
                  <a:pt x="1060818" y="71438"/>
                </a:lnTo>
                <a:lnTo>
                  <a:pt x="1079764" y="71438"/>
                </a:lnTo>
                <a:lnTo>
                  <a:pt x="1098709" y="71438"/>
                </a:lnTo>
                <a:lnTo>
                  <a:pt x="1117644" y="71438"/>
                </a:lnTo>
                <a:lnTo>
                  <a:pt x="1136590" y="71438"/>
                </a:lnTo>
                <a:lnTo>
                  <a:pt x="1155535" y="71438"/>
                </a:lnTo>
                <a:lnTo>
                  <a:pt x="1174480" y="71438"/>
                </a:lnTo>
                <a:lnTo>
                  <a:pt x="1193425" y="71438"/>
                </a:lnTo>
                <a:lnTo>
                  <a:pt x="1212361" y="71438"/>
                </a:lnTo>
                <a:lnTo>
                  <a:pt x="1231306" y="71438"/>
                </a:lnTo>
                <a:lnTo>
                  <a:pt x="1250252" y="71438"/>
                </a:lnTo>
                <a:lnTo>
                  <a:pt x="1269197" y="71438"/>
                </a:lnTo>
                <a:lnTo>
                  <a:pt x="1288132" y="71438"/>
                </a:lnTo>
                <a:lnTo>
                  <a:pt x="1307078" y="71438"/>
                </a:lnTo>
                <a:lnTo>
                  <a:pt x="1326023" y="71438"/>
                </a:lnTo>
                <a:lnTo>
                  <a:pt x="1344968" y="71438"/>
                </a:lnTo>
                <a:lnTo>
                  <a:pt x="1363713" y="70885"/>
                </a:lnTo>
                <a:lnTo>
                  <a:pt x="1378525" y="59074"/>
                </a:lnTo>
                <a:lnTo>
                  <a:pt x="1393336" y="47254"/>
                </a:lnTo>
                <a:lnTo>
                  <a:pt x="1408138" y="35443"/>
                </a:lnTo>
                <a:lnTo>
                  <a:pt x="1422949" y="23632"/>
                </a:lnTo>
                <a:lnTo>
                  <a:pt x="1437751" y="11811"/>
                </a:lnTo>
                <a:lnTo>
                  <a:pt x="14525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CF83BC30-698A-45A9-A93B-08D40495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7203" y="2776538"/>
            <a:ext cx="12782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intake-text-heading">
            <a:extLst xmlns:a="http://schemas.openxmlformats.org/drawingml/2006/main">
              <a:ext uri="{FF2B5EF4-FFF2-40B4-BE49-F238E27FC236}">
                <a16:creationId xmlns:a16="http://schemas.microsoft.com/office/drawing/2014/main" id="{EF976E23-F6D0-43D9-A380-B2B3CEAB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0510" y="3000223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登记</a:t>
            </a:r>
          </a:p>
        </p:txBody>
      </p:sp>
      <p:sp>
        <p:nvSpPr>
          <p:cNvPr id="31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0F52870C-E4A4-41C8-A456-CADEB9F1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3410" y="3296393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2" name="pilot-text-heading">
            <a:extLst xmlns:a="http://schemas.openxmlformats.org/drawingml/2006/main">
              <a:ext uri="{FF2B5EF4-FFF2-40B4-BE49-F238E27FC236}">
                <a16:creationId xmlns:a16="http://schemas.microsoft.com/office/drawing/2014/main" id="{25EAA075-43DC-4730-8CF6-AE11243A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3727" y="2678163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限量运行</a:t>
            </a:r>
          </a:p>
        </p:txBody>
      </p:sp>
      <p:sp>
        <p:nvSpPr>
          <p:cNvPr id="33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B22063EB-00D7-4FEB-9526-4C962F06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6780" y="2974334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4" name="scale-text-heading">
            <a:extLst xmlns:a="http://schemas.openxmlformats.org/drawingml/2006/main">
              <a:ext uri="{FF2B5EF4-FFF2-40B4-BE49-F238E27FC236}">
                <a16:creationId xmlns:a16="http://schemas.microsoft.com/office/drawing/2014/main" id="{D08CAEE7-7630-44D6-9676-1BAB1666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7097" y="2356094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有限扩围</a:t>
            </a:r>
          </a:p>
        </p:txBody>
      </p:sp>
      <p:sp>
        <p:nvSpPr>
          <p:cNvPr id="35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E591FDA8-1F3A-45FB-B5C9-A3F793CD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0140" y="2652265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6" name="PPAGENT_QA|parent=semantic-composition-pilot|within=p2-conditions|role=heading">
            <a:extLst xmlns:a="http://schemas.openxmlformats.org/drawingml/2006/main">
              <a:ext uri="{FF2B5EF4-FFF2-40B4-BE49-F238E27FC236}">
                <a16:creationId xmlns:a16="http://schemas.microsoft.com/office/drawing/2014/main" id="{B23CE84B-CFFE-4816-B9AC-650EFF85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57650"/>
            <a:ext cx="5915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阶段证据与进入条件</a:t>
            </a:r>
          </a:p>
        </p:txBody>
      </p:sp>
      <p:sp>
        <p:nvSpPr>
          <p:cNvPr id="37" name="PPAGENT_QA|parent=semantic-composition-pilot|within=p2-conditions|role=bullet-0">
            <a:extLst xmlns:a="http://schemas.openxmlformats.org/drawingml/2006/main">
              <a:ext uri="{FF2B5EF4-FFF2-40B4-BE49-F238E27FC236}">
                <a16:creationId xmlns:a16="http://schemas.microsoft.com/office/drawing/2014/main" id="{6E86CAE5-62C6-4FFC-97A4-CD5C9432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19600"/>
            <a:ext cx="152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8" name="PPAGENT_QA|parent=semantic-composition-pilot|within=p2-conditions|role=condition-0">
            <a:extLst xmlns:a="http://schemas.openxmlformats.org/drawingml/2006/main">
              <a:ext uri="{FF2B5EF4-FFF2-40B4-BE49-F238E27FC236}">
                <a16:creationId xmlns:a16="http://schemas.microsoft.com/office/drawing/2014/main" id="{D0DDA36B-49D3-4ECC-B581-4AD9F1F0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19600"/>
            <a:ext cx="5724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阶段一（第 1—2 天）：登记与资格核对，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六项信息齐全，确认责任与低风险范围。</a:t>
            </a:r>
          </a:p>
        </p:txBody>
      </p:sp>
      <p:sp>
        <p:nvSpPr>
          <p:cNvPr id="39" name="PPAGENT_QA|parent=semantic-composition-pilot|within=p2-conditions|role=bullet-1">
            <a:extLst xmlns:a="http://schemas.openxmlformats.org/drawingml/2006/main">
              <a:ext uri="{FF2B5EF4-FFF2-40B4-BE49-F238E27FC236}">
                <a16:creationId xmlns:a16="http://schemas.microsoft.com/office/drawing/2014/main" id="{F9591B39-2CE1-4A03-9B32-0ADE1F34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95850"/>
            <a:ext cx="152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40" name="PPAGENT_QA|parent=semantic-composition-pilot|within=p2-conditions|role=condition-1">
            <a:extLst xmlns:a="http://schemas.openxmlformats.org/drawingml/2006/main">
              <a:ext uri="{FF2B5EF4-FFF2-40B4-BE49-F238E27FC236}">
                <a16:creationId xmlns:a16="http://schemas.microsoft.com/office/drawing/2014/main" id="{06F23087-A9D2-4752-AE0A-016041C0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95850"/>
            <a:ext cx="5724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阶段二（第 1—2 周）：限量运行与异常记录；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最多 5 个项目，记录参数、输出位置和异常处理人。</a:t>
            </a:r>
          </a:p>
        </p:txBody>
      </p:sp>
      <p:sp>
        <p:nvSpPr>
          <p:cNvPr id="41" name="PPAGENT_QA|parent=semantic-composition-pilot|within=p2-conditions|role=bullet-2">
            <a:extLst xmlns:a="http://schemas.openxmlformats.org/drawingml/2006/main">
              <a:ext uri="{FF2B5EF4-FFF2-40B4-BE49-F238E27FC236}">
                <a16:creationId xmlns:a16="http://schemas.microsoft.com/office/drawing/2014/main" id="{A374FFBA-8132-40D0-AFA1-14675775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72100"/>
            <a:ext cx="152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42" name="PPAGENT_QA|parent=semantic-composition-pilot|within=p2-conditions|role=condition-2">
            <a:extLst xmlns:a="http://schemas.openxmlformats.org/drawingml/2006/main">
              <a:ext uri="{FF2B5EF4-FFF2-40B4-BE49-F238E27FC236}">
                <a16:creationId xmlns:a16="http://schemas.microsoft.com/office/drawing/2014/main" id="{617090E2-94AA-46AA-A558-01994854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72100"/>
            <a:ext cx="5724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阶段三（第 3 周评审）：复核两周记录、异常闭环和管理员工作量；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决定是否有限扩围。</a:t>
            </a:r>
          </a:p>
        </p:txBody>
      </p:sp>
      <p:sp>
        <p:nvSpPr>
          <p:cNvPr id="43" name="PPAGENT_QA|parent=semantic-composition-pilot|within=p2-conditions|role=bullet-3">
            <a:extLst xmlns:a="http://schemas.openxmlformats.org/drawingml/2006/main">
              <a:ext uri="{FF2B5EF4-FFF2-40B4-BE49-F238E27FC236}">
                <a16:creationId xmlns:a16="http://schemas.microsoft.com/office/drawing/2014/main" id="{8AF22ED2-0474-4EFF-890D-DDF0F60E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48350"/>
            <a:ext cx="152400" cy="20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44" name="PPAGENT_QA|parent=semantic-composition-pilot|within=p2-conditions|role=condition-3">
            <a:extLst xmlns:a="http://schemas.openxmlformats.org/drawingml/2006/main">
              <a:ext uri="{FF2B5EF4-FFF2-40B4-BE49-F238E27FC236}">
                <a16:creationId xmlns:a16="http://schemas.microsoft.com/office/drawing/2014/main" id="{A41F4E5F-261F-4C21-8DC2-BB4AEE6C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48350"/>
            <a:ext cx="5724525" cy="20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交付物：登记记录、运行记录和评审结论；缺项时不进入下一阶段。</a:t>
            </a:r>
          </a:p>
        </p:txBody>
      </p:sp>
      <p:sp>
        <p:nvSpPr>
          <p:cNvPr id="45" name="PPAGENT_QA|parent=semantic-composition-pilot|within=p2-gates|role=surface">
            <a:extLst xmlns:a="http://schemas.openxmlformats.org/drawingml/2006/main">
              <a:ext uri="{FF2B5EF4-FFF2-40B4-BE49-F238E27FC236}">
                <a16:creationId xmlns:a16="http://schemas.microsoft.com/office/drawing/2014/main" id="{10A973B8-AA27-48FA-941D-3E3ECA52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81150"/>
            <a:ext cx="4962525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6" name="PPAGENT_QA|parent=semantic-composition-pilot|within=p2-gates|role=heading">
            <a:extLst xmlns:a="http://schemas.openxmlformats.org/drawingml/2006/main">
              <a:ext uri="{FF2B5EF4-FFF2-40B4-BE49-F238E27FC236}">
                <a16:creationId xmlns:a16="http://schemas.microsoft.com/office/drawing/2014/main" id="{E06D0E09-2F70-4C01-9F08-94BE215C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465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三个关口｜目标门槛，不是已取得结果</a:t>
            </a:r>
          </a:p>
        </p:txBody>
      </p:sp>
      <p:sp>
        <p:nvSpPr>
          <p:cNvPr id="47" name="PPAGENT_QA|parent=semantic-composition-pilot|within=p2-gates|role=no-0">
            <a:extLst xmlns:a="http://schemas.openxmlformats.org/drawingml/2006/main">
              <a:ext uri="{FF2B5EF4-FFF2-40B4-BE49-F238E27FC236}">
                <a16:creationId xmlns:a16="http://schemas.microsoft.com/office/drawing/2014/main" id="{9E391B6D-BF83-433F-9CBD-D7F74AEB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383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8" name="PPAGENT_QA|parent=semantic-composition-pilot|within=p2-gates|role=name-0">
            <a:extLst xmlns:a="http://schemas.openxmlformats.org/drawingml/2006/main">
              <a:ext uri="{FF2B5EF4-FFF2-40B4-BE49-F238E27FC236}">
                <a16:creationId xmlns:a16="http://schemas.microsoft.com/office/drawing/2014/main" id="{29B743CE-F26E-45CE-8776-04C9910B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383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可进入</a:t>
            </a:r>
          </a:p>
        </p:txBody>
      </p:sp>
      <p:sp>
        <p:nvSpPr>
          <p:cNvPr id="49" name="PPAGENT_QA|parent=semantic-composition-pilot|within=p2-gates|role=detail-0">
            <a:extLst xmlns:a="http://schemas.openxmlformats.org/drawingml/2006/main">
              <a:ext uri="{FF2B5EF4-FFF2-40B4-BE49-F238E27FC236}">
                <a16:creationId xmlns:a16="http://schemas.microsoft.com/office/drawing/2014/main" id="{F659DC80-465D-4B6C-A5C9-A4267BE2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38350"/>
            <a:ext cx="3381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六项登记信息齐全，责任人与低风险范围确认。</a:t>
            </a:r>
          </a:p>
        </p:txBody>
      </p:sp>
      <p:sp>
        <p:nvSpPr>
          <p:cNvPr id="50" name="PPAGENT_QA|parent=semantic-composition-pilot|within=p2-gates|role=no-1">
            <a:extLst xmlns:a="http://schemas.openxmlformats.org/drawingml/2006/main">
              <a:ext uri="{FF2B5EF4-FFF2-40B4-BE49-F238E27FC236}">
                <a16:creationId xmlns:a16="http://schemas.microsoft.com/office/drawing/2014/main" id="{A3ECD6FF-45B4-4A76-B358-53549F64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812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1" name="PPAGENT_QA|parent=semantic-composition-pilot|within=p2-gates|role=name-1">
            <a:extLst xmlns:a="http://schemas.openxmlformats.org/drawingml/2006/main">
              <a:ext uri="{FF2B5EF4-FFF2-40B4-BE49-F238E27FC236}">
                <a16:creationId xmlns:a16="http://schemas.microsoft.com/office/drawing/2014/main" id="{C357DFA3-7803-47D1-AEEC-6839CEA2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812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52" name="PPAGENT_QA|parent=semantic-composition-pilot|within=p2-gates|role=detail-1">
            <a:extLst xmlns:a="http://schemas.openxmlformats.org/drawingml/2006/main">
              <a:ext uri="{FF2B5EF4-FFF2-40B4-BE49-F238E27FC236}">
                <a16:creationId xmlns:a16="http://schemas.microsoft.com/office/drawing/2014/main" id="{A51CD7DE-BF89-454A-A1D0-697BBB45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81275"/>
            <a:ext cx="3381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完整率 ≥90%，高风险异常在 1 个工作日内有责任人和结论。</a:t>
            </a:r>
          </a:p>
        </p:txBody>
      </p:sp>
      <p:sp>
        <p:nvSpPr>
          <p:cNvPr id="53" name="PPAGENT_QA|parent=semantic-composition-pilot|within=p2-gates|role=no-2">
            <a:extLst xmlns:a="http://schemas.openxmlformats.org/drawingml/2006/main">
              <a:ext uri="{FF2B5EF4-FFF2-40B4-BE49-F238E27FC236}">
                <a16:creationId xmlns:a16="http://schemas.microsoft.com/office/drawing/2014/main" id="{252D9766-08E6-4693-A2D5-6BE92658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4" name="PPAGENT_QA|parent=semantic-composition-pilot|within=p2-gates|role=name-2">
            <a:extLst xmlns:a="http://schemas.openxmlformats.org/drawingml/2006/main">
              <a:ext uri="{FF2B5EF4-FFF2-40B4-BE49-F238E27FC236}">
                <a16:creationId xmlns:a16="http://schemas.microsoft.com/office/drawing/2014/main" id="{38AB9CBA-FDF2-42D5-9213-660638E9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242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可扩围</a:t>
            </a:r>
          </a:p>
        </p:txBody>
      </p:sp>
      <p:sp>
        <p:nvSpPr>
          <p:cNvPr id="55" name="PPAGENT_QA|parent=semantic-composition-pilot|within=p2-gates|role=detail-2">
            <a:extLst xmlns:a="http://schemas.openxmlformats.org/drawingml/2006/main">
              <a:ext uri="{FF2B5EF4-FFF2-40B4-BE49-F238E27FC236}">
                <a16:creationId xmlns:a16="http://schemas.microsoft.com/office/drawing/2014/main" id="{466B0EC8-CA35-457D-9BF5-120FF31E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24200"/>
            <a:ext cx="3381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连续两周完整率 ≥95%，无未关闭异常，负荷 ≤3 个工作日/周。</a:t>
            </a:r>
          </a:p>
        </p:txBody>
      </p:sp>
      <p:sp>
        <p:nvSpPr>
          <p:cNvPr id="56" name="PPAGENT_QA|parent=semantic-composition-pilot|within=p2-fallback|role=heading">
            <a:extLst xmlns:a="http://schemas.openxmlformats.org/drawingml/2006/main">
              <a:ext uri="{FF2B5EF4-FFF2-40B4-BE49-F238E27FC236}">
                <a16:creationId xmlns:a16="http://schemas.microsoft.com/office/drawing/2014/main" id="{9D562622-BAB5-4BEA-8075-1FC66986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52900"/>
            <a:ext cx="481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关口失败后的动作</a:t>
            </a:r>
          </a:p>
        </p:txBody>
      </p:sp>
      <p:sp>
        <p:nvSpPr>
          <p:cNvPr id="57" name="PPAGENT_QA|parent=semantic-composition-pilot|within=p2-fallback|role=accent">
            <a:extLst xmlns:a="http://schemas.openxmlformats.org/drawingml/2006/main">
              <a:ext uri="{FF2B5EF4-FFF2-40B4-BE49-F238E27FC236}">
                <a16:creationId xmlns:a16="http://schemas.microsoft.com/office/drawing/2014/main" id="{EB7A4C68-4C63-40F3-AFFB-4003D936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PAGENT_QA|parent=semantic-composition-pilot|within=p2-fallback|role=decision">
            <a:extLst xmlns:a="http://schemas.openxmlformats.org/drawingml/2006/main">
              <a:ext uri="{FF2B5EF4-FFF2-40B4-BE49-F238E27FC236}">
                <a16:creationId xmlns:a16="http://schemas.microsoft.com/office/drawing/2014/main" id="{BD45751B-CDDE-4FEE-B2E9-3B47AFD1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95800"/>
            <a:ext cx="4810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暂停新申请，保留当前规模，修订字段、模板或异常规则。</a:t>
            </a:r>
          </a:p>
        </p:txBody>
      </p:sp>
      <p:sp>
        <p:nvSpPr>
          <p:cNvPr id="59" name="PPAGENT_QA|parent=semantic-composition-pilot|within=p2-fallback|role=detail">
            <a:extLst xmlns:a="http://schemas.openxmlformats.org/drawingml/2006/main">
              <a:ext uri="{FF2B5EF4-FFF2-40B4-BE49-F238E27FC236}">
                <a16:creationId xmlns:a16="http://schemas.microsoft.com/office/drawing/2014/main" id="{822E0C07-5529-4AC1-BFC8-C73C6934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95900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已有记录保留，不把失败项目静默删除；修订后再决定是否重启评审。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三类证据支持限量试点，但不证明成效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多证据论证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semantic-composition-pilot|within=p3-demand|role=surface">
            <a:extLst xmlns:a="http://schemas.openxmlformats.org/drawingml/2006/main">
              <a:ext uri="{FF2B5EF4-FFF2-40B4-BE49-F238E27FC236}">
                <a16:creationId xmlns:a16="http://schemas.microsoft.com/office/drawing/2014/main" id="{7A7BE4D8-A2BD-47A0-A3CA-90849DC9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35877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6" name="PPAGENT_QA|parent=semantic-composition-pilot|within=p3-demand|role=accent">
            <a:extLst xmlns:a="http://schemas.openxmlformats.org/drawingml/2006/main">
              <a:ext uri="{FF2B5EF4-FFF2-40B4-BE49-F238E27FC236}">
                <a16:creationId xmlns:a16="http://schemas.microsoft.com/office/drawing/2014/main" id="{B73A6BA1-8729-417A-9AE0-54275F57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358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parent=semantic-composition-pilot|within=p3-demand|role=heading">
            <a:extLst xmlns:a="http://schemas.openxmlformats.org/drawingml/2006/main">
              <a:ext uri="{FF2B5EF4-FFF2-40B4-BE49-F238E27FC236}">
                <a16:creationId xmlns:a16="http://schemas.microsoft.com/office/drawing/2014/main" id="{883D14E7-E3F2-4D44-BA25-335FAAE1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14500"/>
            <a:ext cx="332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证据一｜需求集中</a:t>
            </a:r>
          </a:p>
        </p:txBody>
      </p:sp>
      <p:sp>
        <p:nvSpPr>
          <p:cNvPr id="18" name="PPAGENT_QA|parent=semantic-composition-pilot|within=p3-demand|role=meta">
            <a:extLst xmlns:a="http://schemas.openxmlformats.org/drawingml/2006/main">
              <a:ext uri="{FF2B5EF4-FFF2-40B4-BE49-F238E27FC236}">
                <a16:creationId xmlns:a16="http://schemas.microsoft.com/office/drawing/2014/main" id="{4B484541-7290-4714-9DC4-8BFD5AA1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43100"/>
            <a:ext cx="332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8 周模拟观察</a:t>
            </a:r>
          </a:p>
        </p:txBody>
      </p:sp>
      <p:sp>
        <p:nvSpPr>
          <p:cNvPr id="19" name="PPAGENT_QA|parent=semantic-composition-pilot|within=p3-demand|role=value">
            <a:extLst xmlns:a="http://schemas.openxmlformats.org/drawingml/2006/main">
              <a:ext uri="{FF2B5EF4-FFF2-40B4-BE49-F238E27FC236}">
                <a16:creationId xmlns:a16="http://schemas.microsoft.com/office/drawing/2014/main" id="{1E076322-2E55-4C8C-B86A-54BE229F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14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74 / 120</a:t>
            </a:r>
          </a:p>
        </p:txBody>
      </p:sp>
      <p:sp>
        <p:nvSpPr>
          <p:cNvPr id="20" name="PPAGENT_QA|parent=semantic-composition-pilot|within=p3-demand|role=unit">
            <a:extLst xmlns:a="http://schemas.openxmlformats.org/drawingml/2006/main">
              <a:ext uri="{FF2B5EF4-FFF2-40B4-BE49-F238E27FC236}">
                <a16:creationId xmlns:a16="http://schemas.microsoft.com/office/drawing/2014/main" id="{FAD5CCE6-BB38-4623-B6EB-0B885DAA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28850"/>
            <a:ext cx="164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份申请</a:t>
            </a:r>
          </a:p>
        </p:txBody>
      </p:sp>
      <p:sp>
        <p:nvSpPr>
          <p:cNvPr id="21" name="PPAGENT_QA|parent=semantic-composition-pilot|within=p3-demand|role=bar-label-0">
            <a:extLst xmlns:a="http://schemas.openxmlformats.org/drawingml/2006/main">
              <a:ext uri="{FF2B5EF4-FFF2-40B4-BE49-F238E27FC236}">
                <a16:creationId xmlns:a16="http://schemas.microsoft.com/office/drawing/2014/main" id="{3B5B9396-CB73-4891-AECD-E7F860F3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0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三集群</a:t>
            </a:r>
          </a:p>
        </p:txBody>
      </p:sp>
      <p:sp>
        <p:nvSpPr>
          <p:cNvPr id="22" name="PPAGENT_QA|parent=semantic-composition-pilot|within=p3-demand|role=bar-track-0">
            <a:extLst xmlns:a="http://schemas.openxmlformats.org/drawingml/2006/main">
              <a:ext uri="{FF2B5EF4-FFF2-40B4-BE49-F238E27FC236}">
                <a16:creationId xmlns:a16="http://schemas.microsoft.com/office/drawing/2014/main" id="{C136B3F0-A50D-45BD-9D47-30B7D15E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47950"/>
            <a:ext cx="1285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PAGENT_QA|parent=semantic-composition-pilot|within=p3-demand|role=bar-fill-0">
            <a:extLst xmlns:a="http://schemas.openxmlformats.org/drawingml/2006/main">
              <a:ext uri="{FF2B5EF4-FFF2-40B4-BE49-F238E27FC236}">
                <a16:creationId xmlns:a16="http://schemas.microsoft.com/office/drawing/2014/main" id="{BAAF5E24-66E7-473D-BDBD-9CAE355E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47950"/>
            <a:ext cx="79338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PAGENT_QA|parent=semantic-composition-pilot|within=p3-demand|role=bar-value-0">
            <a:extLst xmlns:a="http://schemas.openxmlformats.org/drawingml/2006/main">
              <a:ext uri="{FF2B5EF4-FFF2-40B4-BE49-F238E27FC236}">
                <a16:creationId xmlns:a16="http://schemas.microsoft.com/office/drawing/2014/main" id="{8E0BA057-FC66-48AD-981C-CFE6E776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60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61.7%</a:t>
            </a:r>
          </a:p>
        </p:txBody>
      </p:sp>
      <p:sp>
        <p:nvSpPr>
          <p:cNvPr id="25" name="PPAGENT_QA|parent=semantic-composition-pilot|within=p3-demand|role=bar-label-1">
            <a:extLst xmlns:a="http://schemas.openxmlformats.org/drawingml/2006/main">
              <a:ext uri="{FF2B5EF4-FFF2-40B4-BE49-F238E27FC236}">
                <a16:creationId xmlns:a16="http://schemas.microsoft.com/office/drawing/2014/main" id="{F98CB566-FFF8-4918-A48E-FD2F155A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956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相同 GPU</a:t>
            </a:r>
          </a:p>
        </p:txBody>
      </p:sp>
      <p:sp>
        <p:nvSpPr>
          <p:cNvPr id="26" name="PPAGENT_QA|parent=semantic-composition-pilot|within=p3-demand|role=bar-track-1">
            <a:extLst xmlns:a="http://schemas.openxmlformats.org/drawingml/2006/main">
              <a:ext uri="{FF2B5EF4-FFF2-40B4-BE49-F238E27FC236}">
                <a16:creationId xmlns:a16="http://schemas.microsoft.com/office/drawing/2014/main" id="{17C9923D-8A79-430B-9951-736592EA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33700"/>
            <a:ext cx="1285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PAGENT_QA|parent=semantic-composition-pilot|within=p3-demand|role=bar-fill-1">
            <a:extLst xmlns:a="http://schemas.openxmlformats.org/drawingml/2006/main">
              <a:ext uri="{FF2B5EF4-FFF2-40B4-BE49-F238E27FC236}">
                <a16:creationId xmlns:a16="http://schemas.microsoft.com/office/drawing/2014/main" id="{99723726-2DEE-4F07-81F4-A9DE6635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33700"/>
            <a:ext cx="556784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PAGENT_QA|parent=semantic-composition-pilot|within=p3-demand|role=bar-value-1">
            <a:extLst xmlns:a="http://schemas.openxmlformats.org/drawingml/2006/main">
              <a:ext uri="{FF2B5EF4-FFF2-40B4-BE49-F238E27FC236}">
                <a16:creationId xmlns:a16="http://schemas.microsoft.com/office/drawing/2014/main" id="{77D26D46-8DB5-4E59-8989-7356EF51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8956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43.3%</a:t>
            </a:r>
          </a:p>
        </p:txBody>
      </p:sp>
      <p:sp>
        <p:nvSpPr>
          <p:cNvPr id="29" name="PPAGENT_QA|parent=semantic-composition-pilot|within=p3-demand|role=body">
            <a:extLst xmlns:a="http://schemas.openxmlformats.org/drawingml/2006/main">
              <a:ext uri="{FF2B5EF4-FFF2-40B4-BE49-F238E27FC236}">
                <a16:creationId xmlns:a16="http://schemas.microsoft.com/office/drawing/2014/main" id="{5F063165-F129-4729-9308-F795298F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333750"/>
            <a:ext cx="3321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其中相同 GPU 为 52/120。集中度提示模板可能复用，不等于权限范围可直接合并。</a:t>
            </a:r>
          </a:p>
        </p:txBody>
      </p:sp>
      <p:sp>
        <p:nvSpPr>
          <p:cNvPr id="30" name="PPAGENT_QA|parent=semantic-composition-pilot|within=p3-incidents|role=surface">
            <a:extLst xmlns:a="http://schemas.openxmlformats.org/drawingml/2006/main">
              <a:ext uri="{FF2B5EF4-FFF2-40B4-BE49-F238E27FC236}">
                <a16:creationId xmlns:a16="http://schemas.microsoft.com/office/drawing/2014/main" id="{250DB90C-3005-42CF-8F4E-4DF25158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125" y="1581150"/>
            <a:ext cx="35877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1" name="PPAGENT_QA|parent=semantic-composition-pilot|within=p3-incidents|role=accent">
            <a:extLst xmlns:a="http://schemas.openxmlformats.org/drawingml/2006/main">
              <a:ext uri="{FF2B5EF4-FFF2-40B4-BE49-F238E27FC236}">
                <a16:creationId xmlns:a16="http://schemas.microsoft.com/office/drawing/2014/main" id="{742E3093-B68B-4AFB-937F-F3859C64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125" y="1581150"/>
            <a:ext cx="358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PAGENT_QA|parent=semantic-composition-pilot|within=p3-incidents|role=heading">
            <a:extLst xmlns:a="http://schemas.openxmlformats.org/drawingml/2006/main">
              <a:ext uri="{FF2B5EF4-FFF2-40B4-BE49-F238E27FC236}">
                <a16:creationId xmlns:a16="http://schemas.microsoft.com/office/drawing/2014/main" id="{150A3698-36AB-4BE9-83A4-52028FA6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475" y="1714500"/>
            <a:ext cx="332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证据二｜记录缺口</a:t>
            </a:r>
          </a:p>
        </p:txBody>
      </p:sp>
      <p:sp>
        <p:nvSpPr>
          <p:cNvPr id="33" name="PPAGENT_QA|parent=semantic-composition-pilot|within=p3-incidents|role=meta">
            <a:extLst xmlns:a="http://schemas.openxmlformats.org/drawingml/2006/main">
              <a:ext uri="{FF2B5EF4-FFF2-40B4-BE49-F238E27FC236}">
                <a16:creationId xmlns:a16="http://schemas.microsoft.com/office/drawing/2014/main" id="{02FAF914-E3BA-42A6-B7FE-427C6D47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475" y="1943100"/>
            <a:ext cx="332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8 周模拟复核</a:t>
            </a:r>
          </a:p>
        </p:txBody>
      </p:sp>
      <p:sp>
        <p:nvSpPr>
          <p:cNvPr id="34" name="PPAGENT_QA|parent=semantic-composition-pilot|within=p3-incidents|role=value">
            <a:extLst xmlns:a="http://schemas.openxmlformats.org/drawingml/2006/main">
              <a:ext uri="{FF2B5EF4-FFF2-40B4-BE49-F238E27FC236}">
                <a16:creationId xmlns:a16="http://schemas.microsoft.com/office/drawing/2014/main" id="{D659EE48-ED83-456C-AB5C-5341329F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475" y="2114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14 / 78</a:t>
            </a:r>
          </a:p>
        </p:txBody>
      </p:sp>
      <p:sp>
        <p:nvSpPr>
          <p:cNvPr id="35" name="PPAGENT_QA|parent=semantic-composition-pilot|within=p3-incidents|role=unit">
            <a:extLst xmlns:a="http://schemas.openxmlformats.org/drawingml/2006/main">
              <a:ext uri="{FF2B5EF4-FFF2-40B4-BE49-F238E27FC236}">
                <a16:creationId xmlns:a16="http://schemas.microsoft.com/office/drawing/2014/main" id="{421525A9-554B-4C7C-80C9-39D19C07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875" y="2228850"/>
            <a:ext cx="164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份完成运行</a:t>
            </a:r>
          </a:p>
        </p:txBody>
      </p:sp>
      <p:sp>
        <p:nvSpPr>
          <p:cNvPr id="36" name="PPAGENT_QA|parent=semantic-composition-pilot|within=p3-incidents|role=bar-label-0">
            <a:extLst xmlns:a="http://schemas.openxmlformats.org/drawingml/2006/main">
              <a:ext uri="{FF2B5EF4-FFF2-40B4-BE49-F238E27FC236}">
                <a16:creationId xmlns:a16="http://schemas.microsoft.com/office/drawing/2014/main" id="{02995984-189A-4487-8AF4-05230C4A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475" y="260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缺口率</a:t>
            </a:r>
          </a:p>
        </p:txBody>
      </p:sp>
      <p:sp>
        <p:nvSpPr>
          <p:cNvPr id="37" name="PPAGENT_QA|parent=semantic-composition-pilot|within=p3-incidents|role=bar-track-0">
            <a:extLst xmlns:a="http://schemas.openxmlformats.org/drawingml/2006/main">
              <a:ext uri="{FF2B5EF4-FFF2-40B4-BE49-F238E27FC236}">
                <a16:creationId xmlns:a16="http://schemas.microsoft.com/office/drawing/2014/main" id="{82CD0964-B251-4407-B8F6-F841114D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5" y="2647950"/>
            <a:ext cx="1285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PAGENT_QA|parent=semantic-composition-pilot|within=p3-incidents|role=bar-fill-0">
            <a:extLst xmlns:a="http://schemas.openxmlformats.org/drawingml/2006/main">
              <a:ext uri="{FF2B5EF4-FFF2-40B4-BE49-F238E27FC236}">
                <a16:creationId xmlns:a16="http://schemas.microsoft.com/office/drawing/2014/main" id="{74D17814-8B28-4729-89D6-65DE452B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5" y="2647950"/>
            <a:ext cx="23017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PAGENT_QA|parent=semantic-composition-pilot|within=p3-incidents|role=bar-value-0">
            <a:extLst xmlns:a="http://schemas.openxmlformats.org/drawingml/2006/main">
              <a:ext uri="{FF2B5EF4-FFF2-40B4-BE49-F238E27FC236}">
                <a16:creationId xmlns:a16="http://schemas.microsoft.com/office/drawing/2014/main" id="{77CE9025-F115-45CB-BF7C-6BED02B8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675" y="260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17.9%</a:t>
            </a:r>
          </a:p>
        </p:txBody>
      </p:sp>
      <p:sp>
        <p:nvSpPr>
          <p:cNvPr id="40" name="PPAGENT_QA|parent=semantic-composition-pilot|within=p3-incidents|role=body">
            <a:extLst xmlns:a="http://schemas.openxmlformats.org/drawingml/2006/main">
              <a:ext uri="{FF2B5EF4-FFF2-40B4-BE49-F238E27FC236}">
                <a16:creationId xmlns:a16="http://schemas.microsoft.com/office/drawing/2014/main" id="{86CCB316-128A-4A4D-9CE0-8CBCED79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475" y="3333750"/>
            <a:ext cx="3321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其中 9/14 来自两个项目集群（分母为 14）。缺口集中支持先补字段与责任人，不能归因于单一申请人。</a:t>
            </a:r>
          </a:p>
        </p:txBody>
      </p:sp>
      <p:sp>
        <p:nvSpPr>
          <p:cNvPr id="41" name="PPAGENT_QA|parent=semantic-composition-pilot|within=p3-capacity|role=surface">
            <a:extLst xmlns:a="http://schemas.openxmlformats.org/drawingml/2006/main">
              <a:ext uri="{FF2B5EF4-FFF2-40B4-BE49-F238E27FC236}">
                <a16:creationId xmlns:a16="http://schemas.microsoft.com/office/drawing/2014/main" id="{2F25EE59-BD2E-4565-970E-8CD36CAF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375" y="1581150"/>
            <a:ext cx="35877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2" name="PPAGENT_QA|parent=semantic-composition-pilot|within=p3-capacity|role=accent">
            <a:extLst xmlns:a="http://schemas.openxmlformats.org/drawingml/2006/main">
              <a:ext uri="{FF2B5EF4-FFF2-40B4-BE49-F238E27FC236}">
                <a16:creationId xmlns:a16="http://schemas.microsoft.com/office/drawing/2014/main" id="{631444DF-C4F7-40EB-842E-171A6BCB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375" y="1581150"/>
            <a:ext cx="358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PAGENT_QA|parent=semantic-composition-pilot|within=p3-capacity|role=heading">
            <a:extLst xmlns:a="http://schemas.openxmlformats.org/drawingml/2006/main">
              <a:ext uri="{FF2B5EF4-FFF2-40B4-BE49-F238E27FC236}">
                <a16:creationId xmlns:a16="http://schemas.microsoft.com/office/drawing/2014/main" id="{F81CF855-F374-4233-99B1-532FE25D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1714500"/>
            <a:ext cx="332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证据三｜管理员容量</a:t>
            </a:r>
          </a:p>
        </p:txBody>
      </p:sp>
      <p:sp>
        <p:nvSpPr>
          <p:cNvPr id="44" name="PPAGENT_QA|parent=semantic-composition-pilot|within=p3-capacity|role=meta">
            <a:extLst xmlns:a="http://schemas.openxmlformats.org/drawingml/2006/main">
              <a:ext uri="{FF2B5EF4-FFF2-40B4-BE49-F238E27FC236}">
                <a16:creationId xmlns:a16="http://schemas.microsoft.com/office/drawing/2014/main" id="{87BF7649-2798-455B-87DC-EBD9B843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1943100"/>
            <a:ext cx="332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8 周模拟估算</a:t>
            </a:r>
          </a:p>
        </p:txBody>
      </p:sp>
      <p:sp>
        <p:nvSpPr>
          <p:cNvPr id="45" name="PPAGENT_QA|parent=semantic-composition-pilot|within=p3-capacity|role=value">
            <a:extLst xmlns:a="http://schemas.openxmlformats.org/drawingml/2006/main">
              <a:ext uri="{FF2B5EF4-FFF2-40B4-BE49-F238E27FC236}">
                <a16:creationId xmlns:a16="http://schemas.microsoft.com/office/drawing/2014/main" id="{0AF020B4-0E4F-494D-9E84-B18B17AA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2114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5.0 vs 3.5</a:t>
            </a:r>
          </a:p>
        </p:txBody>
      </p:sp>
      <p:sp>
        <p:nvSpPr>
          <p:cNvPr id="46" name="PPAGENT_QA|parent=semantic-composition-pilot|within=p3-capacity|role=unit">
            <a:extLst xmlns:a="http://schemas.openxmlformats.org/drawingml/2006/main">
              <a:ext uri="{FF2B5EF4-FFF2-40B4-BE49-F238E27FC236}">
                <a16:creationId xmlns:a16="http://schemas.microsoft.com/office/drawing/2014/main" id="{EEC3EAFD-0525-46EF-923D-02EADEAC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125" y="2228850"/>
            <a:ext cx="164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管理员工作日 / 周</a:t>
            </a:r>
          </a:p>
        </p:txBody>
      </p:sp>
      <p:sp>
        <p:nvSpPr>
          <p:cNvPr id="47" name="PPAGENT_QA|parent=semantic-composition-pilot|within=p3-capacity|role=bar-label-0">
            <a:extLst xmlns:a="http://schemas.openxmlformats.org/drawingml/2006/main">
              <a:ext uri="{FF2B5EF4-FFF2-40B4-BE49-F238E27FC236}">
                <a16:creationId xmlns:a16="http://schemas.microsoft.com/office/drawing/2014/main" id="{D4DBEAA2-107C-46AB-9A52-A78940EA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260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全量审核</a:t>
            </a:r>
          </a:p>
        </p:txBody>
      </p:sp>
      <p:sp>
        <p:nvSpPr>
          <p:cNvPr id="48" name="PPAGENT_QA|parent=semantic-composition-pilot|within=p3-capacity|role=bar-track-0">
            <a:extLst xmlns:a="http://schemas.openxmlformats.org/drawingml/2006/main">
              <a:ext uri="{FF2B5EF4-FFF2-40B4-BE49-F238E27FC236}">
                <a16:creationId xmlns:a16="http://schemas.microsoft.com/office/drawing/2014/main" id="{ED16B0A3-9EC0-449E-A1A3-764D89C7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375" y="2647950"/>
            <a:ext cx="1285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PAGENT_QA|parent=semantic-composition-pilot|within=p3-capacity|role=bar-fill-0">
            <a:extLst xmlns:a="http://schemas.openxmlformats.org/drawingml/2006/main">
              <a:ext uri="{FF2B5EF4-FFF2-40B4-BE49-F238E27FC236}">
                <a16:creationId xmlns:a16="http://schemas.microsoft.com/office/drawing/2014/main" id="{ADC0E2FE-0192-4F81-887E-43B5AE4F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375" y="2647950"/>
            <a:ext cx="1285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PAGENT_QA|parent=semantic-composition-pilot|within=p3-capacity|role=bar-value-0">
            <a:extLst xmlns:a="http://schemas.openxmlformats.org/drawingml/2006/main">
              <a:ext uri="{FF2B5EF4-FFF2-40B4-BE49-F238E27FC236}">
                <a16:creationId xmlns:a16="http://schemas.microsoft.com/office/drawing/2014/main" id="{7658A6DC-82D9-4287-832F-9F3B73EC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925" y="260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5.0</a:t>
            </a:r>
          </a:p>
        </p:txBody>
      </p:sp>
      <p:sp>
        <p:nvSpPr>
          <p:cNvPr id="51" name="PPAGENT_QA|parent=semantic-composition-pilot|within=p3-capacity|role=bar-label-1">
            <a:extLst xmlns:a="http://schemas.openxmlformats.org/drawingml/2006/main">
              <a:ext uri="{FF2B5EF4-FFF2-40B4-BE49-F238E27FC236}">
                <a16:creationId xmlns:a16="http://schemas.microsoft.com/office/drawing/2014/main" id="{C2C47985-EDC2-49D9-8A56-705B82B7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28956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可支配</a:t>
            </a:r>
          </a:p>
        </p:txBody>
      </p:sp>
      <p:sp>
        <p:nvSpPr>
          <p:cNvPr id="52" name="PPAGENT_QA|parent=semantic-composition-pilot|within=p3-capacity|role=bar-track-1">
            <a:extLst xmlns:a="http://schemas.openxmlformats.org/drawingml/2006/main">
              <a:ext uri="{FF2B5EF4-FFF2-40B4-BE49-F238E27FC236}">
                <a16:creationId xmlns:a16="http://schemas.microsoft.com/office/drawing/2014/main" id="{DD3EE365-69DC-47EC-B126-B807E621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375" y="2933700"/>
            <a:ext cx="1285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PAGENT_QA|parent=semantic-composition-pilot|within=p3-capacity|role=bar-fill-1">
            <a:extLst xmlns:a="http://schemas.openxmlformats.org/drawingml/2006/main">
              <a:ext uri="{FF2B5EF4-FFF2-40B4-BE49-F238E27FC236}">
                <a16:creationId xmlns:a16="http://schemas.microsoft.com/office/drawing/2014/main" id="{88E5B3A6-ADBF-4ED4-BFCA-DBFED832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375" y="2933700"/>
            <a:ext cx="90011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PAGENT_QA|parent=semantic-composition-pilot|within=p3-capacity|role=bar-value-1">
            <a:extLst xmlns:a="http://schemas.openxmlformats.org/drawingml/2006/main">
              <a:ext uri="{FF2B5EF4-FFF2-40B4-BE49-F238E27FC236}">
                <a16:creationId xmlns:a16="http://schemas.microsoft.com/office/drawing/2014/main" id="{91B25557-7883-4693-A4D4-B23C8465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925" y="28956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3.5</a:t>
            </a:r>
          </a:p>
        </p:txBody>
      </p:sp>
      <p:sp>
        <p:nvSpPr>
          <p:cNvPr id="55" name="PPAGENT_QA|parent=semantic-composition-pilot|within=p3-capacity|role=bar-label-2">
            <a:extLst xmlns:a="http://schemas.openxmlformats.org/drawingml/2006/main">
              <a:ext uri="{FF2B5EF4-FFF2-40B4-BE49-F238E27FC236}">
                <a16:creationId xmlns:a16="http://schemas.microsoft.com/office/drawing/2014/main" id="{A5CB917F-967F-4DEC-8645-2AAD130C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3181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限量试点</a:t>
            </a:r>
          </a:p>
        </p:txBody>
      </p:sp>
      <p:sp>
        <p:nvSpPr>
          <p:cNvPr id="56" name="PPAGENT_QA|parent=semantic-composition-pilot|within=p3-capacity|role=bar-track-2">
            <a:extLst xmlns:a="http://schemas.openxmlformats.org/drawingml/2006/main">
              <a:ext uri="{FF2B5EF4-FFF2-40B4-BE49-F238E27FC236}">
                <a16:creationId xmlns:a16="http://schemas.microsoft.com/office/drawing/2014/main" id="{0E35031D-5328-49AA-8443-8AAD7D84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375" y="3219450"/>
            <a:ext cx="1285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PAGENT_QA|parent=semantic-composition-pilot|within=p3-capacity|role=bar-fill-2">
            <a:extLst xmlns:a="http://schemas.openxmlformats.org/drawingml/2006/main">
              <a:ext uri="{FF2B5EF4-FFF2-40B4-BE49-F238E27FC236}">
                <a16:creationId xmlns:a16="http://schemas.microsoft.com/office/drawing/2014/main" id="{49CC27A5-26BF-4679-9AC5-964A28B1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375" y="3219450"/>
            <a:ext cx="66865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PAGENT_QA|parent=semantic-composition-pilot|within=p3-capacity|role=bar-value-2">
            <a:extLst xmlns:a="http://schemas.openxmlformats.org/drawingml/2006/main">
              <a:ext uri="{FF2B5EF4-FFF2-40B4-BE49-F238E27FC236}">
                <a16:creationId xmlns:a16="http://schemas.microsoft.com/office/drawing/2014/main" id="{5AA0ACDD-1C97-408C-BCE0-7156A18D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925" y="3181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2.6</a:t>
            </a:r>
          </a:p>
        </p:txBody>
      </p:sp>
      <p:sp>
        <p:nvSpPr>
          <p:cNvPr id="59" name="PPAGENT_QA|parent=semantic-composition-pilot|within=p3-capacity|role=body">
            <a:extLst xmlns:a="http://schemas.openxmlformats.org/drawingml/2006/main">
              <a:ext uri="{FF2B5EF4-FFF2-40B4-BE49-F238E27FC236}">
                <a16:creationId xmlns:a16="http://schemas.microsoft.com/office/drawing/2014/main" id="{5AD16EEA-53DD-48F9-A548-D5F3484C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3333750"/>
            <a:ext cx="3321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模板稳定后预计 1.4 个管理员工作日/周。上述人日为模拟工作量估计，需用阶段二记录校准。</a:t>
            </a:r>
          </a:p>
        </p:txBody>
      </p:sp>
      <p:sp>
        <p:nvSpPr>
          <p:cNvPr id="60" name="PPAGENT_QA|parent=semantic-composition-pilot|within=p3-conclusion|role=heading">
            <a:extLst xmlns:a="http://schemas.openxmlformats.org/drawingml/2006/main">
              <a:ext uri="{FF2B5EF4-FFF2-40B4-BE49-F238E27FC236}">
                <a16:creationId xmlns:a16="http://schemas.microsoft.com/office/drawing/2014/main" id="{DA4372B0-DB51-42FE-A378-B330897E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43400"/>
            <a:ext cx="690753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综合判断｜三证据共同支撑</a:t>
            </a:r>
          </a:p>
        </p:txBody>
      </p:sp>
      <p:sp>
        <p:nvSpPr>
          <p:cNvPr id="61" name="PPAGENT_QA|parent=semantic-composition-pilot|within=p3-conclusion|role=accent">
            <a:extLst xmlns:a="http://schemas.openxmlformats.org/drawingml/2006/main">
              <a:ext uri="{FF2B5EF4-FFF2-40B4-BE49-F238E27FC236}">
                <a16:creationId xmlns:a16="http://schemas.microsoft.com/office/drawing/2014/main" id="{396D1227-7B80-47B8-957A-CD60C644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672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PAGENT_QA|parent=semantic-composition-pilot|within=p3-conclusion|role=decision">
            <a:extLst xmlns:a="http://schemas.openxmlformats.org/drawingml/2006/main">
              <a:ext uri="{FF2B5EF4-FFF2-40B4-BE49-F238E27FC236}">
                <a16:creationId xmlns:a16="http://schemas.microsoft.com/office/drawing/2014/main" id="{7D29807E-D216-4461-BE6A-5F6D25D6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67250"/>
            <a:ext cx="67551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先做 B 的限量试点，再用三周评审决定是否扩大范围。</a:t>
            </a:r>
          </a:p>
        </p:txBody>
      </p:sp>
      <p:sp>
        <p:nvSpPr>
          <p:cNvPr id="63" name="PPAGENT_QA|parent=semantic-composition-pilot|within=p3-conclusion|role=body">
            <a:extLst xmlns:a="http://schemas.openxmlformats.org/drawingml/2006/main">
              <a:ext uri="{FF2B5EF4-FFF2-40B4-BE49-F238E27FC236}">
                <a16:creationId xmlns:a16="http://schemas.microsoft.com/office/drawing/2014/main" id="{72DD17EC-458A-4A93-ACD9-ECF184D3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72100"/>
            <a:ext cx="690753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需求回答入口是否可能复用，记录缺口回答哪里需要先补证据，容量约束回答为什么不能一次全量开放。三类证据的交集支持行动方案，但不支持宣称已经提升效率。</a:t>
            </a:r>
          </a:p>
        </p:txBody>
      </p:sp>
      <p:sp>
        <p:nvSpPr>
          <p:cNvPr id="64" name="PPAGENT_QA|parent=semantic-composition-pilot|within=p3-limit|role=heading">
            <a:extLst xmlns:a="http://schemas.openxmlformats.org/drawingml/2006/main">
              <a:ext uri="{FF2B5EF4-FFF2-40B4-BE49-F238E27FC236}">
                <a16:creationId xmlns:a16="http://schemas.microsoft.com/office/drawing/2014/main" id="{BDD84DDB-FC5E-4590-B70A-98B64D88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105" y="4343400"/>
            <a:ext cx="39700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证据边界与验证</a:t>
            </a:r>
          </a:p>
        </p:txBody>
      </p:sp>
      <p:sp>
        <p:nvSpPr>
          <p:cNvPr id="65" name="PPAGENT_QA|parent=semantic-composition-pilot|within=p3-limit|role=body">
            <a:extLst xmlns:a="http://schemas.openxmlformats.org/drawingml/2006/main">
              <a:ext uri="{FF2B5EF4-FFF2-40B4-BE49-F238E27FC236}">
                <a16:creationId xmlns:a16="http://schemas.microsoft.com/office/drawing/2014/main" id="{BE33FBE2-FDEE-4F5A-BA58-1AADA60E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105" y="4686300"/>
            <a:ext cx="397002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观察没有随机对照，8 周窗口可能受课程周期影响。阶段二需记录字段完整率、首次可用时间、实际工时和异常闭环时间，再按预先写明的门槛复核。</a:t>
            </a:r>
          </a:p>
        </p:txBody>
      </p:sp>
      <p:sp>
        <p:nvSpPr>
          <p:cNvPr id="66" name="PPAGENT_QA|parent=semantic-composition-pilot|within=p3-limit|role=rule">
            <a:extLst xmlns:a="http://schemas.openxmlformats.org/drawingml/2006/main">
              <a:ext uri="{FF2B5EF4-FFF2-40B4-BE49-F238E27FC236}">
                <a16:creationId xmlns:a16="http://schemas.microsoft.com/office/drawing/2014/main" id="{DD330E09-0839-4C3F-8B7B-F019CD95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98105" y="5810250"/>
            <a:ext cx="39700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67" name="PPAGENT_QA|parent=semantic-composition-pilot|within=p3-limit|role=meta">
            <a:extLst xmlns:a="http://schemas.openxmlformats.org/drawingml/2006/main">
              <a:ext uri="{FF2B5EF4-FFF2-40B4-BE49-F238E27FC236}">
                <a16:creationId xmlns:a16="http://schemas.microsoft.com/office/drawing/2014/main" id="{3503E97B-B09E-4382-AE15-EE74DC52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105" y="5924550"/>
            <a:ext cx="39700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若记录不完整或工作量超过容量，暂停扩围并保留当前规模。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2026-09-09T12:15:02.6980000Z</dcterms:created>
  <dcterms:modified xsi:type="dcterms:W3CDTF">2026-09-09T12:15:02.6980000Z</dcterms:modified>
</coreProperties>
</file>