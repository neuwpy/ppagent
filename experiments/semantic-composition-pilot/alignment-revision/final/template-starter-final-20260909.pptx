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e6eaec6bdf44dc" /><Relationship Type="http://schemas.openxmlformats.org/officeDocument/2006/relationships/extended-properties" Target="/docProps/app.xml" Id="Rba59714e30de4420" /><Relationship Type="http://schemas.openxmlformats.org/officeDocument/2006/relationships/officeDocument" Target="/ppt/presentation.xml" Id="Rd1e1c932cc7745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068a63a8a4138"/>
    <p:sldMasterId xmlns:r="http://schemas.openxmlformats.org/officeDocument/2006/relationships" id="2147483660" r:id="R012fc1936bce446e"/>
    <p:sldMasterId xmlns:r="http://schemas.openxmlformats.org/officeDocument/2006/relationships" id="2147483663" r:id="Ra4c1a0babf8946e1"/>
  </p:sldMasterIdLst>
  <p:notesMasterIdLst>
    <p:notesMasterId xmlns:r="http://schemas.openxmlformats.org/officeDocument/2006/relationships" r:id="Rca283ceb4c41453f"/>
  </p:notesMasterIdLst>
  <p:sldIdLst>
    <p:sldId xmlns:r="http://schemas.openxmlformats.org/officeDocument/2006/relationships" id="256" r:id="Rf80389f8fe1142a4"/>
    <p:sldId xmlns:r="http://schemas.openxmlformats.org/officeDocument/2006/relationships" id="257" r:id="R50b4f26641de4e0b"/>
    <p:sldId xmlns:r="http://schemas.openxmlformats.org/officeDocument/2006/relationships" id="258" r:id="R6e083cbf6cc546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b0c4cfaa24260" /><Relationship Type="http://schemas.openxmlformats.org/officeDocument/2006/relationships/slideMaster" Target="/ppt/slideMasters/slideMaster1.xml" Id="Rc1e068a63a8a4138" /><Relationship Type="http://schemas.openxmlformats.org/officeDocument/2006/relationships/slideMaster" Target="/ppt/slideMasters/slideMaster2.xml" Id="R012fc1936bce446e" /><Relationship Type="http://schemas.openxmlformats.org/officeDocument/2006/relationships/slideMaster" Target="/ppt/slideMasters/slideMaster3.xml" Id="Ra4c1a0babf8946e1" /><Relationship Type="http://schemas.openxmlformats.org/officeDocument/2006/relationships/notesMaster" Target="/ppt/notesMasters/notesMaster1.xml" Id="Rca283ceb4c41453f" /><Relationship Type="http://schemas.openxmlformats.org/officeDocument/2006/relationships/presProps" Target="/ppt/presProps.xml" Id="R7d0a20610803438f" /><Relationship Type="http://schemas.openxmlformats.org/officeDocument/2006/relationships/viewProps" Target="/ppt/viewProps.xml" Id="R8dc04436a1734e7e" /><Relationship Type="http://schemas.openxmlformats.org/officeDocument/2006/relationships/tableStyles" Target="/ppt/tableStyles.xml" Id="R9b479291bbc249cf" /><Relationship Type="http://schemas.openxmlformats.org/officeDocument/2006/relationships/slide" Target="/ppt/slides/slide1.xml" Id="Rf80389f8fe1142a4" /><Relationship Type="http://schemas.openxmlformats.org/officeDocument/2006/relationships/slide" Target="/ppt/slides/slide2.xml" Id="R50b4f26641de4e0b" /><Relationship Type="http://schemas.openxmlformats.org/officeDocument/2006/relationships/slide" Target="/ppt/slides/slide3.xml" Id="R6e083cbf6cc546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a6a870b80d0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310525e504105" /><Relationship Type="http://schemas.openxmlformats.org/officeDocument/2006/relationships/notesMaster" Target="/ppt/notesMasters/notesMaster1.xml" Id="R5fe97903d592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77172ba2d42dc" /><Relationship Type="http://schemas.openxmlformats.org/officeDocument/2006/relationships/notesMaster" Target="/ppt/notesMasters/notesMaster1.xml" Id="Rd73bce82a7b643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759ac852e4e64" /><Relationship Type="http://schemas.openxmlformats.org/officeDocument/2006/relationships/notesMaster" Target="/ppt/notesMasters/notesMaster1.xml" Id="Reac99eb30bf2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0f6dd4629458a" /><Relationship Type="http://schemas.openxmlformats.org/officeDocument/2006/relationships/image" Target="/ppt/media/image.jpeg" Id="R38c9295b273b4d2e" /><Relationship Type="http://schemas.openxmlformats.org/officeDocument/2006/relationships/image" Target="/ppt/media/image.png" Id="R75f9a2f9975748f3" /><Relationship Type="http://schemas.openxmlformats.org/officeDocument/2006/relationships/image" Target="/ppt/media/image2.png" Id="Rf453d0543a394c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876da716049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5ccf2389f4550" /><Relationship Type="http://schemas.openxmlformats.org/officeDocument/2006/relationships/image" Target="/ppt/media/image3.png" Id="R29daff02e13f45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fcbc651f746e3" /><Relationship Type="http://schemas.openxmlformats.org/officeDocument/2006/relationships/image" Target="/ppt/media/image4.png" Id="Rb38805512bff42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811fc02b242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8f33cd0be47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a2fc0380e44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7a12a264940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cb4c2655c4bd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7ad0e41d34e5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d62675fc74be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6d0cc766214ce6" /><Relationship Type="http://schemas.openxmlformats.org/officeDocument/2006/relationships/image" Target="/ppt/media/image5.png" Id="Red5402e14efc41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79e7f8b280419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41e0c9368ad4570" /><Relationship Type="http://schemas.openxmlformats.org/officeDocument/2006/relationships/image" Target="/ppt/media/image5.png" Id="R6f029ba3d83b4a2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511cb18aaed49a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9295b273b4d2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9a2f9975748f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3d0543a394c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aff02e13f459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805512bff428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402e14efc41b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29ba3d83b4a2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d4d2d5de6c4f35" /><Relationship Type="http://schemas.openxmlformats.org/officeDocument/2006/relationships/slideLayout" Target="/ppt/slideLayouts/slideLayout1.xml" Id="R7ea2e65a691d4c08" /><Relationship Type="http://schemas.openxmlformats.org/officeDocument/2006/relationships/slideLayout" Target="/ppt/slideLayouts/slideLayout2.xml" Id="R39c863d393f140db" /><Relationship Type="http://schemas.openxmlformats.org/officeDocument/2006/relationships/slideLayout" Target="/ppt/slideLayouts/slideLayout3.xml" Id="Rad42398390434973" /><Relationship Type="http://schemas.openxmlformats.org/officeDocument/2006/relationships/slideLayout" Target="/ppt/slideLayouts/slideLayout4.xml" Id="R34f1c6f619074b7e" /><Relationship Type="http://schemas.openxmlformats.org/officeDocument/2006/relationships/slideLayout" Target="/ppt/slideLayouts/slideLayout5.xml" Id="Reb7220e824354dd0" /><Relationship Type="http://schemas.openxmlformats.org/officeDocument/2006/relationships/slideLayout" Target="/ppt/slideLayouts/slideLayout6.xml" Id="Rccdb6d35419647fc" /><Relationship Type="http://schemas.openxmlformats.org/officeDocument/2006/relationships/slideLayout" Target="/ppt/slideLayouts/slideLayout7.xml" Id="R7107db52592f455d" /><Relationship Type="http://schemas.openxmlformats.org/officeDocument/2006/relationships/slideLayout" Target="/ppt/slideLayouts/slideLayout8.xml" Id="R09cbe31ec81747f9" /><Relationship Type="http://schemas.openxmlformats.org/officeDocument/2006/relationships/slideLayout" Target="/ppt/slideLayouts/slideLayout9.xml" Id="R43ad8da4c96d45f6" /><Relationship Type="http://schemas.openxmlformats.org/officeDocument/2006/relationships/slideLayout" Target="/ppt/slideLayouts/slideLayout10.xml" Id="Rf8c2adcb263a481b" /><Relationship Type="http://schemas.openxmlformats.org/officeDocument/2006/relationships/slideLayout" Target="/ppt/slideLayouts/slideLayout11.xml" Id="Rb815f37dec9543d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0059508827f4037" /><Relationship Type="http://schemas.openxmlformats.org/officeDocument/2006/relationships/slideLayout" Target="/ppt/slideLayouts/slideLayout12.xml" Id="Rb31e410efe80404e" /><Relationship Type="http://schemas.openxmlformats.org/officeDocument/2006/relationships/slideLayout" Target="/ppt/slideLayouts/slideLayout13.xml" Id="R9c63e2f4776241f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a8535f7166a4321" /><Relationship Type="http://schemas.openxmlformats.org/officeDocument/2006/relationships/slideLayout" Target="/ppt/slideLayouts/slideLayout14.xml" Id="R5c45af66b46d4319" /><Relationship Type="http://schemas.openxmlformats.org/officeDocument/2006/relationships/slideLayout" Target="/ppt/slideLayouts/slideLayout15.xml" Id="Rd5bc463dffb944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2e65a691d4c08"/>
    <p:sldLayoutId xmlns:r="http://schemas.openxmlformats.org/officeDocument/2006/relationships" id="2147483650" r:id="R39c863d393f140db"/>
    <p:sldLayoutId xmlns:r="http://schemas.openxmlformats.org/officeDocument/2006/relationships" id="2147483651" r:id="Rad42398390434973"/>
    <p:sldLayoutId xmlns:r="http://schemas.openxmlformats.org/officeDocument/2006/relationships" id="2147483652" r:id="R34f1c6f619074b7e"/>
    <p:sldLayoutId xmlns:r="http://schemas.openxmlformats.org/officeDocument/2006/relationships" id="2147483653" r:id="Reb7220e824354dd0"/>
    <p:sldLayoutId xmlns:r="http://schemas.openxmlformats.org/officeDocument/2006/relationships" id="2147483654" r:id="Rccdb6d35419647fc"/>
    <p:sldLayoutId xmlns:r="http://schemas.openxmlformats.org/officeDocument/2006/relationships" id="2147483655" r:id="R7107db52592f455d"/>
    <p:sldLayoutId xmlns:r="http://schemas.openxmlformats.org/officeDocument/2006/relationships" id="2147483656" r:id="R09cbe31ec81747f9"/>
    <p:sldLayoutId xmlns:r="http://schemas.openxmlformats.org/officeDocument/2006/relationships" id="2147483657" r:id="R43ad8da4c96d45f6"/>
    <p:sldLayoutId xmlns:r="http://schemas.openxmlformats.org/officeDocument/2006/relationships" id="2147483658" r:id="Rf8c2adcb263a481b"/>
    <p:sldLayoutId xmlns:r="http://schemas.openxmlformats.org/officeDocument/2006/relationships" id="2147483659" r:id="Rb815f37dec9543d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31e410efe80404e"/>
    <p:sldLayoutId xmlns:r="http://schemas.openxmlformats.org/officeDocument/2006/relationships" id="2147483662" r:id="R9c63e2f4776241f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c45af66b46d4319"/>
    <p:sldLayoutId xmlns:r="http://schemas.openxmlformats.org/officeDocument/2006/relationships" id="2147483665" r:id="Rd5bc463dffb944a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a44f5c37574ebe" /><Relationship Type="http://schemas.openxmlformats.org/officeDocument/2006/relationships/image" Target="/ppt/media/image6.png" Id="R26472868ec604a67" /><Relationship Type="http://schemas.openxmlformats.org/officeDocument/2006/relationships/notesSlide" Target="/ppt/notesSlides/notesSlide1.xml" Id="R1c5bba7c5a11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9460a56edd48fa" /><Relationship Type="http://schemas.openxmlformats.org/officeDocument/2006/relationships/image" Target="/ppt/media/image6.png" Id="R2a2ef99a40a44ca6" /><Relationship Type="http://schemas.openxmlformats.org/officeDocument/2006/relationships/notesSlide" Target="/ppt/notesSlides/notesSlide2.xml" Id="R89a5883387bd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e76da6256545e4" /><Relationship Type="http://schemas.openxmlformats.org/officeDocument/2006/relationships/image" Target="/ppt/media/image6.png" Id="R6859c1fac0f44104" /><Relationship Type="http://schemas.openxmlformats.org/officeDocument/2006/relationships/notesSlide" Target="/ppt/notesSlides/notesSlide3.xml" Id="R3053f64951c44d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72868ec604a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ef99a40a44c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9c1fac0f4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2026-09-09T12:16:22.1510000Z</dcterms:created>
  <dcterms:modified xsi:type="dcterms:W3CDTF">2026-09-09T12:16:22.1510000Z</dcterms:modified>
</coreProperties>
</file>