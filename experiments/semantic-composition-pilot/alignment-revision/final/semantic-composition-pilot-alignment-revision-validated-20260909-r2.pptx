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8f3c026423480f" /><Relationship Type="http://schemas.openxmlformats.org/officeDocument/2006/relationships/extended-properties" Target="/docProps/app.xml" Id="R17ca15b79d6a4a6f" /><Relationship Type="http://schemas.openxmlformats.org/officeDocument/2006/relationships/officeDocument" Target="/ppt/presentation.xml" Id="Re022d2eef50c49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25213795c4ad8"/>
    <p:sldMasterId xmlns:r="http://schemas.openxmlformats.org/officeDocument/2006/relationships" id="2147483660" r:id="R81557cfcfdd949d4"/>
    <p:sldMasterId xmlns:r="http://schemas.openxmlformats.org/officeDocument/2006/relationships" id="2147483663" r:id="R0e042a665580464c"/>
  </p:sldMasterIdLst>
  <p:notesMasterIdLst>
    <p:notesMasterId xmlns:r="http://schemas.openxmlformats.org/officeDocument/2006/relationships" r:id="R424d242caab24686"/>
  </p:notesMasterIdLst>
  <p:sldIdLst>
    <p:sldId xmlns:r="http://schemas.openxmlformats.org/officeDocument/2006/relationships" id="256" r:id="R517b491e9d2b40b3"/>
    <p:sldId xmlns:r="http://schemas.openxmlformats.org/officeDocument/2006/relationships" id="257" r:id="Rc6f28788fbde4e06"/>
    <p:sldId xmlns:r="http://schemas.openxmlformats.org/officeDocument/2006/relationships" id="258" r:id="R26e70c53150049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0fa8e05313441e" /><Relationship Type="http://schemas.openxmlformats.org/officeDocument/2006/relationships/slideMaster" Target="/ppt/slideMasters/slideMaster1.xml" Id="Rc4e25213795c4ad8" /><Relationship Type="http://schemas.openxmlformats.org/officeDocument/2006/relationships/slideMaster" Target="/ppt/slideMasters/slideMaster2.xml" Id="R81557cfcfdd949d4" /><Relationship Type="http://schemas.openxmlformats.org/officeDocument/2006/relationships/slideMaster" Target="/ppt/slideMasters/slideMaster3.xml" Id="R0e042a665580464c" /><Relationship Type="http://schemas.openxmlformats.org/officeDocument/2006/relationships/notesMaster" Target="/ppt/notesMasters/notesMaster1.xml" Id="R424d242caab24686" /><Relationship Type="http://schemas.openxmlformats.org/officeDocument/2006/relationships/presProps" Target="/ppt/presProps.xml" Id="R9881d8621dd54359" /><Relationship Type="http://schemas.openxmlformats.org/officeDocument/2006/relationships/viewProps" Target="/ppt/viewProps.xml" Id="Ra5ecfec64cb44c33" /><Relationship Type="http://schemas.openxmlformats.org/officeDocument/2006/relationships/tableStyles" Target="/ppt/tableStyles.xml" Id="Rc85e5c4e6ca44d1b" /><Relationship Type="http://schemas.openxmlformats.org/officeDocument/2006/relationships/slide" Target="/ppt/slides/slide1.xml" Id="R517b491e9d2b40b3" /><Relationship Type="http://schemas.openxmlformats.org/officeDocument/2006/relationships/slide" Target="/ppt/slides/slide2.xml" Id="Rc6f28788fbde4e06" /><Relationship Type="http://schemas.openxmlformats.org/officeDocument/2006/relationships/slide" Target="/ppt/slides/slide3.xml" Id="R26e70c53150049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091d1a164f64a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04038fe494b6d" /><Relationship Type="http://schemas.openxmlformats.org/officeDocument/2006/relationships/notesMaster" Target="/ppt/notesMasters/notesMaster1.xml" Id="R512e8342457f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9fd2d642c24c7c" /><Relationship Type="http://schemas.openxmlformats.org/officeDocument/2006/relationships/notesMaster" Target="/ppt/notesMasters/notesMaster1.xml" Id="R75524e26c3a243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308228b2645cb" /><Relationship Type="http://schemas.openxmlformats.org/officeDocument/2006/relationships/notesMaster" Target="/ppt/notesMasters/notesMaster1.xml" Id="R449b0bdcf26b4f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2e2139a634eb8" /><Relationship Type="http://schemas.openxmlformats.org/officeDocument/2006/relationships/image" Target="/ppt/media/image.jpeg" Id="Rb18fca450d1d4bd5" /><Relationship Type="http://schemas.openxmlformats.org/officeDocument/2006/relationships/image" Target="/ppt/media/image.png" Id="R45f4d0f85a7e4f8e" /><Relationship Type="http://schemas.openxmlformats.org/officeDocument/2006/relationships/image" Target="/ppt/media/image2.png" Id="Rb190f9948dfe40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f6200a9b846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e507df1ac4c8b" /><Relationship Type="http://schemas.openxmlformats.org/officeDocument/2006/relationships/image" Target="/ppt/media/image3.png" Id="R7e10c97388e34a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56655f32e412f" /><Relationship Type="http://schemas.openxmlformats.org/officeDocument/2006/relationships/image" Target="/ppt/media/image4.png" Id="Rfdf7c83dece742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0d704126a47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a49e2e96d4e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d39e3c1f645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a928ce25e435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017868f904b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386e953a045d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b905f9ff64a4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e4447ca0fa43e4" /><Relationship Type="http://schemas.openxmlformats.org/officeDocument/2006/relationships/image" Target="/ppt/media/image5.png" Id="R247444129da2483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1c76820ca94f0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0285a5eb6a14e2f" /><Relationship Type="http://schemas.openxmlformats.org/officeDocument/2006/relationships/image" Target="/ppt/media/image5.png" Id="R7e8c8112ebf147c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4630afe9b35489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fca450d1d4bd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4d0f85a7e4f8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0f9948dfe40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0c97388e34aa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7c83dece7426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444129da2483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c8112ebf147c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e077d0db94a48" /><Relationship Type="http://schemas.openxmlformats.org/officeDocument/2006/relationships/slideLayout" Target="/ppt/slideLayouts/slideLayout1.xml" Id="R449697c743f1441a" /><Relationship Type="http://schemas.openxmlformats.org/officeDocument/2006/relationships/slideLayout" Target="/ppt/slideLayouts/slideLayout2.xml" Id="R6662cf6fd39d4d6a" /><Relationship Type="http://schemas.openxmlformats.org/officeDocument/2006/relationships/slideLayout" Target="/ppt/slideLayouts/slideLayout3.xml" Id="R04df2555d01c4457" /><Relationship Type="http://schemas.openxmlformats.org/officeDocument/2006/relationships/slideLayout" Target="/ppt/slideLayouts/slideLayout4.xml" Id="R4c7e6f0e23494423" /><Relationship Type="http://schemas.openxmlformats.org/officeDocument/2006/relationships/slideLayout" Target="/ppt/slideLayouts/slideLayout5.xml" Id="Rb2c802009d784513" /><Relationship Type="http://schemas.openxmlformats.org/officeDocument/2006/relationships/slideLayout" Target="/ppt/slideLayouts/slideLayout6.xml" Id="R38c627c671bb4d0c" /><Relationship Type="http://schemas.openxmlformats.org/officeDocument/2006/relationships/slideLayout" Target="/ppt/slideLayouts/slideLayout7.xml" Id="Rea0560e5234c4df6" /><Relationship Type="http://schemas.openxmlformats.org/officeDocument/2006/relationships/slideLayout" Target="/ppt/slideLayouts/slideLayout8.xml" Id="R1aaf65818f5047c7" /><Relationship Type="http://schemas.openxmlformats.org/officeDocument/2006/relationships/slideLayout" Target="/ppt/slideLayouts/slideLayout9.xml" Id="R1fe6388a91844f0b" /><Relationship Type="http://schemas.openxmlformats.org/officeDocument/2006/relationships/slideLayout" Target="/ppt/slideLayouts/slideLayout10.xml" Id="Rcc30f4ad1a324ab2" /><Relationship Type="http://schemas.openxmlformats.org/officeDocument/2006/relationships/slideLayout" Target="/ppt/slideLayouts/slideLayout11.xml" Id="R5ca0152cba71446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5e5b4dbe2534bda" /><Relationship Type="http://schemas.openxmlformats.org/officeDocument/2006/relationships/slideLayout" Target="/ppt/slideLayouts/slideLayout12.xml" Id="R220600e4fdb24e27" /><Relationship Type="http://schemas.openxmlformats.org/officeDocument/2006/relationships/slideLayout" Target="/ppt/slideLayouts/slideLayout13.xml" Id="R3ad4f2147fae490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60b494b42ae403a" /><Relationship Type="http://schemas.openxmlformats.org/officeDocument/2006/relationships/slideLayout" Target="/ppt/slideLayouts/slideLayout14.xml" Id="R48e7ba951c114d9a" /><Relationship Type="http://schemas.openxmlformats.org/officeDocument/2006/relationships/slideLayout" Target="/ppt/slideLayouts/slideLayout15.xml" Id="R94474281f61f4e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9697c743f1441a"/>
    <p:sldLayoutId xmlns:r="http://schemas.openxmlformats.org/officeDocument/2006/relationships" id="2147483650" r:id="R6662cf6fd39d4d6a"/>
    <p:sldLayoutId xmlns:r="http://schemas.openxmlformats.org/officeDocument/2006/relationships" id="2147483651" r:id="R04df2555d01c4457"/>
    <p:sldLayoutId xmlns:r="http://schemas.openxmlformats.org/officeDocument/2006/relationships" id="2147483652" r:id="R4c7e6f0e23494423"/>
    <p:sldLayoutId xmlns:r="http://schemas.openxmlformats.org/officeDocument/2006/relationships" id="2147483653" r:id="Rb2c802009d784513"/>
    <p:sldLayoutId xmlns:r="http://schemas.openxmlformats.org/officeDocument/2006/relationships" id="2147483654" r:id="R38c627c671bb4d0c"/>
    <p:sldLayoutId xmlns:r="http://schemas.openxmlformats.org/officeDocument/2006/relationships" id="2147483655" r:id="Rea0560e5234c4df6"/>
    <p:sldLayoutId xmlns:r="http://schemas.openxmlformats.org/officeDocument/2006/relationships" id="2147483656" r:id="R1aaf65818f5047c7"/>
    <p:sldLayoutId xmlns:r="http://schemas.openxmlformats.org/officeDocument/2006/relationships" id="2147483657" r:id="R1fe6388a91844f0b"/>
    <p:sldLayoutId xmlns:r="http://schemas.openxmlformats.org/officeDocument/2006/relationships" id="2147483658" r:id="Rcc30f4ad1a324ab2"/>
    <p:sldLayoutId xmlns:r="http://schemas.openxmlformats.org/officeDocument/2006/relationships" id="2147483659" r:id="R5ca0152cba71446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20600e4fdb24e27"/>
    <p:sldLayoutId xmlns:r="http://schemas.openxmlformats.org/officeDocument/2006/relationships" id="2147483662" r:id="R3ad4f2147fae490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8e7ba951c114d9a"/>
    <p:sldLayoutId xmlns:r="http://schemas.openxmlformats.org/officeDocument/2006/relationships" id="2147483665" r:id="R94474281f61f4ed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b9be00051d4f3d" /><Relationship Type="http://schemas.openxmlformats.org/officeDocument/2006/relationships/notesSlide" Target="/ppt/notesSlides/notesSlide1.xml" Id="R6a8acbc3a42f45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46a0019127462a" /><Relationship Type="http://schemas.openxmlformats.org/officeDocument/2006/relationships/notesSlide" Target="/ppt/notesSlides/notesSlide2.xml" Id="R06b630b7ede1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bc0410d85443dc" /><Relationship Type="http://schemas.openxmlformats.org/officeDocument/2006/relationships/notesSlide" Target="/ppt/notesSlides/notesSlide3.xml" Id="R805d98c9c90f4b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分级准入兼顾速度、记录与可回退性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比较决策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1-comparison|role=surface">
            <a:extLst xmlns:a="http://schemas.openxmlformats.org/drawingml/2006/main">
              <a:ext uri="{FF2B5EF4-FFF2-40B4-BE49-F238E27FC236}">
                <a16:creationId xmlns:a16="http://schemas.microsoft.com/office/drawing/2014/main" id="{F1288357-8B13-4C29-8B10-B6102DAD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1-comparison|role=heading">
            <a:extLst xmlns:a="http://schemas.openxmlformats.org/drawingml/2006/main">
              <a:ext uri="{FF2B5EF4-FFF2-40B4-BE49-F238E27FC236}">
                <a16:creationId xmlns:a16="http://schemas.microsoft.com/office/drawing/2014/main" id="{A4825DCD-397B-4A2A-9583-304338DA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同口径比较｜模拟估计</a:t>
            </a:r>
          </a:p>
        </p:txBody>
      </p:sp>
      <p:sp>
        <p:nvSpPr>
          <p:cNvPr id="17" name="PPAGENT_QA|parent=semantic-composition-pilot|within=p1-comparison|role=header-0">
            <a:extLst xmlns:a="http://schemas.openxmlformats.org/drawingml/2006/main">
              <a:ext uri="{FF2B5EF4-FFF2-40B4-BE49-F238E27FC236}">
                <a16:creationId xmlns:a16="http://schemas.microsoft.com/office/drawing/2014/main" id="{ED7D42B6-AF25-41E9-8A98-1029A95F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81200"/>
            <a:ext cx="2059496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PPAGENT_QA|parent=semantic-composition-pilot|within=p1-comparison|role=header-text-0">
            <a:extLst xmlns:a="http://schemas.openxmlformats.org/drawingml/2006/main">
              <a:ext uri="{FF2B5EF4-FFF2-40B4-BE49-F238E27FC236}">
                <a16:creationId xmlns:a16="http://schemas.microsoft.com/office/drawing/2014/main" id="{CA4C5266-C5EA-4AC2-8E3B-F02A74F9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28825"/>
            <a:ext cx="1907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9" name="PPAGENT_QA|parent=semantic-composition-pilot|within=p1-comparison|role=header-1">
            <a:extLst xmlns:a="http://schemas.openxmlformats.org/drawingml/2006/main">
              <a:ext uri="{FF2B5EF4-FFF2-40B4-BE49-F238E27FC236}">
                <a16:creationId xmlns:a16="http://schemas.microsoft.com/office/drawing/2014/main" id="{42672141-F487-48D4-8202-FBC48567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0" name="PPAGENT_QA|parent=semantic-composition-pilot|within=p1-comparison|role=header-text-1">
            <a:extLst xmlns:a="http://schemas.openxmlformats.org/drawingml/2006/main">
              <a:ext uri="{FF2B5EF4-FFF2-40B4-BE49-F238E27FC236}">
                <a16:creationId xmlns:a16="http://schemas.microsoft.com/office/drawing/2014/main" id="{33EBB836-AD11-4C9D-B24B-AD3B6475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 直接开放</a:t>
            </a:r>
          </a:p>
        </p:txBody>
      </p:sp>
      <p:sp>
        <p:nvSpPr>
          <p:cNvPr id="21" name="PPAGENT_QA|parent=semantic-composition-pilot|within=p1-comparison|role=header-2">
            <a:extLst xmlns:a="http://schemas.openxmlformats.org/drawingml/2006/main">
              <a:ext uri="{FF2B5EF4-FFF2-40B4-BE49-F238E27FC236}">
                <a16:creationId xmlns:a16="http://schemas.microsoft.com/office/drawing/2014/main" id="{A497BBEB-78ED-4FB5-A518-75F79EA7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PPAGENT_QA|parent=semantic-composition-pilot|within=p1-comparison|role=header-text-2">
            <a:extLst xmlns:a="http://schemas.openxmlformats.org/drawingml/2006/main">
              <a:ext uri="{FF2B5EF4-FFF2-40B4-BE49-F238E27FC236}">
                <a16:creationId xmlns:a16="http://schemas.microsoft.com/office/drawing/2014/main" id="{7486029A-5235-4BFA-A947-F3CA8453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B 分级准入</a:t>
            </a:r>
          </a:p>
        </p:txBody>
      </p:sp>
      <p:sp>
        <p:nvSpPr>
          <p:cNvPr id="23" name="PPAGENT_QA|parent=semantic-composition-pilot|within=p1-comparison|role=header-3">
            <a:extLst xmlns:a="http://schemas.openxmlformats.org/drawingml/2006/main">
              <a:ext uri="{FF2B5EF4-FFF2-40B4-BE49-F238E27FC236}">
                <a16:creationId xmlns:a16="http://schemas.microsoft.com/office/drawing/2014/main" id="{7FBA53CB-16D6-469C-9CED-9BD179E4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4" name="PPAGENT_QA|parent=semantic-composition-pilot|within=p1-comparison|role=header-text-3">
            <a:extLst xmlns:a="http://schemas.openxmlformats.org/drawingml/2006/main">
              <a:ext uri="{FF2B5EF4-FFF2-40B4-BE49-F238E27FC236}">
                <a16:creationId xmlns:a16="http://schemas.microsoft.com/office/drawing/2014/main" id="{E7DCD615-CED1-4AC3-9829-2364F27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C 全预约制</a:t>
            </a:r>
          </a:p>
        </p:txBody>
      </p:sp>
      <p:sp>
        <p:nvSpPr>
          <p:cNvPr id="25" name="PPAGENT_QA|parent=semantic-composition-pilot|within=p1-comparison|role=cell-0-0">
            <a:extLst xmlns:a="http://schemas.openxmlformats.org/drawingml/2006/main">
              <a:ext uri="{FF2B5EF4-FFF2-40B4-BE49-F238E27FC236}">
                <a16:creationId xmlns:a16="http://schemas.microsoft.com/office/drawing/2014/main" id="{602BD46A-5A64-4B33-AF86-B2FA265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86000"/>
            <a:ext cx="205949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PPAGENT_QA|parent=semantic-composition-pilot|within=p1-comparison|role=cell-text-0-0">
            <a:extLst xmlns:a="http://schemas.openxmlformats.org/drawingml/2006/main">
              <a:ext uri="{FF2B5EF4-FFF2-40B4-BE49-F238E27FC236}">
                <a16:creationId xmlns:a16="http://schemas.microsoft.com/office/drawing/2014/main" id="{9791A564-AA45-4699-B9EA-6E53BBEB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19070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进入方式</a:t>
            </a:r>
          </a:p>
        </p:txBody>
      </p:sp>
      <p:sp>
        <p:nvSpPr>
          <p:cNvPr id="27" name="PPAGENT_QA|parent=semantic-composition-pilot|within=p1-comparison|role=cell-0-1">
            <a:extLst xmlns:a="http://schemas.openxmlformats.org/drawingml/2006/main">
              <a:ext uri="{FF2B5EF4-FFF2-40B4-BE49-F238E27FC236}">
                <a16:creationId xmlns:a16="http://schemas.microsoft.com/office/drawing/2014/main" id="{A4E745D5-06B1-4432-A5CB-FB06FD6A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PPAGENT_QA|parent=semantic-composition-pilot|within=p1-comparison|role=cell-text-0-1">
            <a:extLst xmlns:a="http://schemas.openxmlformats.org/drawingml/2006/main">
              <a:ext uri="{FF2B5EF4-FFF2-40B4-BE49-F238E27FC236}">
                <a16:creationId xmlns:a16="http://schemas.microsoft.com/office/drawing/2014/main" id="{496D2803-160B-40E4-8690-96D7B11D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提交后自动获得环境</a:t>
            </a:r>
          </a:p>
        </p:txBody>
      </p:sp>
      <p:sp>
        <p:nvSpPr>
          <p:cNvPr id="29" name="PPAGENT_QA|parent=semantic-composition-pilot|within=p1-comparison|role=cell-0-2">
            <a:extLst xmlns:a="http://schemas.openxmlformats.org/drawingml/2006/main">
              <a:ext uri="{FF2B5EF4-FFF2-40B4-BE49-F238E27FC236}">
                <a16:creationId xmlns:a16="http://schemas.microsoft.com/office/drawing/2014/main" id="{84F4777F-D024-4351-9844-33F57A5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PPAGENT_QA|parent=semantic-composition-pilot|within=p1-comparison|role=cell-text-0-2">
            <a:extLst xmlns:a="http://schemas.openxmlformats.org/drawingml/2006/main">
              <a:ext uri="{FF2B5EF4-FFF2-40B4-BE49-F238E27FC236}">
                <a16:creationId xmlns:a16="http://schemas.microsoft.com/office/drawing/2014/main" id="{A00691D5-E0E6-48C2-97D5-E468DFE2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资格核对→两周试点→按门槛扩围</a:t>
            </a:r>
          </a:p>
        </p:txBody>
      </p:sp>
      <p:sp>
        <p:nvSpPr>
          <p:cNvPr id="31" name="PPAGENT_QA|parent=semantic-composition-pilot|within=p1-comparison|role=cell-0-3">
            <a:extLst xmlns:a="http://schemas.openxmlformats.org/drawingml/2006/main">
              <a:ext uri="{FF2B5EF4-FFF2-40B4-BE49-F238E27FC236}">
                <a16:creationId xmlns:a16="http://schemas.microsoft.com/office/drawing/2014/main" id="{EA6D7A93-259F-4219-85DA-43E5AE6C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2" name="PPAGENT_QA|parent=semantic-composition-pilot|within=p1-comparison|role=cell-text-0-3">
            <a:extLst xmlns:a="http://schemas.openxmlformats.org/drawingml/2006/main">
              <a:ext uri="{FF2B5EF4-FFF2-40B4-BE49-F238E27FC236}">
                <a16:creationId xmlns:a16="http://schemas.microsoft.com/office/drawing/2014/main" id="{4A750CF7-0EFC-437F-BCE2-D4EC69E4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每次运行先预约、人工确认</a:t>
            </a:r>
          </a:p>
        </p:txBody>
      </p:sp>
      <p:sp>
        <p:nvSpPr>
          <p:cNvPr id="33" name="PPAGENT_QA|parent=semantic-composition-pilot|within=p1-comparison|role=cell-1-0">
            <a:extLst xmlns:a="http://schemas.openxmlformats.org/drawingml/2006/main">
              <a:ext uri="{FF2B5EF4-FFF2-40B4-BE49-F238E27FC236}">
                <a16:creationId xmlns:a16="http://schemas.microsoft.com/office/drawing/2014/main" id="{D9107833-0D46-4F4A-B4C2-91ABD92D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0985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PPAGENT_QA|parent=semantic-composition-pilot|within=p1-comparison|role=cell-text-1-0">
            <a:extLst xmlns:a="http://schemas.openxmlformats.org/drawingml/2006/main">
              <a:ext uri="{FF2B5EF4-FFF2-40B4-BE49-F238E27FC236}">
                <a16:creationId xmlns:a16="http://schemas.microsoft.com/office/drawing/2014/main" id="{3693FE1C-0179-45D9-A9B9-CEC9B0F1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首次可用时间</a:t>
            </a:r>
          </a:p>
        </p:txBody>
      </p:sp>
      <p:sp>
        <p:nvSpPr>
          <p:cNvPr id="35" name="PPAGENT_QA|parent=semantic-composition-pilot|within=p1-comparison|role=cell-1-1">
            <a:extLst xmlns:a="http://schemas.openxmlformats.org/drawingml/2006/main">
              <a:ext uri="{FF2B5EF4-FFF2-40B4-BE49-F238E27FC236}">
                <a16:creationId xmlns:a16="http://schemas.microsoft.com/office/drawing/2014/main" id="{35146428-6F5B-4B8C-ABBD-BAFDC5CB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PPAGENT_QA|parent=semantic-composition-pilot|within=p1-comparison|role=cell-text-1-1">
            <a:extLst xmlns:a="http://schemas.openxmlformats.org/drawingml/2006/main">
              <a:ext uri="{FF2B5EF4-FFF2-40B4-BE49-F238E27FC236}">
                <a16:creationId xmlns:a16="http://schemas.microsoft.com/office/drawing/2014/main" id="{2D099868-9FB0-4C29-992A-DA0DC7DB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1 个工作日</a:t>
            </a:r>
          </a:p>
        </p:txBody>
      </p:sp>
      <p:sp>
        <p:nvSpPr>
          <p:cNvPr id="37" name="PPAGENT_QA|parent=semantic-composition-pilot|within=p1-comparison|role=cell-1-2">
            <a:extLst xmlns:a="http://schemas.openxmlformats.org/drawingml/2006/main">
              <a:ext uri="{FF2B5EF4-FFF2-40B4-BE49-F238E27FC236}">
                <a16:creationId xmlns:a16="http://schemas.microsoft.com/office/drawing/2014/main" id="{F46FCEA1-3584-4C34-93B3-9BC713D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PPAGENT_QA|parent=semantic-composition-pilot|within=p1-comparison|role=cell-text-1-2">
            <a:extLst xmlns:a="http://schemas.openxmlformats.org/drawingml/2006/main">
              <a:ext uri="{FF2B5EF4-FFF2-40B4-BE49-F238E27FC236}">
                <a16:creationId xmlns:a16="http://schemas.microsoft.com/office/drawing/2014/main" id="{C7E76621-2C48-4077-808B-73056784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约 3 个工作日；固定名单后约 1 个工作日</a:t>
            </a:r>
          </a:p>
        </p:txBody>
      </p:sp>
      <p:sp>
        <p:nvSpPr>
          <p:cNvPr id="39" name="PPAGENT_QA|parent=semantic-composition-pilot|within=p1-comparison|role=cell-1-3">
            <a:extLst xmlns:a="http://schemas.openxmlformats.org/drawingml/2006/main">
              <a:ext uri="{FF2B5EF4-FFF2-40B4-BE49-F238E27FC236}">
                <a16:creationId xmlns:a16="http://schemas.microsoft.com/office/drawing/2014/main" id="{9CB581F7-FEFC-4E30-924F-FAA5743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PPAGENT_QA|parent=semantic-composition-pilot|within=p1-comparison|role=cell-text-1-3">
            <a:extLst xmlns:a="http://schemas.openxmlformats.org/drawingml/2006/main">
              <a:ext uri="{FF2B5EF4-FFF2-40B4-BE49-F238E27FC236}">
                <a16:creationId xmlns:a16="http://schemas.microsoft.com/office/drawing/2014/main" id="{257A70D4-3178-4DBF-B6F8-57D02AC7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4 个工作日；取决于预约空档</a:t>
            </a:r>
          </a:p>
        </p:txBody>
      </p:sp>
      <p:sp>
        <p:nvSpPr>
          <p:cNvPr id="41" name="PPAGENT_QA|parent=semantic-composition-pilot|within=p1-comparison|role=cell-2-0">
            <a:extLst xmlns:a="http://schemas.openxmlformats.org/drawingml/2006/main">
              <a:ext uri="{FF2B5EF4-FFF2-40B4-BE49-F238E27FC236}">
                <a16:creationId xmlns:a16="http://schemas.microsoft.com/office/drawing/2014/main" id="{31BBD7FA-ACC3-406C-ACFA-D3CE0500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7050"/>
            <a:ext cx="20594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PPAGENT_QA|parent=semantic-composition-pilot|within=p1-comparison|role=cell-text-2-0">
            <a:extLst xmlns:a="http://schemas.openxmlformats.org/drawingml/2006/main">
              <a:ext uri="{FF2B5EF4-FFF2-40B4-BE49-F238E27FC236}">
                <a16:creationId xmlns:a16="http://schemas.microsoft.com/office/drawing/2014/main" id="{8DFE5638-1F57-4BB4-B4EC-D208E6FA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95625"/>
            <a:ext cx="19070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初期人工投入</a:t>
            </a:r>
          </a:p>
        </p:txBody>
      </p:sp>
      <p:sp>
        <p:nvSpPr>
          <p:cNvPr id="43" name="PPAGENT_QA|parent=semantic-composition-pilot|within=p1-comparison|role=cell-2-1">
            <a:extLst xmlns:a="http://schemas.openxmlformats.org/drawingml/2006/main">
              <a:ext uri="{FF2B5EF4-FFF2-40B4-BE49-F238E27FC236}">
                <a16:creationId xmlns:a16="http://schemas.microsoft.com/office/drawing/2014/main" id="{018EDCA1-3161-4464-A478-82B408B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4" name="PPAGENT_QA|parent=semantic-composition-pilot|within=p1-comparison|role=cell-text-2-1">
            <a:extLst xmlns:a="http://schemas.openxmlformats.org/drawingml/2006/main">
              <a:ext uri="{FF2B5EF4-FFF2-40B4-BE49-F238E27FC236}">
                <a16:creationId xmlns:a16="http://schemas.microsoft.com/office/drawing/2014/main" id="{5D04C19D-DA72-47D0-9511-BA8408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管理员工作日/周：1.5</a:t>
            </a:r>
          </a:p>
        </p:txBody>
      </p:sp>
      <p:sp>
        <p:nvSpPr>
          <p:cNvPr id="45" name="PPAGENT_QA|parent=semantic-composition-pilot|within=p1-comparison|role=cell-2-2">
            <a:extLst xmlns:a="http://schemas.openxmlformats.org/drawingml/2006/main">
              <a:ext uri="{FF2B5EF4-FFF2-40B4-BE49-F238E27FC236}">
                <a16:creationId xmlns:a16="http://schemas.microsoft.com/office/drawing/2014/main" id="{07B45F6E-3141-46C7-B2D7-3738077A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1-comparison|role=cell-text-2-2">
            <a:extLst xmlns:a="http://schemas.openxmlformats.org/drawingml/2006/main">
              <a:ext uri="{FF2B5EF4-FFF2-40B4-BE49-F238E27FC236}">
                <a16:creationId xmlns:a16="http://schemas.microsoft.com/office/drawing/2014/main" id="{AA600AB3-B78C-45FE-BC1D-6D43FE94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管理员工作日/周：试点 2.6；稳定后估计 1.4</a:t>
            </a:r>
          </a:p>
        </p:txBody>
      </p:sp>
      <p:sp>
        <p:nvSpPr>
          <p:cNvPr id="47" name="PPAGENT_QA|parent=semantic-composition-pilot|within=p1-comparison|role=cell-2-3">
            <a:extLst xmlns:a="http://schemas.openxmlformats.org/drawingml/2006/main">
              <a:ext uri="{FF2B5EF4-FFF2-40B4-BE49-F238E27FC236}">
                <a16:creationId xmlns:a16="http://schemas.microsoft.com/office/drawing/2014/main" id="{261D89FA-52E9-4278-B689-88D32953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8" name="PPAGENT_QA|parent=semantic-composition-pilot|within=p1-comparison|role=cell-text-2-3">
            <a:extLst xmlns:a="http://schemas.openxmlformats.org/drawingml/2006/main">
              <a:ext uri="{FF2B5EF4-FFF2-40B4-BE49-F238E27FC236}">
                <a16:creationId xmlns:a16="http://schemas.microsoft.com/office/drawing/2014/main" id="{CEFE31AB-116E-4A40-B7B6-BBC885CE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管理员工作日/周：5.0</a:t>
            </a:r>
          </a:p>
        </p:txBody>
      </p:sp>
      <p:sp>
        <p:nvSpPr>
          <p:cNvPr id="49" name="PPAGENT_QA|parent=semantic-composition-pilot|within=p1-comparison|role=cell-3-0">
            <a:extLst xmlns:a="http://schemas.openxmlformats.org/drawingml/2006/main">
              <a:ext uri="{FF2B5EF4-FFF2-40B4-BE49-F238E27FC236}">
                <a16:creationId xmlns:a16="http://schemas.microsoft.com/office/drawing/2014/main" id="{19641578-71F3-4851-88DB-BBD7DC49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8140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PPAGENT_QA|parent=semantic-composition-pilot|within=p1-comparison|role=cell-text-3-0">
            <a:extLst xmlns:a="http://schemas.openxmlformats.org/drawingml/2006/main">
              <a:ext uri="{FF2B5EF4-FFF2-40B4-BE49-F238E27FC236}">
                <a16:creationId xmlns:a16="http://schemas.microsoft.com/office/drawing/2014/main" id="{4D809FB4-8D89-42A2-A02F-FF1D9D40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0997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记录与回溯</a:t>
            </a:r>
          </a:p>
        </p:txBody>
      </p:sp>
      <p:sp>
        <p:nvSpPr>
          <p:cNvPr id="51" name="PPAGENT_QA|parent=semantic-composition-pilot|within=p1-comparison|role=cell-3-1">
            <a:extLst xmlns:a="http://schemas.openxmlformats.org/drawingml/2006/main">
              <a:ext uri="{FF2B5EF4-FFF2-40B4-BE49-F238E27FC236}">
                <a16:creationId xmlns:a16="http://schemas.microsoft.com/office/drawing/2014/main" id="{CD536674-9853-47A7-99C6-C872FB4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2" name="PPAGENT_QA|parent=semantic-composition-pilot|within=p1-comparison|role=cell-text-3-1">
            <a:extLst xmlns:a="http://schemas.openxmlformats.org/drawingml/2006/main">
              <a:ext uri="{FF2B5EF4-FFF2-40B4-BE49-F238E27FC236}">
                <a16:creationId xmlns:a16="http://schemas.microsoft.com/office/drawing/2014/main" id="{A29F7008-ABA8-4DFF-A416-B3187EBD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低：缺入场和异常字段</a:t>
            </a:r>
          </a:p>
        </p:txBody>
      </p:sp>
      <p:sp>
        <p:nvSpPr>
          <p:cNvPr id="53" name="PPAGENT_QA|parent=semantic-composition-pilot|within=p1-comparison|role=cell-3-2">
            <a:extLst xmlns:a="http://schemas.openxmlformats.org/drawingml/2006/main">
              <a:ext uri="{FF2B5EF4-FFF2-40B4-BE49-F238E27FC236}">
                <a16:creationId xmlns:a16="http://schemas.microsoft.com/office/drawing/2014/main" id="{04B526AF-229B-433C-84F1-9446B59D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4" name="PPAGENT_QA|parent=semantic-composition-pilot|within=p1-comparison|role=cell-text-3-2">
            <a:extLst xmlns:a="http://schemas.openxmlformats.org/drawingml/2006/main">
              <a:ext uri="{FF2B5EF4-FFF2-40B4-BE49-F238E27FC236}">
                <a16:creationId xmlns:a16="http://schemas.microsoft.com/office/drawing/2014/main" id="{5A0AB44C-E769-4C92-B28D-79F15750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中高：申请、参数、输出、异常分阶段记录</a:t>
            </a:r>
          </a:p>
        </p:txBody>
      </p:sp>
      <p:sp>
        <p:nvSpPr>
          <p:cNvPr id="55" name="PPAGENT_QA|parent=semantic-composition-pilot|within=p1-comparison|role=cell-3-3">
            <a:extLst xmlns:a="http://schemas.openxmlformats.org/drawingml/2006/main">
              <a:ext uri="{FF2B5EF4-FFF2-40B4-BE49-F238E27FC236}">
                <a16:creationId xmlns:a16="http://schemas.microsoft.com/office/drawing/2014/main" id="{7610605D-B1F4-4E00-9DD8-4D8B4CD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6" name="PPAGENT_QA|parent=semantic-composition-pilot|within=p1-comparison|role=cell-text-3-3">
            <a:extLst xmlns:a="http://schemas.openxmlformats.org/drawingml/2006/main">
              <a:ext uri="{FF2B5EF4-FFF2-40B4-BE49-F238E27FC236}">
                <a16:creationId xmlns:a16="http://schemas.microsoft.com/office/drawing/2014/main" id="{281D47BA-10CF-46B2-8D67-CC28CA56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高：每次由管理员登记</a:t>
            </a:r>
          </a:p>
        </p:txBody>
      </p:sp>
      <p:sp>
        <p:nvSpPr>
          <p:cNvPr id="57" name="PPAGENT_QA|parent=semantic-composition-pilot|within=p1-comparison|role=cell-4-0">
            <a:extLst xmlns:a="http://schemas.openxmlformats.org/drawingml/2006/main">
              <a:ext uri="{FF2B5EF4-FFF2-40B4-BE49-F238E27FC236}">
                <a16:creationId xmlns:a16="http://schemas.microsoft.com/office/drawing/2014/main" id="{C75E9CEA-36AB-4B1E-8E61-F89933EB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205949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8" name="PPAGENT_QA|parent=semantic-composition-pilot|within=p1-comparison|role=cell-text-4-0">
            <a:extLst xmlns:a="http://schemas.openxmlformats.org/drawingml/2006/main">
              <a:ext uri="{FF2B5EF4-FFF2-40B4-BE49-F238E27FC236}">
                <a16:creationId xmlns:a16="http://schemas.microsoft.com/office/drawing/2014/main" id="{2A211341-3E54-493F-8263-A367E930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67175"/>
            <a:ext cx="19070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预估未闭环/季度</a:t>
            </a:r>
          </a:p>
        </p:txBody>
      </p:sp>
      <p:sp>
        <p:nvSpPr>
          <p:cNvPr id="59" name="PPAGENT_QA|parent=semantic-composition-pilot|within=p1-comparison|role=cell-4-1">
            <a:extLst xmlns:a="http://schemas.openxmlformats.org/drawingml/2006/main">
              <a:ext uri="{FF2B5EF4-FFF2-40B4-BE49-F238E27FC236}">
                <a16:creationId xmlns:a16="http://schemas.microsoft.com/office/drawing/2014/main" id="{1489986A-333E-4FB0-BE94-62DDC995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0" name="PPAGENT_QA|parent=semantic-composition-pilot|within=p1-comparison|role=cell-text-4-1">
            <a:extLst xmlns:a="http://schemas.openxmlformats.org/drawingml/2006/main">
              <a:ext uri="{FF2B5EF4-FFF2-40B4-BE49-F238E27FC236}">
                <a16:creationId xmlns:a16="http://schemas.microsoft.com/office/drawing/2014/main" id="{A9AE39B5-3AB2-4EA2-A7B8-C1F0AE38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 份</a:t>
            </a:r>
          </a:p>
        </p:txBody>
      </p:sp>
      <p:sp>
        <p:nvSpPr>
          <p:cNvPr id="61" name="PPAGENT_QA|parent=semantic-composition-pilot|within=p1-comparison|role=cell-4-2">
            <a:extLst xmlns:a="http://schemas.openxmlformats.org/drawingml/2006/main">
              <a:ext uri="{FF2B5EF4-FFF2-40B4-BE49-F238E27FC236}">
                <a16:creationId xmlns:a16="http://schemas.microsoft.com/office/drawing/2014/main" id="{3443E6ED-A930-4F0B-BEA9-CAA99A0E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2" name="PPAGENT_QA|parent=semantic-composition-pilot|within=p1-comparison|role=cell-text-4-2">
            <a:extLst xmlns:a="http://schemas.openxmlformats.org/drawingml/2006/main">
              <a:ext uri="{FF2B5EF4-FFF2-40B4-BE49-F238E27FC236}">
                <a16:creationId xmlns:a16="http://schemas.microsoft.com/office/drawing/2014/main" id="{E8D542E0-F8DA-4761-9424-2A37F651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 份</a:t>
            </a:r>
          </a:p>
        </p:txBody>
      </p:sp>
      <p:sp>
        <p:nvSpPr>
          <p:cNvPr id="63" name="PPAGENT_QA|parent=semantic-composition-pilot|within=p1-comparison|role=cell-4-3">
            <a:extLst xmlns:a="http://schemas.openxmlformats.org/drawingml/2006/main">
              <a:ext uri="{FF2B5EF4-FFF2-40B4-BE49-F238E27FC236}">
                <a16:creationId xmlns:a16="http://schemas.microsoft.com/office/drawing/2014/main" id="{30A63BA5-6DBC-44CA-A5C9-07CD8732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4" name="PPAGENT_QA|parent=semantic-composition-pilot|within=p1-comparison|role=cell-text-4-3">
            <a:extLst xmlns:a="http://schemas.openxmlformats.org/drawingml/2006/main">
              <a:ext uri="{FF2B5EF4-FFF2-40B4-BE49-F238E27FC236}">
                <a16:creationId xmlns:a16="http://schemas.microsoft.com/office/drawing/2014/main" id="{A9241D8F-B395-499F-9F63-21694A8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 份</a:t>
            </a:r>
          </a:p>
        </p:txBody>
      </p:sp>
      <p:sp>
        <p:nvSpPr>
          <p:cNvPr id="65" name="PPAGENT_QA|parent=semantic-composition-pilot|within=p1-comparison|role=cell-5-0">
            <a:extLst xmlns:a="http://schemas.openxmlformats.org/drawingml/2006/main">
              <a:ext uri="{FF2B5EF4-FFF2-40B4-BE49-F238E27FC236}">
                <a16:creationId xmlns:a16="http://schemas.microsoft.com/office/drawing/2014/main" id="{B64E9064-C096-4D52-A025-3524D04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6" name="PPAGENT_QA|parent=semantic-composition-pilot|within=p1-comparison|role=cell-text-5-0">
            <a:extLst xmlns:a="http://schemas.openxmlformats.org/drawingml/2006/main">
              <a:ext uri="{FF2B5EF4-FFF2-40B4-BE49-F238E27FC236}">
                <a16:creationId xmlns:a16="http://schemas.microsoft.com/office/drawing/2014/main" id="{B468DDB8-61A0-4EAA-998E-355580E4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9102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失败时动作</a:t>
            </a:r>
          </a:p>
        </p:txBody>
      </p:sp>
      <p:sp>
        <p:nvSpPr>
          <p:cNvPr id="67" name="PPAGENT_QA|parent=semantic-composition-pilot|within=p1-comparison|role=cell-5-1">
            <a:extLst xmlns:a="http://schemas.openxmlformats.org/drawingml/2006/main">
              <a:ext uri="{FF2B5EF4-FFF2-40B4-BE49-F238E27FC236}">
                <a16:creationId xmlns:a16="http://schemas.microsoft.com/office/drawing/2014/main" id="{25403062-77A3-41C6-90D5-20C42D11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8" name="PPAGENT_QA|parent=semantic-composition-pilot|within=p1-comparison|role=cell-text-5-1">
            <a:extLst xmlns:a="http://schemas.openxmlformats.org/drawingml/2006/main">
              <a:ext uri="{FF2B5EF4-FFF2-40B4-BE49-F238E27FC236}">
                <a16:creationId xmlns:a16="http://schemas.microsoft.com/office/drawing/2014/main" id="{11303390-A349-4275-B351-1F61BCE2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难回收已开放权限</a:t>
            </a:r>
          </a:p>
        </p:txBody>
      </p:sp>
      <p:sp>
        <p:nvSpPr>
          <p:cNvPr id="69" name="PPAGENT_QA|parent=semantic-composition-pilot|within=p1-comparison|role=cell-5-2">
            <a:extLst xmlns:a="http://schemas.openxmlformats.org/drawingml/2006/main">
              <a:ext uri="{FF2B5EF4-FFF2-40B4-BE49-F238E27FC236}">
                <a16:creationId xmlns:a16="http://schemas.microsoft.com/office/drawing/2014/main" id="{CBA2EB1C-6B3F-4BFB-AD2F-C77610F8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0" name="PPAGENT_QA|parent=semantic-composition-pilot|within=p1-comparison|role=cell-text-5-2">
            <a:extLst xmlns:a="http://schemas.openxmlformats.org/drawingml/2006/main">
              <a:ext uri="{FF2B5EF4-FFF2-40B4-BE49-F238E27FC236}">
                <a16:creationId xmlns:a16="http://schemas.microsoft.com/office/drawing/2014/main" id="{68D077CC-8C3F-45BD-953D-93B25CC5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暂停新申请，留在试点内修规则</a:t>
            </a:r>
          </a:p>
        </p:txBody>
      </p:sp>
      <p:sp>
        <p:nvSpPr>
          <p:cNvPr id="71" name="PPAGENT_QA|parent=semantic-composition-pilot|within=p1-comparison|role=cell-5-3">
            <a:extLst xmlns:a="http://schemas.openxmlformats.org/drawingml/2006/main">
              <a:ext uri="{FF2B5EF4-FFF2-40B4-BE49-F238E27FC236}">
                <a16:creationId xmlns:a16="http://schemas.microsoft.com/office/drawing/2014/main" id="{BEA19904-3F25-4BFD-BEC5-D5AF6AD9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2" name="PPAGENT_QA|parent=semantic-composition-pilot|within=p1-comparison|role=cell-text-5-3">
            <a:extLst xmlns:a="http://schemas.openxmlformats.org/drawingml/2006/main">
              <a:ext uri="{FF2B5EF4-FFF2-40B4-BE49-F238E27FC236}">
                <a16:creationId xmlns:a16="http://schemas.microsoft.com/office/drawing/2014/main" id="{44A42484-9BA3-4D79-9590-753D31E2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缩减预约时段并重新排队</a:t>
            </a:r>
          </a:p>
        </p:txBody>
      </p:sp>
      <p:sp>
        <p:nvSpPr>
          <p:cNvPr id="73" name="PPAGENT_QA|parent=semantic-composition-pilot|within=p1-decision|role=heading">
            <a:extLst xmlns:a="http://schemas.openxmlformats.org/drawingml/2006/main">
              <a:ext uri="{FF2B5EF4-FFF2-40B4-BE49-F238E27FC236}">
                <a16:creationId xmlns:a16="http://schemas.microsoft.com/office/drawing/2014/main" id="{BA8DACF6-7BD8-4442-9717-423D6A7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569768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支持的选择</a:t>
            </a:r>
          </a:p>
        </p:txBody>
      </p:sp>
      <p:sp>
        <p:nvSpPr>
          <p:cNvPr id="74" name="PPAGENT_QA|parent=semantic-composition-pilot|within=p1-decision|role=accent">
            <a:extLst xmlns:a="http://schemas.openxmlformats.org/drawingml/2006/main">
              <a:ext uri="{FF2B5EF4-FFF2-40B4-BE49-F238E27FC236}">
                <a16:creationId xmlns:a16="http://schemas.microsoft.com/office/drawing/2014/main" id="{EAFF7EA6-39EB-4ACC-811F-892D50E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PAGENT_QA|parent=semantic-composition-pilot|within=p1-decision|role=decision">
            <a:extLst xmlns:a="http://schemas.openxmlformats.org/drawingml/2006/main">
              <a:ext uri="{FF2B5EF4-FFF2-40B4-BE49-F238E27FC236}">
                <a16:creationId xmlns:a16="http://schemas.microsoft.com/office/drawing/2014/main" id="{9591154E-ECB7-4253-A634-1E4C3C39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48300"/>
            <a:ext cx="554528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先试行 B。A 只作高峰期临时应急入口，C 保留给高风险项目。</a:t>
            </a:r>
          </a:p>
        </p:txBody>
      </p:sp>
      <p:sp>
        <p:nvSpPr>
          <p:cNvPr id="76" name="PPAGENT_QA|parent=semantic-composition-pilot|within=p1-decision|role=detail">
            <a:extLst xmlns:a="http://schemas.openxmlformats.org/drawingml/2006/main">
              <a:ext uri="{FF2B5EF4-FFF2-40B4-BE49-F238E27FC236}">
                <a16:creationId xmlns:a16="http://schemas.microsoft.com/office/drawing/2014/main" id="{B099BAD3-E9CB-4CAC-9BF1-5EE9253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5697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选择 B 只牺牲少量首次访问速度，换取可检查记录和可逆的暂停动作。</a:t>
            </a:r>
          </a:p>
        </p:txBody>
      </p:sp>
      <p:sp>
        <p:nvSpPr>
          <p:cNvPr id="77" name="PPAGENT_QA|parent=semantic-composition-pilot|within=p1-assumptions|role=heading">
            <a:extLst xmlns:a="http://schemas.openxmlformats.org/drawingml/2006/main">
              <a:ext uri="{FF2B5EF4-FFF2-40B4-BE49-F238E27FC236}">
                <a16:creationId xmlns:a16="http://schemas.microsoft.com/office/drawing/2014/main" id="{FA01C1F4-F80D-4954-A9AE-54A5F16D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124450"/>
            <a:ext cx="525606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前提与边界</a:t>
            </a:r>
          </a:p>
        </p:txBody>
      </p:sp>
      <p:sp>
        <p:nvSpPr>
          <p:cNvPr id="78" name="PPAGENT_QA|parent=semantic-composition-pilot|within=p1-assumptions|role=body">
            <a:extLst xmlns:a="http://schemas.openxmlformats.org/drawingml/2006/main">
              <a:ext uri="{FF2B5EF4-FFF2-40B4-BE49-F238E27FC236}">
                <a16:creationId xmlns:a16="http://schemas.microsoft.com/office/drawing/2014/main" id="{CE0454A0-BE54-4B4F-8880-A16DD6D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467350"/>
            <a:ext cx="525606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三种模型共享模拟需求和管理员容量假设。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估计尚未由真实运行验证；需求结构变化或高风险申请增加，都可能改变排序。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每一步都产生下一道关口需要的证据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过程与门槛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A2F838C1-B03A-4C1D-94BC-7654B802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565" y="2471642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B8A3261D-81DA-42D7-8C8E-F1CFFD67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6087" y="214944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5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7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3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67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7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57845BE8-89FA-47C0-9C80-3998FC88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561" y="1826905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11" y="83306"/>
                </a:lnTo>
                <a:lnTo>
                  <a:pt x="447980" y="81277"/>
                </a:lnTo>
                <a:lnTo>
                  <a:pt x="466858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5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5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3BD7CFE5-0FD0-45E3-848D-1B5CECBB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5560" y="3091577"/>
            <a:ext cx="269558" cy="421243"/>
          </a:xfrm>
          <a:custGeom xmlns:a="http://schemas.openxmlformats.org/drawingml/2006/main">
            <a:pathLst>
              <a:path w="269558" h="421243">
                <a:moveTo>
                  <a:pt x="0" y="421243"/>
                </a:moveTo>
                <a:lnTo>
                  <a:pt x="0" y="402469"/>
                </a:lnTo>
                <a:lnTo>
                  <a:pt x="0" y="383696"/>
                </a:lnTo>
                <a:lnTo>
                  <a:pt x="0" y="364912"/>
                </a:lnTo>
                <a:lnTo>
                  <a:pt x="0" y="346139"/>
                </a:lnTo>
                <a:lnTo>
                  <a:pt x="0" y="327355"/>
                </a:lnTo>
                <a:lnTo>
                  <a:pt x="0" y="308581"/>
                </a:lnTo>
                <a:lnTo>
                  <a:pt x="0" y="289798"/>
                </a:lnTo>
                <a:lnTo>
                  <a:pt x="0" y="271024"/>
                </a:lnTo>
                <a:lnTo>
                  <a:pt x="0" y="252241"/>
                </a:lnTo>
                <a:lnTo>
                  <a:pt x="0" y="233467"/>
                </a:lnTo>
                <a:lnTo>
                  <a:pt x="0" y="214684"/>
                </a:lnTo>
                <a:lnTo>
                  <a:pt x="0" y="195910"/>
                </a:lnTo>
                <a:lnTo>
                  <a:pt x="0" y="177127"/>
                </a:lnTo>
                <a:lnTo>
                  <a:pt x="0" y="158353"/>
                </a:lnTo>
                <a:lnTo>
                  <a:pt x="0" y="139570"/>
                </a:lnTo>
                <a:lnTo>
                  <a:pt x="0" y="120796"/>
                </a:lnTo>
                <a:lnTo>
                  <a:pt x="0" y="102022"/>
                </a:lnTo>
                <a:lnTo>
                  <a:pt x="5286" y="87030"/>
                </a:lnTo>
                <a:lnTo>
                  <a:pt x="23070" y="81001"/>
                </a:lnTo>
                <a:lnTo>
                  <a:pt x="40853" y="74962"/>
                </a:lnTo>
                <a:lnTo>
                  <a:pt x="58636" y="68932"/>
                </a:lnTo>
                <a:lnTo>
                  <a:pt x="76419" y="62903"/>
                </a:lnTo>
                <a:lnTo>
                  <a:pt x="94202" y="56864"/>
                </a:lnTo>
                <a:lnTo>
                  <a:pt x="111985" y="50835"/>
                </a:lnTo>
                <a:lnTo>
                  <a:pt x="129769" y="44806"/>
                </a:lnTo>
                <a:lnTo>
                  <a:pt x="147552" y="38776"/>
                </a:lnTo>
                <a:lnTo>
                  <a:pt x="165335" y="32737"/>
                </a:lnTo>
                <a:lnTo>
                  <a:pt x="183118" y="26708"/>
                </a:lnTo>
                <a:lnTo>
                  <a:pt x="200901" y="20679"/>
                </a:lnTo>
                <a:lnTo>
                  <a:pt x="218684" y="14640"/>
                </a:lnTo>
                <a:lnTo>
                  <a:pt x="236468" y="8611"/>
                </a:lnTo>
                <a:lnTo>
                  <a:pt x="254251" y="2581"/>
                </a:lnTo>
                <a:lnTo>
                  <a:pt x="269558" y="0"/>
                </a:lnTo>
                <a:lnTo>
                  <a:pt x="269558" y="18774"/>
                </a:lnTo>
                <a:lnTo>
                  <a:pt x="269558" y="37557"/>
                </a:lnTo>
                <a:lnTo>
                  <a:pt x="269558" y="56331"/>
                </a:lnTo>
                <a:lnTo>
                  <a:pt x="269558" y="75114"/>
                </a:lnTo>
                <a:lnTo>
                  <a:pt x="269558" y="93888"/>
                </a:lnTo>
                <a:lnTo>
                  <a:pt x="269558" y="112671"/>
                </a:lnTo>
                <a:lnTo>
                  <a:pt x="269558" y="131445"/>
                </a:lnTo>
                <a:lnTo>
                  <a:pt x="269558" y="150228"/>
                </a:lnTo>
                <a:lnTo>
                  <a:pt x="269558" y="169002"/>
                </a:lnTo>
                <a:lnTo>
                  <a:pt x="269558" y="187785"/>
                </a:lnTo>
                <a:lnTo>
                  <a:pt x="269558" y="206559"/>
                </a:lnTo>
                <a:lnTo>
                  <a:pt x="269558" y="225342"/>
                </a:lnTo>
                <a:lnTo>
                  <a:pt x="269558" y="244116"/>
                </a:lnTo>
                <a:lnTo>
                  <a:pt x="269558" y="262900"/>
                </a:lnTo>
                <a:lnTo>
                  <a:pt x="269558" y="281673"/>
                </a:lnTo>
                <a:lnTo>
                  <a:pt x="269558" y="300457"/>
                </a:lnTo>
                <a:lnTo>
                  <a:pt x="259975" y="312849"/>
                </a:lnTo>
                <a:lnTo>
                  <a:pt x="242649" y="320069"/>
                </a:lnTo>
                <a:lnTo>
                  <a:pt x="225314" y="327298"/>
                </a:lnTo>
                <a:lnTo>
                  <a:pt x="207988" y="334528"/>
                </a:lnTo>
                <a:lnTo>
                  <a:pt x="190652" y="341757"/>
                </a:lnTo>
                <a:lnTo>
                  <a:pt x="173317" y="348977"/>
                </a:lnTo>
                <a:lnTo>
                  <a:pt x="155991" y="356206"/>
                </a:lnTo>
                <a:lnTo>
                  <a:pt x="138655" y="363436"/>
                </a:lnTo>
                <a:lnTo>
                  <a:pt x="121320" y="370656"/>
                </a:lnTo>
                <a:lnTo>
                  <a:pt x="103994" y="377885"/>
                </a:lnTo>
                <a:lnTo>
                  <a:pt x="86658" y="385115"/>
                </a:lnTo>
                <a:lnTo>
                  <a:pt x="69332" y="392344"/>
                </a:lnTo>
                <a:lnTo>
                  <a:pt x="51997" y="399564"/>
                </a:lnTo>
                <a:lnTo>
                  <a:pt x="34661" y="406794"/>
                </a:lnTo>
                <a:lnTo>
                  <a:pt x="17336" y="414023"/>
                </a:lnTo>
                <a:lnTo>
                  <a:pt x="0" y="42124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2411EC4-0FED-4FEF-B16A-EAE7455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8" y="3400425"/>
            <a:ext cx="1746294" cy="112395"/>
          </a:xfrm>
          <a:custGeom xmlns:a="http://schemas.openxmlformats.org/drawingml/2006/main">
            <a:pathLst>
              <a:path w="1746294" h="112395">
                <a:moveTo>
                  <a:pt x="0" y="112395"/>
                </a:moveTo>
                <a:lnTo>
                  <a:pt x="19021" y="112395"/>
                </a:lnTo>
                <a:lnTo>
                  <a:pt x="38033" y="112395"/>
                </a:lnTo>
                <a:lnTo>
                  <a:pt x="57055" y="112395"/>
                </a:lnTo>
                <a:lnTo>
                  <a:pt x="76067" y="112395"/>
                </a:lnTo>
                <a:lnTo>
                  <a:pt x="95088" y="112395"/>
                </a:lnTo>
                <a:lnTo>
                  <a:pt x="114100" y="112395"/>
                </a:lnTo>
                <a:lnTo>
                  <a:pt x="133121" y="112395"/>
                </a:lnTo>
                <a:lnTo>
                  <a:pt x="152133" y="112395"/>
                </a:lnTo>
                <a:lnTo>
                  <a:pt x="171155" y="112395"/>
                </a:lnTo>
                <a:lnTo>
                  <a:pt x="190167" y="112395"/>
                </a:lnTo>
                <a:lnTo>
                  <a:pt x="209188" y="112395"/>
                </a:lnTo>
                <a:lnTo>
                  <a:pt x="228200" y="112395"/>
                </a:lnTo>
                <a:lnTo>
                  <a:pt x="247221" y="112395"/>
                </a:lnTo>
                <a:lnTo>
                  <a:pt x="266243" y="112395"/>
                </a:lnTo>
                <a:lnTo>
                  <a:pt x="285255" y="112395"/>
                </a:lnTo>
                <a:lnTo>
                  <a:pt x="304276" y="112395"/>
                </a:lnTo>
                <a:lnTo>
                  <a:pt x="323288" y="112395"/>
                </a:lnTo>
                <a:lnTo>
                  <a:pt x="342309" y="112395"/>
                </a:lnTo>
                <a:lnTo>
                  <a:pt x="361321" y="112395"/>
                </a:lnTo>
                <a:lnTo>
                  <a:pt x="380343" y="112395"/>
                </a:lnTo>
                <a:lnTo>
                  <a:pt x="399355" y="112395"/>
                </a:lnTo>
                <a:lnTo>
                  <a:pt x="418376" y="112395"/>
                </a:lnTo>
                <a:lnTo>
                  <a:pt x="437388" y="112395"/>
                </a:lnTo>
                <a:lnTo>
                  <a:pt x="456409" y="112395"/>
                </a:lnTo>
                <a:lnTo>
                  <a:pt x="475421" y="112395"/>
                </a:lnTo>
                <a:lnTo>
                  <a:pt x="494443" y="112395"/>
                </a:lnTo>
                <a:lnTo>
                  <a:pt x="513464" y="112395"/>
                </a:lnTo>
                <a:lnTo>
                  <a:pt x="532476" y="112395"/>
                </a:lnTo>
                <a:lnTo>
                  <a:pt x="551498" y="112395"/>
                </a:lnTo>
                <a:lnTo>
                  <a:pt x="570509" y="112395"/>
                </a:lnTo>
                <a:lnTo>
                  <a:pt x="589531" y="112395"/>
                </a:lnTo>
                <a:lnTo>
                  <a:pt x="608543" y="112395"/>
                </a:lnTo>
                <a:lnTo>
                  <a:pt x="627564" y="112395"/>
                </a:lnTo>
                <a:lnTo>
                  <a:pt x="646576" y="112395"/>
                </a:lnTo>
                <a:lnTo>
                  <a:pt x="665597" y="112395"/>
                </a:lnTo>
                <a:lnTo>
                  <a:pt x="684609" y="112395"/>
                </a:lnTo>
                <a:lnTo>
                  <a:pt x="703631" y="112395"/>
                </a:lnTo>
                <a:lnTo>
                  <a:pt x="722643" y="112395"/>
                </a:lnTo>
                <a:lnTo>
                  <a:pt x="741664" y="112395"/>
                </a:lnTo>
                <a:lnTo>
                  <a:pt x="760686" y="112395"/>
                </a:lnTo>
                <a:lnTo>
                  <a:pt x="779697" y="112395"/>
                </a:lnTo>
                <a:lnTo>
                  <a:pt x="798719" y="112395"/>
                </a:lnTo>
                <a:lnTo>
                  <a:pt x="817731" y="112395"/>
                </a:lnTo>
                <a:lnTo>
                  <a:pt x="836752" y="112395"/>
                </a:lnTo>
                <a:lnTo>
                  <a:pt x="855764" y="112395"/>
                </a:lnTo>
                <a:lnTo>
                  <a:pt x="874786" y="112395"/>
                </a:lnTo>
                <a:lnTo>
                  <a:pt x="893797" y="112395"/>
                </a:lnTo>
                <a:lnTo>
                  <a:pt x="912819" y="112395"/>
                </a:lnTo>
                <a:lnTo>
                  <a:pt x="931831" y="112395"/>
                </a:lnTo>
                <a:lnTo>
                  <a:pt x="950852" y="112395"/>
                </a:lnTo>
                <a:lnTo>
                  <a:pt x="969864" y="112395"/>
                </a:lnTo>
                <a:lnTo>
                  <a:pt x="988885" y="112395"/>
                </a:lnTo>
                <a:lnTo>
                  <a:pt x="1007897" y="112395"/>
                </a:lnTo>
                <a:lnTo>
                  <a:pt x="1026919" y="112395"/>
                </a:lnTo>
                <a:lnTo>
                  <a:pt x="1045940" y="112395"/>
                </a:lnTo>
                <a:lnTo>
                  <a:pt x="1064952" y="112395"/>
                </a:lnTo>
                <a:lnTo>
                  <a:pt x="1083974" y="112395"/>
                </a:lnTo>
                <a:lnTo>
                  <a:pt x="1102985" y="112395"/>
                </a:lnTo>
                <a:lnTo>
                  <a:pt x="1122007" y="112395"/>
                </a:lnTo>
                <a:lnTo>
                  <a:pt x="1141019" y="112395"/>
                </a:lnTo>
                <a:lnTo>
                  <a:pt x="1160040" y="112395"/>
                </a:lnTo>
                <a:lnTo>
                  <a:pt x="1179052" y="112395"/>
                </a:lnTo>
                <a:lnTo>
                  <a:pt x="1198074" y="112395"/>
                </a:lnTo>
                <a:lnTo>
                  <a:pt x="1217085" y="112395"/>
                </a:lnTo>
                <a:lnTo>
                  <a:pt x="1236107" y="112395"/>
                </a:lnTo>
                <a:lnTo>
                  <a:pt x="1255119" y="112395"/>
                </a:lnTo>
                <a:lnTo>
                  <a:pt x="1274140" y="112395"/>
                </a:lnTo>
                <a:lnTo>
                  <a:pt x="1293162" y="112395"/>
                </a:lnTo>
                <a:lnTo>
                  <a:pt x="1312174" y="112395"/>
                </a:lnTo>
                <a:lnTo>
                  <a:pt x="1331195" y="112395"/>
                </a:lnTo>
                <a:lnTo>
                  <a:pt x="1350207" y="112395"/>
                </a:lnTo>
                <a:lnTo>
                  <a:pt x="1369228" y="112395"/>
                </a:lnTo>
                <a:lnTo>
                  <a:pt x="1388240" y="112395"/>
                </a:lnTo>
                <a:lnTo>
                  <a:pt x="1407262" y="112395"/>
                </a:lnTo>
                <a:lnTo>
                  <a:pt x="1426274" y="112395"/>
                </a:lnTo>
                <a:lnTo>
                  <a:pt x="1445295" y="112395"/>
                </a:lnTo>
                <a:lnTo>
                  <a:pt x="1464307" y="112395"/>
                </a:lnTo>
                <a:lnTo>
                  <a:pt x="1483014" y="110823"/>
                </a:lnTo>
                <a:lnTo>
                  <a:pt x="1500569" y="103499"/>
                </a:lnTo>
                <a:lnTo>
                  <a:pt x="1518114" y="96183"/>
                </a:lnTo>
                <a:lnTo>
                  <a:pt x="1535668" y="88859"/>
                </a:lnTo>
                <a:lnTo>
                  <a:pt x="1553223" y="81544"/>
                </a:lnTo>
                <a:lnTo>
                  <a:pt x="1570777" y="74228"/>
                </a:lnTo>
                <a:lnTo>
                  <a:pt x="1588322" y="66904"/>
                </a:lnTo>
                <a:lnTo>
                  <a:pt x="1605877" y="59588"/>
                </a:lnTo>
                <a:lnTo>
                  <a:pt x="1623431" y="52273"/>
                </a:lnTo>
                <a:lnTo>
                  <a:pt x="1640986" y="44948"/>
                </a:lnTo>
                <a:lnTo>
                  <a:pt x="1658531" y="37633"/>
                </a:lnTo>
                <a:lnTo>
                  <a:pt x="1676086" y="30318"/>
                </a:lnTo>
                <a:lnTo>
                  <a:pt x="1693640" y="22993"/>
                </a:lnTo>
                <a:lnTo>
                  <a:pt x="1711195" y="15678"/>
                </a:lnTo>
                <a:lnTo>
                  <a:pt x="1728749" y="8353"/>
                </a:lnTo>
                <a:lnTo>
                  <a:pt x="1746294" y="1038"/>
                </a:lnTo>
                <a:lnTo>
                  <a:pt x="1732474" y="0"/>
                </a:lnTo>
                <a:lnTo>
                  <a:pt x="1713452" y="0"/>
                </a:lnTo>
                <a:lnTo>
                  <a:pt x="1694440" y="0"/>
                </a:lnTo>
                <a:lnTo>
                  <a:pt x="1675419" y="0"/>
                </a:lnTo>
                <a:lnTo>
                  <a:pt x="1656407" y="0"/>
                </a:lnTo>
                <a:lnTo>
                  <a:pt x="1637386" y="0"/>
                </a:lnTo>
                <a:lnTo>
                  <a:pt x="1618374" y="0"/>
                </a:lnTo>
                <a:lnTo>
                  <a:pt x="1599352" y="0"/>
                </a:lnTo>
                <a:lnTo>
                  <a:pt x="1580340" y="0"/>
                </a:lnTo>
                <a:lnTo>
                  <a:pt x="1561319" y="0"/>
                </a:lnTo>
                <a:lnTo>
                  <a:pt x="1542307" y="0"/>
                </a:lnTo>
                <a:lnTo>
                  <a:pt x="1523286" y="0"/>
                </a:lnTo>
                <a:lnTo>
                  <a:pt x="1504274" y="0"/>
                </a:lnTo>
                <a:lnTo>
                  <a:pt x="1485252" y="0"/>
                </a:lnTo>
                <a:lnTo>
                  <a:pt x="1466231" y="0"/>
                </a:lnTo>
                <a:lnTo>
                  <a:pt x="1447219" y="0"/>
                </a:lnTo>
                <a:lnTo>
                  <a:pt x="1428198" y="0"/>
                </a:lnTo>
                <a:lnTo>
                  <a:pt x="1409186" y="0"/>
                </a:lnTo>
                <a:lnTo>
                  <a:pt x="1390164" y="0"/>
                </a:lnTo>
                <a:lnTo>
                  <a:pt x="1371152" y="0"/>
                </a:lnTo>
                <a:lnTo>
                  <a:pt x="1352131" y="0"/>
                </a:lnTo>
                <a:lnTo>
                  <a:pt x="1333119" y="0"/>
                </a:lnTo>
                <a:lnTo>
                  <a:pt x="1314098" y="0"/>
                </a:lnTo>
                <a:lnTo>
                  <a:pt x="1295086" y="0"/>
                </a:lnTo>
                <a:lnTo>
                  <a:pt x="1276064" y="0"/>
                </a:lnTo>
                <a:lnTo>
                  <a:pt x="1257052" y="0"/>
                </a:lnTo>
                <a:lnTo>
                  <a:pt x="1238031" y="0"/>
                </a:lnTo>
                <a:lnTo>
                  <a:pt x="1219010" y="0"/>
                </a:lnTo>
                <a:lnTo>
                  <a:pt x="1199998" y="0"/>
                </a:lnTo>
                <a:lnTo>
                  <a:pt x="1180976" y="0"/>
                </a:lnTo>
                <a:lnTo>
                  <a:pt x="1161964" y="0"/>
                </a:lnTo>
                <a:lnTo>
                  <a:pt x="1142943" y="0"/>
                </a:lnTo>
                <a:lnTo>
                  <a:pt x="1123931" y="0"/>
                </a:lnTo>
                <a:lnTo>
                  <a:pt x="1104910" y="0"/>
                </a:lnTo>
                <a:lnTo>
                  <a:pt x="1085898" y="0"/>
                </a:lnTo>
                <a:lnTo>
                  <a:pt x="1066876" y="0"/>
                </a:lnTo>
                <a:lnTo>
                  <a:pt x="1047864" y="0"/>
                </a:lnTo>
                <a:lnTo>
                  <a:pt x="1028843" y="0"/>
                </a:lnTo>
                <a:lnTo>
                  <a:pt x="1009831" y="0"/>
                </a:lnTo>
                <a:lnTo>
                  <a:pt x="990810" y="0"/>
                </a:lnTo>
                <a:lnTo>
                  <a:pt x="971788" y="0"/>
                </a:lnTo>
                <a:lnTo>
                  <a:pt x="952776" y="0"/>
                </a:lnTo>
                <a:lnTo>
                  <a:pt x="933755" y="0"/>
                </a:lnTo>
                <a:lnTo>
                  <a:pt x="914743" y="0"/>
                </a:lnTo>
                <a:lnTo>
                  <a:pt x="895721" y="0"/>
                </a:lnTo>
                <a:lnTo>
                  <a:pt x="876710" y="0"/>
                </a:lnTo>
                <a:lnTo>
                  <a:pt x="857688" y="0"/>
                </a:lnTo>
                <a:lnTo>
                  <a:pt x="838676" y="0"/>
                </a:lnTo>
                <a:lnTo>
                  <a:pt x="819655" y="0"/>
                </a:lnTo>
                <a:lnTo>
                  <a:pt x="800643" y="0"/>
                </a:lnTo>
                <a:lnTo>
                  <a:pt x="781622" y="0"/>
                </a:lnTo>
                <a:lnTo>
                  <a:pt x="762610" y="0"/>
                </a:lnTo>
                <a:lnTo>
                  <a:pt x="743588" y="0"/>
                </a:lnTo>
                <a:lnTo>
                  <a:pt x="724576" y="0"/>
                </a:lnTo>
                <a:lnTo>
                  <a:pt x="705555" y="0"/>
                </a:lnTo>
                <a:lnTo>
                  <a:pt x="686533" y="0"/>
                </a:lnTo>
                <a:lnTo>
                  <a:pt x="667522" y="0"/>
                </a:lnTo>
                <a:lnTo>
                  <a:pt x="648500" y="0"/>
                </a:lnTo>
                <a:lnTo>
                  <a:pt x="629488" y="0"/>
                </a:lnTo>
                <a:lnTo>
                  <a:pt x="610467" y="0"/>
                </a:lnTo>
                <a:lnTo>
                  <a:pt x="591455" y="0"/>
                </a:lnTo>
                <a:lnTo>
                  <a:pt x="572433" y="0"/>
                </a:lnTo>
                <a:lnTo>
                  <a:pt x="553422" y="0"/>
                </a:lnTo>
                <a:lnTo>
                  <a:pt x="534400" y="0"/>
                </a:lnTo>
                <a:lnTo>
                  <a:pt x="515388" y="0"/>
                </a:lnTo>
                <a:lnTo>
                  <a:pt x="496367" y="0"/>
                </a:lnTo>
                <a:lnTo>
                  <a:pt x="477355" y="0"/>
                </a:lnTo>
                <a:lnTo>
                  <a:pt x="458333" y="0"/>
                </a:lnTo>
                <a:lnTo>
                  <a:pt x="439312" y="0"/>
                </a:lnTo>
                <a:lnTo>
                  <a:pt x="420300" y="0"/>
                </a:lnTo>
                <a:lnTo>
                  <a:pt x="401279" y="0"/>
                </a:lnTo>
                <a:lnTo>
                  <a:pt x="382267" y="0"/>
                </a:lnTo>
                <a:lnTo>
                  <a:pt x="363245" y="0"/>
                </a:lnTo>
                <a:lnTo>
                  <a:pt x="344986" y="4982"/>
                </a:lnTo>
                <a:lnTo>
                  <a:pt x="326831" y="10639"/>
                </a:lnTo>
                <a:lnTo>
                  <a:pt x="308677" y="16288"/>
                </a:lnTo>
                <a:lnTo>
                  <a:pt x="290513" y="21946"/>
                </a:lnTo>
                <a:lnTo>
                  <a:pt x="272358" y="27594"/>
                </a:lnTo>
                <a:lnTo>
                  <a:pt x="254203" y="33252"/>
                </a:lnTo>
                <a:lnTo>
                  <a:pt x="236049" y="38900"/>
                </a:lnTo>
                <a:lnTo>
                  <a:pt x="217884" y="44558"/>
                </a:lnTo>
                <a:lnTo>
                  <a:pt x="199730" y="50206"/>
                </a:lnTo>
                <a:lnTo>
                  <a:pt x="181575" y="55864"/>
                </a:lnTo>
                <a:lnTo>
                  <a:pt x="163420" y="61512"/>
                </a:lnTo>
                <a:lnTo>
                  <a:pt x="145256" y="67170"/>
                </a:lnTo>
                <a:lnTo>
                  <a:pt x="127102" y="72819"/>
                </a:lnTo>
                <a:lnTo>
                  <a:pt x="108947" y="78476"/>
                </a:lnTo>
                <a:lnTo>
                  <a:pt x="90783" y="84125"/>
                </a:lnTo>
                <a:lnTo>
                  <a:pt x="72628" y="89783"/>
                </a:lnTo>
                <a:lnTo>
                  <a:pt x="54473" y="95431"/>
                </a:lnTo>
                <a:lnTo>
                  <a:pt x="36319" y="101089"/>
                </a:lnTo>
                <a:lnTo>
                  <a:pt x="18155" y="106737"/>
                </a:lnTo>
                <a:lnTo>
                  <a:pt x="0" y="11239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E9705355-9D9A-4CB7-846B-CA167CCF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30" y="3400425"/>
            <a:ext cx="1635443" cy="112395"/>
          </a:xfrm>
          <a:custGeom xmlns:a="http://schemas.openxmlformats.org/drawingml/2006/main">
            <a:pathLst>
              <a:path w="1635443" h="112395">
                <a:moveTo>
                  <a:pt x="0" y="112395"/>
                </a:moveTo>
                <a:lnTo>
                  <a:pt x="18840" y="112395"/>
                </a:lnTo>
                <a:lnTo>
                  <a:pt x="37671" y="112395"/>
                </a:lnTo>
                <a:lnTo>
                  <a:pt x="56512" y="112395"/>
                </a:lnTo>
                <a:lnTo>
                  <a:pt x="75352" y="112395"/>
                </a:lnTo>
                <a:lnTo>
                  <a:pt x="94193" y="112395"/>
                </a:lnTo>
                <a:lnTo>
                  <a:pt x="113024" y="112395"/>
                </a:lnTo>
                <a:lnTo>
                  <a:pt x="131864" y="112395"/>
                </a:lnTo>
                <a:lnTo>
                  <a:pt x="150705" y="112395"/>
                </a:lnTo>
                <a:lnTo>
                  <a:pt x="169535" y="112395"/>
                </a:lnTo>
                <a:lnTo>
                  <a:pt x="188376" y="112395"/>
                </a:lnTo>
                <a:lnTo>
                  <a:pt x="207216" y="112395"/>
                </a:lnTo>
                <a:lnTo>
                  <a:pt x="226057" y="112395"/>
                </a:lnTo>
                <a:lnTo>
                  <a:pt x="244888" y="112395"/>
                </a:lnTo>
                <a:lnTo>
                  <a:pt x="263728" y="112395"/>
                </a:lnTo>
                <a:lnTo>
                  <a:pt x="282569" y="112395"/>
                </a:lnTo>
                <a:lnTo>
                  <a:pt x="301400" y="112395"/>
                </a:lnTo>
                <a:lnTo>
                  <a:pt x="320240" y="112395"/>
                </a:lnTo>
                <a:lnTo>
                  <a:pt x="339080" y="112395"/>
                </a:lnTo>
                <a:lnTo>
                  <a:pt x="357921" y="112395"/>
                </a:lnTo>
                <a:lnTo>
                  <a:pt x="376752" y="112395"/>
                </a:lnTo>
                <a:lnTo>
                  <a:pt x="395592" y="112395"/>
                </a:lnTo>
                <a:lnTo>
                  <a:pt x="414433" y="112395"/>
                </a:lnTo>
                <a:lnTo>
                  <a:pt x="433264" y="112395"/>
                </a:lnTo>
                <a:lnTo>
                  <a:pt x="452104" y="112395"/>
                </a:lnTo>
                <a:lnTo>
                  <a:pt x="470945" y="112395"/>
                </a:lnTo>
                <a:lnTo>
                  <a:pt x="489785" y="112395"/>
                </a:lnTo>
                <a:lnTo>
                  <a:pt x="508616" y="112395"/>
                </a:lnTo>
                <a:lnTo>
                  <a:pt x="527456" y="112395"/>
                </a:lnTo>
                <a:lnTo>
                  <a:pt x="546297" y="112395"/>
                </a:lnTo>
                <a:lnTo>
                  <a:pt x="565128" y="112395"/>
                </a:lnTo>
                <a:lnTo>
                  <a:pt x="583968" y="112395"/>
                </a:lnTo>
                <a:lnTo>
                  <a:pt x="602809" y="112395"/>
                </a:lnTo>
                <a:lnTo>
                  <a:pt x="621640" y="112395"/>
                </a:lnTo>
                <a:lnTo>
                  <a:pt x="640480" y="112395"/>
                </a:lnTo>
                <a:lnTo>
                  <a:pt x="659321" y="112395"/>
                </a:lnTo>
                <a:lnTo>
                  <a:pt x="678161" y="112395"/>
                </a:lnTo>
                <a:lnTo>
                  <a:pt x="696992" y="112395"/>
                </a:lnTo>
                <a:lnTo>
                  <a:pt x="715832" y="112395"/>
                </a:lnTo>
                <a:lnTo>
                  <a:pt x="734673" y="112395"/>
                </a:lnTo>
                <a:lnTo>
                  <a:pt x="753504" y="112395"/>
                </a:lnTo>
                <a:lnTo>
                  <a:pt x="772344" y="112395"/>
                </a:lnTo>
                <a:lnTo>
                  <a:pt x="791185" y="112395"/>
                </a:lnTo>
                <a:lnTo>
                  <a:pt x="810025" y="112395"/>
                </a:lnTo>
                <a:lnTo>
                  <a:pt x="828856" y="112395"/>
                </a:lnTo>
                <a:lnTo>
                  <a:pt x="847696" y="112395"/>
                </a:lnTo>
                <a:lnTo>
                  <a:pt x="866537" y="112395"/>
                </a:lnTo>
                <a:lnTo>
                  <a:pt x="885368" y="112395"/>
                </a:lnTo>
                <a:lnTo>
                  <a:pt x="904208" y="112395"/>
                </a:lnTo>
                <a:lnTo>
                  <a:pt x="923049" y="112395"/>
                </a:lnTo>
                <a:lnTo>
                  <a:pt x="941889" y="112395"/>
                </a:lnTo>
                <a:lnTo>
                  <a:pt x="960720" y="112395"/>
                </a:lnTo>
                <a:lnTo>
                  <a:pt x="979561" y="112395"/>
                </a:lnTo>
                <a:lnTo>
                  <a:pt x="998401" y="112395"/>
                </a:lnTo>
                <a:lnTo>
                  <a:pt x="1017232" y="112395"/>
                </a:lnTo>
                <a:lnTo>
                  <a:pt x="1036072" y="112395"/>
                </a:lnTo>
                <a:lnTo>
                  <a:pt x="1054913" y="112395"/>
                </a:lnTo>
                <a:lnTo>
                  <a:pt x="1073753" y="112395"/>
                </a:lnTo>
                <a:lnTo>
                  <a:pt x="1092584" y="112395"/>
                </a:lnTo>
                <a:lnTo>
                  <a:pt x="1111425" y="112395"/>
                </a:lnTo>
                <a:lnTo>
                  <a:pt x="1130265" y="112395"/>
                </a:lnTo>
                <a:lnTo>
                  <a:pt x="1149096" y="112395"/>
                </a:lnTo>
                <a:lnTo>
                  <a:pt x="1167936" y="112395"/>
                </a:lnTo>
                <a:lnTo>
                  <a:pt x="1186777" y="112395"/>
                </a:lnTo>
                <a:lnTo>
                  <a:pt x="1205617" y="112395"/>
                </a:lnTo>
                <a:lnTo>
                  <a:pt x="1224448" y="112395"/>
                </a:lnTo>
                <a:lnTo>
                  <a:pt x="1243289" y="112395"/>
                </a:lnTo>
                <a:lnTo>
                  <a:pt x="1262129" y="112395"/>
                </a:lnTo>
                <a:lnTo>
                  <a:pt x="1280960" y="112395"/>
                </a:lnTo>
                <a:lnTo>
                  <a:pt x="1299801" y="112395"/>
                </a:lnTo>
                <a:lnTo>
                  <a:pt x="1318641" y="112395"/>
                </a:lnTo>
                <a:lnTo>
                  <a:pt x="1337481" y="112395"/>
                </a:lnTo>
                <a:lnTo>
                  <a:pt x="1356312" y="112395"/>
                </a:lnTo>
                <a:lnTo>
                  <a:pt x="1374238" y="107766"/>
                </a:lnTo>
                <a:lnTo>
                  <a:pt x="1391650" y="100584"/>
                </a:lnTo>
                <a:lnTo>
                  <a:pt x="1409062" y="93402"/>
                </a:lnTo>
                <a:lnTo>
                  <a:pt x="1426474" y="86220"/>
                </a:lnTo>
                <a:lnTo>
                  <a:pt x="1443895" y="79029"/>
                </a:lnTo>
                <a:lnTo>
                  <a:pt x="1461306" y="71847"/>
                </a:lnTo>
                <a:lnTo>
                  <a:pt x="1478718" y="64665"/>
                </a:lnTo>
                <a:lnTo>
                  <a:pt x="1496130" y="57474"/>
                </a:lnTo>
                <a:lnTo>
                  <a:pt x="1513542" y="50292"/>
                </a:lnTo>
                <a:lnTo>
                  <a:pt x="1530963" y="43110"/>
                </a:lnTo>
                <a:lnTo>
                  <a:pt x="1548374" y="35919"/>
                </a:lnTo>
                <a:lnTo>
                  <a:pt x="1565786" y="28737"/>
                </a:lnTo>
                <a:lnTo>
                  <a:pt x="1583198" y="21555"/>
                </a:lnTo>
                <a:lnTo>
                  <a:pt x="1600619" y="14373"/>
                </a:lnTo>
                <a:lnTo>
                  <a:pt x="1618031" y="7182"/>
                </a:lnTo>
                <a:lnTo>
                  <a:pt x="16354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DDA58466-381D-4366-8AE7-94443FE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618" y="3400425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B3BC826-851D-48E5-80C1-96D1F3F4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4793" y="2780119"/>
            <a:ext cx="177165" cy="400279"/>
          </a:xfrm>
          <a:custGeom xmlns:a="http://schemas.openxmlformats.org/drawingml/2006/main">
            <a:pathLst>
              <a:path w="177165" h="400279">
                <a:moveTo>
                  <a:pt x="0" y="400279"/>
                </a:moveTo>
                <a:lnTo>
                  <a:pt x="0" y="381457"/>
                </a:lnTo>
                <a:lnTo>
                  <a:pt x="0" y="362636"/>
                </a:lnTo>
                <a:lnTo>
                  <a:pt x="0" y="343814"/>
                </a:lnTo>
                <a:lnTo>
                  <a:pt x="0" y="324983"/>
                </a:lnTo>
                <a:lnTo>
                  <a:pt x="0" y="306162"/>
                </a:lnTo>
                <a:lnTo>
                  <a:pt x="0" y="287341"/>
                </a:lnTo>
                <a:lnTo>
                  <a:pt x="0" y="268519"/>
                </a:lnTo>
                <a:lnTo>
                  <a:pt x="0" y="249698"/>
                </a:lnTo>
                <a:lnTo>
                  <a:pt x="0" y="230876"/>
                </a:lnTo>
                <a:lnTo>
                  <a:pt x="0" y="212055"/>
                </a:lnTo>
                <a:lnTo>
                  <a:pt x="0" y="193234"/>
                </a:lnTo>
                <a:lnTo>
                  <a:pt x="0" y="174403"/>
                </a:lnTo>
                <a:lnTo>
                  <a:pt x="0" y="155581"/>
                </a:lnTo>
                <a:lnTo>
                  <a:pt x="0" y="136760"/>
                </a:lnTo>
                <a:lnTo>
                  <a:pt x="0" y="117939"/>
                </a:lnTo>
                <a:lnTo>
                  <a:pt x="0" y="99117"/>
                </a:lnTo>
                <a:lnTo>
                  <a:pt x="0" y="80296"/>
                </a:lnTo>
                <a:lnTo>
                  <a:pt x="5915" y="65465"/>
                </a:lnTo>
                <a:lnTo>
                  <a:pt x="23374" y="58426"/>
                </a:lnTo>
                <a:lnTo>
                  <a:pt x="40834" y="51387"/>
                </a:lnTo>
                <a:lnTo>
                  <a:pt x="58293" y="44348"/>
                </a:lnTo>
                <a:lnTo>
                  <a:pt x="75743" y="37309"/>
                </a:lnTo>
                <a:lnTo>
                  <a:pt x="93202" y="30270"/>
                </a:lnTo>
                <a:lnTo>
                  <a:pt x="110661" y="23231"/>
                </a:lnTo>
                <a:lnTo>
                  <a:pt x="128121" y="16193"/>
                </a:lnTo>
                <a:lnTo>
                  <a:pt x="145571" y="9154"/>
                </a:lnTo>
                <a:lnTo>
                  <a:pt x="163030" y="2115"/>
                </a:lnTo>
                <a:lnTo>
                  <a:pt x="177165" y="0"/>
                </a:lnTo>
                <a:lnTo>
                  <a:pt x="177165" y="18821"/>
                </a:lnTo>
                <a:lnTo>
                  <a:pt x="177165" y="37643"/>
                </a:lnTo>
                <a:lnTo>
                  <a:pt x="177165" y="56464"/>
                </a:lnTo>
                <a:lnTo>
                  <a:pt x="177165" y="75286"/>
                </a:lnTo>
                <a:lnTo>
                  <a:pt x="177165" y="94117"/>
                </a:lnTo>
                <a:lnTo>
                  <a:pt x="177165" y="112938"/>
                </a:lnTo>
                <a:lnTo>
                  <a:pt x="177165" y="131759"/>
                </a:lnTo>
                <a:lnTo>
                  <a:pt x="177165" y="150581"/>
                </a:lnTo>
                <a:lnTo>
                  <a:pt x="177165" y="169402"/>
                </a:lnTo>
                <a:lnTo>
                  <a:pt x="177165" y="188224"/>
                </a:lnTo>
                <a:lnTo>
                  <a:pt x="177165" y="207045"/>
                </a:lnTo>
                <a:lnTo>
                  <a:pt x="177165" y="225866"/>
                </a:lnTo>
                <a:lnTo>
                  <a:pt x="177165" y="244697"/>
                </a:lnTo>
                <a:lnTo>
                  <a:pt x="177165" y="263519"/>
                </a:lnTo>
                <a:lnTo>
                  <a:pt x="177165" y="282340"/>
                </a:lnTo>
                <a:lnTo>
                  <a:pt x="177165" y="301161"/>
                </a:lnTo>
                <a:lnTo>
                  <a:pt x="167259" y="313954"/>
                </a:lnTo>
                <a:lnTo>
                  <a:pt x="150533" y="322583"/>
                </a:lnTo>
                <a:lnTo>
                  <a:pt x="133807" y="331213"/>
                </a:lnTo>
                <a:lnTo>
                  <a:pt x="117081" y="339852"/>
                </a:lnTo>
                <a:lnTo>
                  <a:pt x="100355" y="348482"/>
                </a:lnTo>
                <a:lnTo>
                  <a:pt x="83630" y="357111"/>
                </a:lnTo>
                <a:lnTo>
                  <a:pt x="66904" y="365750"/>
                </a:lnTo>
                <a:lnTo>
                  <a:pt x="50178" y="374380"/>
                </a:lnTo>
                <a:lnTo>
                  <a:pt x="33452" y="383010"/>
                </a:lnTo>
                <a:lnTo>
                  <a:pt x="16726" y="391649"/>
                </a:lnTo>
                <a:lnTo>
                  <a:pt x="0" y="400279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C2D710DF-FC82-4EF6-84CA-57070479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5560" y="3088958"/>
            <a:ext cx="1653235" cy="91440"/>
          </a:xfrm>
          <a:custGeom xmlns:a="http://schemas.openxmlformats.org/drawingml/2006/main">
            <a:pathLst>
              <a:path w="1653235" h="91440">
                <a:moveTo>
                  <a:pt x="0" y="91440"/>
                </a:moveTo>
                <a:lnTo>
                  <a:pt x="19031" y="91440"/>
                </a:lnTo>
                <a:lnTo>
                  <a:pt x="38071" y="91440"/>
                </a:lnTo>
                <a:lnTo>
                  <a:pt x="57102" y="91440"/>
                </a:lnTo>
                <a:lnTo>
                  <a:pt x="76143" y="91440"/>
                </a:lnTo>
                <a:lnTo>
                  <a:pt x="95174" y="91440"/>
                </a:lnTo>
                <a:lnTo>
                  <a:pt x="114205" y="91440"/>
                </a:lnTo>
                <a:lnTo>
                  <a:pt x="133245" y="91440"/>
                </a:lnTo>
                <a:lnTo>
                  <a:pt x="152276" y="91440"/>
                </a:lnTo>
                <a:lnTo>
                  <a:pt x="171307" y="91440"/>
                </a:lnTo>
                <a:lnTo>
                  <a:pt x="190348" y="91440"/>
                </a:lnTo>
                <a:lnTo>
                  <a:pt x="209379" y="91440"/>
                </a:lnTo>
                <a:lnTo>
                  <a:pt x="228419" y="91440"/>
                </a:lnTo>
                <a:lnTo>
                  <a:pt x="247450" y="91440"/>
                </a:lnTo>
                <a:lnTo>
                  <a:pt x="266481" y="91440"/>
                </a:lnTo>
                <a:lnTo>
                  <a:pt x="285521" y="91440"/>
                </a:lnTo>
                <a:lnTo>
                  <a:pt x="304552" y="91440"/>
                </a:lnTo>
                <a:lnTo>
                  <a:pt x="323593" y="91440"/>
                </a:lnTo>
                <a:lnTo>
                  <a:pt x="342624" y="91440"/>
                </a:lnTo>
                <a:lnTo>
                  <a:pt x="361655" y="91440"/>
                </a:lnTo>
                <a:lnTo>
                  <a:pt x="380695" y="91440"/>
                </a:lnTo>
                <a:lnTo>
                  <a:pt x="399726" y="91440"/>
                </a:lnTo>
                <a:lnTo>
                  <a:pt x="418757" y="91440"/>
                </a:lnTo>
                <a:lnTo>
                  <a:pt x="437798" y="91440"/>
                </a:lnTo>
                <a:lnTo>
                  <a:pt x="456829" y="91440"/>
                </a:lnTo>
                <a:lnTo>
                  <a:pt x="475869" y="91440"/>
                </a:lnTo>
                <a:lnTo>
                  <a:pt x="494900" y="91440"/>
                </a:lnTo>
                <a:lnTo>
                  <a:pt x="513931" y="91440"/>
                </a:lnTo>
                <a:lnTo>
                  <a:pt x="532971" y="91440"/>
                </a:lnTo>
                <a:lnTo>
                  <a:pt x="552002" y="91440"/>
                </a:lnTo>
                <a:lnTo>
                  <a:pt x="571033" y="91440"/>
                </a:lnTo>
                <a:lnTo>
                  <a:pt x="590074" y="91440"/>
                </a:lnTo>
                <a:lnTo>
                  <a:pt x="609105" y="91440"/>
                </a:lnTo>
                <a:lnTo>
                  <a:pt x="628145" y="91440"/>
                </a:lnTo>
                <a:lnTo>
                  <a:pt x="647176" y="91440"/>
                </a:lnTo>
                <a:lnTo>
                  <a:pt x="666207" y="91440"/>
                </a:lnTo>
                <a:lnTo>
                  <a:pt x="685248" y="91440"/>
                </a:lnTo>
                <a:lnTo>
                  <a:pt x="704279" y="91440"/>
                </a:lnTo>
                <a:lnTo>
                  <a:pt x="723319" y="91440"/>
                </a:lnTo>
                <a:lnTo>
                  <a:pt x="742350" y="91440"/>
                </a:lnTo>
                <a:lnTo>
                  <a:pt x="761381" y="91440"/>
                </a:lnTo>
                <a:lnTo>
                  <a:pt x="780421" y="91440"/>
                </a:lnTo>
                <a:lnTo>
                  <a:pt x="799452" y="91440"/>
                </a:lnTo>
                <a:lnTo>
                  <a:pt x="818483" y="91440"/>
                </a:lnTo>
                <a:lnTo>
                  <a:pt x="837524" y="91440"/>
                </a:lnTo>
                <a:lnTo>
                  <a:pt x="856555" y="91440"/>
                </a:lnTo>
                <a:lnTo>
                  <a:pt x="875595" y="91440"/>
                </a:lnTo>
                <a:lnTo>
                  <a:pt x="894626" y="91440"/>
                </a:lnTo>
                <a:lnTo>
                  <a:pt x="913657" y="91440"/>
                </a:lnTo>
                <a:lnTo>
                  <a:pt x="932698" y="91440"/>
                </a:lnTo>
                <a:lnTo>
                  <a:pt x="951728" y="91440"/>
                </a:lnTo>
                <a:lnTo>
                  <a:pt x="970759" y="91440"/>
                </a:lnTo>
                <a:lnTo>
                  <a:pt x="989800" y="91440"/>
                </a:lnTo>
                <a:lnTo>
                  <a:pt x="1008831" y="91440"/>
                </a:lnTo>
                <a:lnTo>
                  <a:pt x="1027871" y="91440"/>
                </a:lnTo>
                <a:lnTo>
                  <a:pt x="1046902" y="91440"/>
                </a:lnTo>
                <a:lnTo>
                  <a:pt x="1065933" y="91440"/>
                </a:lnTo>
                <a:lnTo>
                  <a:pt x="1084974" y="91440"/>
                </a:lnTo>
                <a:lnTo>
                  <a:pt x="1104005" y="91440"/>
                </a:lnTo>
                <a:lnTo>
                  <a:pt x="1123045" y="91440"/>
                </a:lnTo>
                <a:lnTo>
                  <a:pt x="1142076" y="91440"/>
                </a:lnTo>
                <a:lnTo>
                  <a:pt x="1161107" y="91440"/>
                </a:lnTo>
                <a:lnTo>
                  <a:pt x="1180148" y="91440"/>
                </a:lnTo>
                <a:lnTo>
                  <a:pt x="1199178" y="91440"/>
                </a:lnTo>
                <a:lnTo>
                  <a:pt x="1218209" y="91440"/>
                </a:lnTo>
                <a:lnTo>
                  <a:pt x="1237250" y="91440"/>
                </a:lnTo>
                <a:lnTo>
                  <a:pt x="1256281" y="91440"/>
                </a:lnTo>
                <a:lnTo>
                  <a:pt x="1275321" y="91440"/>
                </a:lnTo>
                <a:lnTo>
                  <a:pt x="1294352" y="91440"/>
                </a:lnTo>
                <a:lnTo>
                  <a:pt x="1313383" y="91440"/>
                </a:lnTo>
                <a:lnTo>
                  <a:pt x="1332424" y="91440"/>
                </a:lnTo>
                <a:lnTo>
                  <a:pt x="1351455" y="91440"/>
                </a:lnTo>
                <a:lnTo>
                  <a:pt x="1370495" y="91440"/>
                </a:lnTo>
                <a:lnTo>
                  <a:pt x="1389526" y="91440"/>
                </a:lnTo>
                <a:lnTo>
                  <a:pt x="1408557" y="91440"/>
                </a:lnTo>
                <a:lnTo>
                  <a:pt x="1427597" y="91440"/>
                </a:lnTo>
                <a:lnTo>
                  <a:pt x="1446628" y="91440"/>
                </a:lnTo>
                <a:lnTo>
                  <a:pt x="1465659" y="91440"/>
                </a:lnTo>
                <a:lnTo>
                  <a:pt x="1484090" y="88935"/>
                </a:lnTo>
                <a:lnTo>
                  <a:pt x="1501007" y="80201"/>
                </a:lnTo>
                <a:lnTo>
                  <a:pt x="1517914" y="71476"/>
                </a:lnTo>
                <a:lnTo>
                  <a:pt x="1534830" y="62741"/>
                </a:lnTo>
                <a:lnTo>
                  <a:pt x="1551746" y="54016"/>
                </a:lnTo>
                <a:lnTo>
                  <a:pt x="1568663" y="45282"/>
                </a:lnTo>
                <a:lnTo>
                  <a:pt x="1585579" y="36557"/>
                </a:lnTo>
                <a:lnTo>
                  <a:pt x="1602496" y="27823"/>
                </a:lnTo>
                <a:lnTo>
                  <a:pt x="1619402" y="19088"/>
                </a:lnTo>
                <a:lnTo>
                  <a:pt x="1636319" y="10363"/>
                </a:lnTo>
                <a:lnTo>
                  <a:pt x="1653235" y="1629"/>
                </a:lnTo>
                <a:lnTo>
                  <a:pt x="1640919" y="0"/>
                </a:lnTo>
                <a:lnTo>
                  <a:pt x="1621888" y="0"/>
                </a:lnTo>
                <a:lnTo>
                  <a:pt x="1602857" y="0"/>
                </a:lnTo>
                <a:lnTo>
                  <a:pt x="1583817" y="0"/>
                </a:lnTo>
                <a:lnTo>
                  <a:pt x="1564786" y="0"/>
                </a:lnTo>
                <a:lnTo>
                  <a:pt x="1545746" y="0"/>
                </a:lnTo>
                <a:lnTo>
                  <a:pt x="1526715" y="0"/>
                </a:lnTo>
                <a:lnTo>
                  <a:pt x="1507684" y="0"/>
                </a:lnTo>
                <a:lnTo>
                  <a:pt x="1488643" y="0"/>
                </a:lnTo>
                <a:lnTo>
                  <a:pt x="1469612" y="0"/>
                </a:lnTo>
                <a:lnTo>
                  <a:pt x="1450572" y="0"/>
                </a:lnTo>
                <a:lnTo>
                  <a:pt x="1431541" y="0"/>
                </a:lnTo>
                <a:lnTo>
                  <a:pt x="1412510" y="0"/>
                </a:lnTo>
                <a:lnTo>
                  <a:pt x="1393469" y="0"/>
                </a:lnTo>
                <a:lnTo>
                  <a:pt x="1374438" y="0"/>
                </a:lnTo>
                <a:lnTo>
                  <a:pt x="1355408" y="0"/>
                </a:lnTo>
                <a:lnTo>
                  <a:pt x="1336367" y="0"/>
                </a:lnTo>
                <a:lnTo>
                  <a:pt x="1317336" y="0"/>
                </a:lnTo>
                <a:lnTo>
                  <a:pt x="1298296" y="0"/>
                </a:lnTo>
                <a:lnTo>
                  <a:pt x="1279265" y="0"/>
                </a:lnTo>
                <a:lnTo>
                  <a:pt x="1260234" y="0"/>
                </a:lnTo>
                <a:lnTo>
                  <a:pt x="1241193" y="0"/>
                </a:lnTo>
                <a:lnTo>
                  <a:pt x="1222162" y="0"/>
                </a:lnTo>
                <a:lnTo>
                  <a:pt x="1203131" y="0"/>
                </a:lnTo>
                <a:lnTo>
                  <a:pt x="1184091" y="0"/>
                </a:lnTo>
                <a:lnTo>
                  <a:pt x="1165060" y="0"/>
                </a:lnTo>
                <a:lnTo>
                  <a:pt x="1146019" y="0"/>
                </a:lnTo>
                <a:lnTo>
                  <a:pt x="1126988" y="0"/>
                </a:lnTo>
                <a:lnTo>
                  <a:pt x="1107958" y="0"/>
                </a:lnTo>
                <a:lnTo>
                  <a:pt x="1088917" y="0"/>
                </a:lnTo>
                <a:lnTo>
                  <a:pt x="1069886" y="0"/>
                </a:lnTo>
                <a:lnTo>
                  <a:pt x="1050846" y="0"/>
                </a:lnTo>
                <a:lnTo>
                  <a:pt x="1031815" y="0"/>
                </a:lnTo>
                <a:lnTo>
                  <a:pt x="1012784" y="0"/>
                </a:lnTo>
                <a:lnTo>
                  <a:pt x="993743" y="0"/>
                </a:lnTo>
                <a:lnTo>
                  <a:pt x="974712" y="0"/>
                </a:lnTo>
                <a:lnTo>
                  <a:pt x="955681" y="0"/>
                </a:lnTo>
                <a:lnTo>
                  <a:pt x="936641" y="0"/>
                </a:lnTo>
                <a:lnTo>
                  <a:pt x="917610" y="0"/>
                </a:lnTo>
                <a:lnTo>
                  <a:pt x="898569" y="0"/>
                </a:lnTo>
                <a:lnTo>
                  <a:pt x="879539" y="0"/>
                </a:lnTo>
                <a:lnTo>
                  <a:pt x="860508" y="0"/>
                </a:lnTo>
                <a:lnTo>
                  <a:pt x="841467" y="0"/>
                </a:lnTo>
                <a:lnTo>
                  <a:pt x="822436" y="0"/>
                </a:lnTo>
                <a:lnTo>
                  <a:pt x="803396" y="0"/>
                </a:lnTo>
                <a:lnTo>
                  <a:pt x="784365" y="0"/>
                </a:lnTo>
                <a:lnTo>
                  <a:pt x="765334" y="0"/>
                </a:lnTo>
                <a:lnTo>
                  <a:pt x="746293" y="0"/>
                </a:lnTo>
                <a:lnTo>
                  <a:pt x="727262" y="0"/>
                </a:lnTo>
                <a:lnTo>
                  <a:pt x="708231" y="0"/>
                </a:lnTo>
                <a:lnTo>
                  <a:pt x="689191" y="0"/>
                </a:lnTo>
                <a:lnTo>
                  <a:pt x="670160" y="0"/>
                </a:lnTo>
                <a:lnTo>
                  <a:pt x="651119" y="0"/>
                </a:lnTo>
                <a:lnTo>
                  <a:pt x="632089" y="0"/>
                </a:lnTo>
                <a:lnTo>
                  <a:pt x="613058" y="0"/>
                </a:lnTo>
                <a:lnTo>
                  <a:pt x="594017" y="0"/>
                </a:lnTo>
                <a:lnTo>
                  <a:pt x="574986" y="0"/>
                </a:lnTo>
                <a:lnTo>
                  <a:pt x="555955" y="0"/>
                </a:lnTo>
                <a:lnTo>
                  <a:pt x="536915" y="0"/>
                </a:lnTo>
                <a:lnTo>
                  <a:pt x="517884" y="0"/>
                </a:lnTo>
                <a:lnTo>
                  <a:pt x="498843" y="0"/>
                </a:lnTo>
                <a:lnTo>
                  <a:pt x="479812" y="0"/>
                </a:lnTo>
                <a:lnTo>
                  <a:pt x="460781" y="0"/>
                </a:lnTo>
                <a:lnTo>
                  <a:pt x="441741" y="0"/>
                </a:lnTo>
                <a:lnTo>
                  <a:pt x="422710" y="0"/>
                </a:lnTo>
                <a:lnTo>
                  <a:pt x="403670" y="0"/>
                </a:lnTo>
                <a:lnTo>
                  <a:pt x="384639" y="0"/>
                </a:lnTo>
                <a:lnTo>
                  <a:pt x="365608" y="0"/>
                </a:lnTo>
                <a:lnTo>
                  <a:pt x="346567" y="0"/>
                </a:lnTo>
                <a:lnTo>
                  <a:pt x="327536" y="0"/>
                </a:lnTo>
                <a:lnTo>
                  <a:pt x="308505" y="0"/>
                </a:lnTo>
                <a:lnTo>
                  <a:pt x="289465" y="0"/>
                </a:lnTo>
                <a:lnTo>
                  <a:pt x="270434" y="0"/>
                </a:lnTo>
                <a:lnTo>
                  <a:pt x="252355" y="5829"/>
                </a:lnTo>
                <a:lnTo>
                  <a:pt x="234334" y="11944"/>
                </a:lnTo>
                <a:lnTo>
                  <a:pt x="216313" y="18059"/>
                </a:lnTo>
                <a:lnTo>
                  <a:pt x="198282" y="24174"/>
                </a:lnTo>
                <a:lnTo>
                  <a:pt x="180261" y="30290"/>
                </a:lnTo>
                <a:lnTo>
                  <a:pt x="162230" y="36405"/>
                </a:lnTo>
                <a:lnTo>
                  <a:pt x="144209" y="42520"/>
                </a:lnTo>
                <a:lnTo>
                  <a:pt x="126178" y="48635"/>
                </a:lnTo>
                <a:lnTo>
                  <a:pt x="108156" y="54750"/>
                </a:lnTo>
                <a:lnTo>
                  <a:pt x="90126" y="60865"/>
                </a:lnTo>
                <a:lnTo>
                  <a:pt x="72104" y="66980"/>
                </a:lnTo>
                <a:lnTo>
                  <a:pt x="54073" y="73095"/>
                </a:lnTo>
                <a:lnTo>
                  <a:pt x="36052" y="79210"/>
                </a:lnTo>
                <a:lnTo>
                  <a:pt x="18021" y="85325"/>
                </a:lnTo>
                <a:lnTo>
                  <a:pt x="0" y="9144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BA94221-D6C2-4DC2-BAB7-477BBB7B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3663" y="3088958"/>
            <a:ext cx="1544003" cy="91440"/>
          </a:xfrm>
          <a:custGeom xmlns:a="http://schemas.openxmlformats.org/drawingml/2006/main">
            <a:pathLst>
              <a:path w="1544003" h="91440">
                <a:moveTo>
                  <a:pt x="0" y="91440"/>
                </a:moveTo>
                <a:lnTo>
                  <a:pt x="18869" y="91440"/>
                </a:lnTo>
                <a:lnTo>
                  <a:pt x="37729" y="91440"/>
                </a:lnTo>
                <a:lnTo>
                  <a:pt x="56598" y="91440"/>
                </a:lnTo>
                <a:lnTo>
                  <a:pt x="75457" y="91440"/>
                </a:lnTo>
                <a:lnTo>
                  <a:pt x="94326" y="91440"/>
                </a:lnTo>
                <a:lnTo>
                  <a:pt x="113186" y="91440"/>
                </a:lnTo>
                <a:lnTo>
                  <a:pt x="132055" y="91440"/>
                </a:lnTo>
                <a:lnTo>
                  <a:pt x="150924" y="91440"/>
                </a:lnTo>
                <a:lnTo>
                  <a:pt x="169783" y="91440"/>
                </a:lnTo>
                <a:lnTo>
                  <a:pt x="188652" y="91440"/>
                </a:lnTo>
                <a:lnTo>
                  <a:pt x="207512" y="91440"/>
                </a:lnTo>
                <a:lnTo>
                  <a:pt x="226381" y="91440"/>
                </a:lnTo>
                <a:lnTo>
                  <a:pt x="245240" y="91440"/>
                </a:lnTo>
                <a:lnTo>
                  <a:pt x="264109" y="91440"/>
                </a:lnTo>
                <a:lnTo>
                  <a:pt x="282978" y="91440"/>
                </a:lnTo>
                <a:lnTo>
                  <a:pt x="301838" y="91440"/>
                </a:lnTo>
                <a:lnTo>
                  <a:pt x="320707" y="91440"/>
                </a:lnTo>
                <a:lnTo>
                  <a:pt x="339566" y="91440"/>
                </a:lnTo>
                <a:lnTo>
                  <a:pt x="358435" y="91440"/>
                </a:lnTo>
                <a:lnTo>
                  <a:pt x="377295" y="91440"/>
                </a:lnTo>
                <a:lnTo>
                  <a:pt x="396164" y="91440"/>
                </a:lnTo>
                <a:lnTo>
                  <a:pt x="415033" y="91440"/>
                </a:lnTo>
                <a:lnTo>
                  <a:pt x="433892" y="91440"/>
                </a:lnTo>
                <a:lnTo>
                  <a:pt x="452761" y="91440"/>
                </a:lnTo>
                <a:lnTo>
                  <a:pt x="471621" y="91440"/>
                </a:lnTo>
                <a:lnTo>
                  <a:pt x="490490" y="91440"/>
                </a:lnTo>
                <a:lnTo>
                  <a:pt x="509349" y="91440"/>
                </a:lnTo>
                <a:lnTo>
                  <a:pt x="528218" y="91440"/>
                </a:lnTo>
                <a:lnTo>
                  <a:pt x="547087" y="91440"/>
                </a:lnTo>
                <a:lnTo>
                  <a:pt x="565947" y="91440"/>
                </a:lnTo>
                <a:lnTo>
                  <a:pt x="584816" y="91440"/>
                </a:lnTo>
                <a:lnTo>
                  <a:pt x="603675" y="91440"/>
                </a:lnTo>
                <a:lnTo>
                  <a:pt x="622544" y="91440"/>
                </a:lnTo>
                <a:lnTo>
                  <a:pt x="641404" y="91440"/>
                </a:lnTo>
                <a:lnTo>
                  <a:pt x="660273" y="91440"/>
                </a:lnTo>
                <a:lnTo>
                  <a:pt x="679142" y="91440"/>
                </a:lnTo>
                <a:lnTo>
                  <a:pt x="698002" y="91440"/>
                </a:lnTo>
                <a:lnTo>
                  <a:pt x="716871" y="91440"/>
                </a:lnTo>
                <a:lnTo>
                  <a:pt x="735730" y="91440"/>
                </a:lnTo>
                <a:lnTo>
                  <a:pt x="754599" y="91440"/>
                </a:lnTo>
                <a:lnTo>
                  <a:pt x="773459" y="91440"/>
                </a:lnTo>
                <a:lnTo>
                  <a:pt x="792328" y="91440"/>
                </a:lnTo>
                <a:lnTo>
                  <a:pt x="811197" y="91440"/>
                </a:lnTo>
                <a:lnTo>
                  <a:pt x="830056" y="91440"/>
                </a:lnTo>
                <a:lnTo>
                  <a:pt x="848925" y="91440"/>
                </a:lnTo>
                <a:lnTo>
                  <a:pt x="867785" y="91440"/>
                </a:lnTo>
                <a:lnTo>
                  <a:pt x="886654" y="91440"/>
                </a:lnTo>
                <a:lnTo>
                  <a:pt x="905523" y="91440"/>
                </a:lnTo>
                <a:lnTo>
                  <a:pt x="924382" y="91440"/>
                </a:lnTo>
                <a:lnTo>
                  <a:pt x="943251" y="91440"/>
                </a:lnTo>
                <a:lnTo>
                  <a:pt x="962111" y="91440"/>
                </a:lnTo>
                <a:lnTo>
                  <a:pt x="980980" y="91440"/>
                </a:lnTo>
                <a:lnTo>
                  <a:pt x="999839" y="91440"/>
                </a:lnTo>
                <a:lnTo>
                  <a:pt x="1018708" y="91440"/>
                </a:lnTo>
                <a:lnTo>
                  <a:pt x="1037577" y="91440"/>
                </a:lnTo>
                <a:lnTo>
                  <a:pt x="1056437" y="91440"/>
                </a:lnTo>
                <a:lnTo>
                  <a:pt x="1075306" y="91440"/>
                </a:lnTo>
                <a:lnTo>
                  <a:pt x="1094165" y="91440"/>
                </a:lnTo>
                <a:lnTo>
                  <a:pt x="1113034" y="91440"/>
                </a:lnTo>
                <a:lnTo>
                  <a:pt x="1131894" y="91440"/>
                </a:lnTo>
                <a:lnTo>
                  <a:pt x="1150763" y="91440"/>
                </a:lnTo>
                <a:lnTo>
                  <a:pt x="1169632" y="91440"/>
                </a:lnTo>
                <a:lnTo>
                  <a:pt x="1188491" y="91440"/>
                </a:lnTo>
                <a:lnTo>
                  <a:pt x="1207360" y="91440"/>
                </a:lnTo>
                <a:lnTo>
                  <a:pt x="1226220" y="91440"/>
                </a:lnTo>
                <a:lnTo>
                  <a:pt x="1245089" y="91440"/>
                </a:lnTo>
                <a:lnTo>
                  <a:pt x="1263948" y="91440"/>
                </a:lnTo>
                <a:lnTo>
                  <a:pt x="1282817" y="91440"/>
                </a:lnTo>
                <a:lnTo>
                  <a:pt x="1301687" y="91440"/>
                </a:lnTo>
                <a:lnTo>
                  <a:pt x="1320546" y="91440"/>
                </a:lnTo>
                <a:lnTo>
                  <a:pt x="1339415" y="91440"/>
                </a:lnTo>
                <a:lnTo>
                  <a:pt x="1358275" y="91440"/>
                </a:lnTo>
                <a:lnTo>
                  <a:pt x="1375629" y="85077"/>
                </a:lnTo>
                <a:lnTo>
                  <a:pt x="1392460" y="76571"/>
                </a:lnTo>
                <a:lnTo>
                  <a:pt x="1409300" y="68056"/>
                </a:lnTo>
                <a:lnTo>
                  <a:pt x="1426140" y="59550"/>
                </a:lnTo>
                <a:lnTo>
                  <a:pt x="1442980" y="51044"/>
                </a:lnTo>
                <a:lnTo>
                  <a:pt x="1459811" y="42539"/>
                </a:lnTo>
                <a:lnTo>
                  <a:pt x="1476651" y="34033"/>
                </a:lnTo>
                <a:lnTo>
                  <a:pt x="1493491" y="25527"/>
                </a:lnTo>
                <a:lnTo>
                  <a:pt x="1510332" y="17012"/>
                </a:lnTo>
                <a:lnTo>
                  <a:pt x="1527162" y="8506"/>
                </a:lnTo>
                <a:lnTo>
                  <a:pt x="1544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6B199020-6945-4412-9164-BEBAB7F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9410" y="308895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620B965C-4A41-489E-B351-E6E99DC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2778633"/>
            <a:ext cx="85725" cy="148199"/>
          </a:xfrm>
          <a:custGeom xmlns:a="http://schemas.openxmlformats.org/drawingml/2006/main">
            <a:pathLst>
              <a:path w="85725" h="148199">
                <a:moveTo>
                  <a:pt x="0" y="69342"/>
                </a:moveTo>
                <a:lnTo>
                  <a:pt x="0" y="81372"/>
                </a:lnTo>
                <a:lnTo>
                  <a:pt x="0" y="93412"/>
                </a:lnTo>
                <a:lnTo>
                  <a:pt x="0" y="105442"/>
                </a:lnTo>
                <a:lnTo>
                  <a:pt x="0" y="117472"/>
                </a:lnTo>
                <a:lnTo>
                  <a:pt x="0" y="129511"/>
                </a:lnTo>
                <a:lnTo>
                  <a:pt x="0" y="141542"/>
                </a:lnTo>
                <a:lnTo>
                  <a:pt x="2515" y="148199"/>
                </a:lnTo>
                <a:lnTo>
                  <a:pt x="11763" y="140494"/>
                </a:lnTo>
                <a:lnTo>
                  <a:pt x="21012" y="132798"/>
                </a:lnTo>
                <a:lnTo>
                  <a:pt x="30251" y="125092"/>
                </a:lnTo>
                <a:lnTo>
                  <a:pt x="39500" y="117386"/>
                </a:lnTo>
                <a:lnTo>
                  <a:pt x="48749" y="109680"/>
                </a:lnTo>
                <a:lnTo>
                  <a:pt x="57988" y="101975"/>
                </a:lnTo>
                <a:lnTo>
                  <a:pt x="67237" y="94269"/>
                </a:lnTo>
                <a:lnTo>
                  <a:pt x="76476" y="86563"/>
                </a:lnTo>
                <a:lnTo>
                  <a:pt x="85725" y="78867"/>
                </a:lnTo>
                <a:lnTo>
                  <a:pt x="85725" y="66827"/>
                </a:lnTo>
                <a:lnTo>
                  <a:pt x="85725" y="54797"/>
                </a:lnTo>
                <a:lnTo>
                  <a:pt x="85725" y="42758"/>
                </a:lnTo>
                <a:lnTo>
                  <a:pt x="85725" y="30728"/>
                </a:lnTo>
                <a:lnTo>
                  <a:pt x="85725" y="18688"/>
                </a:lnTo>
                <a:lnTo>
                  <a:pt x="85725" y="6658"/>
                </a:lnTo>
                <a:lnTo>
                  <a:pt x="83210" y="0"/>
                </a:lnTo>
                <a:lnTo>
                  <a:pt x="73962" y="7706"/>
                </a:lnTo>
                <a:lnTo>
                  <a:pt x="64713" y="15411"/>
                </a:lnTo>
                <a:lnTo>
                  <a:pt x="55474" y="23117"/>
                </a:lnTo>
                <a:lnTo>
                  <a:pt x="46225" y="30813"/>
                </a:lnTo>
                <a:lnTo>
                  <a:pt x="36976" y="38519"/>
                </a:lnTo>
                <a:lnTo>
                  <a:pt x="27737" y="46225"/>
                </a:lnTo>
                <a:lnTo>
                  <a:pt x="18488" y="53931"/>
                </a:lnTo>
                <a:lnTo>
                  <a:pt x="9249" y="61636"/>
                </a:lnTo>
                <a:lnTo>
                  <a:pt x="0" y="6934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E75CD1A7-AB05-4E68-8077-84451E4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4793" y="2776538"/>
            <a:ext cx="1561471" cy="71438"/>
          </a:xfrm>
          <a:custGeom xmlns:a="http://schemas.openxmlformats.org/drawingml/2006/main">
            <a:pathLst>
              <a:path w="1561471" h="71438">
                <a:moveTo>
                  <a:pt x="0" y="71438"/>
                </a:moveTo>
                <a:lnTo>
                  <a:pt x="18983" y="71438"/>
                </a:lnTo>
                <a:lnTo>
                  <a:pt x="37957" y="71438"/>
                </a:lnTo>
                <a:lnTo>
                  <a:pt x="56940" y="71438"/>
                </a:lnTo>
                <a:lnTo>
                  <a:pt x="75924" y="71438"/>
                </a:lnTo>
                <a:lnTo>
                  <a:pt x="94898" y="71438"/>
                </a:lnTo>
                <a:lnTo>
                  <a:pt x="113881" y="71438"/>
                </a:lnTo>
                <a:lnTo>
                  <a:pt x="132855" y="71438"/>
                </a:lnTo>
                <a:lnTo>
                  <a:pt x="151838" y="71438"/>
                </a:lnTo>
                <a:lnTo>
                  <a:pt x="170821" y="71438"/>
                </a:lnTo>
                <a:lnTo>
                  <a:pt x="189795" y="71438"/>
                </a:lnTo>
                <a:lnTo>
                  <a:pt x="208778" y="71438"/>
                </a:lnTo>
                <a:lnTo>
                  <a:pt x="227762" y="71438"/>
                </a:lnTo>
                <a:lnTo>
                  <a:pt x="246736" y="71438"/>
                </a:lnTo>
                <a:lnTo>
                  <a:pt x="265719" y="71438"/>
                </a:lnTo>
                <a:lnTo>
                  <a:pt x="284702" y="71438"/>
                </a:lnTo>
                <a:lnTo>
                  <a:pt x="303676" y="71438"/>
                </a:lnTo>
                <a:lnTo>
                  <a:pt x="322659" y="71438"/>
                </a:lnTo>
                <a:lnTo>
                  <a:pt x="341633" y="71438"/>
                </a:lnTo>
                <a:lnTo>
                  <a:pt x="360617" y="71438"/>
                </a:lnTo>
                <a:lnTo>
                  <a:pt x="379600" y="71438"/>
                </a:lnTo>
                <a:lnTo>
                  <a:pt x="398574" y="71438"/>
                </a:lnTo>
                <a:lnTo>
                  <a:pt x="417557" y="71438"/>
                </a:lnTo>
                <a:lnTo>
                  <a:pt x="436540" y="71438"/>
                </a:lnTo>
                <a:lnTo>
                  <a:pt x="455514" y="71438"/>
                </a:lnTo>
                <a:lnTo>
                  <a:pt x="474497" y="71438"/>
                </a:lnTo>
                <a:lnTo>
                  <a:pt x="493481" y="71438"/>
                </a:lnTo>
                <a:lnTo>
                  <a:pt x="512455" y="71438"/>
                </a:lnTo>
                <a:lnTo>
                  <a:pt x="531438" y="71438"/>
                </a:lnTo>
                <a:lnTo>
                  <a:pt x="550412" y="71438"/>
                </a:lnTo>
                <a:lnTo>
                  <a:pt x="569395" y="71438"/>
                </a:lnTo>
                <a:lnTo>
                  <a:pt x="588378" y="71438"/>
                </a:lnTo>
                <a:lnTo>
                  <a:pt x="607352" y="71438"/>
                </a:lnTo>
                <a:lnTo>
                  <a:pt x="626335" y="71438"/>
                </a:lnTo>
                <a:lnTo>
                  <a:pt x="645319" y="71438"/>
                </a:lnTo>
                <a:lnTo>
                  <a:pt x="664293" y="71438"/>
                </a:lnTo>
                <a:lnTo>
                  <a:pt x="683276" y="71438"/>
                </a:lnTo>
                <a:lnTo>
                  <a:pt x="702259" y="71438"/>
                </a:lnTo>
                <a:lnTo>
                  <a:pt x="721233" y="71438"/>
                </a:lnTo>
                <a:lnTo>
                  <a:pt x="740216" y="71438"/>
                </a:lnTo>
                <a:lnTo>
                  <a:pt x="759200" y="71438"/>
                </a:lnTo>
                <a:lnTo>
                  <a:pt x="778173" y="71438"/>
                </a:lnTo>
                <a:lnTo>
                  <a:pt x="797157" y="71438"/>
                </a:lnTo>
                <a:lnTo>
                  <a:pt x="816131" y="71438"/>
                </a:lnTo>
                <a:lnTo>
                  <a:pt x="835114" y="71438"/>
                </a:lnTo>
                <a:lnTo>
                  <a:pt x="854097" y="71438"/>
                </a:lnTo>
                <a:lnTo>
                  <a:pt x="873071" y="71438"/>
                </a:lnTo>
                <a:lnTo>
                  <a:pt x="892054" y="71438"/>
                </a:lnTo>
                <a:lnTo>
                  <a:pt x="911038" y="71438"/>
                </a:lnTo>
                <a:lnTo>
                  <a:pt x="930011" y="71438"/>
                </a:lnTo>
                <a:lnTo>
                  <a:pt x="948995" y="71438"/>
                </a:lnTo>
                <a:lnTo>
                  <a:pt x="967978" y="71438"/>
                </a:lnTo>
                <a:lnTo>
                  <a:pt x="986952" y="71438"/>
                </a:lnTo>
                <a:lnTo>
                  <a:pt x="1005935" y="71438"/>
                </a:lnTo>
                <a:lnTo>
                  <a:pt x="1024909" y="71438"/>
                </a:lnTo>
                <a:lnTo>
                  <a:pt x="1043892" y="71438"/>
                </a:lnTo>
                <a:lnTo>
                  <a:pt x="1062876" y="71438"/>
                </a:lnTo>
                <a:lnTo>
                  <a:pt x="1081850" y="71438"/>
                </a:lnTo>
                <a:lnTo>
                  <a:pt x="1100833" y="71438"/>
                </a:lnTo>
                <a:lnTo>
                  <a:pt x="1119816" y="71438"/>
                </a:lnTo>
                <a:lnTo>
                  <a:pt x="1138790" y="71438"/>
                </a:lnTo>
                <a:lnTo>
                  <a:pt x="1157773" y="71438"/>
                </a:lnTo>
                <a:lnTo>
                  <a:pt x="1176757" y="71438"/>
                </a:lnTo>
                <a:lnTo>
                  <a:pt x="1195730" y="71438"/>
                </a:lnTo>
                <a:lnTo>
                  <a:pt x="1214714" y="71438"/>
                </a:lnTo>
                <a:lnTo>
                  <a:pt x="1233688" y="71438"/>
                </a:lnTo>
                <a:lnTo>
                  <a:pt x="1252671" y="71438"/>
                </a:lnTo>
                <a:lnTo>
                  <a:pt x="1271654" y="71438"/>
                </a:lnTo>
                <a:lnTo>
                  <a:pt x="1290628" y="71438"/>
                </a:lnTo>
                <a:lnTo>
                  <a:pt x="1309611" y="71438"/>
                </a:lnTo>
                <a:lnTo>
                  <a:pt x="1328595" y="71438"/>
                </a:lnTo>
                <a:lnTo>
                  <a:pt x="1347568" y="71438"/>
                </a:lnTo>
                <a:lnTo>
                  <a:pt x="1366552" y="71438"/>
                </a:lnTo>
                <a:lnTo>
                  <a:pt x="1385535" y="71438"/>
                </a:lnTo>
                <a:lnTo>
                  <a:pt x="1404509" y="71438"/>
                </a:lnTo>
                <a:lnTo>
                  <a:pt x="1423492" y="71438"/>
                </a:lnTo>
                <a:lnTo>
                  <a:pt x="1442466" y="71438"/>
                </a:lnTo>
                <a:lnTo>
                  <a:pt x="1461449" y="71438"/>
                </a:lnTo>
                <a:lnTo>
                  <a:pt x="1480156" y="70666"/>
                </a:lnTo>
                <a:lnTo>
                  <a:pt x="1494730" y="58522"/>
                </a:lnTo>
                <a:lnTo>
                  <a:pt x="1509312" y="46368"/>
                </a:lnTo>
                <a:lnTo>
                  <a:pt x="1523895" y="34223"/>
                </a:lnTo>
                <a:lnTo>
                  <a:pt x="1538478" y="22069"/>
                </a:lnTo>
                <a:lnTo>
                  <a:pt x="1553061" y="9916"/>
                </a:lnTo>
                <a:lnTo>
                  <a:pt x="1561471" y="0"/>
                </a:lnTo>
                <a:lnTo>
                  <a:pt x="1542488" y="0"/>
                </a:lnTo>
                <a:lnTo>
                  <a:pt x="1523505" y="0"/>
                </a:lnTo>
                <a:lnTo>
                  <a:pt x="1504531" y="0"/>
                </a:lnTo>
                <a:lnTo>
                  <a:pt x="1485548" y="0"/>
                </a:lnTo>
                <a:lnTo>
                  <a:pt x="1466574" y="0"/>
                </a:lnTo>
                <a:lnTo>
                  <a:pt x="1447590" y="0"/>
                </a:lnTo>
                <a:lnTo>
                  <a:pt x="1428607" y="0"/>
                </a:lnTo>
                <a:lnTo>
                  <a:pt x="1409633" y="0"/>
                </a:lnTo>
                <a:lnTo>
                  <a:pt x="1390650" y="0"/>
                </a:lnTo>
                <a:lnTo>
                  <a:pt x="1371667" y="0"/>
                </a:lnTo>
                <a:lnTo>
                  <a:pt x="1352693" y="0"/>
                </a:lnTo>
                <a:lnTo>
                  <a:pt x="1333710" y="0"/>
                </a:lnTo>
                <a:lnTo>
                  <a:pt x="1314726" y="0"/>
                </a:lnTo>
                <a:lnTo>
                  <a:pt x="1295752" y="0"/>
                </a:lnTo>
                <a:lnTo>
                  <a:pt x="1276769" y="0"/>
                </a:lnTo>
                <a:lnTo>
                  <a:pt x="1257795" y="0"/>
                </a:lnTo>
                <a:lnTo>
                  <a:pt x="1238812" y="0"/>
                </a:lnTo>
                <a:lnTo>
                  <a:pt x="1219829" y="0"/>
                </a:lnTo>
                <a:lnTo>
                  <a:pt x="1200855" y="0"/>
                </a:lnTo>
                <a:lnTo>
                  <a:pt x="1181872" y="0"/>
                </a:lnTo>
                <a:lnTo>
                  <a:pt x="1162888" y="0"/>
                </a:lnTo>
                <a:lnTo>
                  <a:pt x="1143914" y="0"/>
                </a:lnTo>
                <a:lnTo>
                  <a:pt x="1124931" y="0"/>
                </a:lnTo>
                <a:lnTo>
                  <a:pt x="1105948" y="0"/>
                </a:lnTo>
                <a:lnTo>
                  <a:pt x="1086974" y="0"/>
                </a:lnTo>
                <a:lnTo>
                  <a:pt x="1067991" y="0"/>
                </a:lnTo>
                <a:lnTo>
                  <a:pt x="1049017" y="0"/>
                </a:lnTo>
                <a:lnTo>
                  <a:pt x="1030034" y="0"/>
                </a:lnTo>
                <a:lnTo>
                  <a:pt x="1011050" y="0"/>
                </a:lnTo>
                <a:lnTo>
                  <a:pt x="992076" y="0"/>
                </a:lnTo>
                <a:lnTo>
                  <a:pt x="973093" y="0"/>
                </a:lnTo>
                <a:lnTo>
                  <a:pt x="954110" y="0"/>
                </a:lnTo>
                <a:lnTo>
                  <a:pt x="935136" y="0"/>
                </a:lnTo>
                <a:lnTo>
                  <a:pt x="916153" y="0"/>
                </a:lnTo>
                <a:lnTo>
                  <a:pt x="897169" y="0"/>
                </a:lnTo>
                <a:lnTo>
                  <a:pt x="878195" y="0"/>
                </a:lnTo>
                <a:lnTo>
                  <a:pt x="859212" y="0"/>
                </a:lnTo>
                <a:lnTo>
                  <a:pt x="840238" y="0"/>
                </a:lnTo>
                <a:lnTo>
                  <a:pt x="821255" y="0"/>
                </a:lnTo>
                <a:lnTo>
                  <a:pt x="802272" y="0"/>
                </a:lnTo>
                <a:lnTo>
                  <a:pt x="783298" y="0"/>
                </a:lnTo>
                <a:lnTo>
                  <a:pt x="764315" y="0"/>
                </a:lnTo>
                <a:lnTo>
                  <a:pt x="745331" y="0"/>
                </a:lnTo>
                <a:lnTo>
                  <a:pt x="726357" y="0"/>
                </a:lnTo>
                <a:lnTo>
                  <a:pt x="707374" y="0"/>
                </a:lnTo>
                <a:lnTo>
                  <a:pt x="688391" y="0"/>
                </a:lnTo>
                <a:lnTo>
                  <a:pt x="669417" y="0"/>
                </a:lnTo>
                <a:lnTo>
                  <a:pt x="650434" y="0"/>
                </a:lnTo>
                <a:lnTo>
                  <a:pt x="631460" y="0"/>
                </a:lnTo>
                <a:lnTo>
                  <a:pt x="612477" y="0"/>
                </a:lnTo>
                <a:lnTo>
                  <a:pt x="593493" y="0"/>
                </a:lnTo>
                <a:lnTo>
                  <a:pt x="574519" y="0"/>
                </a:lnTo>
                <a:lnTo>
                  <a:pt x="555536" y="0"/>
                </a:lnTo>
                <a:lnTo>
                  <a:pt x="536553" y="0"/>
                </a:lnTo>
                <a:lnTo>
                  <a:pt x="517579" y="0"/>
                </a:lnTo>
                <a:lnTo>
                  <a:pt x="498596" y="0"/>
                </a:lnTo>
                <a:lnTo>
                  <a:pt x="479612" y="0"/>
                </a:lnTo>
                <a:lnTo>
                  <a:pt x="460639" y="0"/>
                </a:lnTo>
                <a:lnTo>
                  <a:pt x="441655" y="0"/>
                </a:lnTo>
                <a:lnTo>
                  <a:pt x="422672" y="0"/>
                </a:lnTo>
                <a:lnTo>
                  <a:pt x="403698" y="0"/>
                </a:lnTo>
                <a:lnTo>
                  <a:pt x="384715" y="0"/>
                </a:lnTo>
                <a:lnTo>
                  <a:pt x="365741" y="0"/>
                </a:lnTo>
                <a:lnTo>
                  <a:pt x="346758" y="0"/>
                </a:lnTo>
                <a:lnTo>
                  <a:pt x="327774" y="0"/>
                </a:lnTo>
                <a:lnTo>
                  <a:pt x="308801" y="0"/>
                </a:lnTo>
                <a:lnTo>
                  <a:pt x="289817" y="0"/>
                </a:lnTo>
                <a:lnTo>
                  <a:pt x="270834" y="0"/>
                </a:lnTo>
                <a:lnTo>
                  <a:pt x="251860" y="0"/>
                </a:lnTo>
                <a:lnTo>
                  <a:pt x="232877" y="0"/>
                </a:lnTo>
                <a:lnTo>
                  <a:pt x="213893" y="0"/>
                </a:lnTo>
                <a:lnTo>
                  <a:pt x="194920" y="0"/>
                </a:lnTo>
                <a:lnTo>
                  <a:pt x="176032" y="457"/>
                </a:lnTo>
                <a:lnTo>
                  <a:pt x="158429" y="7553"/>
                </a:lnTo>
                <a:lnTo>
                  <a:pt x="140818" y="14659"/>
                </a:lnTo>
                <a:lnTo>
                  <a:pt x="123215" y="21755"/>
                </a:lnTo>
                <a:lnTo>
                  <a:pt x="105613" y="28851"/>
                </a:lnTo>
                <a:lnTo>
                  <a:pt x="88011" y="35947"/>
                </a:lnTo>
                <a:lnTo>
                  <a:pt x="70409" y="43043"/>
                </a:lnTo>
                <a:lnTo>
                  <a:pt x="52807" y="50140"/>
                </a:lnTo>
                <a:lnTo>
                  <a:pt x="35204" y="57245"/>
                </a:lnTo>
                <a:lnTo>
                  <a:pt x="17602" y="64341"/>
                </a:lnTo>
                <a:lnTo>
                  <a:pt x="0" y="7143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C19357D1-2820-4311-B436-6A993C15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895" y="2776538"/>
            <a:ext cx="1452563" cy="71438"/>
          </a:xfrm>
          <a:custGeom xmlns:a="http://schemas.openxmlformats.org/drawingml/2006/main">
            <a:pathLst>
              <a:path w="1452563" h="71438">
                <a:moveTo>
                  <a:pt x="0" y="71438"/>
                </a:moveTo>
                <a:lnTo>
                  <a:pt x="18945" y="71438"/>
                </a:lnTo>
                <a:lnTo>
                  <a:pt x="37890" y="71438"/>
                </a:lnTo>
                <a:lnTo>
                  <a:pt x="56826" y="71438"/>
                </a:lnTo>
                <a:lnTo>
                  <a:pt x="75771" y="71438"/>
                </a:lnTo>
                <a:lnTo>
                  <a:pt x="94717" y="71438"/>
                </a:lnTo>
                <a:lnTo>
                  <a:pt x="113662" y="71438"/>
                </a:lnTo>
                <a:lnTo>
                  <a:pt x="132607" y="71438"/>
                </a:lnTo>
                <a:lnTo>
                  <a:pt x="151543" y="71438"/>
                </a:lnTo>
                <a:lnTo>
                  <a:pt x="170488" y="71438"/>
                </a:lnTo>
                <a:lnTo>
                  <a:pt x="189433" y="71438"/>
                </a:lnTo>
                <a:lnTo>
                  <a:pt x="208378" y="71438"/>
                </a:lnTo>
                <a:lnTo>
                  <a:pt x="227314" y="71438"/>
                </a:lnTo>
                <a:lnTo>
                  <a:pt x="246259" y="71438"/>
                </a:lnTo>
                <a:lnTo>
                  <a:pt x="265205" y="71438"/>
                </a:lnTo>
                <a:lnTo>
                  <a:pt x="284150" y="71438"/>
                </a:lnTo>
                <a:lnTo>
                  <a:pt x="303095" y="71438"/>
                </a:lnTo>
                <a:lnTo>
                  <a:pt x="322031" y="71438"/>
                </a:lnTo>
                <a:lnTo>
                  <a:pt x="340976" y="71438"/>
                </a:lnTo>
                <a:lnTo>
                  <a:pt x="359921" y="71438"/>
                </a:lnTo>
                <a:lnTo>
                  <a:pt x="378866" y="71438"/>
                </a:lnTo>
                <a:lnTo>
                  <a:pt x="397812" y="71438"/>
                </a:lnTo>
                <a:lnTo>
                  <a:pt x="416747" y="71438"/>
                </a:lnTo>
                <a:lnTo>
                  <a:pt x="435693" y="71438"/>
                </a:lnTo>
                <a:lnTo>
                  <a:pt x="454638" y="71438"/>
                </a:lnTo>
                <a:lnTo>
                  <a:pt x="473583" y="71438"/>
                </a:lnTo>
                <a:lnTo>
                  <a:pt x="492519" y="71438"/>
                </a:lnTo>
                <a:lnTo>
                  <a:pt x="511464" y="71438"/>
                </a:lnTo>
                <a:lnTo>
                  <a:pt x="530409" y="71438"/>
                </a:lnTo>
                <a:lnTo>
                  <a:pt x="549354" y="71438"/>
                </a:lnTo>
                <a:lnTo>
                  <a:pt x="568300" y="71438"/>
                </a:lnTo>
                <a:lnTo>
                  <a:pt x="587235" y="71438"/>
                </a:lnTo>
                <a:lnTo>
                  <a:pt x="606181" y="71438"/>
                </a:lnTo>
                <a:lnTo>
                  <a:pt x="625126" y="71438"/>
                </a:lnTo>
                <a:lnTo>
                  <a:pt x="644071" y="71438"/>
                </a:lnTo>
                <a:lnTo>
                  <a:pt x="663016" y="71438"/>
                </a:lnTo>
                <a:lnTo>
                  <a:pt x="681952" y="71438"/>
                </a:lnTo>
                <a:lnTo>
                  <a:pt x="700897" y="71438"/>
                </a:lnTo>
                <a:lnTo>
                  <a:pt x="719842" y="71438"/>
                </a:lnTo>
                <a:lnTo>
                  <a:pt x="738788" y="71438"/>
                </a:lnTo>
                <a:lnTo>
                  <a:pt x="757723" y="71438"/>
                </a:lnTo>
                <a:lnTo>
                  <a:pt x="776669" y="71438"/>
                </a:lnTo>
                <a:lnTo>
                  <a:pt x="795614" y="71438"/>
                </a:lnTo>
                <a:lnTo>
                  <a:pt x="814559" y="71438"/>
                </a:lnTo>
                <a:lnTo>
                  <a:pt x="833504" y="71438"/>
                </a:lnTo>
                <a:lnTo>
                  <a:pt x="852440" y="71438"/>
                </a:lnTo>
                <a:lnTo>
                  <a:pt x="871385" y="71438"/>
                </a:lnTo>
                <a:lnTo>
                  <a:pt x="890330" y="71438"/>
                </a:lnTo>
                <a:lnTo>
                  <a:pt x="909276" y="71438"/>
                </a:lnTo>
                <a:lnTo>
                  <a:pt x="928221" y="71438"/>
                </a:lnTo>
                <a:lnTo>
                  <a:pt x="947156" y="71438"/>
                </a:lnTo>
                <a:lnTo>
                  <a:pt x="966102" y="71438"/>
                </a:lnTo>
                <a:lnTo>
                  <a:pt x="985047" y="71438"/>
                </a:lnTo>
                <a:lnTo>
                  <a:pt x="1003992" y="71438"/>
                </a:lnTo>
                <a:lnTo>
                  <a:pt x="1022937" y="71438"/>
                </a:lnTo>
                <a:lnTo>
                  <a:pt x="1041873" y="71438"/>
                </a:lnTo>
                <a:lnTo>
                  <a:pt x="1060818" y="71438"/>
                </a:lnTo>
                <a:lnTo>
                  <a:pt x="1079764" y="71438"/>
                </a:lnTo>
                <a:lnTo>
                  <a:pt x="1098709" y="71438"/>
                </a:lnTo>
                <a:lnTo>
                  <a:pt x="1117644" y="71438"/>
                </a:lnTo>
                <a:lnTo>
                  <a:pt x="1136590" y="71438"/>
                </a:lnTo>
                <a:lnTo>
                  <a:pt x="1155535" y="71438"/>
                </a:lnTo>
                <a:lnTo>
                  <a:pt x="1174480" y="71438"/>
                </a:lnTo>
                <a:lnTo>
                  <a:pt x="1193425" y="71438"/>
                </a:lnTo>
                <a:lnTo>
                  <a:pt x="1212361" y="71438"/>
                </a:lnTo>
                <a:lnTo>
                  <a:pt x="1231306" y="71438"/>
                </a:lnTo>
                <a:lnTo>
                  <a:pt x="1250252" y="71438"/>
                </a:lnTo>
                <a:lnTo>
                  <a:pt x="1269197" y="71438"/>
                </a:lnTo>
                <a:lnTo>
                  <a:pt x="1288132" y="71438"/>
                </a:lnTo>
                <a:lnTo>
                  <a:pt x="1307078" y="71438"/>
                </a:lnTo>
                <a:lnTo>
                  <a:pt x="1326023" y="71438"/>
                </a:lnTo>
                <a:lnTo>
                  <a:pt x="1344968" y="71438"/>
                </a:lnTo>
                <a:lnTo>
                  <a:pt x="1363713" y="70885"/>
                </a:lnTo>
                <a:lnTo>
                  <a:pt x="1378525" y="59074"/>
                </a:lnTo>
                <a:lnTo>
                  <a:pt x="1393336" y="47254"/>
                </a:lnTo>
                <a:lnTo>
                  <a:pt x="1408138" y="35443"/>
                </a:lnTo>
                <a:lnTo>
                  <a:pt x="1422949" y="23632"/>
                </a:lnTo>
                <a:lnTo>
                  <a:pt x="1437751" y="11811"/>
                </a:lnTo>
                <a:lnTo>
                  <a:pt x="1452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7AC8F1CF-681A-43F6-969C-2C94B7A1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7203" y="277653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intake-text-heading">
            <a:extLst xmlns:a="http://schemas.openxmlformats.org/drawingml/2006/main">
              <a:ext uri="{FF2B5EF4-FFF2-40B4-BE49-F238E27FC236}">
                <a16:creationId xmlns:a16="http://schemas.microsoft.com/office/drawing/2014/main" id="{6D646FA8-A46A-40C6-B8B5-08AD686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0510" y="300022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登记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415FBA4E-95B2-4ED9-816F-97421C5B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3410" y="329639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pilot-text-heading">
            <a:extLst xmlns:a="http://schemas.openxmlformats.org/drawingml/2006/main">
              <a:ext uri="{FF2B5EF4-FFF2-40B4-BE49-F238E27FC236}">
                <a16:creationId xmlns:a16="http://schemas.microsoft.com/office/drawing/2014/main" id="{5399A9F5-26C3-42EB-A8E9-10FBD976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727" y="267816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限量运行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2E99F15D-E111-44E8-982E-755B96B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6780" y="297433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scale-text-heading">
            <a:extLst xmlns:a="http://schemas.openxmlformats.org/drawingml/2006/main">
              <a:ext uri="{FF2B5EF4-FFF2-40B4-BE49-F238E27FC236}">
                <a16:creationId xmlns:a16="http://schemas.microsoft.com/office/drawing/2014/main" id="{F69FFB9F-BF3F-4089-BA43-50BE5E01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7097" y="235609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有限扩围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77FFD0A0-3600-4BEE-963C-A78B830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0140" y="265226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parent=semantic-composition-pilot|within=p2-conditions|role=heading">
            <a:extLst xmlns:a="http://schemas.openxmlformats.org/drawingml/2006/main">
              <a:ext uri="{FF2B5EF4-FFF2-40B4-BE49-F238E27FC236}">
                <a16:creationId xmlns:a16="http://schemas.microsoft.com/office/drawing/2014/main" id="{D8D1CD3F-C51D-484E-BD76-6E06B7C8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591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阶段证据与进入条件</a:t>
            </a:r>
          </a:p>
        </p:txBody>
      </p:sp>
      <p:sp>
        <p:nvSpPr>
          <p:cNvPr id="37" name="PPAGENT_QA|parent=semantic-composition-pilot|within=p2-conditions|role=bullet-0">
            <a:extLst xmlns:a="http://schemas.openxmlformats.org/drawingml/2006/main">
              <a:ext uri="{FF2B5EF4-FFF2-40B4-BE49-F238E27FC236}">
                <a16:creationId xmlns:a16="http://schemas.microsoft.com/office/drawing/2014/main" id="{CF0AD22B-B870-485C-BBE6-9AC1630E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15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8" name="PPAGENT_QA|parent=semantic-composition-pilot|within=p2-conditions|role=condition-0">
            <a:extLst xmlns:a="http://schemas.openxmlformats.org/drawingml/2006/main">
              <a:ext uri="{FF2B5EF4-FFF2-40B4-BE49-F238E27FC236}">
                <a16:creationId xmlns:a16="http://schemas.microsoft.com/office/drawing/2014/main" id="{B9F640B2-12B9-4FDC-B33F-C83E7211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572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阶段一（第 1—2 天）：登记与资格核对，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六项信息齐全，确认责任与低风险范围。</a:t>
            </a:r>
          </a:p>
        </p:txBody>
      </p:sp>
      <p:sp>
        <p:nvSpPr>
          <p:cNvPr id="39" name="PPAGENT_QA|parent=semantic-composition-pilot|within=p2-conditions|role=bullet-1">
            <a:extLst xmlns:a="http://schemas.openxmlformats.org/drawingml/2006/main">
              <a:ext uri="{FF2B5EF4-FFF2-40B4-BE49-F238E27FC236}">
                <a16:creationId xmlns:a16="http://schemas.microsoft.com/office/drawing/2014/main" id="{2EE2ED36-4680-4BB5-9B20-AB9BF7DF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15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0" name="PPAGENT_QA|parent=semantic-composition-pilot|within=p2-conditions|role=condition-1">
            <a:extLst xmlns:a="http://schemas.openxmlformats.org/drawingml/2006/main">
              <a:ext uri="{FF2B5EF4-FFF2-40B4-BE49-F238E27FC236}">
                <a16:creationId xmlns:a16="http://schemas.microsoft.com/office/drawing/2014/main" id="{521DFE41-DBFD-4970-9AD9-104938F1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95850"/>
            <a:ext cx="572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阶段二（第 1—2 周）：限量运行与异常记录；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最多 5 个项目，记录参数、输出位置和异常处理人。</a:t>
            </a:r>
          </a:p>
        </p:txBody>
      </p:sp>
      <p:sp>
        <p:nvSpPr>
          <p:cNvPr id="41" name="PPAGENT_QA|parent=semantic-composition-pilot|within=p2-conditions|role=bullet-2">
            <a:extLst xmlns:a="http://schemas.openxmlformats.org/drawingml/2006/main">
              <a:ext uri="{FF2B5EF4-FFF2-40B4-BE49-F238E27FC236}">
                <a16:creationId xmlns:a16="http://schemas.microsoft.com/office/drawing/2014/main" id="{C9B69855-67C7-4B28-841B-3280C9D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15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2" name="PPAGENT_QA|parent=semantic-composition-pilot|within=p2-conditions|role=condition-2">
            <a:extLst xmlns:a="http://schemas.openxmlformats.org/drawingml/2006/main">
              <a:ext uri="{FF2B5EF4-FFF2-40B4-BE49-F238E27FC236}">
                <a16:creationId xmlns:a16="http://schemas.microsoft.com/office/drawing/2014/main" id="{E2A83306-5453-4D0F-AD4E-99B50D07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72100"/>
            <a:ext cx="572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阶段三（第 3 周评审）：复核两周记录、异常闭环和管理员工作量；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决定是否有限扩围。</a:t>
            </a:r>
          </a:p>
        </p:txBody>
      </p:sp>
      <p:sp>
        <p:nvSpPr>
          <p:cNvPr id="43" name="PPAGENT_QA|parent=semantic-composition-pilot|within=p2-conditions|role=bullet-3">
            <a:extLst xmlns:a="http://schemas.openxmlformats.org/drawingml/2006/main">
              <a:ext uri="{FF2B5EF4-FFF2-40B4-BE49-F238E27FC236}">
                <a16:creationId xmlns:a16="http://schemas.microsoft.com/office/drawing/2014/main" id="{1AC995D2-A7DA-408E-BD2F-3157544E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48350"/>
            <a:ext cx="15240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4" name="PPAGENT_QA|parent=semantic-composition-pilot|within=p2-conditions|role=condition-3">
            <a:extLst xmlns:a="http://schemas.openxmlformats.org/drawingml/2006/main">
              <a:ext uri="{FF2B5EF4-FFF2-40B4-BE49-F238E27FC236}">
                <a16:creationId xmlns:a16="http://schemas.microsoft.com/office/drawing/2014/main" id="{C9034F83-A7BF-4552-9935-1FCB5A0D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5724525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交付物：登记记录、运行记录和评审结论；缺项时不进入下一阶段。</a:t>
            </a:r>
          </a:p>
        </p:txBody>
      </p:sp>
      <p:sp>
        <p:nvSpPr>
          <p:cNvPr id="45" name="PPAGENT_QA|parent=semantic-composition-pilot|within=p2-gates|role=surface">
            <a:extLst xmlns:a="http://schemas.openxmlformats.org/drawingml/2006/main">
              <a:ext uri="{FF2B5EF4-FFF2-40B4-BE49-F238E27FC236}">
                <a16:creationId xmlns:a16="http://schemas.microsoft.com/office/drawing/2014/main" id="{4F569D36-13F9-4E2A-B39A-F1700F1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96252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2-gates|role=heading">
            <a:extLst xmlns:a="http://schemas.openxmlformats.org/drawingml/2006/main">
              <a:ext uri="{FF2B5EF4-FFF2-40B4-BE49-F238E27FC236}">
                <a16:creationId xmlns:a16="http://schemas.microsoft.com/office/drawing/2014/main" id="{FE3A3C17-7B5A-41CC-9D46-DE534A4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65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三个关口｜目标门槛，不是已取得结果</a:t>
            </a:r>
          </a:p>
        </p:txBody>
      </p:sp>
      <p:sp>
        <p:nvSpPr>
          <p:cNvPr id="47" name="PPAGENT_QA|parent=semantic-composition-pilot|within=p2-gates|role=no-0">
            <a:extLst xmlns:a="http://schemas.openxmlformats.org/drawingml/2006/main">
              <a:ext uri="{FF2B5EF4-FFF2-40B4-BE49-F238E27FC236}">
                <a16:creationId xmlns:a16="http://schemas.microsoft.com/office/drawing/2014/main" id="{B4A1E162-AA5D-4D0D-A7EC-C6460AFF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8" name="PPAGENT_QA|parent=semantic-composition-pilot|within=p2-gates|role=name-0">
            <a:extLst xmlns:a="http://schemas.openxmlformats.org/drawingml/2006/main">
              <a:ext uri="{FF2B5EF4-FFF2-40B4-BE49-F238E27FC236}">
                <a16:creationId xmlns:a16="http://schemas.microsoft.com/office/drawing/2014/main" id="{34A4732E-610D-46FD-BBF5-54FCDF3D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可进入</a:t>
            </a:r>
          </a:p>
        </p:txBody>
      </p:sp>
      <p:sp>
        <p:nvSpPr>
          <p:cNvPr id="49" name="PPAGENT_QA|parent=semantic-composition-pilot|within=p2-gates|role=detail-0">
            <a:extLst xmlns:a="http://schemas.openxmlformats.org/drawingml/2006/main">
              <a:ext uri="{FF2B5EF4-FFF2-40B4-BE49-F238E27FC236}">
                <a16:creationId xmlns:a16="http://schemas.microsoft.com/office/drawing/2014/main" id="{E11F0266-A5FA-4CBA-B4CF-D6240DE4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381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六项登记信息齐全，责任人与低风险范围确认。</a:t>
            </a:r>
          </a:p>
        </p:txBody>
      </p:sp>
      <p:sp>
        <p:nvSpPr>
          <p:cNvPr id="50" name="PPAGENT_QA|parent=semantic-composition-pilot|within=p2-gates|role=no-1">
            <a:extLst xmlns:a="http://schemas.openxmlformats.org/drawingml/2006/main">
              <a:ext uri="{FF2B5EF4-FFF2-40B4-BE49-F238E27FC236}">
                <a16:creationId xmlns:a16="http://schemas.microsoft.com/office/drawing/2014/main" id="{3E044F68-F38C-4793-AE12-5E4E61B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81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1" name="PPAGENT_QA|parent=semantic-composition-pilot|within=p2-gates|role=name-1">
            <a:extLst xmlns:a="http://schemas.openxmlformats.org/drawingml/2006/main">
              <a:ext uri="{FF2B5EF4-FFF2-40B4-BE49-F238E27FC236}">
                <a16:creationId xmlns:a16="http://schemas.microsoft.com/office/drawing/2014/main" id="{45C0D468-F6F6-41A9-BC8D-98566970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812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52" name="PPAGENT_QA|parent=semantic-composition-pilot|within=p2-gates|role=detail-1">
            <a:extLst xmlns:a="http://schemas.openxmlformats.org/drawingml/2006/main">
              <a:ext uri="{FF2B5EF4-FFF2-40B4-BE49-F238E27FC236}">
                <a16:creationId xmlns:a16="http://schemas.microsoft.com/office/drawing/2014/main" id="{7CAE11DB-C861-4850-9DD6-08E79278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3381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完整率 ≥90%，高风险异常在 1 个工作日内有责任人和结论。</a:t>
            </a:r>
          </a:p>
        </p:txBody>
      </p:sp>
      <p:sp>
        <p:nvSpPr>
          <p:cNvPr id="53" name="PPAGENT_QA|parent=semantic-composition-pilot|within=p2-gates|role=no-2">
            <a:extLst xmlns:a="http://schemas.openxmlformats.org/drawingml/2006/main">
              <a:ext uri="{FF2B5EF4-FFF2-40B4-BE49-F238E27FC236}">
                <a16:creationId xmlns:a16="http://schemas.microsoft.com/office/drawing/2014/main" id="{881FE562-ACAD-400B-B945-BC4867D6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PPAGENT_QA|parent=semantic-composition-pilot|within=p2-gates|role=name-2">
            <a:extLst xmlns:a="http://schemas.openxmlformats.org/drawingml/2006/main">
              <a:ext uri="{FF2B5EF4-FFF2-40B4-BE49-F238E27FC236}">
                <a16:creationId xmlns:a16="http://schemas.microsoft.com/office/drawing/2014/main" id="{BFEBB499-5552-4A8C-96F9-9344824D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242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可扩围</a:t>
            </a:r>
          </a:p>
        </p:txBody>
      </p:sp>
      <p:sp>
        <p:nvSpPr>
          <p:cNvPr id="55" name="PPAGENT_QA|parent=semantic-composition-pilot|within=p2-gates|role=detail-2">
            <a:extLst xmlns:a="http://schemas.openxmlformats.org/drawingml/2006/main">
              <a:ext uri="{FF2B5EF4-FFF2-40B4-BE49-F238E27FC236}">
                <a16:creationId xmlns:a16="http://schemas.microsoft.com/office/drawing/2014/main" id="{95172E1B-C888-42CC-92F9-E4AD3D4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3381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连续两周完整率 ≥95%，无未关闭异常，负荷 ≤3 个工作日/周。</a:t>
            </a:r>
          </a:p>
        </p:txBody>
      </p:sp>
      <p:sp>
        <p:nvSpPr>
          <p:cNvPr id="56" name="PPAGENT_QA|parent=semantic-composition-pilot|within=p2-fallback|role=heading">
            <a:extLst xmlns:a="http://schemas.openxmlformats.org/drawingml/2006/main">
              <a:ext uri="{FF2B5EF4-FFF2-40B4-BE49-F238E27FC236}">
                <a16:creationId xmlns:a16="http://schemas.microsoft.com/office/drawing/2014/main" id="{22F6CBCF-09BC-4945-88B3-6E9EAA55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关口失败后的动作</a:t>
            </a:r>
          </a:p>
        </p:txBody>
      </p:sp>
      <p:sp>
        <p:nvSpPr>
          <p:cNvPr id="57" name="PPAGENT_QA|parent=semantic-composition-pilot|within=p2-fallback|role=accent">
            <a:extLst xmlns:a="http://schemas.openxmlformats.org/drawingml/2006/main">
              <a:ext uri="{FF2B5EF4-FFF2-40B4-BE49-F238E27FC236}">
                <a16:creationId xmlns:a16="http://schemas.microsoft.com/office/drawing/2014/main" id="{AABF9DAA-7750-4D31-ADBF-B5F038FF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2-fallback|role=decision">
            <a:extLst xmlns:a="http://schemas.openxmlformats.org/drawingml/2006/main">
              <a:ext uri="{FF2B5EF4-FFF2-40B4-BE49-F238E27FC236}">
                <a16:creationId xmlns:a16="http://schemas.microsoft.com/office/drawing/2014/main" id="{3C079B5F-282E-4CBD-A072-63BD86F7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暂停新申请，保留当前规模，修订字段、模板或异常规则。</a:t>
            </a:r>
          </a:p>
        </p:txBody>
      </p:sp>
      <p:sp>
        <p:nvSpPr>
          <p:cNvPr id="59" name="PPAGENT_QA|parent=semantic-composition-pilot|within=p2-fallback|role=detail">
            <a:extLst xmlns:a="http://schemas.openxmlformats.org/drawingml/2006/main">
              <a:ext uri="{FF2B5EF4-FFF2-40B4-BE49-F238E27FC236}">
                <a16:creationId xmlns:a16="http://schemas.microsoft.com/office/drawing/2014/main" id="{BCF6D24E-676F-46FC-8F7D-8FD3A030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已有记录保留，不把失败项目静默删除；修订后再决定是否重启评审。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三类证据支持限量试点，但不证明成效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3-demand|role=surface">
            <a:extLst xmlns:a="http://schemas.openxmlformats.org/drawingml/2006/main">
              <a:ext uri="{FF2B5EF4-FFF2-40B4-BE49-F238E27FC236}">
                <a16:creationId xmlns:a16="http://schemas.microsoft.com/office/drawing/2014/main" id="{6BA0F094-23BF-4A85-97A7-E01A5C16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3-demand|role=accent">
            <a:extLst xmlns:a="http://schemas.openxmlformats.org/drawingml/2006/main">
              <a:ext uri="{FF2B5EF4-FFF2-40B4-BE49-F238E27FC236}">
                <a16:creationId xmlns:a16="http://schemas.microsoft.com/office/drawing/2014/main" id="{DB4B3F01-98C0-4F20-BD2F-2BD4116A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semantic-composition-pilot|within=p3-demand|role=heading">
            <a:extLst xmlns:a="http://schemas.openxmlformats.org/drawingml/2006/main">
              <a:ext uri="{FF2B5EF4-FFF2-40B4-BE49-F238E27FC236}">
                <a16:creationId xmlns:a16="http://schemas.microsoft.com/office/drawing/2014/main" id="{6F9C663E-1A20-43F2-B7CD-F70AF023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证据一｜需求集中</a:t>
            </a:r>
          </a:p>
        </p:txBody>
      </p:sp>
      <p:sp>
        <p:nvSpPr>
          <p:cNvPr id="18" name="PPAGENT_QA|parent=semantic-composition-pilot|within=p3-demand|role=meta">
            <a:extLst xmlns:a="http://schemas.openxmlformats.org/drawingml/2006/main">
              <a:ext uri="{FF2B5EF4-FFF2-40B4-BE49-F238E27FC236}">
                <a16:creationId xmlns:a16="http://schemas.microsoft.com/office/drawing/2014/main" id="{6B832C5F-3E95-416F-91E3-3A84FA2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周模拟观察</a:t>
            </a:r>
          </a:p>
        </p:txBody>
      </p:sp>
      <p:sp>
        <p:nvSpPr>
          <p:cNvPr id="19" name="PPAGENT_QA|parent=semantic-composition-pilot|within=p3-demand|role=value">
            <a:extLst xmlns:a="http://schemas.openxmlformats.org/drawingml/2006/main">
              <a:ext uri="{FF2B5EF4-FFF2-40B4-BE49-F238E27FC236}">
                <a16:creationId xmlns:a16="http://schemas.microsoft.com/office/drawing/2014/main" id="{C8D7BA13-5452-49D8-A212-B851933C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74 / 120</a:t>
            </a:r>
          </a:p>
        </p:txBody>
      </p:sp>
      <p:sp>
        <p:nvSpPr>
          <p:cNvPr id="20" name="PPAGENT_QA|parent=semantic-composition-pilot|within=p3-demand|role=unit">
            <a:extLst xmlns:a="http://schemas.openxmlformats.org/drawingml/2006/main">
              <a:ext uri="{FF2B5EF4-FFF2-40B4-BE49-F238E27FC236}">
                <a16:creationId xmlns:a16="http://schemas.microsoft.com/office/drawing/2014/main" id="{5EBD5322-8668-4449-8DE8-B701C68B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份申请</a:t>
            </a:r>
          </a:p>
        </p:txBody>
      </p:sp>
      <p:sp>
        <p:nvSpPr>
          <p:cNvPr id="21" name="PPAGENT_QA|parent=semantic-composition-pilot|within=p3-demand|role=bar-label-0">
            <a:extLst xmlns:a="http://schemas.openxmlformats.org/drawingml/2006/main">
              <a:ext uri="{FF2B5EF4-FFF2-40B4-BE49-F238E27FC236}">
                <a16:creationId xmlns:a16="http://schemas.microsoft.com/office/drawing/2014/main" id="{D55EF9EE-9D91-47D2-A612-2B0047F1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三集群</a:t>
            </a:r>
          </a:p>
        </p:txBody>
      </p:sp>
      <p:sp>
        <p:nvSpPr>
          <p:cNvPr id="22" name="PPAGENT_QA|parent=semantic-composition-pilot|within=p3-demand|role=bar-track-0">
            <a:extLst xmlns:a="http://schemas.openxmlformats.org/drawingml/2006/main">
              <a:ext uri="{FF2B5EF4-FFF2-40B4-BE49-F238E27FC236}">
                <a16:creationId xmlns:a16="http://schemas.microsoft.com/office/drawing/2014/main" id="{547A665C-149D-4869-B43A-133E5DE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parent=semantic-composition-pilot|within=p3-demand|role=bar-fill-0">
            <a:extLst xmlns:a="http://schemas.openxmlformats.org/drawingml/2006/main">
              <a:ext uri="{FF2B5EF4-FFF2-40B4-BE49-F238E27FC236}">
                <a16:creationId xmlns:a16="http://schemas.microsoft.com/office/drawing/2014/main" id="{1CEDC4B0-221B-4215-8A91-B815E2FC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7933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parent=semantic-composition-pilot|within=p3-demand|role=bar-value-0">
            <a:extLst xmlns:a="http://schemas.openxmlformats.org/drawingml/2006/main">
              <a:ext uri="{FF2B5EF4-FFF2-40B4-BE49-F238E27FC236}">
                <a16:creationId xmlns:a16="http://schemas.microsoft.com/office/drawing/2014/main" id="{9DC876A2-39DD-423E-B070-EF3D644E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61.7%</a:t>
            </a:r>
          </a:p>
        </p:txBody>
      </p:sp>
      <p:sp>
        <p:nvSpPr>
          <p:cNvPr id="25" name="PPAGENT_QA|parent=semantic-composition-pilot|within=p3-demand|role=bar-label-1">
            <a:extLst xmlns:a="http://schemas.openxmlformats.org/drawingml/2006/main">
              <a:ext uri="{FF2B5EF4-FFF2-40B4-BE49-F238E27FC236}">
                <a16:creationId xmlns:a16="http://schemas.microsoft.com/office/drawing/2014/main" id="{695F1563-1211-4C98-AA8E-04DDC31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5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相同 GPU</a:t>
            </a:r>
          </a:p>
        </p:txBody>
      </p:sp>
      <p:sp>
        <p:nvSpPr>
          <p:cNvPr id="26" name="PPAGENT_QA|parent=semantic-composition-pilot|within=p3-demand|role=bar-track-1">
            <a:extLst xmlns:a="http://schemas.openxmlformats.org/drawingml/2006/main">
              <a:ext uri="{FF2B5EF4-FFF2-40B4-BE49-F238E27FC236}">
                <a16:creationId xmlns:a16="http://schemas.microsoft.com/office/drawing/2014/main" id="{42AC0DED-ED1D-4B82-9FE5-2FBBA1F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PAGENT_QA|parent=semantic-composition-pilot|within=p3-demand|role=bar-fill-1">
            <a:extLst xmlns:a="http://schemas.openxmlformats.org/drawingml/2006/main">
              <a:ext uri="{FF2B5EF4-FFF2-40B4-BE49-F238E27FC236}">
                <a16:creationId xmlns:a16="http://schemas.microsoft.com/office/drawing/2014/main" id="{1248BAB7-2C75-4D60-8817-9C481CA7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55678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parent=semantic-composition-pilot|within=p3-demand|role=bar-value-1">
            <a:extLst xmlns:a="http://schemas.openxmlformats.org/drawingml/2006/main">
              <a:ext uri="{FF2B5EF4-FFF2-40B4-BE49-F238E27FC236}">
                <a16:creationId xmlns:a16="http://schemas.microsoft.com/office/drawing/2014/main" id="{4D42DB8A-5A02-4F73-A8C5-1C517420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95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43.3%</a:t>
            </a:r>
          </a:p>
        </p:txBody>
      </p:sp>
      <p:sp>
        <p:nvSpPr>
          <p:cNvPr id="29" name="PPAGENT_QA|parent=semantic-composition-pilot|within=p3-demand|role=body">
            <a:extLst xmlns:a="http://schemas.openxmlformats.org/drawingml/2006/main">
              <a:ext uri="{FF2B5EF4-FFF2-40B4-BE49-F238E27FC236}">
                <a16:creationId xmlns:a16="http://schemas.microsoft.com/office/drawing/2014/main" id="{7119A04A-6E38-4D09-9BFF-B2DAEEC7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其中相同 GPU 为 52/120。集中度提示模板可能复用，不等于权限范围可直接合并。</a:t>
            </a:r>
          </a:p>
        </p:txBody>
      </p:sp>
      <p:sp>
        <p:nvSpPr>
          <p:cNvPr id="30" name="PPAGENT_QA|parent=semantic-composition-pilot|within=p3-incidents|role=surface">
            <a:extLst xmlns:a="http://schemas.openxmlformats.org/drawingml/2006/main">
              <a:ext uri="{FF2B5EF4-FFF2-40B4-BE49-F238E27FC236}">
                <a16:creationId xmlns:a16="http://schemas.microsoft.com/office/drawing/2014/main" id="{5FCB0C99-E619-447B-9363-B2A6DD4C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1" name="PPAGENT_QA|parent=semantic-composition-pilot|within=p3-incidents|role=accent">
            <a:extLst xmlns:a="http://schemas.openxmlformats.org/drawingml/2006/main">
              <a:ext uri="{FF2B5EF4-FFF2-40B4-BE49-F238E27FC236}">
                <a16:creationId xmlns:a16="http://schemas.microsoft.com/office/drawing/2014/main" id="{8F7C44B6-B5CA-4CAA-9FBB-156DEE14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PAGENT_QA|parent=semantic-composition-pilot|within=p3-incidents|role=heading">
            <a:extLst xmlns:a="http://schemas.openxmlformats.org/drawingml/2006/main">
              <a:ext uri="{FF2B5EF4-FFF2-40B4-BE49-F238E27FC236}">
                <a16:creationId xmlns:a16="http://schemas.microsoft.com/office/drawing/2014/main" id="{EEBC65C7-A22B-4B2A-B280-293D5DCA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证据二｜记录缺口</a:t>
            </a:r>
          </a:p>
        </p:txBody>
      </p:sp>
      <p:sp>
        <p:nvSpPr>
          <p:cNvPr id="33" name="PPAGENT_QA|parent=semantic-composition-pilot|within=p3-incidents|role=meta">
            <a:extLst xmlns:a="http://schemas.openxmlformats.org/drawingml/2006/main">
              <a:ext uri="{FF2B5EF4-FFF2-40B4-BE49-F238E27FC236}">
                <a16:creationId xmlns:a16="http://schemas.microsoft.com/office/drawing/2014/main" id="{AE8156CD-9BF2-4C46-8849-A1806CC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周模拟复核</a:t>
            </a:r>
          </a:p>
        </p:txBody>
      </p:sp>
      <p:sp>
        <p:nvSpPr>
          <p:cNvPr id="34" name="PPAGENT_QA|parent=semantic-composition-pilot|within=p3-incidents|role=value">
            <a:extLst xmlns:a="http://schemas.openxmlformats.org/drawingml/2006/main">
              <a:ext uri="{FF2B5EF4-FFF2-40B4-BE49-F238E27FC236}">
                <a16:creationId xmlns:a16="http://schemas.microsoft.com/office/drawing/2014/main" id="{F35DF9F7-921E-44FC-BCDB-65FFC717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14 / 78</a:t>
            </a:r>
          </a:p>
        </p:txBody>
      </p:sp>
      <p:sp>
        <p:nvSpPr>
          <p:cNvPr id="35" name="PPAGENT_QA|parent=semantic-composition-pilot|within=p3-incidents|role=unit">
            <a:extLst xmlns:a="http://schemas.openxmlformats.org/drawingml/2006/main">
              <a:ext uri="{FF2B5EF4-FFF2-40B4-BE49-F238E27FC236}">
                <a16:creationId xmlns:a16="http://schemas.microsoft.com/office/drawing/2014/main" id="{189B5E07-F9C3-40C4-A7A3-E4BA1A29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份完成运行</a:t>
            </a:r>
          </a:p>
        </p:txBody>
      </p:sp>
      <p:sp>
        <p:nvSpPr>
          <p:cNvPr id="36" name="PPAGENT_QA|parent=semantic-composition-pilot|within=p3-incidents|role=bar-label-0">
            <a:extLst xmlns:a="http://schemas.openxmlformats.org/drawingml/2006/main">
              <a:ext uri="{FF2B5EF4-FFF2-40B4-BE49-F238E27FC236}">
                <a16:creationId xmlns:a16="http://schemas.microsoft.com/office/drawing/2014/main" id="{76A99E1E-5A59-4787-AE50-0347819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缺口率</a:t>
            </a:r>
          </a:p>
        </p:txBody>
      </p:sp>
      <p:sp>
        <p:nvSpPr>
          <p:cNvPr id="37" name="PPAGENT_QA|parent=semantic-composition-pilot|within=p3-incidents|role=bar-track-0">
            <a:extLst xmlns:a="http://schemas.openxmlformats.org/drawingml/2006/main">
              <a:ext uri="{FF2B5EF4-FFF2-40B4-BE49-F238E27FC236}">
                <a16:creationId xmlns:a16="http://schemas.microsoft.com/office/drawing/2014/main" id="{C473D78B-BF66-41DB-BF9F-A812DD62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parent=semantic-composition-pilot|within=p3-incidents|role=bar-fill-0">
            <a:extLst xmlns:a="http://schemas.openxmlformats.org/drawingml/2006/main">
              <a:ext uri="{FF2B5EF4-FFF2-40B4-BE49-F238E27FC236}">
                <a16:creationId xmlns:a16="http://schemas.microsoft.com/office/drawing/2014/main" id="{61518926-7C65-400E-8211-95C9028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647950"/>
            <a:ext cx="23017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PAGENT_QA|parent=semantic-composition-pilot|within=p3-incidents|role=bar-value-0">
            <a:extLst xmlns:a="http://schemas.openxmlformats.org/drawingml/2006/main">
              <a:ext uri="{FF2B5EF4-FFF2-40B4-BE49-F238E27FC236}">
                <a16:creationId xmlns:a16="http://schemas.microsoft.com/office/drawing/2014/main" id="{16580D62-8472-4B1C-A414-925E3863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67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17.9%</a:t>
            </a:r>
          </a:p>
        </p:txBody>
      </p:sp>
      <p:sp>
        <p:nvSpPr>
          <p:cNvPr id="40" name="PPAGENT_QA|parent=semantic-composition-pilot|within=p3-incidents|role=body">
            <a:extLst xmlns:a="http://schemas.openxmlformats.org/drawingml/2006/main">
              <a:ext uri="{FF2B5EF4-FFF2-40B4-BE49-F238E27FC236}">
                <a16:creationId xmlns:a16="http://schemas.microsoft.com/office/drawing/2014/main" id="{CACBC8C8-8FA5-4D96-A87D-0D11595A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其中 9/14 来自两个项目集群（分母为 14）。缺口集中支持先补字段与责任人，不能归因于单一申请人。</a:t>
            </a:r>
          </a:p>
        </p:txBody>
      </p:sp>
      <p:sp>
        <p:nvSpPr>
          <p:cNvPr id="41" name="PPAGENT_QA|parent=semantic-composition-pilot|within=p3-capacity|role=surface">
            <a:extLst xmlns:a="http://schemas.openxmlformats.org/drawingml/2006/main">
              <a:ext uri="{FF2B5EF4-FFF2-40B4-BE49-F238E27FC236}">
                <a16:creationId xmlns:a16="http://schemas.microsoft.com/office/drawing/2014/main" id="{C8DEA93D-93BD-436E-9BBC-9925FC60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PPAGENT_QA|parent=semantic-composition-pilot|within=p3-capacity|role=accent">
            <a:extLst xmlns:a="http://schemas.openxmlformats.org/drawingml/2006/main">
              <a:ext uri="{FF2B5EF4-FFF2-40B4-BE49-F238E27FC236}">
                <a16:creationId xmlns:a16="http://schemas.microsoft.com/office/drawing/2014/main" id="{5DB4ECB8-3090-4ACF-B93F-1CEC8433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PAGENT_QA|parent=semantic-composition-pilot|within=p3-capacity|role=heading">
            <a:extLst xmlns:a="http://schemas.openxmlformats.org/drawingml/2006/main">
              <a:ext uri="{FF2B5EF4-FFF2-40B4-BE49-F238E27FC236}">
                <a16:creationId xmlns:a16="http://schemas.microsoft.com/office/drawing/2014/main" id="{6F04EB6E-F168-405A-B49E-47B55074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证据三｜管理员容量</a:t>
            </a:r>
          </a:p>
        </p:txBody>
      </p:sp>
      <p:sp>
        <p:nvSpPr>
          <p:cNvPr id="44" name="PPAGENT_QA|parent=semantic-composition-pilot|within=p3-capacity|role=meta">
            <a:extLst xmlns:a="http://schemas.openxmlformats.org/drawingml/2006/main">
              <a:ext uri="{FF2B5EF4-FFF2-40B4-BE49-F238E27FC236}">
                <a16:creationId xmlns:a16="http://schemas.microsoft.com/office/drawing/2014/main" id="{B64D50C6-7CA8-4F67-A6FB-E23A7EEC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周模拟估算</a:t>
            </a:r>
          </a:p>
        </p:txBody>
      </p:sp>
      <p:sp>
        <p:nvSpPr>
          <p:cNvPr id="45" name="PPAGENT_QA|parent=semantic-composition-pilot|within=p3-capacity|role=value">
            <a:extLst xmlns:a="http://schemas.openxmlformats.org/drawingml/2006/main">
              <a:ext uri="{FF2B5EF4-FFF2-40B4-BE49-F238E27FC236}">
                <a16:creationId xmlns:a16="http://schemas.microsoft.com/office/drawing/2014/main" id="{D8576211-1BE9-46E1-95C5-1291324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5.0 vs 3.5</a:t>
            </a:r>
          </a:p>
        </p:txBody>
      </p:sp>
      <p:sp>
        <p:nvSpPr>
          <p:cNvPr id="46" name="PPAGENT_QA|parent=semantic-composition-pilot|within=p3-capacity|role=unit">
            <a:extLst xmlns:a="http://schemas.openxmlformats.org/drawingml/2006/main">
              <a:ext uri="{FF2B5EF4-FFF2-40B4-BE49-F238E27FC236}">
                <a16:creationId xmlns:a16="http://schemas.microsoft.com/office/drawing/2014/main" id="{29B2CBB8-448B-4BA9-AF31-3467B405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管理员工作日 / 周</a:t>
            </a:r>
          </a:p>
        </p:txBody>
      </p:sp>
      <p:sp>
        <p:nvSpPr>
          <p:cNvPr id="47" name="PPAGENT_QA|parent=semantic-composition-pilot|within=p3-capacity|role=bar-label-0">
            <a:extLst xmlns:a="http://schemas.openxmlformats.org/drawingml/2006/main">
              <a:ext uri="{FF2B5EF4-FFF2-40B4-BE49-F238E27FC236}">
                <a16:creationId xmlns:a16="http://schemas.microsoft.com/office/drawing/2014/main" id="{E65F6DBF-BBAB-48F9-AA88-9749DE2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全量审核</a:t>
            </a:r>
          </a:p>
        </p:txBody>
      </p:sp>
      <p:sp>
        <p:nvSpPr>
          <p:cNvPr id="48" name="PPAGENT_QA|parent=semantic-composition-pilot|within=p3-capacity|role=bar-track-0">
            <a:extLst xmlns:a="http://schemas.openxmlformats.org/drawingml/2006/main">
              <a:ext uri="{FF2B5EF4-FFF2-40B4-BE49-F238E27FC236}">
                <a16:creationId xmlns:a16="http://schemas.microsoft.com/office/drawing/2014/main" id="{18CAF572-83EE-45ED-8F30-83F6A874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PAGENT_QA|parent=semantic-composition-pilot|within=p3-capacity|role=bar-fill-0">
            <a:extLst xmlns:a="http://schemas.openxmlformats.org/drawingml/2006/main">
              <a:ext uri="{FF2B5EF4-FFF2-40B4-BE49-F238E27FC236}">
                <a16:creationId xmlns:a16="http://schemas.microsoft.com/office/drawing/2014/main" id="{1BE6EC29-C6C0-4FFE-855F-ED065DBF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PAGENT_QA|parent=semantic-composition-pilot|within=p3-capacity|role=bar-value-0">
            <a:extLst xmlns:a="http://schemas.openxmlformats.org/drawingml/2006/main">
              <a:ext uri="{FF2B5EF4-FFF2-40B4-BE49-F238E27FC236}">
                <a16:creationId xmlns:a16="http://schemas.microsoft.com/office/drawing/2014/main" id="{BDFDC8A5-AF3B-4799-9E8B-7DB9663B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5.0</a:t>
            </a:r>
          </a:p>
        </p:txBody>
      </p:sp>
      <p:sp>
        <p:nvSpPr>
          <p:cNvPr id="51" name="PPAGENT_QA|parent=semantic-composition-pilot|within=p3-capacity|role=bar-label-1">
            <a:extLst xmlns:a="http://schemas.openxmlformats.org/drawingml/2006/main">
              <a:ext uri="{FF2B5EF4-FFF2-40B4-BE49-F238E27FC236}">
                <a16:creationId xmlns:a16="http://schemas.microsoft.com/office/drawing/2014/main" id="{71238973-E391-4DE0-9A35-FB0C5245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895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可支配</a:t>
            </a:r>
          </a:p>
        </p:txBody>
      </p:sp>
      <p:sp>
        <p:nvSpPr>
          <p:cNvPr id="52" name="PPAGENT_QA|parent=semantic-composition-pilot|within=p3-capacity|role=bar-track-1">
            <a:extLst xmlns:a="http://schemas.openxmlformats.org/drawingml/2006/main">
              <a:ext uri="{FF2B5EF4-FFF2-40B4-BE49-F238E27FC236}">
                <a16:creationId xmlns:a16="http://schemas.microsoft.com/office/drawing/2014/main" id="{54CC24C4-14EC-4BAF-8840-207910F8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93370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PAGENT_QA|parent=semantic-composition-pilot|within=p3-capacity|role=bar-fill-1">
            <a:extLst xmlns:a="http://schemas.openxmlformats.org/drawingml/2006/main">
              <a:ext uri="{FF2B5EF4-FFF2-40B4-BE49-F238E27FC236}">
                <a16:creationId xmlns:a16="http://schemas.microsoft.com/office/drawing/2014/main" id="{6F6B0CA6-78B0-42B6-B5B5-BB4D4CC9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933700"/>
            <a:ext cx="9001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PAGENT_QA|parent=semantic-composition-pilot|within=p3-capacity|role=bar-value-1">
            <a:extLst xmlns:a="http://schemas.openxmlformats.org/drawingml/2006/main">
              <a:ext uri="{FF2B5EF4-FFF2-40B4-BE49-F238E27FC236}">
                <a16:creationId xmlns:a16="http://schemas.microsoft.com/office/drawing/2014/main" id="{203183A3-E5E6-4386-9026-F3ADB7CA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895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55" name="PPAGENT_QA|parent=semantic-composition-pilot|within=p3-capacity|role=bar-label-2">
            <a:extLst xmlns:a="http://schemas.openxmlformats.org/drawingml/2006/main">
              <a:ext uri="{FF2B5EF4-FFF2-40B4-BE49-F238E27FC236}">
                <a16:creationId xmlns:a16="http://schemas.microsoft.com/office/drawing/2014/main" id="{B0F4CB0A-585B-49CA-9CBC-8FFF8026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181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限量试点</a:t>
            </a:r>
          </a:p>
        </p:txBody>
      </p:sp>
      <p:sp>
        <p:nvSpPr>
          <p:cNvPr id="56" name="PPAGENT_QA|parent=semantic-composition-pilot|within=p3-capacity|role=bar-track-2">
            <a:extLst xmlns:a="http://schemas.openxmlformats.org/drawingml/2006/main">
              <a:ext uri="{FF2B5EF4-FFF2-40B4-BE49-F238E27FC236}">
                <a16:creationId xmlns:a16="http://schemas.microsoft.com/office/drawing/2014/main" id="{F23CE184-140E-42EA-BD02-7B8E8EDF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32194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PAGENT_QA|parent=semantic-composition-pilot|within=p3-capacity|role=bar-fill-2">
            <a:extLst xmlns:a="http://schemas.openxmlformats.org/drawingml/2006/main">
              <a:ext uri="{FF2B5EF4-FFF2-40B4-BE49-F238E27FC236}">
                <a16:creationId xmlns:a16="http://schemas.microsoft.com/office/drawing/2014/main" id="{184D5895-886B-43F1-8A90-E5E2822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3219450"/>
            <a:ext cx="6686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3-capacity|role=bar-value-2">
            <a:extLst xmlns:a="http://schemas.openxmlformats.org/drawingml/2006/main">
              <a:ext uri="{FF2B5EF4-FFF2-40B4-BE49-F238E27FC236}">
                <a16:creationId xmlns:a16="http://schemas.microsoft.com/office/drawing/2014/main" id="{2C216938-EEAF-4DFA-B815-C302ABE9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3181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2.6</a:t>
            </a:r>
          </a:p>
        </p:txBody>
      </p:sp>
      <p:sp>
        <p:nvSpPr>
          <p:cNvPr id="59" name="PPAGENT_QA|parent=semantic-composition-pilot|within=p3-capacity|role=body">
            <a:extLst xmlns:a="http://schemas.openxmlformats.org/drawingml/2006/main">
              <a:ext uri="{FF2B5EF4-FFF2-40B4-BE49-F238E27FC236}">
                <a16:creationId xmlns:a16="http://schemas.microsoft.com/office/drawing/2014/main" id="{8FC8EEAB-162B-4F04-96A4-B87F04A4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模板稳定后预计 1.4 个管理员工作日/周。上述人日为模拟工作量估计，需用阶段二记录校准。</a:t>
            </a:r>
          </a:p>
        </p:txBody>
      </p:sp>
      <p:sp>
        <p:nvSpPr>
          <p:cNvPr id="60" name="PPAGENT_QA|parent=semantic-composition-pilot|within=p3-conclusion|role=heading">
            <a:extLst xmlns:a="http://schemas.openxmlformats.org/drawingml/2006/main">
              <a:ext uri="{FF2B5EF4-FFF2-40B4-BE49-F238E27FC236}">
                <a16:creationId xmlns:a16="http://schemas.microsoft.com/office/drawing/2014/main" id="{33553E99-EFFD-4721-8905-38F508C0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690753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综合判断｜三证据共同支撑</a:t>
            </a:r>
          </a:p>
        </p:txBody>
      </p:sp>
      <p:sp>
        <p:nvSpPr>
          <p:cNvPr id="61" name="PPAGENT_QA|parent=semantic-composition-pilot|within=p3-conclusion|role=accent">
            <a:extLst xmlns:a="http://schemas.openxmlformats.org/drawingml/2006/main">
              <a:ext uri="{FF2B5EF4-FFF2-40B4-BE49-F238E27FC236}">
                <a16:creationId xmlns:a16="http://schemas.microsoft.com/office/drawing/2014/main" id="{D03E1B4B-8A0B-4F85-ADDE-71231BAE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PAGENT_QA|parent=semantic-composition-pilot|within=p3-conclusion|role=decision">
            <a:extLst xmlns:a="http://schemas.openxmlformats.org/drawingml/2006/main">
              <a:ext uri="{FF2B5EF4-FFF2-40B4-BE49-F238E27FC236}">
                <a16:creationId xmlns:a16="http://schemas.microsoft.com/office/drawing/2014/main" id="{4ED1A2E2-716A-4063-BFC1-BED7B56D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0"/>
            <a:ext cx="67551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先做 B 的限量试点，再用三周评审决定是否扩大范围。</a:t>
            </a:r>
          </a:p>
        </p:txBody>
      </p:sp>
      <p:sp>
        <p:nvSpPr>
          <p:cNvPr id="63" name="PPAGENT_QA|parent=semantic-composition-pilot|within=p3-conclusion|role=body">
            <a:extLst xmlns:a="http://schemas.openxmlformats.org/drawingml/2006/main">
              <a:ext uri="{FF2B5EF4-FFF2-40B4-BE49-F238E27FC236}">
                <a16:creationId xmlns:a16="http://schemas.microsoft.com/office/drawing/2014/main" id="{1D1CF677-DD70-4E83-9BB0-864C2C0F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690753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需求回答入口是否可能复用，记录缺口回答哪里需要先补证据，容量约束回答为什么不能一次全量开放。三类证据的交集支持行动方案，但不支持宣称已经提升效率。</a:t>
            </a:r>
          </a:p>
        </p:txBody>
      </p:sp>
      <p:sp>
        <p:nvSpPr>
          <p:cNvPr id="64" name="PPAGENT_QA|parent=semantic-composition-pilot|within=p3-limit|role=heading">
            <a:extLst xmlns:a="http://schemas.openxmlformats.org/drawingml/2006/main">
              <a:ext uri="{FF2B5EF4-FFF2-40B4-BE49-F238E27FC236}">
                <a16:creationId xmlns:a16="http://schemas.microsoft.com/office/drawing/2014/main" id="{336A2216-2C3C-49B0-A3E1-6E194BD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343400"/>
            <a:ext cx="39700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证据边界与验证</a:t>
            </a:r>
          </a:p>
        </p:txBody>
      </p:sp>
      <p:sp>
        <p:nvSpPr>
          <p:cNvPr id="65" name="PPAGENT_QA|parent=semantic-composition-pilot|within=p3-limit|role=body">
            <a:extLst xmlns:a="http://schemas.openxmlformats.org/drawingml/2006/main">
              <a:ext uri="{FF2B5EF4-FFF2-40B4-BE49-F238E27FC236}">
                <a16:creationId xmlns:a16="http://schemas.microsoft.com/office/drawing/2014/main" id="{E6DA0DBD-D505-42E8-B67B-48C11ABB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686300"/>
            <a:ext cx="397002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观察没有随机对照，8 周窗口可能受课程周期影响。阶段二需记录字段完整率、首次可用时间、实际工时和异常闭环时间，再按预先写明的门槛复核。</a:t>
            </a:r>
          </a:p>
        </p:txBody>
      </p:sp>
      <p:sp>
        <p:nvSpPr>
          <p:cNvPr id="66" name="PPAGENT_QA|parent=semantic-composition-pilot|within=p3-limit|role=rule">
            <a:extLst xmlns:a="http://schemas.openxmlformats.org/drawingml/2006/main">
              <a:ext uri="{FF2B5EF4-FFF2-40B4-BE49-F238E27FC236}">
                <a16:creationId xmlns:a16="http://schemas.microsoft.com/office/drawing/2014/main" id="{860C3DE4-80EB-4105-8163-F95EC81B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8105" y="5810250"/>
            <a:ext cx="3970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7" name="PPAGENT_QA|parent=semantic-composition-pilot|within=p3-limit|role=meta">
            <a:extLst xmlns:a="http://schemas.openxmlformats.org/drawingml/2006/main">
              <a:ext uri="{FF2B5EF4-FFF2-40B4-BE49-F238E27FC236}">
                <a16:creationId xmlns:a16="http://schemas.microsoft.com/office/drawing/2014/main" id="{36DB17B0-E968-45AD-8B7B-71E5B9F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5924550"/>
            <a:ext cx="39700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若记录不完整或工作量超过容量，暂停扩围并保留当前规模。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2026-09-09T12:16:24.5590000Z</dcterms:created>
  <dcterms:modified xsi:type="dcterms:W3CDTF">2026-09-09T12:16:24.5590000Z</dcterms:modified>
</coreProperties>
</file>