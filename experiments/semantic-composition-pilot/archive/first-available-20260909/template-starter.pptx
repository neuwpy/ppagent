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5917dd1a584148" /><Relationship Type="http://schemas.openxmlformats.org/officeDocument/2006/relationships/extended-properties" Target="/docProps/app.xml" Id="R5498536d22ec435f" /><Relationship Type="http://schemas.openxmlformats.org/officeDocument/2006/relationships/officeDocument" Target="/ppt/presentation.xml" Id="R994017836d8c4d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885dfcdbb24992"/>
    <p:sldMasterId xmlns:r="http://schemas.openxmlformats.org/officeDocument/2006/relationships" id="2147483660" r:id="R9eb10532399c4945"/>
    <p:sldMasterId xmlns:r="http://schemas.openxmlformats.org/officeDocument/2006/relationships" id="2147483663" r:id="R6391522d57384442"/>
  </p:sldMasterIdLst>
  <p:notesMasterIdLst>
    <p:notesMasterId xmlns:r="http://schemas.openxmlformats.org/officeDocument/2006/relationships" r:id="R8d57f9daacf34e7b"/>
  </p:notesMasterIdLst>
  <p:sldIdLst>
    <p:sldId xmlns:r="http://schemas.openxmlformats.org/officeDocument/2006/relationships" id="256" r:id="Rcfe6dfb7d17644cf"/>
    <p:sldId xmlns:r="http://schemas.openxmlformats.org/officeDocument/2006/relationships" id="257" r:id="Rb93ca8a2b4c842dd"/>
    <p:sldId xmlns:r="http://schemas.openxmlformats.org/officeDocument/2006/relationships" id="258" r:id="Rcebbeb2154f243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d74c29ee6c44b6" /><Relationship Type="http://schemas.openxmlformats.org/officeDocument/2006/relationships/slideMaster" Target="/ppt/slideMasters/slideMaster1.xml" Id="Ra5885dfcdbb24992" /><Relationship Type="http://schemas.openxmlformats.org/officeDocument/2006/relationships/slideMaster" Target="/ppt/slideMasters/slideMaster2.xml" Id="R9eb10532399c4945" /><Relationship Type="http://schemas.openxmlformats.org/officeDocument/2006/relationships/slideMaster" Target="/ppt/slideMasters/slideMaster3.xml" Id="R6391522d57384442" /><Relationship Type="http://schemas.openxmlformats.org/officeDocument/2006/relationships/notesMaster" Target="/ppt/notesMasters/notesMaster1.xml" Id="R8d57f9daacf34e7b" /><Relationship Type="http://schemas.openxmlformats.org/officeDocument/2006/relationships/presProps" Target="/ppt/presProps.xml" Id="R9165630934e54778" /><Relationship Type="http://schemas.openxmlformats.org/officeDocument/2006/relationships/viewProps" Target="/ppt/viewProps.xml" Id="R0707ee85921c4eb0" /><Relationship Type="http://schemas.openxmlformats.org/officeDocument/2006/relationships/tableStyles" Target="/ppt/tableStyles.xml" Id="R7e23fb8a7d844734" /><Relationship Type="http://schemas.openxmlformats.org/officeDocument/2006/relationships/slide" Target="/ppt/slides/slide1.xml" Id="Rcfe6dfb7d17644cf" /><Relationship Type="http://schemas.openxmlformats.org/officeDocument/2006/relationships/slide" Target="/ppt/slides/slide2.xml" Id="Rb93ca8a2b4c842dd" /><Relationship Type="http://schemas.openxmlformats.org/officeDocument/2006/relationships/slide" Target="/ppt/slides/slide3.xml" Id="Rcebbeb2154f243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4338630ae3046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49fc092b2c4bc9" /><Relationship Type="http://schemas.openxmlformats.org/officeDocument/2006/relationships/notesMaster" Target="/ppt/notesMasters/notesMaster1.xml" Id="R7714bcfde44b49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7658ec9a6f4f55" /><Relationship Type="http://schemas.openxmlformats.org/officeDocument/2006/relationships/notesMaster" Target="/ppt/notesMasters/notesMaster1.xml" Id="R929e3c2a071f4e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86ceb53fb84b5e" /><Relationship Type="http://schemas.openxmlformats.org/officeDocument/2006/relationships/notesMaster" Target="/ppt/notesMasters/notesMaster1.xml" Id="Rc52a91bc7c784b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7c681af8c34bef" /><Relationship Type="http://schemas.openxmlformats.org/officeDocument/2006/relationships/image" Target="/ppt/media/image.jpeg" Id="R791445a2db264d46" /><Relationship Type="http://schemas.openxmlformats.org/officeDocument/2006/relationships/image" Target="/ppt/media/image.png" Id="Rd0cf96c2269b44b4" /><Relationship Type="http://schemas.openxmlformats.org/officeDocument/2006/relationships/image" Target="/ppt/media/image2.png" Id="R971eec3262a142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5002775364b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1323ba81454270" /><Relationship Type="http://schemas.openxmlformats.org/officeDocument/2006/relationships/image" Target="/ppt/media/image3.png" Id="R65ff03f2689a44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4502eb6ae24c50" /><Relationship Type="http://schemas.openxmlformats.org/officeDocument/2006/relationships/image" Target="/ppt/media/image4.png" Id="R9a35a3e9548147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9821aa48242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54dd0dc51d498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3fb04200724b0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0e0b202bb2442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cd4598d464f6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4d36122a5c472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8817dd1f945a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e220a0497e442a" /><Relationship Type="http://schemas.openxmlformats.org/officeDocument/2006/relationships/image" Target="/ppt/media/image5.png" Id="Rc4ab1e6efdcc46b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fb9ae6565a4dc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02e6045711147ea" /><Relationship Type="http://schemas.openxmlformats.org/officeDocument/2006/relationships/image" Target="/ppt/media/image5.png" Id="R515ca9dc94d54cf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e131d4d4169452e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445a2db264d46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f96c2269b44b4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eec3262a142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f03f2689a44b6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5a3e95481470d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b1e6efdcc46b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ca9dc94d54cf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0769d512694f1e" /><Relationship Type="http://schemas.openxmlformats.org/officeDocument/2006/relationships/slideLayout" Target="/ppt/slideLayouts/slideLayout1.xml" Id="R615648f734e24e7b" /><Relationship Type="http://schemas.openxmlformats.org/officeDocument/2006/relationships/slideLayout" Target="/ppt/slideLayouts/slideLayout2.xml" Id="Rf8d4c45c862b497b" /><Relationship Type="http://schemas.openxmlformats.org/officeDocument/2006/relationships/slideLayout" Target="/ppt/slideLayouts/slideLayout3.xml" Id="R0412fc680b094cb3" /><Relationship Type="http://schemas.openxmlformats.org/officeDocument/2006/relationships/slideLayout" Target="/ppt/slideLayouts/slideLayout4.xml" Id="R969451f6f8ff4873" /><Relationship Type="http://schemas.openxmlformats.org/officeDocument/2006/relationships/slideLayout" Target="/ppt/slideLayouts/slideLayout5.xml" Id="R4be73dc40d0d4e6e" /><Relationship Type="http://schemas.openxmlformats.org/officeDocument/2006/relationships/slideLayout" Target="/ppt/slideLayouts/slideLayout6.xml" Id="Rdbf7c890dd7e449e" /><Relationship Type="http://schemas.openxmlformats.org/officeDocument/2006/relationships/slideLayout" Target="/ppt/slideLayouts/slideLayout7.xml" Id="R066ca0f05352448e" /><Relationship Type="http://schemas.openxmlformats.org/officeDocument/2006/relationships/slideLayout" Target="/ppt/slideLayouts/slideLayout8.xml" Id="Re201aacc27154569" /><Relationship Type="http://schemas.openxmlformats.org/officeDocument/2006/relationships/slideLayout" Target="/ppt/slideLayouts/slideLayout9.xml" Id="Rf38b3644adfd4b0f" /><Relationship Type="http://schemas.openxmlformats.org/officeDocument/2006/relationships/slideLayout" Target="/ppt/slideLayouts/slideLayout10.xml" Id="R2ce827e04e694a69" /><Relationship Type="http://schemas.openxmlformats.org/officeDocument/2006/relationships/slideLayout" Target="/ppt/slideLayouts/slideLayout11.xml" Id="R1716435b92714bd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bc242b1284c450d" /><Relationship Type="http://schemas.openxmlformats.org/officeDocument/2006/relationships/slideLayout" Target="/ppt/slideLayouts/slideLayout12.xml" Id="Re88bf568dec74c7e" /><Relationship Type="http://schemas.openxmlformats.org/officeDocument/2006/relationships/slideLayout" Target="/ppt/slideLayouts/slideLayout13.xml" Id="R5169e15a5d5e418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61fcb750da64157" /><Relationship Type="http://schemas.openxmlformats.org/officeDocument/2006/relationships/slideLayout" Target="/ppt/slideLayouts/slideLayout14.xml" Id="R29e5085761e6414c" /><Relationship Type="http://schemas.openxmlformats.org/officeDocument/2006/relationships/slideLayout" Target="/ppt/slideLayouts/slideLayout15.xml" Id="R0f40a16c110e4f4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5648f734e24e7b"/>
    <p:sldLayoutId xmlns:r="http://schemas.openxmlformats.org/officeDocument/2006/relationships" id="2147483650" r:id="Rf8d4c45c862b497b"/>
    <p:sldLayoutId xmlns:r="http://schemas.openxmlformats.org/officeDocument/2006/relationships" id="2147483651" r:id="R0412fc680b094cb3"/>
    <p:sldLayoutId xmlns:r="http://schemas.openxmlformats.org/officeDocument/2006/relationships" id="2147483652" r:id="R969451f6f8ff4873"/>
    <p:sldLayoutId xmlns:r="http://schemas.openxmlformats.org/officeDocument/2006/relationships" id="2147483653" r:id="R4be73dc40d0d4e6e"/>
    <p:sldLayoutId xmlns:r="http://schemas.openxmlformats.org/officeDocument/2006/relationships" id="2147483654" r:id="Rdbf7c890dd7e449e"/>
    <p:sldLayoutId xmlns:r="http://schemas.openxmlformats.org/officeDocument/2006/relationships" id="2147483655" r:id="R066ca0f05352448e"/>
    <p:sldLayoutId xmlns:r="http://schemas.openxmlformats.org/officeDocument/2006/relationships" id="2147483656" r:id="Re201aacc27154569"/>
    <p:sldLayoutId xmlns:r="http://schemas.openxmlformats.org/officeDocument/2006/relationships" id="2147483657" r:id="Rf38b3644adfd4b0f"/>
    <p:sldLayoutId xmlns:r="http://schemas.openxmlformats.org/officeDocument/2006/relationships" id="2147483658" r:id="R2ce827e04e694a69"/>
    <p:sldLayoutId xmlns:r="http://schemas.openxmlformats.org/officeDocument/2006/relationships" id="2147483659" r:id="R1716435b92714bd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88bf568dec74c7e"/>
    <p:sldLayoutId xmlns:r="http://schemas.openxmlformats.org/officeDocument/2006/relationships" id="2147483662" r:id="R5169e15a5d5e418d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29e5085761e6414c"/>
    <p:sldLayoutId xmlns:r="http://schemas.openxmlformats.org/officeDocument/2006/relationships" id="2147483665" r:id="R0f40a16c110e4f4a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397fd3bce34910" /><Relationship Type="http://schemas.openxmlformats.org/officeDocument/2006/relationships/image" Target="/ppt/media/image6.png" Id="Rda69dc357d214a2d" /><Relationship Type="http://schemas.openxmlformats.org/officeDocument/2006/relationships/notesSlide" Target="/ppt/notesSlides/notesSlide1.xml" Id="R23a5821669234c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1a1332acbf74a37" /><Relationship Type="http://schemas.openxmlformats.org/officeDocument/2006/relationships/image" Target="/ppt/media/image6.png" Id="R82fdb63a03d54347" /><Relationship Type="http://schemas.openxmlformats.org/officeDocument/2006/relationships/notesSlide" Target="/ppt/notesSlides/notesSlide2.xml" Id="R540dd23c0aef4a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013d44112914e53" /><Relationship Type="http://schemas.openxmlformats.org/officeDocument/2006/relationships/image" Target="/ppt/media/image6.png" Id="R5690f39344a446da" /><Relationship Type="http://schemas.openxmlformats.org/officeDocument/2006/relationships/notesSlide" Target="/ppt/notesSlides/notesSlide3.xml" Id="R3d1c19340de946c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9dc357d214a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db63a03d543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0f39344a446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2026-09-09T11:45:48.3320000Z</dcterms:created>
  <dcterms:modified xsi:type="dcterms:W3CDTF">2026-09-09T11:45:48.3320000Z</dcterms:modified>
</coreProperties>
</file>