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b2b6e75bef427e" /><Relationship Type="http://schemas.openxmlformats.org/officeDocument/2006/relationships/extended-properties" Target="/docProps/app.xml" Id="Rd5534590b51241cb" /><Relationship Type="http://schemas.openxmlformats.org/officeDocument/2006/relationships/officeDocument" Target="/ppt/presentation.xml" Id="Rd83fe963e97041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b6affc42f64f7a"/>
    <p:sldMasterId xmlns:r="http://schemas.openxmlformats.org/officeDocument/2006/relationships" id="2147483660" r:id="Rfd90ef88715d4cac"/>
    <p:sldMasterId xmlns:r="http://schemas.openxmlformats.org/officeDocument/2006/relationships" id="2147483663" r:id="Rd4083778edc64d39"/>
  </p:sldMasterIdLst>
  <p:notesMasterIdLst>
    <p:notesMasterId xmlns:r="http://schemas.openxmlformats.org/officeDocument/2006/relationships" r:id="R5b8331cd6eac4f80"/>
  </p:notesMasterIdLst>
  <p:sldIdLst>
    <p:sldId xmlns:r="http://schemas.openxmlformats.org/officeDocument/2006/relationships" id="256" r:id="Rd4e748b2b23344b3"/>
    <p:sldId xmlns:r="http://schemas.openxmlformats.org/officeDocument/2006/relationships" id="257" r:id="Re48d2c84a87b431a"/>
    <p:sldId xmlns:r="http://schemas.openxmlformats.org/officeDocument/2006/relationships" id="258" r:id="R17e3d94badfa40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5fb4bbf0dc4b60" /><Relationship Type="http://schemas.openxmlformats.org/officeDocument/2006/relationships/slideMaster" Target="/ppt/slideMasters/slideMaster1.xml" Id="R7cb6affc42f64f7a" /><Relationship Type="http://schemas.openxmlformats.org/officeDocument/2006/relationships/slideMaster" Target="/ppt/slideMasters/slideMaster2.xml" Id="Rfd90ef88715d4cac" /><Relationship Type="http://schemas.openxmlformats.org/officeDocument/2006/relationships/slideMaster" Target="/ppt/slideMasters/slideMaster3.xml" Id="Rd4083778edc64d39" /><Relationship Type="http://schemas.openxmlformats.org/officeDocument/2006/relationships/notesMaster" Target="/ppt/notesMasters/notesMaster1.xml" Id="R5b8331cd6eac4f80" /><Relationship Type="http://schemas.openxmlformats.org/officeDocument/2006/relationships/presProps" Target="/ppt/presProps.xml" Id="Rfc85a99738574892" /><Relationship Type="http://schemas.openxmlformats.org/officeDocument/2006/relationships/viewProps" Target="/ppt/viewProps.xml" Id="R00c5456cc10d4265" /><Relationship Type="http://schemas.openxmlformats.org/officeDocument/2006/relationships/tableStyles" Target="/ppt/tableStyles.xml" Id="Rfd7f893a2ebf4023" /><Relationship Type="http://schemas.openxmlformats.org/officeDocument/2006/relationships/slide" Target="/ppt/slides/slide1.xml" Id="Rd4e748b2b23344b3" /><Relationship Type="http://schemas.openxmlformats.org/officeDocument/2006/relationships/slide" Target="/ppt/slides/slide2.xml" Id="Re48d2c84a87b431a" /><Relationship Type="http://schemas.openxmlformats.org/officeDocument/2006/relationships/slide" Target="/ppt/slides/slide3.xml" Id="R17e3d94badfa40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562c9044f57644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0cc0dd66d74182" /><Relationship Type="http://schemas.openxmlformats.org/officeDocument/2006/relationships/notesMaster" Target="/ppt/notesMasters/notesMaster1.xml" Id="R2949a72bcb1e47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d24c4e33e6489d" /><Relationship Type="http://schemas.openxmlformats.org/officeDocument/2006/relationships/notesMaster" Target="/ppt/notesMasters/notesMaster1.xml" Id="R8b154f672f8145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1c79e9469a4cda" /><Relationship Type="http://schemas.openxmlformats.org/officeDocument/2006/relationships/notesMaster" Target="/ppt/notesMasters/notesMaster1.xml" Id="R0a481ec1b7a44a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de71c7533a45cc" /><Relationship Type="http://schemas.openxmlformats.org/officeDocument/2006/relationships/image" Target="/ppt/media/image.jpeg" Id="R80421ae2efbd443e" /><Relationship Type="http://schemas.openxmlformats.org/officeDocument/2006/relationships/image" Target="/ppt/media/image.png" Id="Rcad7138066424a0c" /><Relationship Type="http://schemas.openxmlformats.org/officeDocument/2006/relationships/image" Target="/ppt/media/image2.png" Id="Rade230b5edfc4a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69781ef6ab447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07d5d5fec14a4a" /><Relationship Type="http://schemas.openxmlformats.org/officeDocument/2006/relationships/image" Target="/ppt/media/image3.png" Id="R239e12cba6a348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b2b2d8cc6b4b75" /><Relationship Type="http://schemas.openxmlformats.org/officeDocument/2006/relationships/image" Target="/ppt/media/image4.png" Id="Rc6b9166c9dac43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35fdd2a1d74b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66cbab67c544e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dc5ca7d7cf47b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504f578bcd411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6b45db3a13459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f7e3b71d074e0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c8c8450271495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28aa8490bbf4f2a" /><Relationship Type="http://schemas.openxmlformats.org/officeDocument/2006/relationships/image" Target="/ppt/media/image5.png" Id="R8af37db8a332480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16a9c8991f490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b1ce245e9f9401d" /><Relationship Type="http://schemas.openxmlformats.org/officeDocument/2006/relationships/image" Target="/ppt/media/image5.png" Id="R4375aeed77f04fd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b71464b97244576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21ae2efbd443e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7138066424a0c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230b5edfc4a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e12cba6a34801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b9166c9dac431f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37db8a332480a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5aeed77f04fd0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3fd49dcf2c4965" /><Relationship Type="http://schemas.openxmlformats.org/officeDocument/2006/relationships/slideLayout" Target="/ppt/slideLayouts/slideLayout1.xml" Id="R7a2b2e1177e54a3f" /><Relationship Type="http://schemas.openxmlformats.org/officeDocument/2006/relationships/slideLayout" Target="/ppt/slideLayouts/slideLayout2.xml" Id="R694850cfb6a744a8" /><Relationship Type="http://schemas.openxmlformats.org/officeDocument/2006/relationships/slideLayout" Target="/ppt/slideLayouts/slideLayout3.xml" Id="R4f88bb819f3d4cc4" /><Relationship Type="http://schemas.openxmlformats.org/officeDocument/2006/relationships/slideLayout" Target="/ppt/slideLayouts/slideLayout4.xml" Id="R0acb122c06c2449a" /><Relationship Type="http://schemas.openxmlformats.org/officeDocument/2006/relationships/slideLayout" Target="/ppt/slideLayouts/slideLayout5.xml" Id="R915567fc9f6f485a" /><Relationship Type="http://schemas.openxmlformats.org/officeDocument/2006/relationships/slideLayout" Target="/ppt/slideLayouts/slideLayout6.xml" Id="R1810016b82b14872" /><Relationship Type="http://schemas.openxmlformats.org/officeDocument/2006/relationships/slideLayout" Target="/ppt/slideLayouts/slideLayout7.xml" Id="R0f8eaa04ed464b39" /><Relationship Type="http://schemas.openxmlformats.org/officeDocument/2006/relationships/slideLayout" Target="/ppt/slideLayouts/slideLayout8.xml" Id="R776fd863f89d47b2" /><Relationship Type="http://schemas.openxmlformats.org/officeDocument/2006/relationships/slideLayout" Target="/ppt/slideLayouts/slideLayout9.xml" Id="Rf7de5ebf46c84b08" /><Relationship Type="http://schemas.openxmlformats.org/officeDocument/2006/relationships/slideLayout" Target="/ppt/slideLayouts/slideLayout10.xml" Id="Rc11ddcf9f6a1431e" /><Relationship Type="http://schemas.openxmlformats.org/officeDocument/2006/relationships/slideLayout" Target="/ppt/slideLayouts/slideLayout11.xml" Id="R0a6b2d9c0ca2463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6ab184d6aaa4221" /><Relationship Type="http://schemas.openxmlformats.org/officeDocument/2006/relationships/slideLayout" Target="/ppt/slideLayouts/slideLayout12.xml" Id="R998a9340503c4140" /><Relationship Type="http://schemas.openxmlformats.org/officeDocument/2006/relationships/slideLayout" Target="/ppt/slideLayouts/slideLayout13.xml" Id="R21c9f7fc93594d6a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9ab04e57f2de4757" /><Relationship Type="http://schemas.openxmlformats.org/officeDocument/2006/relationships/slideLayout" Target="/ppt/slideLayouts/slideLayout14.xml" Id="R896cc87243c740c9" /><Relationship Type="http://schemas.openxmlformats.org/officeDocument/2006/relationships/slideLayout" Target="/ppt/slideLayouts/slideLayout15.xml" Id="R029b826b3d6e450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2b2e1177e54a3f"/>
    <p:sldLayoutId xmlns:r="http://schemas.openxmlformats.org/officeDocument/2006/relationships" id="2147483650" r:id="R694850cfb6a744a8"/>
    <p:sldLayoutId xmlns:r="http://schemas.openxmlformats.org/officeDocument/2006/relationships" id="2147483651" r:id="R4f88bb819f3d4cc4"/>
    <p:sldLayoutId xmlns:r="http://schemas.openxmlformats.org/officeDocument/2006/relationships" id="2147483652" r:id="R0acb122c06c2449a"/>
    <p:sldLayoutId xmlns:r="http://schemas.openxmlformats.org/officeDocument/2006/relationships" id="2147483653" r:id="R915567fc9f6f485a"/>
    <p:sldLayoutId xmlns:r="http://schemas.openxmlformats.org/officeDocument/2006/relationships" id="2147483654" r:id="R1810016b82b14872"/>
    <p:sldLayoutId xmlns:r="http://schemas.openxmlformats.org/officeDocument/2006/relationships" id="2147483655" r:id="R0f8eaa04ed464b39"/>
    <p:sldLayoutId xmlns:r="http://schemas.openxmlformats.org/officeDocument/2006/relationships" id="2147483656" r:id="R776fd863f89d47b2"/>
    <p:sldLayoutId xmlns:r="http://schemas.openxmlformats.org/officeDocument/2006/relationships" id="2147483657" r:id="Rf7de5ebf46c84b08"/>
    <p:sldLayoutId xmlns:r="http://schemas.openxmlformats.org/officeDocument/2006/relationships" id="2147483658" r:id="Rc11ddcf9f6a1431e"/>
    <p:sldLayoutId xmlns:r="http://schemas.openxmlformats.org/officeDocument/2006/relationships" id="2147483659" r:id="R0a6b2d9c0ca2463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98a9340503c4140"/>
    <p:sldLayoutId xmlns:r="http://schemas.openxmlformats.org/officeDocument/2006/relationships" id="2147483662" r:id="R21c9f7fc93594d6a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896cc87243c740c9"/>
    <p:sldLayoutId xmlns:r="http://schemas.openxmlformats.org/officeDocument/2006/relationships" id="2147483665" r:id="R029b826b3d6e450f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9b83b07fd844819" /><Relationship Type="http://schemas.openxmlformats.org/officeDocument/2006/relationships/image" Target="/ppt/media/image6.png" Id="Ra9190d5320be4b31" /><Relationship Type="http://schemas.openxmlformats.org/officeDocument/2006/relationships/notesSlide" Target="/ppt/notesSlides/notesSlide1.xml" Id="R51cbba9266df46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346192b3eae4e92" /><Relationship Type="http://schemas.openxmlformats.org/officeDocument/2006/relationships/image" Target="/ppt/media/image6.png" Id="R0e3c93c76e714d49" /><Relationship Type="http://schemas.openxmlformats.org/officeDocument/2006/relationships/notesSlide" Target="/ppt/notesSlides/notesSlide2.xml" Id="Rcdd94ff516b546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d2de190203546bb" /><Relationship Type="http://schemas.openxmlformats.org/officeDocument/2006/relationships/image" Target="/ppt/media/image6.png" Id="R9b1f3492bd324b4d" /><Relationship Type="http://schemas.openxmlformats.org/officeDocument/2006/relationships/notesSlide" Target="/ppt/notesSlides/notesSlide3.xml" Id="R781b28ed267945d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190d5320be4b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c93c76e714d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1f3492bd324b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2026-09-09T11:58:59.5300000Z</dcterms:created>
  <dcterms:modified xsi:type="dcterms:W3CDTF">2026-09-09T11:58:59.5300000Z</dcterms:modified>
</coreProperties>
</file>