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fb662470924bb8" /><Relationship Type="http://schemas.openxmlformats.org/officeDocument/2006/relationships/extended-properties" Target="/docProps/app.xml" Id="Rc2b5bbca840c4a70" /><Relationship Type="http://schemas.openxmlformats.org/officeDocument/2006/relationships/officeDocument" Target="/ppt/presentation.xml" Id="R3e0ece4a8f684f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42808bdc741a5"/>
    <p:sldMasterId xmlns:r="http://schemas.openxmlformats.org/officeDocument/2006/relationships" id="2147483660" r:id="R7f1ca8496ab9452b"/>
    <p:sldMasterId xmlns:r="http://schemas.openxmlformats.org/officeDocument/2006/relationships" id="2147483663" r:id="R17f95840c9b040ac"/>
  </p:sldMasterIdLst>
  <p:notesMasterIdLst>
    <p:notesMasterId xmlns:r="http://schemas.openxmlformats.org/officeDocument/2006/relationships" r:id="R748895f003824332"/>
  </p:notesMasterIdLst>
  <p:sldIdLst>
    <p:sldId xmlns:r="http://schemas.openxmlformats.org/officeDocument/2006/relationships" id="256" r:id="R95ccc0d775a343a3"/>
    <p:sldId xmlns:r="http://schemas.openxmlformats.org/officeDocument/2006/relationships" id="257" r:id="Rce2152fedeee4bb8"/>
    <p:sldId xmlns:r="http://schemas.openxmlformats.org/officeDocument/2006/relationships" id="258" r:id="Rc4f360358d1244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dabb81750432a" /><Relationship Type="http://schemas.openxmlformats.org/officeDocument/2006/relationships/slideMaster" Target="/ppt/slideMasters/slideMaster1.xml" Id="Rc1a42808bdc741a5" /><Relationship Type="http://schemas.openxmlformats.org/officeDocument/2006/relationships/slideMaster" Target="/ppt/slideMasters/slideMaster2.xml" Id="R7f1ca8496ab9452b" /><Relationship Type="http://schemas.openxmlformats.org/officeDocument/2006/relationships/slideMaster" Target="/ppt/slideMasters/slideMaster3.xml" Id="R17f95840c9b040ac" /><Relationship Type="http://schemas.openxmlformats.org/officeDocument/2006/relationships/notesMaster" Target="/ppt/notesMasters/notesMaster1.xml" Id="R748895f003824332" /><Relationship Type="http://schemas.openxmlformats.org/officeDocument/2006/relationships/presProps" Target="/ppt/presProps.xml" Id="R3645378cae3e4ea1" /><Relationship Type="http://schemas.openxmlformats.org/officeDocument/2006/relationships/viewProps" Target="/ppt/viewProps.xml" Id="R22941c600ecf45c4" /><Relationship Type="http://schemas.openxmlformats.org/officeDocument/2006/relationships/tableStyles" Target="/ppt/tableStyles.xml" Id="R3f64625bcd3449a7" /><Relationship Type="http://schemas.openxmlformats.org/officeDocument/2006/relationships/slide" Target="/ppt/slides/slide1.xml" Id="R95ccc0d775a343a3" /><Relationship Type="http://schemas.openxmlformats.org/officeDocument/2006/relationships/slide" Target="/ppt/slides/slide2.xml" Id="Rce2152fedeee4bb8" /><Relationship Type="http://schemas.openxmlformats.org/officeDocument/2006/relationships/slide" Target="/ppt/slides/slide3.xml" Id="Rc4f360358d12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f887e5c4c9e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f88cd663064d23" /><Relationship Type="http://schemas.openxmlformats.org/officeDocument/2006/relationships/notesMaster" Target="/ppt/notesMasters/notesMaster1.xml" Id="Ra9168b54fcd548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626c01bbc4ba4" /><Relationship Type="http://schemas.openxmlformats.org/officeDocument/2006/relationships/notesMaster" Target="/ppt/notesMasters/notesMaster1.xml" Id="R5e963bc7833f40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55ea03dbb34a96" /><Relationship Type="http://schemas.openxmlformats.org/officeDocument/2006/relationships/notesMaster" Target="/ppt/notesMasters/notesMaster1.xml" Id="Rbf849983159f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内容：experiments/semantic-composition-pilot/manuscript.md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PPagenT：semantic-composition-pilot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18349ca8b43f4" /><Relationship Type="http://schemas.openxmlformats.org/officeDocument/2006/relationships/image" Target="/ppt/media/image.jpeg" Id="R63e2a912517e4aae" /><Relationship Type="http://schemas.openxmlformats.org/officeDocument/2006/relationships/image" Target="/ppt/media/image.png" Id="Rcf133672b6e64732" /><Relationship Type="http://schemas.openxmlformats.org/officeDocument/2006/relationships/image" Target="/ppt/media/image2.png" Id="Rce6f03c8053741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fdf6dcde94c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1584b39504b5a" /><Relationship Type="http://schemas.openxmlformats.org/officeDocument/2006/relationships/image" Target="/ppt/media/image3.png" Id="Rad10171162914e4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33a74986043d8" /><Relationship Type="http://schemas.openxmlformats.org/officeDocument/2006/relationships/image" Target="/ppt/media/image4.png" Id="R3e69eea56ba847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9b66def9e46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d723fe52a48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d132e935849e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d1a21232446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d6f4897dc43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42470e0617434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72574a39e4b5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38977b5af347e2" /><Relationship Type="http://schemas.openxmlformats.org/officeDocument/2006/relationships/image" Target="/ppt/media/image5.png" Id="Rbb65c2ee9a82473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058cd4ac234ba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b56a53274d143f8" /><Relationship Type="http://schemas.openxmlformats.org/officeDocument/2006/relationships/image" Target="/ppt/media/image5.png" Id="R55e0336b4b0f418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52a81ccbaff412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2a912517e4aa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33672b6e6473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f03c80537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0171162914e4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9eea56ba8478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5c2ee9a82473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0336b4b0f418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e7e056de147ef" /><Relationship Type="http://schemas.openxmlformats.org/officeDocument/2006/relationships/slideLayout" Target="/ppt/slideLayouts/slideLayout1.xml" Id="R86f5b3deb8e44ad4" /><Relationship Type="http://schemas.openxmlformats.org/officeDocument/2006/relationships/slideLayout" Target="/ppt/slideLayouts/slideLayout2.xml" Id="Refcee6126bf743c1" /><Relationship Type="http://schemas.openxmlformats.org/officeDocument/2006/relationships/slideLayout" Target="/ppt/slideLayouts/slideLayout3.xml" Id="Ra376c9a0c3ed4dc7" /><Relationship Type="http://schemas.openxmlformats.org/officeDocument/2006/relationships/slideLayout" Target="/ppt/slideLayouts/slideLayout4.xml" Id="Rdb083714e47e4514" /><Relationship Type="http://schemas.openxmlformats.org/officeDocument/2006/relationships/slideLayout" Target="/ppt/slideLayouts/slideLayout5.xml" Id="Rda7484c4aa6e46d8" /><Relationship Type="http://schemas.openxmlformats.org/officeDocument/2006/relationships/slideLayout" Target="/ppt/slideLayouts/slideLayout6.xml" Id="Rbb40303660dc42b9" /><Relationship Type="http://schemas.openxmlformats.org/officeDocument/2006/relationships/slideLayout" Target="/ppt/slideLayouts/slideLayout7.xml" Id="R9534b06a4e494dfa" /><Relationship Type="http://schemas.openxmlformats.org/officeDocument/2006/relationships/slideLayout" Target="/ppt/slideLayouts/slideLayout8.xml" Id="Rd44cab5b714449e5" /><Relationship Type="http://schemas.openxmlformats.org/officeDocument/2006/relationships/slideLayout" Target="/ppt/slideLayouts/slideLayout9.xml" Id="Rf06ccc2b95c14b2d" /><Relationship Type="http://schemas.openxmlformats.org/officeDocument/2006/relationships/slideLayout" Target="/ppt/slideLayouts/slideLayout10.xml" Id="R461fc92bc1874bc9" /><Relationship Type="http://schemas.openxmlformats.org/officeDocument/2006/relationships/slideLayout" Target="/ppt/slideLayouts/slideLayout11.xml" Id="Rf5e23f7024a64df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0b7950092694708" /><Relationship Type="http://schemas.openxmlformats.org/officeDocument/2006/relationships/slideLayout" Target="/ppt/slideLayouts/slideLayout12.xml" Id="Re0aff41db0654c8b" /><Relationship Type="http://schemas.openxmlformats.org/officeDocument/2006/relationships/slideLayout" Target="/ppt/slideLayouts/slideLayout13.xml" Id="R27dc1f3ac281402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972fd48281d402d" /><Relationship Type="http://schemas.openxmlformats.org/officeDocument/2006/relationships/slideLayout" Target="/ppt/slideLayouts/slideLayout14.xml" Id="R6660914b86ad4ce2" /><Relationship Type="http://schemas.openxmlformats.org/officeDocument/2006/relationships/slideLayout" Target="/ppt/slideLayouts/slideLayout15.xml" Id="R0f86ba5faacb4d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f5b3deb8e44ad4"/>
    <p:sldLayoutId xmlns:r="http://schemas.openxmlformats.org/officeDocument/2006/relationships" id="2147483650" r:id="Refcee6126bf743c1"/>
    <p:sldLayoutId xmlns:r="http://schemas.openxmlformats.org/officeDocument/2006/relationships" id="2147483651" r:id="Ra376c9a0c3ed4dc7"/>
    <p:sldLayoutId xmlns:r="http://schemas.openxmlformats.org/officeDocument/2006/relationships" id="2147483652" r:id="Rdb083714e47e4514"/>
    <p:sldLayoutId xmlns:r="http://schemas.openxmlformats.org/officeDocument/2006/relationships" id="2147483653" r:id="Rda7484c4aa6e46d8"/>
    <p:sldLayoutId xmlns:r="http://schemas.openxmlformats.org/officeDocument/2006/relationships" id="2147483654" r:id="Rbb40303660dc42b9"/>
    <p:sldLayoutId xmlns:r="http://schemas.openxmlformats.org/officeDocument/2006/relationships" id="2147483655" r:id="R9534b06a4e494dfa"/>
    <p:sldLayoutId xmlns:r="http://schemas.openxmlformats.org/officeDocument/2006/relationships" id="2147483656" r:id="Rd44cab5b714449e5"/>
    <p:sldLayoutId xmlns:r="http://schemas.openxmlformats.org/officeDocument/2006/relationships" id="2147483657" r:id="Rf06ccc2b95c14b2d"/>
    <p:sldLayoutId xmlns:r="http://schemas.openxmlformats.org/officeDocument/2006/relationships" id="2147483658" r:id="R461fc92bc1874bc9"/>
    <p:sldLayoutId xmlns:r="http://schemas.openxmlformats.org/officeDocument/2006/relationships" id="2147483659" r:id="Rf5e23f7024a64df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0aff41db0654c8b"/>
    <p:sldLayoutId xmlns:r="http://schemas.openxmlformats.org/officeDocument/2006/relationships" id="2147483662" r:id="R27dc1f3ac281402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660914b86ad4ce2"/>
    <p:sldLayoutId xmlns:r="http://schemas.openxmlformats.org/officeDocument/2006/relationships" id="2147483665" r:id="R0f86ba5faacb4d5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67e27155dc49c2" /><Relationship Type="http://schemas.openxmlformats.org/officeDocument/2006/relationships/notesSlide" Target="/ppt/notesSlides/notesSlide1.xml" Id="R146597f04d9c41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6c80af6e404212" /><Relationship Type="http://schemas.openxmlformats.org/officeDocument/2006/relationships/notesSlide" Target="/ppt/notesSlides/notesSlide2.xml" Id="R0c330508341a44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40497becf74059" /><Relationship Type="http://schemas.openxmlformats.org/officeDocument/2006/relationships/notesSlide" Target="/ppt/notesSlides/notesSlide3.xml" Id="Rf46f5576684844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分级准入兼顾速度、记录与可回退性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比较决策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1-comparison|role=surface">
            <a:extLst xmlns:a="http://schemas.openxmlformats.org/drawingml/2006/main">
              <a:ext uri="{FF2B5EF4-FFF2-40B4-BE49-F238E27FC236}">
                <a16:creationId xmlns:a16="http://schemas.microsoft.com/office/drawing/2014/main" id="{6F735D74-7A58-4177-9F85-AB99CE6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1-comparison|role=heading">
            <a:extLst xmlns:a="http://schemas.openxmlformats.org/drawingml/2006/main">
              <a:ext uri="{FF2B5EF4-FFF2-40B4-BE49-F238E27FC236}">
                <a16:creationId xmlns:a16="http://schemas.microsoft.com/office/drawing/2014/main" id="{652075AB-6BAE-4DBD-9825-2ACA51B9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14500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同口径比较｜模拟估计</a:t>
            </a:r>
          </a:p>
        </p:txBody>
      </p:sp>
      <p:sp>
        <p:nvSpPr>
          <p:cNvPr id="17" name="PPAGENT_QA|parent=semantic-composition-pilot|within=p1-comparison|role=header-0">
            <a:extLst xmlns:a="http://schemas.openxmlformats.org/drawingml/2006/main">
              <a:ext uri="{FF2B5EF4-FFF2-40B4-BE49-F238E27FC236}">
                <a16:creationId xmlns:a16="http://schemas.microsoft.com/office/drawing/2014/main" id="{01E78185-68C0-492D-AE24-8F2BE16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19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PPAGENT_QA|parent=semantic-composition-pilot|within=p1-comparison|role=header-text-0">
            <a:extLst xmlns:a="http://schemas.openxmlformats.org/drawingml/2006/main">
              <a:ext uri="{FF2B5EF4-FFF2-40B4-BE49-F238E27FC236}">
                <a16:creationId xmlns:a16="http://schemas.microsoft.com/office/drawing/2014/main" id="{E2DEE331-58D0-41C5-97AD-EC044C70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85975"/>
            <a:ext cx="19070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9" name="PPAGENT_QA|parent=semantic-composition-pilot|within=p1-comparison|role=header-1">
            <a:extLst xmlns:a="http://schemas.openxmlformats.org/drawingml/2006/main">
              <a:ext uri="{FF2B5EF4-FFF2-40B4-BE49-F238E27FC236}">
                <a16:creationId xmlns:a16="http://schemas.microsoft.com/office/drawing/2014/main" id="{59215372-34F3-4486-9682-4641D87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019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0" name="PPAGENT_QA|parent=semantic-composition-pilot|within=p1-comparison|role=header-text-1">
            <a:extLst xmlns:a="http://schemas.openxmlformats.org/drawingml/2006/main">
              <a:ext uri="{FF2B5EF4-FFF2-40B4-BE49-F238E27FC236}">
                <a16:creationId xmlns:a16="http://schemas.microsoft.com/office/drawing/2014/main" id="{12EA6330-759C-4402-8E13-A458CAD4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0859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 直接开放</a:t>
            </a:r>
          </a:p>
        </p:txBody>
      </p:sp>
      <p:sp>
        <p:nvSpPr>
          <p:cNvPr id="21" name="PPAGENT_QA|parent=semantic-composition-pilot|within=p1-comparison|role=header-2">
            <a:extLst xmlns:a="http://schemas.openxmlformats.org/drawingml/2006/main">
              <a:ext uri="{FF2B5EF4-FFF2-40B4-BE49-F238E27FC236}">
                <a16:creationId xmlns:a16="http://schemas.microsoft.com/office/drawing/2014/main" id="{92778DBF-CCF0-4172-A582-BBC053E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019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PPAGENT_QA|parent=semantic-composition-pilot|within=p1-comparison|role=header-text-2">
            <a:extLst xmlns:a="http://schemas.openxmlformats.org/drawingml/2006/main">
              <a:ext uri="{FF2B5EF4-FFF2-40B4-BE49-F238E27FC236}">
                <a16:creationId xmlns:a16="http://schemas.microsoft.com/office/drawing/2014/main" id="{F5863206-988A-439C-AD1C-25CEB24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0859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B 分级准入</a:t>
            </a:r>
          </a:p>
        </p:txBody>
      </p:sp>
      <p:sp>
        <p:nvSpPr>
          <p:cNvPr id="23" name="PPAGENT_QA|parent=semantic-composition-pilot|within=p1-comparison|role=header-3">
            <a:extLst xmlns:a="http://schemas.openxmlformats.org/drawingml/2006/main">
              <a:ext uri="{FF2B5EF4-FFF2-40B4-BE49-F238E27FC236}">
                <a16:creationId xmlns:a16="http://schemas.microsoft.com/office/drawing/2014/main" id="{22BB33B9-C84F-480D-A7A7-BB62C8A3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019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4" name="PPAGENT_QA|parent=semantic-composition-pilot|within=p1-comparison|role=header-text-3">
            <a:extLst xmlns:a="http://schemas.openxmlformats.org/drawingml/2006/main">
              <a:ext uri="{FF2B5EF4-FFF2-40B4-BE49-F238E27FC236}">
                <a16:creationId xmlns:a16="http://schemas.microsoft.com/office/drawing/2014/main" id="{2E1C04AF-DA39-413D-9B6F-FEA688B1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085975"/>
            <a:ext cx="27742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C 全预约制</a:t>
            </a:r>
          </a:p>
        </p:txBody>
      </p:sp>
      <p:sp>
        <p:nvSpPr>
          <p:cNvPr id="25" name="PPAGENT_QA|parent=semantic-composition-pilot|within=p1-comparison|role=cell-0-0">
            <a:extLst xmlns:a="http://schemas.openxmlformats.org/drawingml/2006/main">
              <a:ext uri="{FF2B5EF4-FFF2-40B4-BE49-F238E27FC236}">
                <a16:creationId xmlns:a16="http://schemas.microsoft.com/office/drawing/2014/main" id="{5026B29E-480B-48DE-8481-759F832C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0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PPAGENT_QA|parent=semantic-composition-pilot|within=p1-comparison|role=cell-text-0-0">
            <a:extLst xmlns:a="http://schemas.openxmlformats.org/drawingml/2006/main">
              <a:ext uri="{FF2B5EF4-FFF2-40B4-BE49-F238E27FC236}">
                <a16:creationId xmlns:a16="http://schemas.microsoft.com/office/drawing/2014/main" id="{F05D2760-59A6-4B20-9104-2D2969D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925"/>
            <a:ext cx="19070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进入方式</a:t>
            </a:r>
          </a:p>
        </p:txBody>
      </p:sp>
      <p:sp>
        <p:nvSpPr>
          <p:cNvPr id="27" name="PPAGENT_QA|parent=semantic-composition-pilot|within=p1-comparison|role=cell-0-1">
            <a:extLst xmlns:a="http://schemas.openxmlformats.org/drawingml/2006/main">
              <a:ext uri="{FF2B5EF4-FFF2-40B4-BE49-F238E27FC236}">
                <a16:creationId xmlns:a16="http://schemas.microsoft.com/office/drawing/2014/main" id="{C5EB589B-3EF3-496C-A225-4D08788D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400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8" name="PPAGENT_QA|parent=semantic-composition-pilot|within=p1-comparison|role=cell-text-0-1">
            <a:extLst xmlns:a="http://schemas.openxmlformats.org/drawingml/2006/main">
              <a:ext uri="{FF2B5EF4-FFF2-40B4-BE49-F238E27FC236}">
                <a16:creationId xmlns:a16="http://schemas.microsoft.com/office/drawing/2014/main" id="{6A8076E8-F570-4E43-A85C-F39A373C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447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提交后自动获得环境</a:t>
            </a:r>
          </a:p>
        </p:txBody>
      </p:sp>
      <p:sp>
        <p:nvSpPr>
          <p:cNvPr id="29" name="PPAGENT_QA|parent=semantic-composition-pilot|within=p1-comparison|role=cell-0-2">
            <a:extLst xmlns:a="http://schemas.openxmlformats.org/drawingml/2006/main">
              <a:ext uri="{FF2B5EF4-FFF2-40B4-BE49-F238E27FC236}">
                <a16:creationId xmlns:a16="http://schemas.microsoft.com/office/drawing/2014/main" id="{5DC5DC97-9473-4784-9529-3D57FA44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400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PPAGENT_QA|parent=semantic-composition-pilot|within=p1-comparison|role=cell-text-0-2">
            <a:extLst xmlns:a="http://schemas.openxmlformats.org/drawingml/2006/main">
              <a:ext uri="{FF2B5EF4-FFF2-40B4-BE49-F238E27FC236}">
                <a16:creationId xmlns:a16="http://schemas.microsoft.com/office/drawing/2014/main" id="{433A6F6F-5808-4440-A861-1A119C6F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447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资格核对→两周试点→按门槛扩围</a:t>
            </a:r>
          </a:p>
        </p:txBody>
      </p:sp>
      <p:sp>
        <p:nvSpPr>
          <p:cNvPr id="31" name="PPAGENT_QA|parent=semantic-composition-pilot|within=p1-comparison|role=cell-0-3">
            <a:extLst xmlns:a="http://schemas.openxmlformats.org/drawingml/2006/main">
              <a:ext uri="{FF2B5EF4-FFF2-40B4-BE49-F238E27FC236}">
                <a16:creationId xmlns:a16="http://schemas.microsoft.com/office/drawing/2014/main" id="{3A1CACD2-9ED1-41BD-B506-67E379AB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400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2" name="PPAGENT_QA|parent=semantic-composition-pilot|within=p1-comparison|role=cell-text-0-3">
            <a:extLst xmlns:a="http://schemas.openxmlformats.org/drawingml/2006/main">
              <a:ext uri="{FF2B5EF4-FFF2-40B4-BE49-F238E27FC236}">
                <a16:creationId xmlns:a16="http://schemas.microsoft.com/office/drawing/2014/main" id="{F01AE475-193A-4A09-8DE6-02C37DB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447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每次运行先预约、人工确认</a:t>
            </a:r>
          </a:p>
        </p:txBody>
      </p:sp>
      <p:sp>
        <p:nvSpPr>
          <p:cNvPr id="33" name="PPAGENT_QA|parent=semantic-composition-pilot|within=p1-comparison|role=cell-1-0">
            <a:extLst xmlns:a="http://schemas.openxmlformats.org/drawingml/2006/main">
              <a:ext uri="{FF2B5EF4-FFF2-40B4-BE49-F238E27FC236}">
                <a16:creationId xmlns:a16="http://schemas.microsoft.com/office/drawing/2014/main" id="{1F602361-7702-4CE1-AE48-DE37EF66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81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PPAGENT_QA|parent=semantic-composition-pilot|within=p1-comparison|role=cell-text-1-0">
            <a:extLst xmlns:a="http://schemas.openxmlformats.org/drawingml/2006/main">
              <a:ext uri="{FF2B5EF4-FFF2-40B4-BE49-F238E27FC236}">
                <a16:creationId xmlns:a16="http://schemas.microsoft.com/office/drawing/2014/main" id="{2F812868-65BF-4826-8A41-E4C8F9B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28925"/>
            <a:ext cx="19070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首次可用时间</a:t>
            </a:r>
          </a:p>
        </p:txBody>
      </p:sp>
      <p:sp>
        <p:nvSpPr>
          <p:cNvPr id="35" name="PPAGENT_QA|parent=semantic-composition-pilot|within=p1-comparison|role=cell-1-1">
            <a:extLst xmlns:a="http://schemas.openxmlformats.org/drawingml/2006/main">
              <a:ext uri="{FF2B5EF4-FFF2-40B4-BE49-F238E27FC236}">
                <a16:creationId xmlns:a16="http://schemas.microsoft.com/office/drawing/2014/main" id="{9D534787-B523-4C9A-A08F-DB5162F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2781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PPAGENT_QA|parent=semantic-composition-pilot|within=p1-comparison|role=cell-text-1-1">
            <a:extLst xmlns:a="http://schemas.openxmlformats.org/drawingml/2006/main">
              <a:ext uri="{FF2B5EF4-FFF2-40B4-BE49-F238E27FC236}">
                <a16:creationId xmlns:a16="http://schemas.microsoft.com/office/drawing/2014/main" id="{D087D38E-8EFA-4099-AF33-B869B8EF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2828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1 个工作日</a:t>
            </a:r>
          </a:p>
        </p:txBody>
      </p:sp>
      <p:sp>
        <p:nvSpPr>
          <p:cNvPr id="37" name="PPAGENT_QA|parent=semantic-composition-pilot|within=p1-comparison|role=cell-1-2">
            <a:extLst xmlns:a="http://schemas.openxmlformats.org/drawingml/2006/main">
              <a:ext uri="{FF2B5EF4-FFF2-40B4-BE49-F238E27FC236}">
                <a16:creationId xmlns:a16="http://schemas.microsoft.com/office/drawing/2014/main" id="{3F3EB620-6425-4C90-8723-6C36417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2781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PPAGENT_QA|parent=semantic-composition-pilot|within=p1-comparison|role=cell-text-1-2">
            <a:extLst xmlns:a="http://schemas.openxmlformats.org/drawingml/2006/main">
              <a:ext uri="{FF2B5EF4-FFF2-40B4-BE49-F238E27FC236}">
                <a16:creationId xmlns:a16="http://schemas.microsoft.com/office/drawing/2014/main" id="{2D1C5B84-7C70-41FC-A228-9672C7E4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2828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约 3 日；名单固定后约 1 日</a:t>
            </a:r>
          </a:p>
        </p:txBody>
      </p:sp>
      <p:sp>
        <p:nvSpPr>
          <p:cNvPr id="39" name="PPAGENT_QA|parent=semantic-composition-pilot|within=p1-comparison|role=cell-1-3">
            <a:extLst xmlns:a="http://schemas.openxmlformats.org/drawingml/2006/main">
              <a:ext uri="{FF2B5EF4-FFF2-40B4-BE49-F238E27FC236}">
                <a16:creationId xmlns:a16="http://schemas.microsoft.com/office/drawing/2014/main" id="{DB167113-496F-4DD8-8B3A-34F6B04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2781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PPAGENT_QA|parent=semantic-composition-pilot|within=p1-comparison|role=cell-text-1-3">
            <a:extLst xmlns:a="http://schemas.openxmlformats.org/drawingml/2006/main">
              <a:ext uri="{FF2B5EF4-FFF2-40B4-BE49-F238E27FC236}">
                <a16:creationId xmlns:a16="http://schemas.microsoft.com/office/drawing/2014/main" id="{4EE65044-5C6F-4FB1-9E99-ACC6DF69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2828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约 4 日，取决于预约空档</a:t>
            </a:r>
          </a:p>
        </p:txBody>
      </p:sp>
      <p:sp>
        <p:nvSpPr>
          <p:cNvPr id="41" name="PPAGENT_QA|parent=semantic-composition-pilot|within=p1-comparison|role=cell-2-0">
            <a:extLst xmlns:a="http://schemas.openxmlformats.org/drawingml/2006/main">
              <a:ext uri="{FF2B5EF4-FFF2-40B4-BE49-F238E27FC236}">
                <a16:creationId xmlns:a16="http://schemas.microsoft.com/office/drawing/2014/main" id="{B53E13CA-2F21-4975-BF73-4AFA3CC9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62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2" name="PPAGENT_QA|parent=semantic-composition-pilot|within=p1-comparison|role=cell-text-2-0">
            <a:extLst xmlns:a="http://schemas.openxmlformats.org/drawingml/2006/main">
              <a:ext uri="{FF2B5EF4-FFF2-40B4-BE49-F238E27FC236}">
                <a16:creationId xmlns:a16="http://schemas.microsoft.com/office/drawing/2014/main" id="{7008BADF-6C5E-44FE-9BE2-74F0C96D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09925"/>
            <a:ext cx="19070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初期人工投入</a:t>
            </a:r>
          </a:p>
        </p:txBody>
      </p:sp>
      <p:sp>
        <p:nvSpPr>
          <p:cNvPr id="43" name="PPAGENT_QA|parent=semantic-composition-pilot|within=p1-comparison|role=cell-2-1">
            <a:extLst xmlns:a="http://schemas.openxmlformats.org/drawingml/2006/main">
              <a:ext uri="{FF2B5EF4-FFF2-40B4-BE49-F238E27FC236}">
                <a16:creationId xmlns:a16="http://schemas.microsoft.com/office/drawing/2014/main" id="{228E4B0E-5B20-43F2-B5FA-735A2AF2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162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4" name="PPAGENT_QA|parent=semantic-composition-pilot|within=p1-comparison|role=cell-text-2-1">
            <a:extLst xmlns:a="http://schemas.openxmlformats.org/drawingml/2006/main">
              <a:ext uri="{FF2B5EF4-FFF2-40B4-BE49-F238E27FC236}">
                <a16:creationId xmlns:a16="http://schemas.microsoft.com/office/drawing/2014/main" id="{47ACC38F-66A2-4B86-94BC-857F528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209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 管理员工作日/周</a:t>
            </a:r>
          </a:p>
        </p:txBody>
      </p:sp>
      <p:sp>
        <p:nvSpPr>
          <p:cNvPr id="45" name="PPAGENT_QA|parent=semantic-composition-pilot|within=p1-comparison|role=cell-2-2">
            <a:extLst xmlns:a="http://schemas.openxmlformats.org/drawingml/2006/main">
              <a:ext uri="{FF2B5EF4-FFF2-40B4-BE49-F238E27FC236}">
                <a16:creationId xmlns:a16="http://schemas.microsoft.com/office/drawing/2014/main" id="{263CCE96-8637-40B1-B316-E308AF8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162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1-comparison|role=cell-text-2-2">
            <a:extLst xmlns:a="http://schemas.openxmlformats.org/drawingml/2006/main">
              <a:ext uri="{FF2B5EF4-FFF2-40B4-BE49-F238E27FC236}">
                <a16:creationId xmlns:a16="http://schemas.microsoft.com/office/drawing/2014/main" id="{A2CA5406-AF5E-4E40-A753-5A9677B6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209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试点 2.6 日；稳定后 1.4 日/周</a:t>
            </a:r>
          </a:p>
        </p:txBody>
      </p:sp>
      <p:sp>
        <p:nvSpPr>
          <p:cNvPr id="47" name="PPAGENT_QA|parent=semantic-composition-pilot|within=p1-comparison|role=cell-2-3">
            <a:extLst xmlns:a="http://schemas.openxmlformats.org/drawingml/2006/main">
              <a:ext uri="{FF2B5EF4-FFF2-40B4-BE49-F238E27FC236}">
                <a16:creationId xmlns:a16="http://schemas.microsoft.com/office/drawing/2014/main" id="{80C41061-69ED-44BA-A4DA-B906045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162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8" name="PPAGENT_QA|parent=semantic-composition-pilot|within=p1-comparison|role=cell-text-2-3">
            <a:extLst xmlns:a="http://schemas.openxmlformats.org/drawingml/2006/main">
              <a:ext uri="{FF2B5EF4-FFF2-40B4-BE49-F238E27FC236}">
                <a16:creationId xmlns:a16="http://schemas.microsoft.com/office/drawing/2014/main" id="{B6057790-A3F0-44A6-8468-61D51B9F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209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5.0 日/周</a:t>
            </a:r>
          </a:p>
        </p:txBody>
      </p:sp>
      <p:sp>
        <p:nvSpPr>
          <p:cNvPr id="49" name="PPAGENT_QA|parent=semantic-composition-pilot|within=p1-comparison|role=cell-3-0">
            <a:extLst xmlns:a="http://schemas.openxmlformats.org/drawingml/2006/main">
              <a:ext uri="{FF2B5EF4-FFF2-40B4-BE49-F238E27FC236}">
                <a16:creationId xmlns:a16="http://schemas.microsoft.com/office/drawing/2014/main" id="{09734760-2D87-4ED5-9D9A-022DE64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43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PPAGENT_QA|parent=semantic-composition-pilot|within=p1-comparison|role=cell-text-3-0">
            <a:extLst xmlns:a="http://schemas.openxmlformats.org/drawingml/2006/main">
              <a:ext uri="{FF2B5EF4-FFF2-40B4-BE49-F238E27FC236}">
                <a16:creationId xmlns:a16="http://schemas.microsoft.com/office/drawing/2014/main" id="{31287F86-E688-473B-8C7D-C21CC3F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90925"/>
            <a:ext cx="19070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记录与回溯</a:t>
            </a:r>
          </a:p>
        </p:txBody>
      </p:sp>
      <p:sp>
        <p:nvSpPr>
          <p:cNvPr id="51" name="PPAGENT_QA|parent=semantic-composition-pilot|within=p1-comparison|role=cell-3-1">
            <a:extLst xmlns:a="http://schemas.openxmlformats.org/drawingml/2006/main">
              <a:ext uri="{FF2B5EF4-FFF2-40B4-BE49-F238E27FC236}">
                <a16:creationId xmlns:a16="http://schemas.microsoft.com/office/drawing/2014/main" id="{2209C2ED-B95F-4F8A-907B-F58B3ED7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543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2" name="PPAGENT_QA|parent=semantic-composition-pilot|within=p1-comparison|role=cell-text-3-1">
            <a:extLst xmlns:a="http://schemas.openxmlformats.org/drawingml/2006/main">
              <a:ext uri="{FF2B5EF4-FFF2-40B4-BE49-F238E27FC236}">
                <a16:creationId xmlns:a16="http://schemas.microsoft.com/office/drawing/2014/main" id="{CB9E1AF7-FA42-483D-B097-DF03484E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590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低：缺入场和异常字段</a:t>
            </a:r>
          </a:p>
        </p:txBody>
      </p:sp>
      <p:sp>
        <p:nvSpPr>
          <p:cNvPr id="53" name="PPAGENT_QA|parent=semantic-composition-pilot|within=p1-comparison|role=cell-3-2">
            <a:extLst xmlns:a="http://schemas.openxmlformats.org/drawingml/2006/main">
              <a:ext uri="{FF2B5EF4-FFF2-40B4-BE49-F238E27FC236}">
                <a16:creationId xmlns:a16="http://schemas.microsoft.com/office/drawing/2014/main" id="{50FBB7FD-7744-46A1-A817-D5E65BAA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543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4" name="PPAGENT_QA|parent=semantic-composition-pilot|within=p1-comparison|role=cell-text-3-2">
            <a:extLst xmlns:a="http://schemas.openxmlformats.org/drawingml/2006/main">
              <a:ext uri="{FF2B5EF4-FFF2-40B4-BE49-F238E27FC236}">
                <a16:creationId xmlns:a16="http://schemas.microsoft.com/office/drawing/2014/main" id="{28B8E131-FFBC-49E7-A00C-D4E0C6F2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590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中高：申请、参数、输出、异常分阶段记录</a:t>
            </a:r>
          </a:p>
        </p:txBody>
      </p:sp>
      <p:sp>
        <p:nvSpPr>
          <p:cNvPr id="55" name="PPAGENT_QA|parent=semantic-composition-pilot|within=p1-comparison|role=cell-3-3">
            <a:extLst xmlns:a="http://schemas.openxmlformats.org/drawingml/2006/main">
              <a:ext uri="{FF2B5EF4-FFF2-40B4-BE49-F238E27FC236}">
                <a16:creationId xmlns:a16="http://schemas.microsoft.com/office/drawing/2014/main" id="{D58E1890-B7E9-491F-99A7-D4FD48A2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543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6" name="PPAGENT_QA|parent=semantic-composition-pilot|within=p1-comparison|role=cell-text-3-3">
            <a:extLst xmlns:a="http://schemas.openxmlformats.org/drawingml/2006/main">
              <a:ext uri="{FF2B5EF4-FFF2-40B4-BE49-F238E27FC236}">
                <a16:creationId xmlns:a16="http://schemas.microsoft.com/office/drawing/2014/main" id="{E6605119-2403-4539-83D5-4AD6F890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590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高：每次由管理员登记</a:t>
            </a:r>
          </a:p>
        </p:txBody>
      </p:sp>
      <p:sp>
        <p:nvSpPr>
          <p:cNvPr id="57" name="PPAGENT_QA|parent=semantic-composition-pilot|within=p1-comparison|role=cell-4-0">
            <a:extLst xmlns:a="http://schemas.openxmlformats.org/drawingml/2006/main">
              <a:ext uri="{FF2B5EF4-FFF2-40B4-BE49-F238E27FC236}">
                <a16:creationId xmlns:a16="http://schemas.microsoft.com/office/drawing/2014/main" id="{4582DB48-16B2-4C03-8228-9D907F8E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24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8" name="PPAGENT_QA|parent=semantic-composition-pilot|within=p1-comparison|role=cell-text-4-0">
            <a:extLst xmlns:a="http://schemas.openxmlformats.org/drawingml/2006/main">
              <a:ext uri="{FF2B5EF4-FFF2-40B4-BE49-F238E27FC236}">
                <a16:creationId xmlns:a16="http://schemas.microsoft.com/office/drawing/2014/main" id="{E22292BF-D0A3-4629-8729-B440E50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71925"/>
            <a:ext cx="19070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预估未闭环/季度</a:t>
            </a:r>
          </a:p>
        </p:txBody>
      </p:sp>
      <p:sp>
        <p:nvSpPr>
          <p:cNvPr id="59" name="PPAGENT_QA|parent=semantic-composition-pilot|within=p1-comparison|role=cell-4-1">
            <a:extLst xmlns:a="http://schemas.openxmlformats.org/drawingml/2006/main">
              <a:ext uri="{FF2B5EF4-FFF2-40B4-BE49-F238E27FC236}">
                <a16:creationId xmlns:a16="http://schemas.microsoft.com/office/drawing/2014/main" id="{9119E8E3-9F8D-4B5B-882E-410D637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3924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0" name="PPAGENT_QA|parent=semantic-composition-pilot|within=p1-comparison|role=cell-text-4-1">
            <a:extLst xmlns:a="http://schemas.openxmlformats.org/drawingml/2006/main">
              <a:ext uri="{FF2B5EF4-FFF2-40B4-BE49-F238E27FC236}">
                <a16:creationId xmlns:a16="http://schemas.microsoft.com/office/drawing/2014/main" id="{7B73839D-DA31-4FB5-8EE6-7E6A7B92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3971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 份</a:t>
            </a:r>
          </a:p>
        </p:txBody>
      </p:sp>
      <p:sp>
        <p:nvSpPr>
          <p:cNvPr id="61" name="PPAGENT_QA|parent=semantic-composition-pilot|within=p1-comparison|role=cell-4-2">
            <a:extLst xmlns:a="http://schemas.openxmlformats.org/drawingml/2006/main">
              <a:ext uri="{FF2B5EF4-FFF2-40B4-BE49-F238E27FC236}">
                <a16:creationId xmlns:a16="http://schemas.microsoft.com/office/drawing/2014/main" id="{52BF5515-9F75-464C-B345-DB49F87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3924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2" name="PPAGENT_QA|parent=semantic-composition-pilot|within=p1-comparison|role=cell-text-4-2">
            <a:extLst xmlns:a="http://schemas.openxmlformats.org/drawingml/2006/main">
              <a:ext uri="{FF2B5EF4-FFF2-40B4-BE49-F238E27FC236}">
                <a16:creationId xmlns:a16="http://schemas.microsoft.com/office/drawing/2014/main" id="{299AC0D8-2529-484F-B093-2D35BBE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3971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 份</a:t>
            </a:r>
          </a:p>
        </p:txBody>
      </p:sp>
      <p:sp>
        <p:nvSpPr>
          <p:cNvPr id="63" name="PPAGENT_QA|parent=semantic-composition-pilot|within=p1-comparison|role=cell-4-3">
            <a:extLst xmlns:a="http://schemas.openxmlformats.org/drawingml/2006/main">
              <a:ext uri="{FF2B5EF4-FFF2-40B4-BE49-F238E27FC236}">
                <a16:creationId xmlns:a16="http://schemas.microsoft.com/office/drawing/2014/main" id="{C13F87DD-D290-49C4-B925-FE79698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3924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4" name="PPAGENT_QA|parent=semantic-composition-pilot|within=p1-comparison|role=cell-text-4-3">
            <a:extLst xmlns:a="http://schemas.openxmlformats.org/drawingml/2006/main">
              <a:ext uri="{FF2B5EF4-FFF2-40B4-BE49-F238E27FC236}">
                <a16:creationId xmlns:a16="http://schemas.microsoft.com/office/drawing/2014/main" id="{D368D7D4-4D81-419D-88AB-059FD677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3971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 份</a:t>
            </a:r>
          </a:p>
        </p:txBody>
      </p:sp>
      <p:sp>
        <p:nvSpPr>
          <p:cNvPr id="65" name="PPAGENT_QA|parent=semantic-composition-pilot|within=p1-comparison|role=cell-5-0">
            <a:extLst xmlns:a="http://schemas.openxmlformats.org/drawingml/2006/main">
              <a:ext uri="{FF2B5EF4-FFF2-40B4-BE49-F238E27FC236}">
                <a16:creationId xmlns:a16="http://schemas.microsoft.com/office/drawing/2014/main" id="{09F479EA-C6C6-44AE-AA6D-991CDD3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05300"/>
            <a:ext cx="2059496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6" name="PPAGENT_QA|parent=semantic-composition-pilot|within=p1-comparison|role=cell-text-5-0">
            <a:extLst xmlns:a="http://schemas.openxmlformats.org/drawingml/2006/main">
              <a:ext uri="{FF2B5EF4-FFF2-40B4-BE49-F238E27FC236}">
                <a16:creationId xmlns:a16="http://schemas.microsoft.com/office/drawing/2014/main" id="{4423DD70-B536-49BB-9DE4-B49F867C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190709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失败时动作</a:t>
            </a:r>
          </a:p>
        </p:txBody>
      </p:sp>
      <p:sp>
        <p:nvSpPr>
          <p:cNvPr id="67" name="PPAGENT_QA|parent=semantic-composition-pilot|within=p1-comparison|role=cell-5-1">
            <a:extLst xmlns:a="http://schemas.openxmlformats.org/drawingml/2006/main">
              <a:ext uri="{FF2B5EF4-FFF2-40B4-BE49-F238E27FC236}">
                <a16:creationId xmlns:a16="http://schemas.microsoft.com/office/drawing/2014/main" id="{479EE15E-62DA-4E09-9E7E-15B6C9F7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771" y="4305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8" name="PPAGENT_QA|parent=semantic-composition-pilot|within=p1-comparison|role=cell-text-5-1">
            <a:extLst xmlns:a="http://schemas.openxmlformats.org/drawingml/2006/main">
              <a:ext uri="{FF2B5EF4-FFF2-40B4-BE49-F238E27FC236}">
                <a16:creationId xmlns:a16="http://schemas.microsoft.com/office/drawing/2014/main" id="{301A4E86-85AC-4613-B284-5E09158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971" y="4352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难回收已开放权限</a:t>
            </a:r>
          </a:p>
        </p:txBody>
      </p:sp>
      <p:sp>
        <p:nvSpPr>
          <p:cNvPr id="69" name="PPAGENT_QA|parent=semantic-composition-pilot|within=p1-comparison|role=cell-5-2">
            <a:extLst xmlns:a="http://schemas.openxmlformats.org/drawingml/2006/main">
              <a:ext uri="{FF2B5EF4-FFF2-40B4-BE49-F238E27FC236}">
                <a16:creationId xmlns:a16="http://schemas.microsoft.com/office/drawing/2014/main" id="{4D08A4A9-8CA0-436F-8B2C-F2B8738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422" y="4305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D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0" name="PPAGENT_QA|parent=semantic-composition-pilot|within=p1-comparison|role=cell-text-5-2">
            <a:extLst xmlns:a="http://schemas.openxmlformats.org/drawingml/2006/main">
              <a:ext uri="{FF2B5EF4-FFF2-40B4-BE49-F238E27FC236}">
                <a16:creationId xmlns:a16="http://schemas.microsoft.com/office/drawing/2014/main" id="{357D8191-C5D5-41C3-A61A-55F0897B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622" y="4352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暂停新申请，留在试点内修规则</a:t>
            </a:r>
          </a:p>
        </p:txBody>
      </p:sp>
      <p:sp>
        <p:nvSpPr>
          <p:cNvPr id="71" name="PPAGENT_QA|parent=semantic-composition-pilot|within=p1-comparison|role=cell-5-3">
            <a:extLst xmlns:a="http://schemas.openxmlformats.org/drawingml/2006/main">
              <a:ext uri="{FF2B5EF4-FFF2-40B4-BE49-F238E27FC236}">
                <a16:creationId xmlns:a16="http://schemas.microsoft.com/office/drawing/2014/main" id="{76AEEB76-9CF3-4C2B-B76D-E615BEB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9074" y="4305300"/>
            <a:ext cx="2926652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72" name="PPAGENT_QA|parent=semantic-composition-pilot|within=p1-comparison|role=cell-text-5-3">
            <a:extLst xmlns:a="http://schemas.openxmlformats.org/drawingml/2006/main">
              <a:ext uri="{FF2B5EF4-FFF2-40B4-BE49-F238E27FC236}">
                <a16:creationId xmlns:a16="http://schemas.microsoft.com/office/drawing/2014/main" id="{3E5BFEA1-516D-4589-B569-70C9118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274" y="4352925"/>
            <a:ext cx="2774252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缩减预约时段并重新排队</a:t>
            </a:r>
          </a:p>
        </p:txBody>
      </p:sp>
      <p:sp>
        <p:nvSpPr>
          <p:cNvPr id="73" name="PPAGENT_QA|parent=semantic-composition-pilot|within=p1-decision|role=heading">
            <a:extLst xmlns:a="http://schemas.openxmlformats.org/drawingml/2006/main">
              <a:ext uri="{FF2B5EF4-FFF2-40B4-BE49-F238E27FC236}">
                <a16:creationId xmlns:a16="http://schemas.microsoft.com/office/drawing/2014/main" id="{1CBFC994-E808-41FB-B1BE-2251E917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569768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支持的选择</a:t>
            </a:r>
          </a:p>
        </p:txBody>
      </p:sp>
      <p:sp>
        <p:nvSpPr>
          <p:cNvPr id="74" name="PPAGENT_QA|parent=semantic-composition-pilot|within=p1-decision|role=accent">
            <a:extLst xmlns:a="http://schemas.openxmlformats.org/drawingml/2006/main">
              <a:ext uri="{FF2B5EF4-FFF2-40B4-BE49-F238E27FC236}">
                <a16:creationId xmlns:a16="http://schemas.microsoft.com/office/drawing/2014/main" id="{E9408B52-7544-4A75-B884-5D1A6F9D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PAGENT_QA|parent=semantic-composition-pilot|within=p1-decision|role=decision">
            <a:extLst xmlns:a="http://schemas.openxmlformats.org/drawingml/2006/main">
              <a:ext uri="{FF2B5EF4-FFF2-40B4-BE49-F238E27FC236}">
                <a16:creationId xmlns:a16="http://schemas.microsoft.com/office/drawing/2014/main" id="{431901C4-C5CD-46FD-B229-EDEA625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29250"/>
            <a:ext cx="5545282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先试行 B。A 只作高峰期临时应急入口，C 保留给高风险项目。</a:t>
            </a:r>
          </a:p>
        </p:txBody>
      </p:sp>
      <p:sp>
        <p:nvSpPr>
          <p:cNvPr id="76" name="PPAGENT_QA|parent=semantic-composition-pilot|within=p1-decision|role=detail">
            <a:extLst xmlns:a="http://schemas.openxmlformats.org/drawingml/2006/main">
              <a:ext uri="{FF2B5EF4-FFF2-40B4-BE49-F238E27FC236}">
                <a16:creationId xmlns:a16="http://schemas.microsoft.com/office/drawing/2014/main" id="{9F9D0036-1DDF-4B87-90A2-FAD8D81E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569768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比较牺牲少量速度，换取可检查记录和可逆暂停动作。</a:t>
            </a:r>
          </a:p>
        </p:txBody>
      </p:sp>
      <p:sp>
        <p:nvSpPr>
          <p:cNvPr id="77" name="PPAGENT_QA|parent=semantic-composition-pilot|within=p1-assumptions|role=heading">
            <a:extLst xmlns:a="http://schemas.openxmlformats.org/drawingml/2006/main">
              <a:ext uri="{FF2B5EF4-FFF2-40B4-BE49-F238E27FC236}">
                <a16:creationId xmlns:a16="http://schemas.microsoft.com/office/drawing/2014/main" id="{EF585CF7-AA50-4D9B-906B-47D4D91D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105400"/>
            <a:ext cx="525606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前提与边界</a:t>
            </a:r>
          </a:p>
        </p:txBody>
      </p:sp>
      <p:sp>
        <p:nvSpPr>
          <p:cNvPr id="78" name="PPAGENT_QA|parent=semantic-composition-pilot|within=p1-assumptions|role=body">
            <a:extLst xmlns:a="http://schemas.openxmlformats.org/drawingml/2006/main">
              <a:ext uri="{FF2B5EF4-FFF2-40B4-BE49-F238E27FC236}">
                <a16:creationId xmlns:a16="http://schemas.microsoft.com/office/drawing/2014/main" id="{74EFF0A6-75EF-429E-A774-368A4FAB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057" y="5448300"/>
            <a:ext cx="525606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三种模型共享模拟需求和管理员容量假设。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估计尚未由真实运行验证；需求结构变化或高风险申请增加，都可能改变排序。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每一步都产生下一道关口需要的证据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过程与门槛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352A44C5-1F71-4DB2-A6BF-0B6F959E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517" y="2471642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A7174562-F32E-4169-A57C-C9EF88A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7039" y="2149440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59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D94261B2-E577-4136-8783-A19E52FD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0552" y="18274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23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41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5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59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3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57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8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31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5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8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FF1CB292-6168-401C-9DA2-5983078E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6513" y="3091577"/>
            <a:ext cx="269558" cy="421243"/>
          </a:xfrm>
          <a:custGeom xmlns:a="http://schemas.openxmlformats.org/drawingml/2006/main">
            <a:pathLst>
              <a:path w="269558" h="421243">
                <a:moveTo>
                  <a:pt x="0" y="421243"/>
                </a:moveTo>
                <a:lnTo>
                  <a:pt x="0" y="402469"/>
                </a:lnTo>
                <a:lnTo>
                  <a:pt x="0" y="383696"/>
                </a:lnTo>
                <a:lnTo>
                  <a:pt x="0" y="364912"/>
                </a:lnTo>
                <a:lnTo>
                  <a:pt x="0" y="346139"/>
                </a:lnTo>
                <a:lnTo>
                  <a:pt x="0" y="327355"/>
                </a:lnTo>
                <a:lnTo>
                  <a:pt x="0" y="308581"/>
                </a:lnTo>
                <a:lnTo>
                  <a:pt x="0" y="289798"/>
                </a:lnTo>
                <a:lnTo>
                  <a:pt x="0" y="271024"/>
                </a:lnTo>
                <a:lnTo>
                  <a:pt x="0" y="252241"/>
                </a:lnTo>
                <a:lnTo>
                  <a:pt x="0" y="233467"/>
                </a:lnTo>
                <a:lnTo>
                  <a:pt x="0" y="214684"/>
                </a:lnTo>
                <a:lnTo>
                  <a:pt x="0" y="195910"/>
                </a:lnTo>
                <a:lnTo>
                  <a:pt x="0" y="177127"/>
                </a:lnTo>
                <a:lnTo>
                  <a:pt x="0" y="158353"/>
                </a:lnTo>
                <a:lnTo>
                  <a:pt x="0" y="139570"/>
                </a:lnTo>
                <a:lnTo>
                  <a:pt x="0" y="120796"/>
                </a:lnTo>
                <a:lnTo>
                  <a:pt x="0" y="102022"/>
                </a:lnTo>
                <a:lnTo>
                  <a:pt x="5286" y="87030"/>
                </a:lnTo>
                <a:lnTo>
                  <a:pt x="23070" y="81001"/>
                </a:lnTo>
                <a:lnTo>
                  <a:pt x="40853" y="74962"/>
                </a:lnTo>
                <a:lnTo>
                  <a:pt x="58636" y="68932"/>
                </a:lnTo>
                <a:lnTo>
                  <a:pt x="76419" y="62903"/>
                </a:lnTo>
                <a:lnTo>
                  <a:pt x="94202" y="56864"/>
                </a:lnTo>
                <a:lnTo>
                  <a:pt x="111985" y="50835"/>
                </a:lnTo>
                <a:lnTo>
                  <a:pt x="129769" y="44806"/>
                </a:lnTo>
                <a:lnTo>
                  <a:pt x="147552" y="38776"/>
                </a:lnTo>
                <a:lnTo>
                  <a:pt x="165335" y="32737"/>
                </a:lnTo>
                <a:lnTo>
                  <a:pt x="183118" y="26708"/>
                </a:lnTo>
                <a:lnTo>
                  <a:pt x="200901" y="20679"/>
                </a:lnTo>
                <a:lnTo>
                  <a:pt x="218684" y="14640"/>
                </a:lnTo>
                <a:lnTo>
                  <a:pt x="236468" y="8611"/>
                </a:lnTo>
                <a:lnTo>
                  <a:pt x="254251" y="2581"/>
                </a:lnTo>
                <a:lnTo>
                  <a:pt x="269558" y="0"/>
                </a:lnTo>
                <a:lnTo>
                  <a:pt x="269558" y="18774"/>
                </a:lnTo>
                <a:lnTo>
                  <a:pt x="269558" y="37557"/>
                </a:lnTo>
                <a:lnTo>
                  <a:pt x="269558" y="56331"/>
                </a:lnTo>
                <a:lnTo>
                  <a:pt x="269558" y="75114"/>
                </a:lnTo>
                <a:lnTo>
                  <a:pt x="269558" y="93888"/>
                </a:lnTo>
                <a:lnTo>
                  <a:pt x="269558" y="112671"/>
                </a:lnTo>
                <a:lnTo>
                  <a:pt x="269558" y="131445"/>
                </a:lnTo>
                <a:lnTo>
                  <a:pt x="269558" y="150228"/>
                </a:lnTo>
                <a:lnTo>
                  <a:pt x="269558" y="169002"/>
                </a:lnTo>
                <a:lnTo>
                  <a:pt x="269558" y="187785"/>
                </a:lnTo>
                <a:lnTo>
                  <a:pt x="269558" y="206559"/>
                </a:lnTo>
                <a:lnTo>
                  <a:pt x="269558" y="225342"/>
                </a:lnTo>
                <a:lnTo>
                  <a:pt x="269558" y="244116"/>
                </a:lnTo>
                <a:lnTo>
                  <a:pt x="269558" y="262900"/>
                </a:lnTo>
                <a:lnTo>
                  <a:pt x="269558" y="281673"/>
                </a:lnTo>
                <a:lnTo>
                  <a:pt x="269558" y="300457"/>
                </a:lnTo>
                <a:lnTo>
                  <a:pt x="259975" y="312849"/>
                </a:lnTo>
                <a:lnTo>
                  <a:pt x="242649" y="320069"/>
                </a:lnTo>
                <a:lnTo>
                  <a:pt x="225314" y="327298"/>
                </a:lnTo>
                <a:lnTo>
                  <a:pt x="207988" y="334528"/>
                </a:lnTo>
                <a:lnTo>
                  <a:pt x="190652" y="341757"/>
                </a:lnTo>
                <a:lnTo>
                  <a:pt x="173317" y="348977"/>
                </a:lnTo>
                <a:lnTo>
                  <a:pt x="155991" y="356206"/>
                </a:lnTo>
                <a:lnTo>
                  <a:pt x="138655" y="363436"/>
                </a:lnTo>
                <a:lnTo>
                  <a:pt x="121320" y="370656"/>
                </a:lnTo>
                <a:lnTo>
                  <a:pt x="103994" y="377885"/>
                </a:lnTo>
                <a:lnTo>
                  <a:pt x="86658" y="385115"/>
                </a:lnTo>
                <a:lnTo>
                  <a:pt x="69332" y="392344"/>
                </a:lnTo>
                <a:lnTo>
                  <a:pt x="51997" y="399564"/>
                </a:lnTo>
                <a:lnTo>
                  <a:pt x="34661" y="406794"/>
                </a:lnTo>
                <a:lnTo>
                  <a:pt x="17336" y="414023"/>
                </a:lnTo>
                <a:lnTo>
                  <a:pt x="0" y="42124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3271E058-A7CE-4664-8C5D-2E516AD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280" y="3400425"/>
            <a:ext cx="1746294" cy="112395"/>
          </a:xfrm>
          <a:custGeom xmlns:a="http://schemas.openxmlformats.org/drawingml/2006/main">
            <a:pathLst>
              <a:path w="1746294" h="112395">
                <a:moveTo>
                  <a:pt x="0" y="112395"/>
                </a:moveTo>
                <a:lnTo>
                  <a:pt x="19021" y="112395"/>
                </a:lnTo>
                <a:lnTo>
                  <a:pt x="38033" y="112395"/>
                </a:lnTo>
                <a:lnTo>
                  <a:pt x="57055" y="112395"/>
                </a:lnTo>
                <a:lnTo>
                  <a:pt x="76067" y="112395"/>
                </a:lnTo>
                <a:lnTo>
                  <a:pt x="95088" y="112395"/>
                </a:lnTo>
                <a:lnTo>
                  <a:pt x="114100" y="112395"/>
                </a:lnTo>
                <a:lnTo>
                  <a:pt x="133121" y="112395"/>
                </a:lnTo>
                <a:lnTo>
                  <a:pt x="152133" y="112395"/>
                </a:lnTo>
                <a:lnTo>
                  <a:pt x="171155" y="112395"/>
                </a:lnTo>
                <a:lnTo>
                  <a:pt x="190167" y="112395"/>
                </a:lnTo>
                <a:lnTo>
                  <a:pt x="209188" y="112395"/>
                </a:lnTo>
                <a:lnTo>
                  <a:pt x="228200" y="112395"/>
                </a:lnTo>
                <a:lnTo>
                  <a:pt x="247221" y="112395"/>
                </a:lnTo>
                <a:lnTo>
                  <a:pt x="266243" y="112395"/>
                </a:lnTo>
                <a:lnTo>
                  <a:pt x="285255" y="112395"/>
                </a:lnTo>
                <a:lnTo>
                  <a:pt x="304276" y="112395"/>
                </a:lnTo>
                <a:lnTo>
                  <a:pt x="323288" y="112395"/>
                </a:lnTo>
                <a:lnTo>
                  <a:pt x="342309" y="112395"/>
                </a:lnTo>
                <a:lnTo>
                  <a:pt x="361321" y="112395"/>
                </a:lnTo>
                <a:lnTo>
                  <a:pt x="380343" y="112395"/>
                </a:lnTo>
                <a:lnTo>
                  <a:pt x="399355" y="112395"/>
                </a:lnTo>
                <a:lnTo>
                  <a:pt x="418376" y="112395"/>
                </a:lnTo>
                <a:lnTo>
                  <a:pt x="437388" y="112395"/>
                </a:lnTo>
                <a:lnTo>
                  <a:pt x="456409" y="112395"/>
                </a:lnTo>
                <a:lnTo>
                  <a:pt x="475421" y="112395"/>
                </a:lnTo>
                <a:lnTo>
                  <a:pt x="494443" y="112395"/>
                </a:lnTo>
                <a:lnTo>
                  <a:pt x="513464" y="112395"/>
                </a:lnTo>
                <a:lnTo>
                  <a:pt x="532476" y="112395"/>
                </a:lnTo>
                <a:lnTo>
                  <a:pt x="551498" y="112395"/>
                </a:lnTo>
                <a:lnTo>
                  <a:pt x="570509" y="112395"/>
                </a:lnTo>
                <a:lnTo>
                  <a:pt x="589531" y="112395"/>
                </a:lnTo>
                <a:lnTo>
                  <a:pt x="608543" y="112395"/>
                </a:lnTo>
                <a:lnTo>
                  <a:pt x="627564" y="112395"/>
                </a:lnTo>
                <a:lnTo>
                  <a:pt x="646576" y="112395"/>
                </a:lnTo>
                <a:lnTo>
                  <a:pt x="665597" y="112395"/>
                </a:lnTo>
                <a:lnTo>
                  <a:pt x="684609" y="112395"/>
                </a:lnTo>
                <a:lnTo>
                  <a:pt x="703631" y="112395"/>
                </a:lnTo>
                <a:lnTo>
                  <a:pt x="722643" y="112395"/>
                </a:lnTo>
                <a:lnTo>
                  <a:pt x="741664" y="112395"/>
                </a:lnTo>
                <a:lnTo>
                  <a:pt x="760686" y="112395"/>
                </a:lnTo>
                <a:lnTo>
                  <a:pt x="779697" y="112395"/>
                </a:lnTo>
                <a:lnTo>
                  <a:pt x="798719" y="112395"/>
                </a:lnTo>
                <a:lnTo>
                  <a:pt x="817731" y="112395"/>
                </a:lnTo>
                <a:lnTo>
                  <a:pt x="836752" y="112395"/>
                </a:lnTo>
                <a:lnTo>
                  <a:pt x="855764" y="112395"/>
                </a:lnTo>
                <a:lnTo>
                  <a:pt x="874786" y="112395"/>
                </a:lnTo>
                <a:lnTo>
                  <a:pt x="893797" y="112395"/>
                </a:lnTo>
                <a:lnTo>
                  <a:pt x="912819" y="112395"/>
                </a:lnTo>
                <a:lnTo>
                  <a:pt x="931831" y="112395"/>
                </a:lnTo>
                <a:lnTo>
                  <a:pt x="950852" y="112395"/>
                </a:lnTo>
                <a:lnTo>
                  <a:pt x="969864" y="112395"/>
                </a:lnTo>
                <a:lnTo>
                  <a:pt x="988885" y="112395"/>
                </a:lnTo>
                <a:lnTo>
                  <a:pt x="1007897" y="112395"/>
                </a:lnTo>
                <a:lnTo>
                  <a:pt x="1026919" y="112395"/>
                </a:lnTo>
                <a:lnTo>
                  <a:pt x="1045940" y="112395"/>
                </a:lnTo>
                <a:lnTo>
                  <a:pt x="1064952" y="112395"/>
                </a:lnTo>
                <a:lnTo>
                  <a:pt x="1083974" y="112395"/>
                </a:lnTo>
                <a:lnTo>
                  <a:pt x="1102985" y="112395"/>
                </a:lnTo>
                <a:lnTo>
                  <a:pt x="1122007" y="112395"/>
                </a:lnTo>
                <a:lnTo>
                  <a:pt x="1141019" y="112395"/>
                </a:lnTo>
                <a:lnTo>
                  <a:pt x="1160040" y="112395"/>
                </a:lnTo>
                <a:lnTo>
                  <a:pt x="1179052" y="112395"/>
                </a:lnTo>
                <a:lnTo>
                  <a:pt x="1198074" y="112395"/>
                </a:lnTo>
                <a:lnTo>
                  <a:pt x="1217085" y="112395"/>
                </a:lnTo>
                <a:lnTo>
                  <a:pt x="1236107" y="112395"/>
                </a:lnTo>
                <a:lnTo>
                  <a:pt x="1255119" y="112395"/>
                </a:lnTo>
                <a:lnTo>
                  <a:pt x="1274140" y="112395"/>
                </a:lnTo>
                <a:lnTo>
                  <a:pt x="1293162" y="112395"/>
                </a:lnTo>
                <a:lnTo>
                  <a:pt x="1312174" y="112395"/>
                </a:lnTo>
                <a:lnTo>
                  <a:pt x="1331195" y="112395"/>
                </a:lnTo>
                <a:lnTo>
                  <a:pt x="1350207" y="112395"/>
                </a:lnTo>
                <a:lnTo>
                  <a:pt x="1369228" y="112395"/>
                </a:lnTo>
                <a:lnTo>
                  <a:pt x="1388240" y="112395"/>
                </a:lnTo>
                <a:lnTo>
                  <a:pt x="1407262" y="112395"/>
                </a:lnTo>
                <a:lnTo>
                  <a:pt x="1426274" y="112395"/>
                </a:lnTo>
                <a:lnTo>
                  <a:pt x="1445295" y="112395"/>
                </a:lnTo>
                <a:lnTo>
                  <a:pt x="1464307" y="112395"/>
                </a:lnTo>
                <a:lnTo>
                  <a:pt x="1483014" y="110823"/>
                </a:lnTo>
                <a:lnTo>
                  <a:pt x="1500569" y="103499"/>
                </a:lnTo>
                <a:lnTo>
                  <a:pt x="1518114" y="96183"/>
                </a:lnTo>
                <a:lnTo>
                  <a:pt x="1535668" y="88859"/>
                </a:lnTo>
                <a:lnTo>
                  <a:pt x="1553223" y="81544"/>
                </a:lnTo>
                <a:lnTo>
                  <a:pt x="1570777" y="74228"/>
                </a:lnTo>
                <a:lnTo>
                  <a:pt x="1588322" y="66904"/>
                </a:lnTo>
                <a:lnTo>
                  <a:pt x="1605877" y="59588"/>
                </a:lnTo>
                <a:lnTo>
                  <a:pt x="1623431" y="52273"/>
                </a:lnTo>
                <a:lnTo>
                  <a:pt x="1640986" y="44948"/>
                </a:lnTo>
                <a:lnTo>
                  <a:pt x="1658531" y="37633"/>
                </a:lnTo>
                <a:lnTo>
                  <a:pt x="1676086" y="30318"/>
                </a:lnTo>
                <a:lnTo>
                  <a:pt x="1693640" y="22993"/>
                </a:lnTo>
                <a:lnTo>
                  <a:pt x="1711195" y="15678"/>
                </a:lnTo>
                <a:lnTo>
                  <a:pt x="1728749" y="8353"/>
                </a:lnTo>
                <a:lnTo>
                  <a:pt x="1746294" y="1038"/>
                </a:lnTo>
                <a:lnTo>
                  <a:pt x="1732474" y="0"/>
                </a:lnTo>
                <a:lnTo>
                  <a:pt x="1713452" y="0"/>
                </a:lnTo>
                <a:lnTo>
                  <a:pt x="1694440" y="0"/>
                </a:lnTo>
                <a:lnTo>
                  <a:pt x="1675419" y="0"/>
                </a:lnTo>
                <a:lnTo>
                  <a:pt x="1656407" y="0"/>
                </a:lnTo>
                <a:lnTo>
                  <a:pt x="1637386" y="0"/>
                </a:lnTo>
                <a:lnTo>
                  <a:pt x="1618374" y="0"/>
                </a:lnTo>
                <a:lnTo>
                  <a:pt x="1599352" y="0"/>
                </a:lnTo>
                <a:lnTo>
                  <a:pt x="1580340" y="0"/>
                </a:lnTo>
                <a:lnTo>
                  <a:pt x="1561319" y="0"/>
                </a:lnTo>
                <a:lnTo>
                  <a:pt x="1542307" y="0"/>
                </a:lnTo>
                <a:lnTo>
                  <a:pt x="1523286" y="0"/>
                </a:lnTo>
                <a:lnTo>
                  <a:pt x="1504274" y="0"/>
                </a:lnTo>
                <a:lnTo>
                  <a:pt x="1485252" y="0"/>
                </a:lnTo>
                <a:lnTo>
                  <a:pt x="1466231" y="0"/>
                </a:lnTo>
                <a:lnTo>
                  <a:pt x="1447219" y="0"/>
                </a:lnTo>
                <a:lnTo>
                  <a:pt x="1428198" y="0"/>
                </a:lnTo>
                <a:lnTo>
                  <a:pt x="1409186" y="0"/>
                </a:lnTo>
                <a:lnTo>
                  <a:pt x="1390164" y="0"/>
                </a:lnTo>
                <a:lnTo>
                  <a:pt x="1371152" y="0"/>
                </a:lnTo>
                <a:lnTo>
                  <a:pt x="1352131" y="0"/>
                </a:lnTo>
                <a:lnTo>
                  <a:pt x="1333119" y="0"/>
                </a:lnTo>
                <a:lnTo>
                  <a:pt x="1314098" y="0"/>
                </a:lnTo>
                <a:lnTo>
                  <a:pt x="1295086" y="0"/>
                </a:lnTo>
                <a:lnTo>
                  <a:pt x="1276064" y="0"/>
                </a:lnTo>
                <a:lnTo>
                  <a:pt x="1257052" y="0"/>
                </a:lnTo>
                <a:lnTo>
                  <a:pt x="1238031" y="0"/>
                </a:lnTo>
                <a:lnTo>
                  <a:pt x="1219010" y="0"/>
                </a:lnTo>
                <a:lnTo>
                  <a:pt x="1199998" y="0"/>
                </a:lnTo>
                <a:lnTo>
                  <a:pt x="1180976" y="0"/>
                </a:lnTo>
                <a:lnTo>
                  <a:pt x="1161964" y="0"/>
                </a:lnTo>
                <a:lnTo>
                  <a:pt x="1142943" y="0"/>
                </a:lnTo>
                <a:lnTo>
                  <a:pt x="1123931" y="0"/>
                </a:lnTo>
                <a:lnTo>
                  <a:pt x="1104910" y="0"/>
                </a:lnTo>
                <a:lnTo>
                  <a:pt x="1085898" y="0"/>
                </a:lnTo>
                <a:lnTo>
                  <a:pt x="1066876" y="0"/>
                </a:lnTo>
                <a:lnTo>
                  <a:pt x="1047864" y="0"/>
                </a:lnTo>
                <a:lnTo>
                  <a:pt x="1028843" y="0"/>
                </a:lnTo>
                <a:lnTo>
                  <a:pt x="1009831" y="0"/>
                </a:lnTo>
                <a:lnTo>
                  <a:pt x="990810" y="0"/>
                </a:lnTo>
                <a:lnTo>
                  <a:pt x="971798" y="0"/>
                </a:lnTo>
                <a:lnTo>
                  <a:pt x="952776" y="0"/>
                </a:lnTo>
                <a:lnTo>
                  <a:pt x="933755" y="0"/>
                </a:lnTo>
                <a:lnTo>
                  <a:pt x="914743" y="0"/>
                </a:lnTo>
                <a:lnTo>
                  <a:pt x="895721" y="0"/>
                </a:lnTo>
                <a:lnTo>
                  <a:pt x="876710" y="0"/>
                </a:lnTo>
                <a:lnTo>
                  <a:pt x="857688" y="0"/>
                </a:lnTo>
                <a:lnTo>
                  <a:pt x="838676" y="0"/>
                </a:lnTo>
                <a:lnTo>
                  <a:pt x="819655" y="0"/>
                </a:lnTo>
                <a:lnTo>
                  <a:pt x="800643" y="0"/>
                </a:lnTo>
                <a:lnTo>
                  <a:pt x="781622" y="0"/>
                </a:lnTo>
                <a:lnTo>
                  <a:pt x="762610" y="0"/>
                </a:lnTo>
                <a:lnTo>
                  <a:pt x="743588" y="0"/>
                </a:lnTo>
                <a:lnTo>
                  <a:pt x="724567" y="0"/>
                </a:lnTo>
                <a:lnTo>
                  <a:pt x="705555" y="0"/>
                </a:lnTo>
                <a:lnTo>
                  <a:pt x="686533" y="0"/>
                </a:lnTo>
                <a:lnTo>
                  <a:pt x="667522" y="0"/>
                </a:lnTo>
                <a:lnTo>
                  <a:pt x="648500" y="0"/>
                </a:lnTo>
                <a:lnTo>
                  <a:pt x="629488" y="0"/>
                </a:lnTo>
                <a:lnTo>
                  <a:pt x="610467" y="0"/>
                </a:lnTo>
                <a:lnTo>
                  <a:pt x="591455" y="0"/>
                </a:lnTo>
                <a:lnTo>
                  <a:pt x="572433" y="0"/>
                </a:lnTo>
                <a:lnTo>
                  <a:pt x="553422" y="0"/>
                </a:lnTo>
                <a:lnTo>
                  <a:pt x="534400" y="0"/>
                </a:lnTo>
                <a:lnTo>
                  <a:pt x="515388" y="0"/>
                </a:lnTo>
                <a:lnTo>
                  <a:pt x="496367" y="0"/>
                </a:lnTo>
                <a:lnTo>
                  <a:pt x="477355" y="0"/>
                </a:lnTo>
                <a:lnTo>
                  <a:pt x="458333" y="0"/>
                </a:lnTo>
                <a:lnTo>
                  <a:pt x="439312" y="0"/>
                </a:lnTo>
                <a:lnTo>
                  <a:pt x="420300" y="0"/>
                </a:lnTo>
                <a:lnTo>
                  <a:pt x="401279" y="0"/>
                </a:lnTo>
                <a:lnTo>
                  <a:pt x="382267" y="0"/>
                </a:lnTo>
                <a:lnTo>
                  <a:pt x="363245" y="0"/>
                </a:lnTo>
                <a:lnTo>
                  <a:pt x="344986" y="4982"/>
                </a:lnTo>
                <a:lnTo>
                  <a:pt x="326831" y="10639"/>
                </a:lnTo>
                <a:lnTo>
                  <a:pt x="308677" y="16288"/>
                </a:lnTo>
                <a:lnTo>
                  <a:pt x="290513" y="21946"/>
                </a:lnTo>
                <a:lnTo>
                  <a:pt x="272358" y="27594"/>
                </a:lnTo>
                <a:lnTo>
                  <a:pt x="254203" y="33252"/>
                </a:lnTo>
                <a:lnTo>
                  <a:pt x="236049" y="38900"/>
                </a:lnTo>
                <a:lnTo>
                  <a:pt x="217884" y="44558"/>
                </a:lnTo>
                <a:lnTo>
                  <a:pt x="199730" y="50206"/>
                </a:lnTo>
                <a:lnTo>
                  <a:pt x="181575" y="55864"/>
                </a:lnTo>
                <a:lnTo>
                  <a:pt x="163420" y="61512"/>
                </a:lnTo>
                <a:lnTo>
                  <a:pt x="145256" y="67170"/>
                </a:lnTo>
                <a:lnTo>
                  <a:pt x="127102" y="72819"/>
                </a:lnTo>
                <a:lnTo>
                  <a:pt x="108947" y="78476"/>
                </a:lnTo>
                <a:lnTo>
                  <a:pt x="90783" y="84125"/>
                </a:lnTo>
                <a:lnTo>
                  <a:pt x="72628" y="89783"/>
                </a:lnTo>
                <a:lnTo>
                  <a:pt x="54473" y="95431"/>
                </a:lnTo>
                <a:lnTo>
                  <a:pt x="36319" y="101089"/>
                </a:lnTo>
                <a:lnTo>
                  <a:pt x="18155" y="106737"/>
                </a:lnTo>
                <a:lnTo>
                  <a:pt x="0" y="11239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265BEF1A-819A-4472-9AB7-A4224E2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" y="3400425"/>
            <a:ext cx="1634490" cy="112395"/>
          </a:xfrm>
          <a:custGeom xmlns:a="http://schemas.openxmlformats.org/drawingml/2006/main">
            <a:pathLst>
              <a:path w="1634490" h="112395">
                <a:moveTo>
                  <a:pt x="0" y="112395"/>
                </a:moveTo>
                <a:lnTo>
                  <a:pt x="19040" y="112395"/>
                </a:lnTo>
                <a:lnTo>
                  <a:pt x="38090" y="112395"/>
                </a:lnTo>
                <a:lnTo>
                  <a:pt x="57131" y="112395"/>
                </a:lnTo>
                <a:lnTo>
                  <a:pt x="76171" y="112395"/>
                </a:lnTo>
                <a:lnTo>
                  <a:pt x="95212" y="112395"/>
                </a:lnTo>
                <a:lnTo>
                  <a:pt x="114262" y="112395"/>
                </a:lnTo>
                <a:lnTo>
                  <a:pt x="133302" y="112395"/>
                </a:lnTo>
                <a:lnTo>
                  <a:pt x="152343" y="112395"/>
                </a:lnTo>
                <a:lnTo>
                  <a:pt x="171393" y="112395"/>
                </a:lnTo>
                <a:lnTo>
                  <a:pt x="190433" y="112395"/>
                </a:lnTo>
                <a:lnTo>
                  <a:pt x="209474" y="112395"/>
                </a:lnTo>
                <a:lnTo>
                  <a:pt x="228524" y="112395"/>
                </a:lnTo>
                <a:lnTo>
                  <a:pt x="247564" y="112395"/>
                </a:lnTo>
                <a:lnTo>
                  <a:pt x="266605" y="112395"/>
                </a:lnTo>
                <a:lnTo>
                  <a:pt x="285645" y="112395"/>
                </a:lnTo>
                <a:lnTo>
                  <a:pt x="304695" y="112395"/>
                </a:lnTo>
                <a:lnTo>
                  <a:pt x="323736" y="112395"/>
                </a:lnTo>
                <a:lnTo>
                  <a:pt x="342776" y="112395"/>
                </a:lnTo>
                <a:lnTo>
                  <a:pt x="361826" y="112395"/>
                </a:lnTo>
                <a:lnTo>
                  <a:pt x="380867" y="112395"/>
                </a:lnTo>
                <a:lnTo>
                  <a:pt x="399907" y="112395"/>
                </a:lnTo>
                <a:lnTo>
                  <a:pt x="418948" y="112395"/>
                </a:lnTo>
                <a:lnTo>
                  <a:pt x="437998" y="112395"/>
                </a:lnTo>
                <a:lnTo>
                  <a:pt x="457038" y="112395"/>
                </a:lnTo>
                <a:lnTo>
                  <a:pt x="476079" y="112395"/>
                </a:lnTo>
                <a:lnTo>
                  <a:pt x="495129" y="112395"/>
                </a:lnTo>
                <a:lnTo>
                  <a:pt x="514169" y="112395"/>
                </a:lnTo>
                <a:lnTo>
                  <a:pt x="533210" y="112395"/>
                </a:lnTo>
                <a:lnTo>
                  <a:pt x="552260" y="112395"/>
                </a:lnTo>
                <a:lnTo>
                  <a:pt x="571300" y="112395"/>
                </a:lnTo>
                <a:lnTo>
                  <a:pt x="590340" y="112395"/>
                </a:lnTo>
                <a:lnTo>
                  <a:pt x="609381" y="112395"/>
                </a:lnTo>
                <a:lnTo>
                  <a:pt x="628431" y="112395"/>
                </a:lnTo>
                <a:lnTo>
                  <a:pt x="647471" y="112395"/>
                </a:lnTo>
                <a:lnTo>
                  <a:pt x="666512" y="112395"/>
                </a:lnTo>
                <a:lnTo>
                  <a:pt x="685562" y="112395"/>
                </a:lnTo>
                <a:lnTo>
                  <a:pt x="704602" y="112395"/>
                </a:lnTo>
                <a:lnTo>
                  <a:pt x="723643" y="112395"/>
                </a:lnTo>
                <a:lnTo>
                  <a:pt x="742683" y="112395"/>
                </a:lnTo>
                <a:lnTo>
                  <a:pt x="761733" y="112395"/>
                </a:lnTo>
                <a:lnTo>
                  <a:pt x="780774" y="112395"/>
                </a:lnTo>
                <a:lnTo>
                  <a:pt x="799814" y="112395"/>
                </a:lnTo>
                <a:lnTo>
                  <a:pt x="818864" y="112395"/>
                </a:lnTo>
                <a:lnTo>
                  <a:pt x="837905" y="112395"/>
                </a:lnTo>
                <a:lnTo>
                  <a:pt x="856945" y="112395"/>
                </a:lnTo>
                <a:lnTo>
                  <a:pt x="875995" y="112395"/>
                </a:lnTo>
                <a:lnTo>
                  <a:pt x="895036" y="112395"/>
                </a:lnTo>
                <a:lnTo>
                  <a:pt x="914076" y="112395"/>
                </a:lnTo>
                <a:lnTo>
                  <a:pt x="933117" y="112395"/>
                </a:lnTo>
                <a:lnTo>
                  <a:pt x="952167" y="112395"/>
                </a:lnTo>
                <a:lnTo>
                  <a:pt x="971207" y="112395"/>
                </a:lnTo>
                <a:lnTo>
                  <a:pt x="990248" y="112395"/>
                </a:lnTo>
                <a:lnTo>
                  <a:pt x="1009298" y="112395"/>
                </a:lnTo>
                <a:lnTo>
                  <a:pt x="1028338" y="112395"/>
                </a:lnTo>
                <a:lnTo>
                  <a:pt x="1047379" y="112395"/>
                </a:lnTo>
                <a:lnTo>
                  <a:pt x="1066429" y="112395"/>
                </a:lnTo>
                <a:lnTo>
                  <a:pt x="1085469" y="112395"/>
                </a:lnTo>
                <a:lnTo>
                  <a:pt x="1104509" y="112395"/>
                </a:lnTo>
                <a:lnTo>
                  <a:pt x="1123550" y="112395"/>
                </a:lnTo>
                <a:lnTo>
                  <a:pt x="1142600" y="112395"/>
                </a:lnTo>
                <a:lnTo>
                  <a:pt x="1161640" y="112395"/>
                </a:lnTo>
                <a:lnTo>
                  <a:pt x="1180681" y="112395"/>
                </a:lnTo>
                <a:lnTo>
                  <a:pt x="1199731" y="112395"/>
                </a:lnTo>
                <a:lnTo>
                  <a:pt x="1218771" y="112395"/>
                </a:lnTo>
                <a:lnTo>
                  <a:pt x="1237812" y="112395"/>
                </a:lnTo>
                <a:lnTo>
                  <a:pt x="1256852" y="112395"/>
                </a:lnTo>
                <a:lnTo>
                  <a:pt x="1275902" y="112395"/>
                </a:lnTo>
                <a:lnTo>
                  <a:pt x="1294943" y="112395"/>
                </a:lnTo>
                <a:lnTo>
                  <a:pt x="1313983" y="112395"/>
                </a:lnTo>
                <a:lnTo>
                  <a:pt x="1333033" y="112395"/>
                </a:lnTo>
                <a:lnTo>
                  <a:pt x="1352074" y="112395"/>
                </a:lnTo>
                <a:lnTo>
                  <a:pt x="1370428" y="108947"/>
                </a:lnTo>
                <a:lnTo>
                  <a:pt x="1388040" y="101679"/>
                </a:lnTo>
                <a:lnTo>
                  <a:pt x="1405642" y="94421"/>
                </a:lnTo>
                <a:lnTo>
                  <a:pt x="1423245" y="87154"/>
                </a:lnTo>
                <a:lnTo>
                  <a:pt x="1440847" y="79896"/>
                </a:lnTo>
                <a:lnTo>
                  <a:pt x="1458449" y="72628"/>
                </a:lnTo>
                <a:lnTo>
                  <a:pt x="1476051" y="65370"/>
                </a:lnTo>
                <a:lnTo>
                  <a:pt x="1493663" y="58103"/>
                </a:lnTo>
                <a:lnTo>
                  <a:pt x="1511265" y="50844"/>
                </a:lnTo>
                <a:lnTo>
                  <a:pt x="1528867" y="43577"/>
                </a:lnTo>
                <a:lnTo>
                  <a:pt x="1546469" y="36319"/>
                </a:lnTo>
                <a:lnTo>
                  <a:pt x="1564072" y="29051"/>
                </a:lnTo>
                <a:lnTo>
                  <a:pt x="1581683" y="21793"/>
                </a:lnTo>
                <a:lnTo>
                  <a:pt x="1599286" y="14526"/>
                </a:lnTo>
                <a:lnTo>
                  <a:pt x="1616888" y="7268"/>
                </a:lnTo>
                <a:lnTo>
                  <a:pt x="16344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6DBBDC0E-238F-401B-B716-5A7EE856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3523" y="3400425"/>
            <a:ext cx="12773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F63F3544-F66D-436F-8B55-F1C04CA4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5745" y="2780119"/>
            <a:ext cx="178118" cy="400279"/>
          </a:xfrm>
          <a:custGeom xmlns:a="http://schemas.openxmlformats.org/drawingml/2006/main">
            <a:pathLst>
              <a:path w="178118" h="400279">
                <a:moveTo>
                  <a:pt x="0" y="400279"/>
                </a:moveTo>
                <a:lnTo>
                  <a:pt x="0" y="381429"/>
                </a:lnTo>
                <a:lnTo>
                  <a:pt x="0" y="362569"/>
                </a:lnTo>
                <a:lnTo>
                  <a:pt x="0" y="343719"/>
                </a:lnTo>
                <a:lnTo>
                  <a:pt x="0" y="324860"/>
                </a:lnTo>
                <a:lnTo>
                  <a:pt x="0" y="306010"/>
                </a:lnTo>
                <a:lnTo>
                  <a:pt x="0" y="287160"/>
                </a:lnTo>
                <a:lnTo>
                  <a:pt x="0" y="268300"/>
                </a:lnTo>
                <a:lnTo>
                  <a:pt x="0" y="249450"/>
                </a:lnTo>
                <a:lnTo>
                  <a:pt x="0" y="230591"/>
                </a:lnTo>
                <a:lnTo>
                  <a:pt x="0" y="211741"/>
                </a:lnTo>
                <a:lnTo>
                  <a:pt x="0" y="192891"/>
                </a:lnTo>
                <a:lnTo>
                  <a:pt x="0" y="174031"/>
                </a:lnTo>
                <a:lnTo>
                  <a:pt x="0" y="155181"/>
                </a:lnTo>
                <a:lnTo>
                  <a:pt x="0" y="136322"/>
                </a:lnTo>
                <a:lnTo>
                  <a:pt x="0" y="117472"/>
                </a:lnTo>
                <a:lnTo>
                  <a:pt x="0" y="98612"/>
                </a:lnTo>
                <a:lnTo>
                  <a:pt x="0" y="79762"/>
                </a:lnTo>
                <a:lnTo>
                  <a:pt x="6448" y="65275"/>
                </a:lnTo>
                <a:lnTo>
                  <a:pt x="23946" y="58255"/>
                </a:lnTo>
                <a:lnTo>
                  <a:pt x="41453" y="51235"/>
                </a:lnTo>
                <a:lnTo>
                  <a:pt x="58950" y="44215"/>
                </a:lnTo>
                <a:lnTo>
                  <a:pt x="76448" y="37195"/>
                </a:lnTo>
                <a:lnTo>
                  <a:pt x="93945" y="30175"/>
                </a:lnTo>
                <a:lnTo>
                  <a:pt x="111443" y="23165"/>
                </a:lnTo>
                <a:lnTo>
                  <a:pt x="128940" y="16145"/>
                </a:lnTo>
                <a:lnTo>
                  <a:pt x="146447" y="9125"/>
                </a:lnTo>
                <a:lnTo>
                  <a:pt x="163944" y="2105"/>
                </a:lnTo>
                <a:lnTo>
                  <a:pt x="178118" y="0"/>
                </a:lnTo>
                <a:lnTo>
                  <a:pt x="178118" y="18850"/>
                </a:lnTo>
                <a:lnTo>
                  <a:pt x="178118" y="37709"/>
                </a:lnTo>
                <a:lnTo>
                  <a:pt x="178118" y="56559"/>
                </a:lnTo>
                <a:lnTo>
                  <a:pt x="178118" y="75419"/>
                </a:lnTo>
                <a:lnTo>
                  <a:pt x="178118" y="94269"/>
                </a:lnTo>
                <a:lnTo>
                  <a:pt x="178118" y="113128"/>
                </a:lnTo>
                <a:lnTo>
                  <a:pt x="178118" y="131978"/>
                </a:lnTo>
                <a:lnTo>
                  <a:pt x="178118" y="150828"/>
                </a:lnTo>
                <a:lnTo>
                  <a:pt x="178118" y="169688"/>
                </a:lnTo>
                <a:lnTo>
                  <a:pt x="178118" y="188538"/>
                </a:lnTo>
                <a:lnTo>
                  <a:pt x="178118" y="207397"/>
                </a:lnTo>
                <a:lnTo>
                  <a:pt x="178118" y="226247"/>
                </a:lnTo>
                <a:lnTo>
                  <a:pt x="178118" y="245097"/>
                </a:lnTo>
                <a:lnTo>
                  <a:pt x="178118" y="263957"/>
                </a:lnTo>
                <a:lnTo>
                  <a:pt x="178118" y="282807"/>
                </a:lnTo>
                <a:lnTo>
                  <a:pt x="178118" y="301666"/>
                </a:lnTo>
                <a:lnTo>
                  <a:pt x="167726" y="314173"/>
                </a:lnTo>
                <a:lnTo>
                  <a:pt x="150952" y="322783"/>
                </a:lnTo>
                <a:lnTo>
                  <a:pt x="134179" y="331394"/>
                </a:lnTo>
                <a:lnTo>
                  <a:pt x="117415" y="340004"/>
                </a:lnTo>
                <a:lnTo>
                  <a:pt x="100641" y="348615"/>
                </a:lnTo>
                <a:lnTo>
                  <a:pt x="83868" y="357226"/>
                </a:lnTo>
                <a:lnTo>
                  <a:pt x="67094" y="365836"/>
                </a:lnTo>
                <a:lnTo>
                  <a:pt x="50321" y="374447"/>
                </a:lnTo>
                <a:lnTo>
                  <a:pt x="33547" y="383057"/>
                </a:lnTo>
                <a:lnTo>
                  <a:pt x="16774" y="391668"/>
                </a:lnTo>
                <a:lnTo>
                  <a:pt x="0" y="400279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BD3A89A-5D7A-4BD4-93AB-9F857C81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6513" y="3088958"/>
            <a:ext cx="1654226" cy="91440"/>
          </a:xfrm>
          <a:custGeom xmlns:a="http://schemas.openxmlformats.org/drawingml/2006/main">
            <a:pathLst>
              <a:path w="1654226" h="91440">
                <a:moveTo>
                  <a:pt x="0" y="91440"/>
                </a:moveTo>
                <a:lnTo>
                  <a:pt x="19040" y="91440"/>
                </a:lnTo>
                <a:lnTo>
                  <a:pt x="38090" y="91440"/>
                </a:lnTo>
                <a:lnTo>
                  <a:pt x="57131" y="91440"/>
                </a:lnTo>
                <a:lnTo>
                  <a:pt x="76181" y="91440"/>
                </a:lnTo>
                <a:lnTo>
                  <a:pt x="95221" y="91440"/>
                </a:lnTo>
                <a:lnTo>
                  <a:pt x="114271" y="91440"/>
                </a:lnTo>
                <a:lnTo>
                  <a:pt x="133312" y="91440"/>
                </a:lnTo>
                <a:lnTo>
                  <a:pt x="152362" y="91440"/>
                </a:lnTo>
                <a:lnTo>
                  <a:pt x="171402" y="91440"/>
                </a:lnTo>
                <a:lnTo>
                  <a:pt x="190452" y="91440"/>
                </a:lnTo>
                <a:lnTo>
                  <a:pt x="209493" y="91440"/>
                </a:lnTo>
                <a:lnTo>
                  <a:pt x="228533" y="91440"/>
                </a:lnTo>
                <a:lnTo>
                  <a:pt x="247583" y="91440"/>
                </a:lnTo>
                <a:lnTo>
                  <a:pt x="266624" y="91440"/>
                </a:lnTo>
                <a:lnTo>
                  <a:pt x="285674" y="91440"/>
                </a:lnTo>
                <a:lnTo>
                  <a:pt x="304714" y="91440"/>
                </a:lnTo>
                <a:lnTo>
                  <a:pt x="323764" y="91440"/>
                </a:lnTo>
                <a:lnTo>
                  <a:pt x="342805" y="91440"/>
                </a:lnTo>
                <a:lnTo>
                  <a:pt x="361855" y="91440"/>
                </a:lnTo>
                <a:lnTo>
                  <a:pt x="380895" y="91440"/>
                </a:lnTo>
                <a:lnTo>
                  <a:pt x="399945" y="91440"/>
                </a:lnTo>
                <a:lnTo>
                  <a:pt x="418986" y="91440"/>
                </a:lnTo>
                <a:lnTo>
                  <a:pt x="438026" y="91440"/>
                </a:lnTo>
                <a:lnTo>
                  <a:pt x="457076" y="91440"/>
                </a:lnTo>
                <a:lnTo>
                  <a:pt x="476117" y="91440"/>
                </a:lnTo>
                <a:lnTo>
                  <a:pt x="495167" y="91440"/>
                </a:lnTo>
                <a:lnTo>
                  <a:pt x="514207" y="91440"/>
                </a:lnTo>
                <a:lnTo>
                  <a:pt x="533257" y="91440"/>
                </a:lnTo>
                <a:lnTo>
                  <a:pt x="552298" y="91440"/>
                </a:lnTo>
                <a:lnTo>
                  <a:pt x="571348" y="91440"/>
                </a:lnTo>
                <a:lnTo>
                  <a:pt x="590388" y="91440"/>
                </a:lnTo>
                <a:lnTo>
                  <a:pt x="609438" y="91440"/>
                </a:lnTo>
                <a:lnTo>
                  <a:pt x="628479" y="91440"/>
                </a:lnTo>
                <a:lnTo>
                  <a:pt x="647519" y="91440"/>
                </a:lnTo>
                <a:lnTo>
                  <a:pt x="666569" y="91440"/>
                </a:lnTo>
                <a:lnTo>
                  <a:pt x="685610" y="91440"/>
                </a:lnTo>
                <a:lnTo>
                  <a:pt x="704660" y="91440"/>
                </a:lnTo>
                <a:lnTo>
                  <a:pt x="723700" y="91440"/>
                </a:lnTo>
                <a:lnTo>
                  <a:pt x="742750" y="91440"/>
                </a:lnTo>
                <a:lnTo>
                  <a:pt x="761790" y="91440"/>
                </a:lnTo>
                <a:lnTo>
                  <a:pt x="780840" y="91440"/>
                </a:lnTo>
                <a:lnTo>
                  <a:pt x="799881" y="91440"/>
                </a:lnTo>
                <a:lnTo>
                  <a:pt x="818931" y="91440"/>
                </a:lnTo>
                <a:lnTo>
                  <a:pt x="837971" y="91440"/>
                </a:lnTo>
                <a:lnTo>
                  <a:pt x="857012" y="91440"/>
                </a:lnTo>
                <a:lnTo>
                  <a:pt x="876062" y="91440"/>
                </a:lnTo>
                <a:lnTo>
                  <a:pt x="895102" y="91440"/>
                </a:lnTo>
                <a:lnTo>
                  <a:pt x="914152" y="91440"/>
                </a:lnTo>
                <a:lnTo>
                  <a:pt x="933193" y="91440"/>
                </a:lnTo>
                <a:lnTo>
                  <a:pt x="952243" y="91440"/>
                </a:lnTo>
                <a:lnTo>
                  <a:pt x="971283" y="91440"/>
                </a:lnTo>
                <a:lnTo>
                  <a:pt x="990333" y="91440"/>
                </a:lnTo>
                <a:lnTo>
                  <a:pt x="1009374" y="91440"/>
                </a:lnTo>
                <a:lnTo>
                  <a:pt x="1028424" y="91440"/>
                </a:lnTo>
                <a:lnTo>
                  <a:pt x="1047464" y="91440"/>
                </a:lnTo>
                <a:lnTo>
                  <a:pt x="1066505" y="91440"/>
                </a:lnTo>
                <a:lnTo>
                  <a:pt x="1085555" y="91440"/>
                </a:lnTo>
                <a:lnTo>
                  <a:pt x="1104595" y="91440"/>
                </a:lnTo>
                <a:lnTo>
                  <a:pt x="1123645" y="91440"/>
                </a:lnTo>
                <a:lnTo>
                  <a:pt x="1142686" y="91440"/>
                </a:lnTo>
                <a:lnTo>
                  <a:pt x="1161736" y="91440"/>
                </a:lnTo>
                <a:lnTo>
                  <a:pt x="1180776" y="91440"/>
                </a:lnTo>
                <a:lnTo>
                  <a:pt x="1199826" y="91440"/>
                </a:lnTo>
                <a:lnTo>
                  <a:pt x="1218867" y="91440"/>
                </a:lnTo>
                <a:lnTo>
                  <a:pt x="1237917" y="91440"/>
                </a:lnTo>
                <a:lnTo>
                  <a:pt x="1256957" y="91440"/>
                </a:lnTo>
                <a:lnTo>
                  <a:pt x="1276007" y="91440"/>
                </a:lnTo>
                <a:lnTo>
                  <a:pt x="1295048" y="91440"/>
                </a:lnTo>
                <a:lnTo>
                  <a:pt x="1314088" y="91440"/>
                </a:lnTo>
                <a:lnTo>
                  <a:pt x="1333138" y="91440"/>
                </a:lnTo>
                <a:lnTo>
                  <a:pt x="1352179" y="91440"/>
                </a:lnTo>
                <a:lnTo>
                  <a:pt x="1371229" y="91440"/>
                </a:lnTo>
                <a:lnTo>
                  <a:pt x="1390269" y="91440"/>
                </a:lnTo>
                <a:lnTo>
                  <a:pt x="1409319" y="91440"/>
                </a:lnTo>
                <a:lnTo>
                  <a:pt x="1428359" y="91440"/>
                </a:lnTo>
                <a:lnTo>
                  <a:pt x="1447409" y="91440"/>
                </a:lnTo>
                <a:lnTo>
                  <a:pt x="1466450" y="91440"/>
                </a:lnTo>
                <a:lnTo>
                  <a:pt x="1484805" y="88583"/>
                </a:lnTo>
                <a:lnTo>
                  <a:pt x="1501750" y="79886"/>
                </a:lnTo>
                <a:lnTo>
                  <a:pt x="1518685" y="71180"/>
                </a:lnTo>
                <a:lnTo>
                  <a:pt x="1535630" y="62484"/>
                </a:lnTo>
                <a:lnTo>
                  <a:pt x="1552575" y="53788"/>
                </a:lnTo>
                <a:lnTo>
                  <a:pt x="1569520" y="45091"/>
                </a:lnTo>
                <a:lnTo>
                  <a:pt x="1586455" y="36395"/>
                </a:lnTo>
                <a:lnTo>
                  <a:pt x="1603400" y="27699"/>
                </a:lnTo>
                <a:lnTo>
                  <a:pt x="1620345" y="18993"/>
                </a:lnTo>
                <a:lnTo>
                  <a:pt x="1637290" y="10297"/>
                </a:lnTo>
                <a:lnTo>
                  <a:pt x="1654226" y="1600"/>
                </a:lnTo>
                <a:lnTo>
                  <a:pt x="1641815" y="0"/>
                </a:lnTo>
                <a:lnTo>
                  <a:pt x="1622765" y="0"/>
                </a:lnTo>
                <a:lnTo>
                  <a:pt x="1603724" y="0"/>
                </a:lnTo>
                <a:lnTo>
                  <a:pt x="1584674" y="0"/>
                </a:lnTo>
                <a:lnTo>
                  <a:pt x="1565634" y="0"/>
                </a:lnTo>
                <a:lnTo>
                  <a:pt x="1546584" y="0"/>
                </a:lnTo>
                <a:lnTo>
                  <a:pt x="1527543" y="0"/>
                </a:lnTo>
                <a:lnTo>
                  <a:pt x="1508493" y="0"/>
                </a:lnTo>
                <a:lnTo>
                  <a:pt x="1489453" y="0"/>
                </a:lnTo>
                <a:lnTo>
                  <a:pt x="1470412" y="0"/>
                </a:lnTo>
                <a:lnTo>
                  <a:pt x="1451362" y="0"/>
                </a:lnTo>
                <a:lnTo>
                  <a:pt x="1432322" y="0"/>
                </a:lnTo>
                <a:lnTo>
                  <a:pt x="1413272" y="0"/>
                </a:lnTo>
                <a:lnTo>
                  <a:pt x="1394231" y="0"/>
                </a:lnTo>
                <a:lnTo>
                  <a:pt x="1375181" y="0"/>
                </a:lnTo>
                <a:lnTo>
                  <a:pt x="1356141" y="0"/>
                </a:lnTo>
                <a:lnTo>
                  <a:pt x="1337091" y="0"/>
                </a:lnTo>
                <a:lnTo>
                  <a:pt x="1318050" y="0"/>
                </a:lnTo>
                <a:lnTo>
                  <a:pt x="1299000" y="0"/>
                </a:lnTo>
                <a:lnTo>
                  <a:pt x="1279960" y="0"/>
                </a:lnTo>
                <a:lnTo>
                  <a:pt x="1260920" y="0"/>
                </a:lnTo>
                <a:lnTo>
                  <a:pt x="1241870" y="0"/>
                </a:lnTo>
                <a:lnTo>
                  <a:pt x="1222829" y="0"/>
                </a:lnTo>
                <a:lnTo>
                  <a:pt x="1203779" y="0"/>
                </a:lnTo>
                <a:lnTo>
                  <a:pt x="1184739" y="0"/>
                </a:lnTo>
                <a:lnTo>
                  <a:pt x="1165689" y="0"/>
                </a:lnTo>
                <a:lnTo>
                  <a:pt x="1146648" y="0"/>
                </a:lnTo>
                <a:lnTo>
                  <a:pt x="1127598" y="0"/>
                </a:lnTo>
                <a:lnTo>
                  <a:pt x="1108558" y="0"/>
                </a:lnTo>
                <a:lnTo>
                  <a:pt x="1089508" y="0"/>
                </a:lnTo>
                <a:lnTo>
                  <a:pt x="1070467" y="0"/>
                </a:lnTo>
                <a:lnTo>
                  <a:pt x="1051427" y="0"/>
                </a:lnTo>
                <a:lnTo>
                  <a:pt x="1032377" y="0"/>
                </a:lnTo>
                <a:lnTo>
                  <a:pt x="1013336" y="0"/>
                </a:lnTo>
                <a:lnTo>
                  <a:pt x="994286" y="0"/>
                </a:lnTo>
                <a:lnTo>
                  <a:pt x="975246" y="0"/>
                </a:lnTo>
                <a:lnTo>
                  <a:pt x="956196" y="0"/>
                </a:lnTo>
                <a:lnTo>
                  <a:pt x="937155" y="0"/>
                </a:lnTo>
                <a:lnTo>
                  <a:pt x="918105" y="0"/>
                </a:lnTo>
                <a:lnTo>
                  <a:pt x="899065" y="0"/>
                </a:lnTo>
                <a:lnTo>
                  <a:pt x="880015" y="0"/>
                </a:lnTo>
                <a:lnTo>
                  <a:pt x="860974" y="0"/>
                </a:lnTo>
                <a:lnTo>
                  <a:pt x="841934" y="0"/>
                </a:lnTo>
                <a:lnTo>
                  <a:pt x="822884" y="0"/>
                </a:lnTo>
                <a:lnTo>
                  <a:pt x="803843" y="0"/>
                </a:lnTo>
                <a:lnTo>
                  <a:pt x="784793" y="0"/>
                </a:lnTo>
                <a:lnTo>
                  <a:pt x="765753" y="0"/>
                </a:lnTo>
                <a:lnTo>
                  <a:pt x="746703" y="0"/>
                </a:lnTo>
                <a:lnTo>
                  <a:pt x="727662" y="0"/>
                </a:lnTo>
                <a:lnTo>
                  <a:pt x="708612" y="0"/>
                </a:lnTo>
                <a:lnTo>
                  <a:pt x="689572" y="0"/>
                </a:lnTo>
                <a:lnTo>
                  <a:pt x="670522" y="0"/>
                </a:lnTo>
                <a:lnTo>
                  <a:pt x="651481" y="0"/>
                </a:lnTo>
                <a:lnTo>
                  <a:pt x="632441" y="0"/>
                </a:lnTo>
                <a:lnTo>
                  <a:pt x="613391" y="0"/>
                </a:lnTo>
                <a:lnTo>
                  <a:pt x="594350" y="0"/>
                </a:lnTo>
                <a:lnTo>
                  <a:pt x="575300" y="0"/>
                </a:lnTo>
                <a:lnTo>
                  <a:pt x="556260" y="0"/>
                </a:lnTo>
                <a:lnTo>
                  <a:pt x="537210" y="0"/>
                </a:lnTo>
                <a:lnTo>
                  <a:pt x="518170" y="0"/>
                </a:lnTo>
                <a:lnTo>
                  <a:pt x="499120" y="0"/>
                </a:lnTo>
                <a:lnTo>
                  <a:pt x="480079" y="0"/>
                </a:lnTo>
                <a:lnTo>
                  <a:pt x="461029" y="0"/>
                </a:lnTo>
                <a:lnTo>
                  <a:pt x="441989" y="0"/>
                </a:lnTo>
                <a:lnTo>
                  <a:pt x="422948" y="0"/>
                </a:lnTo>
                <a:lnTo>
                  <a:pt x="403898" y="0"/>
                </a:lnTo>
                <a:lnTo>
                  <a:pt x="384858" y="0"/>
                </a:lnTo>
                <a:lnTo>
                  <a:pt x="365808" y="0"/>
                </a:lnTo>
                <a:lnTo>
                  <a:pt x="346767" y="0"/>
                </a:lnTo>
                <a:lnTo>
                  <a:pt x="327717" y="0"/>
                </a:lnTo>
                <a:lnTo>
                  <a:pt x="308677" y="0"/>
                </a:lnTo>
                <a:lnTo>
                  <a:pt x="289627" y="0"/>
                </a:lnTo>
                <a:lnTo>
                  <a:pt x="270586" y="0"/>
                </a:lnTo>
                <a:lnTo>
                  <a:pt x="252498" y="5791"/>
                </a:lnTo>
                <a:lnTo>
                  <a:pt x="234458" y="11906"/>
                </a:lnTo>
                <a:lnTo>
                  <a:pt x="216427" y="18021"/>
                </a:lnTo>
                <a:lnTo>
                  <a:pt x="198387" y="24146"/>
                </a:lnTo>
                <a:lnTo>
                  <a:pt x="180356" y="30261"/>
                </a:lnTo>
                <a:lnTo>
                  <a:pt x="162316" y="36376"/>
                </a:lnTo>
                <a:lnTo>
                  <a:pt x="144285" y="42501"/>
                </a:lnTo>
                <a:lnTo>
                  <a:pt x="126244" y="48616"/>
                </a:lnTo>
                <a:lnTo>
                  <a:pt x="108214" y="54731"/>
                </a:lnTo>
                <a:lnTo>
                  <a:pt x="90173" y="60846"/>
                </a:lnTo>
                <a:lnTo>
                  <a:pt x="72142" y="66970"/>
                </a:lnTo>
                <a:lnTo>
                  <a:pt x="54102" y="73085"/>
                </a:lnTo>
                <a:lnTo>
                  <a:pt x="36071" y="79200"/>
                </a:lnTo>
                <a:lnTo>
                  <a:pt x="18031" y="85325"/>
                </a:lnTo>
                <a:lnTo>
                  <a:pt x="0" y="9144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C342DEE8-BEDA-4FB5-AC07-333F2181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5568" y="3088958"/>
            <a:ext cx="1543050" cy="91440"/>
          </a:xfrm>
          <a:custGeom xmlns:a="http://schemas.openxmlformats.org/drawingml/2006/main">
            <a:pathLst>
              <a:path w="1543050" h="91440">
                <a:moveTo>
                  <a:pt x="0" y="91440"/>
                </a:moveTo>
                <a:lnTo>
                  <a:pt x="18850" y="91440"/>
                </a:lnTo>
                <a:lnTo>
                  <a:pt x="37709" y="91440"/>
                </a:lnTo>
                <a:lnTo>
                  <a:pt x="56559" y="91440"/>
                </a:lnTo>
                <a:lnTo>
                  <a:pt x="75409" y="91440"/>
                </a:lnTo>
                <a:lnTo>
                  <a:pt x="94269" y="91440"/>
                </a:lnTo>
                <a:lnTo>
                  <a:pt x="113119" y="91440"/>
                </a:lnTo>
                <a:lnTo>
                  <a:pt x="131978" y="91440"/>
                </a:lnTo>
                <a:lnTo>
                  <a:pt x="150828" y="91440"/>
                </a:lnTo>
                <a:lnTo>
                  <a:pt x="169678" y="91440"/>
                </a:lnTo>
                <a:lnTo>
                  <a:pt x="188538" y="91440"/>
                </a:lnTo>
                <a:lnTo>
                  <a:pt x="207388" y="91440"/>
                </a:lnTo>
                <a:lnTo>
                  <a:pt x="226238" y="91440"/>
                </a:lnTo>
                <a:lnTo>
                  <a:pt x="245097" y="91440"/>
                </a:lnTo>
                <a:lnTo>
                  <a:pt x="263947" y="91440"/>
                </a:lnTo>
                <a:lnTo>
                  <a:pt x="282807" y="91440"/>
                </a:lnTo>
                <a:lnTo>
                  <a:pt x="301657" y="91440"/>
                </a:lnTo>
                <a:lnTo>
                  <a:pt x="320507" y="91440"/>
                </a:lnTo>
                <a:lnTo>
                  <a:pt x="339366" y="91440"/>
                </a:lnTo>
                <a:lnTo>
                  <a:pt x="358216" y="91440"/>
                </a:lnTo>
                <a:lnTo>
                  <a:pt x="377066" y="91440"/>
                </a:lnTo>
                <a:lnTo>
                  <a:pt x="395926" y="91440"/>
                </a:lnTo>
                <a:lnTo>
                  <a:pt x="414776" y="91440"/>
                </a:lnTo>
                <a:lnTo>
                  <a:pt x="433626" y="91440"/>
                </a:lnTo>
                <a:lnTo>
                  <a:pt x="452485" y="91440"/>
                </a:lnTo>
                <a:lnTo>
                  <a:pt x="471335" y="91440"/>
                </a:lnTo>
                <a:lnTo>
                  <a:pt x="490195" y="91440"/>
                </a:lnTo>
                <a:lnTo>
                  <a:pt x="509045" y="91440"/>
                </a:lnTo>
                <a:lnTo>
                  <a:pt x="527895" y="91440"/>
                </a:lnTo>
                <a:lnTo>
                  <a:pt x="546754" y="91440"/>
                </a:lnTo>
                <a:lnTo>
                  <a:pt x="565604" y="91440"/>
                </a:lnTo>
                <a:lnTo>
                  <a:pt x="584454" y="91440"/>
                </a:lnTo>
                <a:lnTo>
                  <a:pt x="603314" y="91440"/>
                </a:lnTo>
                <a:lnTo>
                  <a:pt x="622163" y="91440"/>
                </a:lnTo>
                <a:lnTo>
                  <a:pt x="641023" y="91440"/>
                </a:lnTo>
                <a:lnTo>
                  <a:pt x="659873" y="91440"/>
                </a:lnTo>
                <a:lnTo>
                  <a:pt x="678723" y="91440"/>
                </a:lnTo>
                <a:lnTo>
                  <a:pt x="697582" y="91440"/>
                </a:lnTo>
                <a:lnTo>
                  <a:pt x="716432" y="91440"/>
                </a:lnTo>
                <a:lnTo>
                  <a:pt x="735282" y="91440"/>
                </a:lnTo>
                <a:lnTo>
                  <a:pt x="754142" y="91440"/>
                </a:lnTo>
                <a:lnTo>
                  <a:pt x="772992" y="91440"/>
                </a:lnTo>
                <a:lnTo>
                  <a:pt x="791842" y="91440"/>
                </a:lnTo>
                <a:lnTo>
                  <a:pt x="810701" y="91440"/>
                </a:lnTo>
                <a:lnTo>
                  <a:pt x="829551" y="91440"/>
                </a:lnTo>
                <a:lnTo>
                  <a:pt x="848411" y="91440"/>
                </a:lnTo>
                <a:lnTo>
                  <a:pt x="867261" y="91440"/>
                </a:lnTo>
                <a:lnTo>
                  <a:pt x="886111" y="91440"/>
                </a:lnTo>
                <a:lnTo>
                  <a:pt x="904970" y="91440"/>
                </a:lnTo>
                <a:lnTo>
                  <a:pt x="923820" y="91440"/>
                </a:lnTo>
                <a:lnTo>
                  <a:pt x="942670" y="91440"/>
                </a:lnTo>
                <a:lnTo>
                  <a:pt x="961530" y="91440"/>
                </a:lnTo>
                <a:lnTo>
                  <a:pt x="980380" y="91440"/>
                </a:lnTo>
                <a:lnTo>
                  <a:pt x="999239" y="91440"/>
                </a:lnTo>
                <a:lnTo>
                  <a:pt x="1018089" y="91440"/>
                </a:lnTo>
                <a:lnTo>
                  <a:pt x="1036939" y="91440"/>
                </a:lnTo>
                <a:lnTo>
                  <a:pt x="1055799" y="91440"/>
                </a:lnTo>
                <a:lnTo>
                  <a:pt x="1074649" y="91440"/>
                </a:lnTo>
                <a:lnTo>
                  <a:pt x="1093499" y="91440"/>
                </a:lnTo>
                <a:lnTo>
                  <a:pt x="1112358" y="91440"/>
                </a:lnTo>
                <a:lnTo>
                  <a:pt x="1131208" y="91440"/>
                </a:lnTo>
                <a:lnTo>
                  <a:pt x="1150058" y="91440"/>
                </a:lnTo>
                <a:lnTo>
                  <a:pt x="1168918" y="91440"/>
                </a:lnTo>
                <a:lnTo>
                  <a:pt x="1187768" y="91440"/>
                </a:lnTo>
                <a:lnTo>
                  <a:pt x="1206627" y="91440"/>
                </a:lnTo>
                <a:lnTo>
                  <a:pt x="1225477" y="91440"/>
                </a:lnTo>
                <a:lnTo>
                  <a:pt x="1244327" y="91440"/>
                </a:lnTo>
                <a:lnTo>
                  <a:pt x="1263186" y="91440"/>
                </a:lnTo>
                <a:lnTo>
                  <a:pt x="1282036" y="91440"/>
                </a:lnTo>
                <a:lnTo>
                  <a:pt x="1300886" y="91440"/>
                </a:lnTo>
                <a:lnTo>
                  <a:pt x="1319746" y="91440"/>
                </a:lnTo>
                <a:lnTo>
                  <a:pt x="1338596" y="91440"/>
                </a:lnTo>
                <a:lnTo>
                  <a:pt x="1357455" y="91440"/>
                </a:lnTo>
                <a:lnTo>
                  <a:pt x="1374772" y="85020"/>
                </a:lnTo>
                <a:lnTo>
                  <a:pt x="1391603" y="76524"/>
                </a:lnTo>
                <a:lnTo>
                  <a:pt x="1408433" y="68018"/>
                </a:lnTo>
                <a:lnTo>
                  <a:pt x="1425254" y="59512"/>
                </a:lnTo>
                <a:lnTo>
                  <a:pt x="1442085" y="51016"/>
                </a:lnTo>
                <a:lnTo>
                  <a:pt x="1458916" y="42510"/>
                </a:lnTo>
                <a:lnTo>
                  <a:pt x="1475737" y="34014"/>
                </a:lnTo>
                <a:lnTo>
                  <a:pt x="1492568" y="25508"/>
                </a:lnTo>
                <a:lnTo>
                  <a:pt x="1509398" y="17002"/>
                </a:lnTo>
                <a:lnTo>
                  <a:pt x="1526219" y="8506"/>
                </a:lnTo>
                <a:lnTo>
                  <a:pt x="154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DEB96618-7F92-4D45-BDF1-8E65733C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363" y="308895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6D3E83A7-E91E-444E-BACC-024513FD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978" y="2778633"/>
            <a:ext cx="85725" cy="148199"/>
          </a:xfrm>
          <a:custGeom xmlns:a="http://schemas.openxmlformats.org/drawingml/2006/main">
            <a:pathLst>
              <a:path w="85725" h="148199">
                <a:moveTo>
                  <a:pt x="0" y="69342"/>
                </a:moveTo>
                <a:lnTo>
                  <a:pt x="0" y="81372"/>
                </a:lnTo>
                <a:lnTo>
                  <a:pt x="0" y="93412"/>
                </a:lnTo>
                <a:lnTo>
                  <a:pt x="0" y="105442"/>
                </a:lnTo>
                <a:lnTo>
                  <a:pt x="0" y="117472"/>
                </a:lnTo>
                <a:lnTo>
                  <a:pt x="0" y="129511"/>
                </a:lnTo>
                <a:lnTo>
                  <a:pt x="0" y="141542"/>
                </a:lnTo>
                <a:lnTo>
                  <a:pt x="2515" y="148199"/>
                </a:lnTo>
                <a:lnTo>
                  <a:pt x="11763" y="140494"/>
                </a:lnTo>
                <a:lnTo>
                  <a:pt x="21012" y="132798"/>
                </a:lnTo>
                <a:lnTo>
                  <a:pt x="30251" y="125092"/>
                </a:lnTo>
                <a:lnTo>
                  <a:pt x="39500" y="117386"/>
                </a:lnTo>
                <a:lnTo>
                  <a:pt x="48749" y="109680"/>
                </a:lnTo>
                <a:lnTo>
                  <a:pt x="57988" y="101975"/>
                </a:lnTo>
                <a:lnTo>
                  <a:pt x="67237" y="94269"/>
                </a:lnTo>
                <a:lnTo>
                  <a:pt x="76476" y="86563"/>
                </a:lnTo>
                <a:lnTo>
                  <a:pt x="85725" y="78867"/>
                </a:lnTo>
                <a:lnTo>
                  <a:pt x="85725" y="66827"/>
                </a:lnTo>
                <a:lnTo>
                  <a:pt x="85725" y="54797"/>
                </a:lnTo>
                <a:lnTo>
                  <a:pt x="85725" y="42758"/>
                </a:lnTo>
                <a:lnTo>
                  <a:pt x="85725" y="30728"/>
                </a:lnTo>
                <a:lnTo>
                  <a:pt x="85725" y="18688"/>
                </a:lnTo>
                <a:lnTo>
                  <a:pt x="85725" y="6658"/>
                </a:lnTo>
                <a:lnTo>
                  <a:pt x="83210" y="0"/>
                </a:lnTo>
                <a:lnTo>
                  <a:pt x="73962" y="7706"/>
                </a:lnTo>
                <a:lnTo>
                  <a:pt x="64713" y="15411"/>
                </a:lnTo>
                <a:lnTo>
                  <a:pt x="55474" y="23117"/>
                </a:lnTo>
                <a:lnTo>
                  <a:pt x="46225" y="30813"/>
                </a:lnTo>
                <a:lnTo>
                  <a:pt x="36976" y="38519"/>
                </a:lnTo>
                <a:lnTo>
                  <a:pt x="27737" y="46225"/>
                </a:lnTo>
                <a:lnTo>
                  <a:pt x="18488" y="53931"/>
                </a:lnTo>
                <a:lnTo>
                  <a:pt x="9249" y="61636"/>
                </a:lnTo>
                <a:lnTo>
                  <a:pt x="0" y="6934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3A5BBEC-5FC8-4F9A-9EBD-D8CE97F2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5745" y="2776538"/>
            <a:ext cx="1561500" cy="71438"/>
          </a:xfrm>
          <a:custGeom xmlns:a="http://schemas.openxmlformats.org/drawingml/2006/main">
            <a:pathLst>
              <a:path w="1561500" h="71438">
                <a:moveTo>
                  <a:pt x="0" y="71438"/>
                </a:moveTo>
                <a:lnTo>
                  <a:pt x="18983" y="71438"/>
                </a:lnTo>
                <a:lnTo>
                  <a:pt x="37957" y="71438"/>
                </a:lnTo>
                <a:lnTo>
                  <a:pt x="56940" y="71438"/>
                </a:lnTo>
                <a:lnTo>
                  <a:pt x="75914" y="71438"/>
                </a:lnTo>
                <a:lnTo>
                  <a:pt x="94898" y="71438"/>
                </a:lnTo>
                <a:lnTo>
                  <a:pt x="113881" y="71438"/>
                </a:lnTo>
                <a:lnTo>
                  <a:pt x="132855" y="71438"/>
                </a:lnTo>
                <a:lnTo>
                  <a:pt x="151838" y="71438"/>
                </a:lnTo>
                <a:lnTo>
                  <a:pt x="170812" y="71438"/>
                </a:lnTo>
                <a:lnTo>
                  <a:pt x="189795" y="71438"/>
                </a:lnTo>
                <a:lnTo>
                  <a:pt x="208778" y="71438"/>
                </a:lnTo>
                <a:lnTo>
                  <a:pt x="227752" y="71438"/>
                </a:lnTo>
                <a:lnTo>
                  <a:pt x="246736" y="71438"/>
                </a:lnTo>
                <a:lnTo>
                  <a:pt x="265709" y="71438"/>
                </a:lnTo>
                <a:lnTo>
                  <a:pt x="284693" y="71438"/>
                </a:lnTo>
                <a:lnTo>
                  <a:pt x="303676" y="71438"/>
                </a:lnTo>
                <a:lnTo>
                  <a:pt x="322650" y="71438"/>
                </a:lnTo>
                <a:lnTo>
                  <a:pt x="341633" y="71438"/>
                </a:lnTo>
                <a:lnTo>
                  <a:pt x="360607" y="71438"/>
                </a:lnTo>
                <a:lnTo>
                  <a:pt x="379590" y="71438"/>
                </a:lnTo>
                <a:lnTo>
                  <a:pt x="398564" y="71438"/>
                </a:lnTo>
                <a:lnTo>
                  <a:pt x="417547" y="71438"/>
                </a:lnTo>
                <a:lnTo>
                  <a:pt x="436531" y="71438"/>
                </a:lnTo>
                <a:lnTo>
                  <a:pt x="455505" y="71438"/>
                </a:lnTo>
                <a:lnTo>
                  <a:pt x="474488" y="71438"/>
                </a:lnTo>
                <a:lnTo>
                  <a:pt x="493462" y="71438"/>
                </a:lnTo>
                <a:lnTo>
                  <a:pt x="512445" y="71438"/>
                </a:lnTo>
                <a:lnTo>
                  <a:pt x="531428" y="71438"/>
                </a:lnTo>
                <a:lnTo>
                  <a:pt x="550402" y="71438"/>
                </a:lnTo>
                <a:lnTo>
                  <a:pt x="569385" y="71438"/>
                </a:lnTo>
                <a:lnTo>
                  <a:pt x="588359" y="71438"/>
                </a:lnTo>
                <a:lnTo>
                  <a:pt x="607343" y="71438"/>
                </a:lnTo>
                <a:lnTo>
                  <a:pt x="626326" y="71438"/>
                </a:lnTo>
                <a:lnTo>
                  <a:pt x="645300" y="71438"/>
                </a:lnTo>
                <a:lnTo>
                  <a:pt x="664283" y="71438"/>
                </a:lnTo>
                <a:lnTo>
                  <a:pt x="683257" y="71438"/>
                </a:lnTo>
                <a:lnTo>
                  <a:pt x="702240" y="71438"/>
                </a:lnTo>
                <a:lnTo>
                  <a:pt x="721223" y="71438"/>
                </a:lnTo>
                <a:lnTo>
                  <a:pt x="740197" y="71438"/>
                </a:lnTo>
                <a:lnTo>
                  <a:pt x="759181" y="71438"/>
                </a:lnTo>
                <a:lnTo>
                  <a:pt x="778154" y="71438"/>
                </a:lnTo>
                <a:lnTo>
                  <a:pt x="797138" y="71438"/>
                </a:lnTo>
                <a:lnTo>
                  <a:pt x="816121" y="71438"/>
                </a:lnTo>
                <a:lnTo>
                  <a:pt x="835095" y="71438"/>
                </a:lnTo>
                <a:lnTo>
                  <a:pt x="854078" y="71438"/>
                </a:lnTo>
                <a:lnTo>
                  <a:pt x="873052" y="71438"/>
                </a:lnTo>
                <a:lnTo>
                  <a:pt x="892035" y="71438"/>
                </a:lnTo>
                <a:lnTo>
                  <a:pt x="911019" y="71438"/>
                </a:lnTo>
                <a:lnTo>
                  <a:pt x="929992" y="71438"/>
                </a:lnTo>
                <a:lnTo>
                  <a:pt x="948976" y="71438"/>
                </a:lnTo>
                <a:lnTo>
                  <a:pt x="967950" y="71438"/>
                </a:lnTo>
                <a:lnTo>
                  <a:pt x="986933" y="71438"/>
                </a:lnTo>
                <a:lnTo>
                  <a:pt x="1005916" y="71438"/>
                </a:lnTo>
                <a:lnTo>
                  <a:pt x="1024890" y="71438"/>
                </a:lnTo>
                <a:lnTo>
                  <a:pt x="1043873" y="71438"/>
                </a:lnTo>
                <a:lnTo>
                  <a:pt x="1062847" y="71438"/>
                </a:lnTo>
                <a:lnTo>
                  <a:pt x="1081830" y="71438"/>
                </a:lnTo>
                <a:lnTo>
                  <a:pt x="1100804" y="71438"/>
                </a:lnTo>
                <a:lnTo>
                  <a:pt x="1119788" y="71438"/>
                </a:lnTo>
                <a:lnTo>
                  <a:pt x="1138771" y="71438"/>
                </a:lnTo>
                <a:lnTo>
                  <a:pt x="1157745" y="71438"/>
                </a:lnTo>
                <a:lnTo>
                  <a:pt x="1176728" y="71438"/>
                </a:lnTo>
                <a:lnTo>
                  <a:pt x="1195702" y="71438"/>
                </a:lnTo>
                <a:lnTo>
                  <a:pt x="1214685" y="71438"/>
                </a:lnTo>
                <a:lnTo>
                  <a:pt x="1233668" y="71438"/>
                </a:lnTo>
                <a:lnTo>
                  <a:pt x="1252642" y="71438"/>
                </a:lnTo>
                <a:lnTo>
                  <a:pt x="1271626" y="71438"/>
                </a:lnTo>
                <a:lnTo>
                  <a:pt x="1290599" y="71438"/>
                </a:lnTo>
                <a:lnTo>
                  <a:pt x="1309583" y="71438"/>
                </a:lnTo>
                <a:lnTo>
                  <a:pt x="1328566" y="71438"/>
                </a:lnTo>
                <a:lnTo>
                  <a:pt x="1347540" y="71438"/>
                </a:lnTo>
                <a:lnTo>
                  <a:pt x="1366523" y="71438"/>
                </a:lnTo>
                <a:lnTo>
                  <a:pt x="1385497" y="71438"/>
                </a:lnTo>
                <a:lnTo>
                  <a:pt x="1404480" y="71438"/>
                </a:lnTo>
                <a:lnTo>
                  <a:pt x="1423464" y="71438"/>
                </a:lnTo>
                <a:lnTo>
                  <a:pt x="1442437" y="71438"/>
                </a:lnTo>
                <a:lnTo>
                  <a:pt x="1461421" y="71438"/>
                </a:lnTo>
                <a:lnTo>
                  <a:pt x="1480128" y="70695"/>
                </a:lnTo>
                <a:lnTo>
                  <a:pt x="1494711" y="58541"/>
                </a:lnTo>
                <a:lnTo>
                  <a:pt x="1509293" y="46387"/>
                </a:lnTo>
                <a:lnTo>
                  <a:pt x="1523867" y="34242"/>
                </a:lnTo>
                <a:lnTo>
                  <a:pt x="1538449" y="22088"/>
                </a:lnTo>
                <a:lnTo>
                  <a:pt x="1553032" y="9944"/>
                </a:lnTo>
                <a:lnTo>
                  <a:pt x="1561500" y="0"/>
                </a:lnTo>
                <a:lnTo>
                  <a:pt x="1542526" y="0"/>
                </a:lnTo>
                <a:lnTo>
                  <a:pt x="1523543" y="0"/>
                </a:lnTo>
                <a:lnTo>
                  <a:pt x="1504569" y="0"/>
                </a:lnTo>
                <a:lnTo>
                  <a:pt x="1485586" y="0"/>
                </a:lnTo>
                <a:lnTo>
                  <a:pt x="1466602" y="0"/>
                </a:lnTo>
                <a:lnTo>
                  <a:pt x="1447629" y="0"/>
                </a:lnTo>
                <a:lnTo>
                  <a:pt x="1428645" y="0"/>
                </a:lnTo>
                <a:lnTo>
                  <a:pt x="1409671" y="0"/>
                </a:lnTo>
                <a:lnTo>
                  <a:pt x="1390688" y="0"/>
                </a:lnTo>
                <a:lnTo>
                  <a:pt x="1371705" y="0"/>
                </a:lnTo>
                <a:lnTo>
                  <a:pt x="1352731" y="0"/>
                </a:lnTo>
                <a:lnTo>
                  <a:pt x="1333748" y="0"/>
                </a:lnTo>
                <a:lnTo>
                  <a:pt x="1314774" y="0"/>
                </a:lnTo>
                <a:lnTo>
                  <a:pt x="1295791" y="0"/>
                </a:lnTo>
                <a:lnTo>
                  <a:pt x="1276807" y="0"/>
                </a:lnTo>
                <a:lnTo>
                  <a:pt x="1257833" y="0"/>
                </a:lnTo>
                <a:lnTo>
                  <a:pt x="1238850" y="0"/>
                </a:lnTo>
                <a:lnTo>
                  <a:pt x="1219876" y="0"/>
                </a:lnTo>
                <a:lnTo>
                  <a:pt x="1200893" y="0"/>
                </a:lnTo>
                <a:lnTo>
                  <a:pt x="1181919" y="0"/>
                </a:lnTo>
                <a:lnTo>
                  <a:pt x="1162936" y="0"/>
                </a:lnTo>
                <a:lnTo>
                  <a:pt x="1143953" y="0"/>
                </a:lnTo>
                <a:lnTo>
                  <a:pt x="1124979" y="0"/>
                </a:lnTo>
                <a:lnTo>
                  <a:pt x="1105995" y="0"/>
                </a:lnTo>
                <a:lnTo>
                  <a:pt x="1087022" y="0"/>
                </a:lnTo>
                <a:lnTo>
                  <a:pt x="1068038" y="0"/>
                </a:lnTo>
                <a:lnTo>
                  <a:pt x="1049055" y="0"/>
                </a:lnTo>
                <a:lnTo>
                  <a:pt x="1030081" y="0"/>
                </a:lnTo>
                <a:lnTo>
                  <a:pt x="1011098" y="0"/>
                </a:lnTo>
                <a:lnTo>
                  <a:pt x="992124" y="0"/>
                </a:lnTo>
                <a:lnTo>
                  <a:pt x="973141" y="0"/>
                </a:lnTo>
                <a:lnTo>
                  <a:pt x="954157" y="0"/>
                </a:lnTo>
                <a:lnTo>
                  <a:pt x="935184" y="0"/>
                </a:lnTo>
                <a:lnTo>
                  <a:pt x="916200" y="0"/>
                </a:lnTo>
                <a:lnTo>
                  <a:pt x="897226" y="0"/>
                </a:lnTo>
                <a:lnTo>
                  <a:pt x="878243" y="0"/>
                </a:lnTo>
                <a:lnTo>
                  <a:pt x="859260" y="0"/>
                </a:lnTo>
                <a:lnTo>
                  <a:pt x="840286" y="0"/>
                </a:lnTo>
                <a:lnTo>
                  <a:pt x="821303" y="0"/>
                </a:lnTo>
                <a:lnTo>
                  <a:pt x="802329" y="0"/>
                </a:lnTo>
                <a:lnTo>
                  <a:pt x="783346" y="0"/>
                </a:lnTo>
                <a:lnTo>
                  <a:pt x="764362" y="0"/>
                </a:lnTo>
                <a:lnTo>
                  <a:pt x="745388" y="0"/>
                </a:lnTo>
                <a:lnTo>
                  <a:pt x="726405" y="0"/>
                </a:lnTo>
                <a:lnTo>
                  <a:pt x="707431" y="0"/>
                </a:lnTo>
                <a:lnTo>
                  <a:pt x="688448" y="0"/>
                </a:lnTo>
                <a:lnTo>
                  <a:pt x="669465" y="0"/>
                </a:lnTo>
                <a:lnTo>
                  <a:pt x="650491" y="0"/>
                </a:lnTo>
                <a:lnTo>
                  <a:pt x="631508" y="0"/>
                </a:lnTo>
                <a:lnTo>
                  <a:pt x="612534" y="0"/>
                </a:lnTo>
                <a:lnTo>
                  <a:pt x="593550" y="0"/>
                </a:lnTo>
                <a:lnTo>
                  <a:pt x="574577" y="0"/>
                </a:lnTo>
                <a:lnTo>
                  <a:pt x="555593" y="0"/>
                </a:lnTo>
                <a:lnTo>
                  <a:pt x="536610" y="0"/>
                </a:lnTo>
                <a:lnTo>
                  <a:pt x="517636" y="0"/>
                </a:lnTo>
                <a:lnTo>
                  <a:pt x="498653" y="0"/>
                </a:lnTo>
                <a:lnTo>
                  <a:pt x="479679" y="0"/>
                </a:lnTo>
                <a:lnTo>
                  <a:pt x="460696" y="0"/>
                </a:lnTo>
                <a:lnTo>
                  <a:pt x="441712" y="0"/>
                </a:lnTo>
                <a:lnTo>
                  <a:pt x="422739" y="0"/>
                </a:lnTo>
                <a:lnTo>
                  <a:pt x="403755" y="0"/>
                </a:lnTo>
                <a:lnTo>
                  <a:pt x="384781" y="0"/>
                </a:lnTo>
                <a:lnTo>
                  <a:pt x="365798" y="0"/>
                </a:lnTo>
                <a:lnTo>
                  <a:pt x="346815" y="0"/>
                </a:lnTo>
                <a:lnTo>
                  <a:pt x="327841" y="0"/>
                </a:lnTo>
                <a:lnTo>
                  <a:pt x="308858" y="0"/>
                </a:lnTo>
                <a:lnTo>
                  <a:pt x="289884" y="0"/>
                </a:lnTo>
                <a:lnTo>
                  <a:pt x="270901" y="0"/>
                </a:lnTo>
                <a:lnTo>
                  <a:pt x="251917" y="0"/>
                </a:lnTo>
                <a:lnTo>
                  <a:pt x="232943" y="0"/>
                </a:lnTo>
                <a:lnTo>
                  <a:pt x="213960" y="0"/>
                </a:lnTo>
                <a:lnTo>
                  <a:pt x="194986" y="0"/>
                </a:lnTo>
                <a:lnTo>
                  <a:pt x="176155" y="791"/>
                </a:lnTo>
                <a:lnTo>
                  <a:pt x="158544" y="7849"/>
                </a:lnTo>
                <a:lnTo>
                  <a:pt x="140922" y="14916"/>
                </a:lnTo>
                <a:lnTo>
                  <a:pt x="123311" y="21984"/>
                </a:lnTo>
                <a:lnTo>
                  <a:pt x="105689" y="29051"/>
                </a:lnTo>
                <a:lnTo>
                  <a:pt x="88078" y="36109"/>
                </a:lnTo>
                <a:lnTo>
                  <a:pt x="70466" y="43177"/>
                </a:lnTo>
                <a:lnTo>
                  <a:pt x="52845" y="50244"/>
                </a:lnTo>
                <a:lnTo>
                  <a:pt x="35233" y="57312"/>
                </a:lnTo>
                <a:lnTo>
                  <a:pt x="17612" y="64370"/>
                </a:lnTo>
                <a:lnTo>
                  <a:pt x="0" y="7143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C5AE37C-AA64-4C23-BE70-4075D7DB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776538"/>
            <a:ext cx="1451610" cy="71438"/>
          </a:xfrm>
          <a:custGeom xmlns:a="http://schemas.openxmlformats.org/drawingml/2006/main">
            <a:pathLst>
              <a:path w="1451610" h="71438">
                <a:moveTo>
                  <a:pt x="0" y="71438"/>
                </a:moveTo>
                <a:lnTo>
                  <a:pt x="18936" y="71438"/>
                </a:lnTo>
                <a:lnTo>
                  <a:pt x="37862" y="71438"/>
                </a:lnTo>
                <a:lnTo>
                  <a:pt x="56798" y="71438"/>
                </a:lnTo>
                <a:lnTo>
                  <a:pt x="75724" y="71438"/>
                </a:lnTo>
                <a:lnTo>
                  <a:pt x="94659" y="71438"/>
                </a:lnTo>
                <a:lnTo>
                  <a:pt x="113586" y="71438"/>
                </a:lnTo>
                <a:lnTo>
                  <a:pt x="132521" y="71438"/>
                </a:lnTo>
                <a:lnTo>
                  <a:pt x="151448" y="71438"/>
                </a:lnTo>
                <a:lnTo>
                  <a:pt x="170383" y="71438"/>
                </a:lnTo>
                <a:lnTo>
                  <a:pt x="189309" y="71438"/>
                </a:lnTo>
                <a:lnTo>
                  <a:pt x="208245" y="71438"/>
                </a:lnTo>
                <a:lnTo>
                  <a:pt x="227171" y="71438"/>
                </a:lnTo>
                <a:lnTo>
                  <a:pt x="246107" y="71438"/>
                </a:lnTo>
                <a:lnTo>
                  <a:pt x="265033" y="71438"/>
                </a:lnTo>
                <a:lnTo>
                  <a:pt x="283969" y="71438"/>
                </a:lnTo>
                <a:lnTo>
                  <a:pt x="302895" y="71438"/>
                </a:lnTo>
                <a:lnTo>
                  <a:pt x="321831" y="71438"/>
                </a:lnTo>
                <a:lnTo>
                  <a:pt x="340757" y="71438"/>
                </a:lnTo>
                <a:lnTo>
                  <a:pt x="359693" y="71438"/>
                </a:lnTo>
                <a:lnTo>
                  <a:pt x="378619" y="71438"/>
                </a:lnTo>
                <a:lnTo>
                  <a:pt x="397554" y="71438"/>
                </a:lnTo>
                <a:lnTo>
                  <a:pt x="416481" y="71438"/>
                </a:lnTo>
                <a:lnTo>
                  <a:pt x="435416" y="71438"/>
                </a:lnTo>
                <a:lnTo>
                  <a:pt x="454343" y="71438"/>
                </a:lnTo>
                <a:lnTo>
                  <a:pt x="473278" y="71438"/>
                </a:lnTo>
                <a:lnTo>
                  <a:pt x="492204" y="71438"/>
                </a:lnTo>
                <a:lnTo>
                  <a:pt x="511140" y="71438"/>
                </a:lnTo>
                <a:lnTo>
                  <a:pt x="530066" y="71438"/>
                </a:lnTo>
                <a:lnTo>
                  <a:pt x="549002" y="71438"/>
                </a:lnTo>
                <a:lnTo>
                  <a:pt x="567928" y="71438"/>
                </a:lnTo>
                <a:lnTo>
                  <a:pt x="586864" y="71438"/>
                </a:lnTo>
                <a:lnTo>
                  <a:pt x="605790" y="71438"/>
                </a:lnTo>
                <a:lnTo>
                  <a:pt x="624726" y="71438"/>
                </a:lnTo>
                <a:lnTo>
                  <a:pt x="643652" y="71438"/>
                </a:lnTo>
                <a:lnTo>
                  <a:pt x="662588" y="71438"/>
                </a:lnTo>
                <a:lnTo>
                  <a:pt x="681514" y="71438"/>
                </a:lnTo>
                <a:lnTo>
                  <a:pt x="700449" y="71438"/>
                </a:lnTo>
                <a:lnTo>
                  <a:pt x="719376" y="71438"/>
                </a:lnTo>
                <a:lnTo>
                  <a:pt x="738311" y="71438"/>
                </a:lnTo>
                <a:lnTo>
                  <a:pt x="757238" y="71438"/>
                </a:lnTo>
                <a:lnTo>
                  <a:pt x="776173" y="71438"/>
                </a:lnTo>
                <a:lnTo>
                  <a:pt x="795099" y="71438"/>
                </a:lnTo>
                <a:lnTo>
                  <a:pt x="814035" y="71438"/>
                </a:lnTo>
                <a:lnTo>
                  <a:pt x="832961" y="71438"/>
                </a:lnTo>
                <a:lnTo>
                  <a:pt x="851897" y="71438"/>
                </a:lnTo>
                <a:lnTo>
                  <a:pt x="870823" y="71438"/>
                </a:lnTo>
                <a:lnTo>
                  <a:pt x="889759" y="71438"/>
                </a:lnTo>
                <a:lnTo>
                  <a:pt x="908685" y="71438"/>
                </a:lnTo>
                <a:lnTo>
                  <a:pt x="927621" y="71438"/>
                </a:lnTo>
                <a:lnTo>
                  <a:pt x="946547" y="71438"/>
                </a:lnTo>
                <a:lnTo>
                  <a:pt x="965483" y="71438"/>
                </a:lnTo>
                <a:lnTo>
                  <a:pt x="984409" y="71438"/>
                </a:lnTo>
                <a:lnTo>
                  <a:pt x="1003344" y="71438"/>
                </a:lnTo>
                <a:lnTo>
                  <a:pt x="1022271" y="71438"/>
                </a:lnTo>
                <a:lnTo>
                  <a:pt x="1041206" y="71438"/>
                </a:lnTo>
                <a:lnTo>
                  <a:pt x="1060133" y="71438"/>
                </a:lnTo>
                <a:lnTo>
                  <a:pt x="1079068" y="71438"/>
                </a:lnTo>
                <a:lnTo>
                  <a:pt x="1097994" y="71438"/>
                </a:lnTo>
                <a:lnTo>
                  <a:pt x="1116930" y="71438"/>
                </a:lnTo>
                <a:lnTo>
                  <a:pt x="1135856" y="71438"/>
                </a:lnTo>
                <a:lnTo>
                  <a:pt x="1154792" y="71438"/>
                </a:lnTo>
                <a:lnTo>
                  <a:pt x="1173718" y="71438"/>
                </a:lnTo>
                <a:lnTo>
                  <a:pt x="1192654" y="71438"/>
                </a:lnTo>
                <a:lnTo>
                  <a:pt x="1211580" y="71438"/>
                </a:lnTo>
                <a:lnTo>
                  <a:pt x="1230516" y="71438"/>
                </a:lnTo>
                <a:lnTo>
                  <a:pt x="1249442" y="71438"/>
                </a:lnTo>
                <a:lnTo>
                  <a:pt x="1268378" y="71438"/>
                </a:lnTo>
                <a:lnTo>
                  <a:pt x="1287304" y="71438"/>
                </a:lnTo>
                <a:lnTo>
                  <a:pt x="1306239" y="71438"/>
                </a:lnTo>
                <a:lnTo>
                  <a:pt x="1325166" y="71438"/>
                </a:lnTo>
                <a:lnTo>
                  <a:pt x="1344101" y="71438"/>
                </a:lnTo>
                <a:lnTo>
                  <a:pt x="1362818" y="70837"/>
                </a:lnTo>
                <a:lnTo>
                  <a:pt x="1377620" y="59036"/>
                </a:lnTo>
                <a:lnTo>
                  <a:pt x="1392422" y="47225"/>
                </a:lnTo>
                <a:lnTo>
                  <a:pt x="1407214" y="35423"/>
                </a:lnTo>
                <a:lnTo>
                  <a:pt x="1422016" y="23612"/>
                </a:lnTo>
                <a:lnTo>
                  <a:pt x="1436808" y="11811"/>
                </a:lnTo>
                <a:lnTo>
                  <a:pt x="14516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01FFDA7E-BB50-4A0B-88DD-B253190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155" y="2776538"/>
            <a:ext cx="12782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intake-text-heading">
            <a:extLst xmlns:a="http://schemas.openxmlformats.org/drawingml/2006/main">
              <a:ext uri="{FF2B5EF4-FFF2-40B4-BE49-F238E27FC236}">
                <a16:creationId xmlns:a16="http://schemas.microsoft.com/office/drawing/2014/main" id="{6741AF84-38D0-4ECE-B092-DBAE6E8E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701" y="300022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登记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534F45E1-5E52-497E-9AA5-4E2F3F1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4601" y="329639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pilot-text-heading">
            <a:extLst xmlns:a="http://schemas.openxmlformats.org/drawingml/2006/main">
              <a:ext uri="{FF2B5EF4-FFF2-40B4-BE49-F238E27FC236}">
                <a16:creationId xmlns:a16="http://schemas.microsoft.com/office/drawing/2014/main" id="{77E433F3-4466-4A4D-B226-5120704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918" y="267816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限量运行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9A7F1AA-0440-4FCE-A098-671D067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970" y="297433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4" name="scale-text-heading">
            <a:extLst xmlns:a="http://schemas.openxmlformats.org/drawingml/2006/main">
              <a:ext uri="{FF2B5EF4-FFF2-40B4-BE49-F238E27FC236}">
                <a16:creationId xmlns:a16="http://schemas.microsoft.com/office/drawing/2014/main" id="{596039E7-2C9A-430F-B658-E4DB9176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8288" y="235609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有限扩围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FA368A92-8D52-4864-A755-5E404FC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1330" y="265226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PPAGENT_QA|parent=semantic-composition-pilot|within=p2-conditions|role=heading">
            <a:extLst xmlns:a="http://schemas.openxmlformats.org/drawingml/2006/main">
              <a:ext uri="{FF2B5EF4-FFF2-40B4-BE49-F238E27FC236}">
                <a16:creationId xmlns:a16="http://schemas.microsoft.com/office/drawing/2014/main" id="{F87A4F89-B734-45C2-A2DE-4A7CD8E3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679846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阶段证据与进入条件</a:t>
            </a:r>
          </a:p>
        </p:txBody>
      </p:sp>
      <p:sp>
        <p:nvSpPr>
          <p:cNvPr id="37" name="PPAGENT_QA|parent=semantic-composition-pilot|within=p2-conditions|role=bullet-0">
            <a:extLst xmlns:a="http://schemas.openxmlformats.org/drawingml/2006/main">
              <a:ext uri="{FF2B5EF4-FFF2-40B4-BE49-F238E27FC236}">
                <a16:creationId xmlns:a16="http://schemas.microsoft.com/office/drawing/2014/main" id="{9D26E677-47FA-47A4-92A1-66926F53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8" name="PPAGENT_QA|parent=semantic-composition-pilot|within=p2-conditions|role=condition-0">
            <a:extLst xmlns:a="http://schemas.openxmlformats.org/drawingml/2006/main">
              <a:ext uri="{FF2B5EF4-FFF2-40B4-BE49-F238E27FC236}">
                <a16:creationId xmlns:a16="http://schemas.microsoft.com/office/drawing/2014/main" id="{5105ECC7-CD54-48D4-9D03-225687EA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阶段一（第 1—2 天）：登记与资格核对，六项信息齐全，确认责任与低风险范围。</a:t>
            </a:r>
          </a:p>
        </p:txBody>
      </p:sp>
      <p:sp>
        <p:nvSpPr>
          <p:cNvPr id="39" name="PPAGENT_QA|parent=semantic-composition-pilot|within=p2-conditions|role=bullet-1">
            <a:extLst xmlns:a="http://schemas.openxmlformats.org/drawingml/2006/main">
              <a:ext uri="{FF2B5EF4-FFF2-40B4-BE49-F238E27FC236}">
                <a16:creationId xmlns:a16="http://schemas.microsoft.com/office/drawing/2014/main" id="{1E981D78-42F6-466C-9045-059EF23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0" name="PPAGENT_QA|parent=semantic-composition-pilot|within=p2-conditions|role=condition-1">
            <a:extLst xmlns:a="http://schemas.openxmlformats.org/drawingml/2006/main">
              <a:ext uri="{FF2B5EF4-FFF2-40B4-BE49-F238E27FC236}">
                <a16:creationId xmlns:a16="http://schemas.microsoft.com/office/drawing/2014/main" id="{B1E623AA-804A-40DB-866F-7053DFC2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阶段二（第 1—2 周）：限量运行与异常记录，最多 5 个项目，记录参数、输出位置和异常处理人。</a:t>
            </a:r>
          </a:p>
        </p:txBody>
      </p:sp>
      <p:sp>
        <p:nvSpPr>
          <p:cNvPr id="41" name="PPAGENT_QA|parent=semantic-composition-pilot|within=p2-conditions|role=bullet-2">
            <a:extLst xmlns:a="http://schemas.openxmlformats.org/drawingml/2006/main">
              <a:ext uri="{FF2B5EF4-FFF2-40B4-BE49-F238E27FC236}">
                <a16:creationId xmlns:a16="http://schemas.microsoft.com/office/drawing/2014/main" id="{74BC345C-92E8-4F35-8369-3869DC5C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2" name="PPAGENT_QA|parent=semantic-composition-pilot|within=p2-conditions|role=condition-2">
            <a:extLst xmlns:a="http://schemas.openxmlformats.org/drawingml/2006/main">
              <a:ext uri="{FF2B5EF4-FFF2-40B4-BE49-F238E27FC236}">
                <a16:creationId xmlns:a16="http://schemas.microsoft.com/office/drawing/2014/main" id="{C4710607-21A2-48D0-B2AD-4171346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阶段三（第 3 周评审）：复核两周记录、异常闭环和管理员工作量，决定是否有限扩围。</a:t>
            </a:r>
          </a:p>
        </p:txBody>
      </p:sp>
      <p:sp>
        <p:nvSpPr>
          <p:cNvPr id="43" name="PPAGENT_QA|parent=semantic-composition-pilot|within=p2-conditions|role=bullet-3">
            <a:extLst xmlns:a="http://schemas.openxmlformats.org/drawingml/2006/main">
              <a:ext uri="{FF2B5EF4-FFF2-40B4-BE49-F238E27FC236}">
                <a16:creationId xmlns:a16="http://schemas.microsoft.com/office/drawing/2014/main" id="{D745D06B-2BF3-4BA8-8109-BC5E0157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4" name="PPAGENT_QA|parent=semantic-composition-pilot|within=p2-conditions|role=condition-3">
            <a:extLst xmlns:a="http://schemas.openxmlformats.org/drawingml/2006/main">
              <a:ext uri="{FF2B5EF4-FFF2-40B4-BE49-F238E27FC236}">
                <a16:creationId xmlns:a16="http://schemas.microsoft.com/office/drawing/2014/main" id="{8CFA98BE-5514-4BF8-BBC5-FBD9376E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6607969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交付物：登记记录、运行记录和评审结论，缺项时不进入下一阶段。</a:t>
            </a:r>
          </a:p>
        </p:txBody>
      </p:sp>
      <p:sp>
        <p:nvSpPr>
          <p:cNvPr id="45" name="PPAGENT_QA|parent=semantic-composition-pilot|within=p2-gates|role=surface">
            <a:extLst xmlns:a="http://schemas.openxmlformats.org/drawingml/2006/main">
              <a:ext uri="{FF2B5EF4-FFF2-40B4-BE49-F238E27FC236}">
                <a16:creationId xmlns:a16="http://schemas.microsoft.com/office/drawing/2014/main" id="{8F256BFA-7FBB-4647-B70E-B3A18675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981" y="1581150"/>
            <a:ext cx="4960144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6" name="PPAGENT_QA|parent=semantic-composition-pilot|within=p2-gates|role=heading">
            <a:extLst xmlns:a="http://schemas.openxmlformats.org/drawingml/2006/main">
              <a:ext uri="{FF2B5EF4-FFF2-40B4-BE49-F238E27FC236}">
                <a16:creationId xmlns:a16="http://schemas.microsoft.com/office/drawing/2014/main" id="{6E91F873-CE94-4867-9A33-BFF3400E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1714500"/>
            <a:ext cx="465534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三个关口｜目标门槛，不是已取得结果</a:t>
            </a:r>
          </a:p>
        </p:txBody>
      </p:sp>
      <p:sp>
        <p:nvSpPr>
          <p:cNvPr id="47" name="PPAGENT_QA|parent=semantic-composition-pilot|within=p2-gates|role=no-0">
            <a:extLst xmlns:a="http://schemas.openxmlformats.org/drawingml/2006/main">
              <a:ext uri="{FF2B5EF4-FFF2-40B4-BE49-F238E27FC236}">
                <a16:creationId xmlns:a16="http://schemas.microsoft.com/office/drawing/2014/main" id="{E09CA24E-BFE8-49D9-A038-B18E3462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2038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8" name="PPAGENT_QA|parent=semantic-composition-pilot|within=p2-gates|role=name-0">
            <a:extLst xmlns:a="http://schemas.openxmlformats.org/drawingml/2006/main">
              <a:ext uri="{FF2B5EF4-FFF2-40B4-BE49-F238E27FC236}">
                <a16:creationId xmlns:a16="http://schemas.microsoft.com/office/drawing/2014/main" id="{19CB8D9B-49F5-4957-B555-D341FD1F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2038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可进入</a:t>
            </a:r>
          </a:p>
        </p:txBody>
      </p:sp>
      <p:sp>
        <p:nvSpPr>
          <p:cNvPr id="49" name="PPAGENT_QA|parent=semantic-composition-pilot|within=p2-gates|role=detail-0">
            <a:extLst xmlns:a="http://schemas.openxmlformats.org/drawingml/2006/main">
              <a:ext uri="{FF2B5EF4-FFF2-40B4-BE49-F238E27FC236}">
                <a16:creationId xmlns:a16="http://schemas.microsoft.com/office/drawing/2014/main" id="{A68ECCE2-6DD5-4EA4-83B3-91ACADF3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731" y="2038350"/>
            <a:ext cx="33789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六项登记信息齐全，责任人与低风险范围确认。</a:t>
            </a:r>
          </a:p>
        </p:txBody>
      </p:sp>
      <p:sp>
        <p:nvSpPr>
          <p:cNvPr id="50" name="PPAGENT_QA|parent=semantic-composition-pilot|within=p2-gates|role=no-1">
            <a:extLst xmlns:a="http://schemas.openxmlformats.org/drawingml/2006/main">
              <a:ext uri="{FF2B5EF4-FFF2-40B4-BE49-F238E27FC236}">
                <a16:creationId xmlns:a16="http://schemas.microsoft.com/office/drawing/2014/main" id="{30F8BE15-EFA7-47D8-AAAC-E3BD4645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2419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1" name="PPAGENT_QA|parent=semantic-composition-pilot|within=p2-gates|role=name-1">
            <a:extLst xmlns:a="http://schemas.openxmlformats.org/drawingml/2006/main">
              <a:ext uri="{FF2B5EF4-FFF2-40B4-BE49-F238E27FC236}">
                <a16:creationId xmlns:a16="http://schemas.microsoft.com/office/drawing/2014/main" id="{5D6C870D-0F22-420B-9D9F-58D4049B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2419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2" name="PPAGENT_QA|parent=semantic-composition-pilot|within=p2-gates|role=detail-1">
            <a:extLst xmlns:a="http://schemas.openxmlformats.org/drawingml/2006/main">
              <a:ext uri="{FF2B5EF4-FFF2-40B4-BE49-F238E27FC236}">
                <a16:creationId xmlns:a16="http://schemas.microsoft.com/office/drawing/2014/main" id="{61BBF459-95FA-44D2-A793-699FBB76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731" y="2419350"/>
            <a:ext cx="33789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完整率 ≥90%，高风险异常在 1 个工作日内有责任人和结论。</a:t>
            </a:r>
          </a:p>
        </p:txBody>
      </p:sp>
      <p:sp>
        <p:nvSpPr>
          <p:cNvPr id="53" name="PPAGENT_QA|parent=semantic-composition-pilot|within=p2-gates|role=no-2">
            <a:extLst xmlns:a="http://schemas.openxmlformats.org/drawingml/2006/main">
              <a:ext uri="{FF2B5EF4-FFF2-40B4-BE49-F238E27FC236}">
                <a16:creationId xmlns:a16="http://schemas.microsoft.com/office/drawing/2014/main" id="{DA923CA9-EE50-404B-9544-5F393AB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381" y="28003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PPAGENT_QA|parent=semantic-composition-pilot|within=p2-gates|role=name-2">
            <a:extLst xmlns:a="http://schemas.openxmlformats.org/drawingml/2006/main">
              <a:ext uri="{FF2B5EF4-FFF2-40B4-BE49-F238E27FC236}">
                <a16:creationId xmlns:a16="http://schemas.microsoft.com/office/drawing/2014/main" id="{60471D8C-6EE9-4D79-8A4E-E998A437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431" y="28003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可扩围</a:t>
            </a:r>
          </a:p>
        </p:txBody>
      </p:sp>
      <p:sp>
        <p:nvSpPr>
          <p:cNvPr id="55" name="PPAGENT_QA|parent=semantic-composition-pilot|within=p2-gates|role=detail-2">
            <a:extLst xmlns:a="http://schemas.openxmlformats.org/drawingml/2006/main">
              <a:ext uri="{FF2B5EF4-FFF2-40B4-BE49-F238E27FC236}">
                <a16:creationId xmlns:a16="http://schemas.microsoft.com/office/drawing/2014/main" id="{A845D44B-1F6A-4A81-93A2-0A63FEA4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731" y="2800350"/>
            <a:ext cx="337899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连续两周完整率 ≥95%，无未关闭异常，负荷 ≤3 个工作日/周。</a:t>
            </a:r>
          </a:p>
        </p:txBody>
      </p:sp>
      <p:sp>
        <p:nvSpPr>
          <p:cNvPr id="56" name="PPAGENT_QA|parent=semantic-composition-pilot|within=p2-fallback|role=heading">
            <a:extLst xmlns:a="http://schemas.openxmlformats.org/drawingml/2006/main">
              <a:ext uri="{FF2B5EF4-FFF2-40B4-BE49-F238E27FC236}">
                <a16:creationId xmlns:a16="http://schemas.microsoft.com/office/drawing/2014/main" id="{C5F53915-1DA3-4B6C-A037-06666D3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4057650"/>
            <a:ext cx="407908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关口失败后的动作</a:t>
            </a:r>
          </a:p>
        </p:txBody>
      </p:sp>
      <p:sp>
        <p:nvSpPr>
          <p:cNvPr id="57" name="PPAGENT_QA|parent=semantic-composition-pilot|within=p2-fallback|role=accent">
            <a:extLst xmlns:a="http://schemas.openxmlformats.org/drawingml/2006/main">
              <a:ext uri="{FF2B5EF4-FFF2-40B4-BE49-F238E27FC236}">
                <a16:creationId xmlns:a16="http://schemas.microsoft.com/office/drawing/2014/main" id="{730BBC15-C8F6-4416-A7CE-06CEBF0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44005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2-fallback|role=decision">
            <a:extLst xmlns:a="http://schemas.openxmlformats.org/drawingml/2006/main">
              <a:ext uri="{FF2B5EF4-FFF2-40B4-BE49-F238E27FC236}">
                <a16:creationId xmlns:a16="http://schemas.microsoft.com/office/drawing/2014/main" id="{F4144D87-0E39-45D1-A2D8-7AC5A46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444" y="4400550"/>
            <a:ext cx="3926681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暂停新申请，保留当前规模，修订字段、模板或异常规则。</a:t>
            </a:r>
          </a:p>
        </p:txBody>
      </p:sp>
      <p:sp>
        <p:nvSpPr>
          <p:cNvPr id="59" name="PPAGENT_QA|parent=semantic-composition-pilot|within=p2-fallback|role=detail">
            <a:extLst xmlns:a="http://schemas.openxmlformats.org/drawingml/2006/main">
              <a:ext uri="{FF2B5EF4-FFF2-40B4-BE49-F238E27FC236}">
                <a16:creationId xmlns:a16="http://schemas.microsoft.com/office/drawing/2014/main" id="{5F170608-0262-4F36-8B15-CAE267BA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44" y="5200650"/>
            <a:ext cx="4079081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已有记录保留，不把失败项目静默删除；修订后再决定是否重启评审。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三类证据支持限量试点，但不证明成效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semantic-composition-pilot|within=p3-demand|role=surface">
            <a:extLst xmlns:a="http://schemas.openxmlformats.org/drawingml/2006/main">
              <a:ext uri="{FF2B5EF4-FFF2-40B4-BE49-F238E27FC236}">
                <a16:creationId xmlns:a16="http://schemas.microsoft.com/office/drawing/2014/main" id="{61A90D85-FE29-4EC2-BAEB-D008B9D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parent=semantic-composition-pilot|within=p3-demand|role=accent">
            <a:extLst xmlns:a="http://schemas.openxmlformats.org/drawingml/2006/main">
              <a:ext uri="{FF2B5EF4-FFF2-40B4-BE49-F238E27FC236}">
                <a16:creationId xmlns:a16="http://schemas.microsoft.com/office/drawing/2014/main" id="{A5ACEB60-B300-4EC3-BE54-1CBD512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parent=semantic-composition-pilot|within=p3-demand|role=heading">
            <a:extLst xmlns:a="http://schemas.openxmlformats.org/drawingml/2006/main">
              <a:ext uri="{FF2B5EF4-FFF2-40B4-BE49-F238E27FC236}">
                <a16:creationId xmlns:a16="http://schemas.microsoft.com/office/drawing/2014/main" id="{4309ED68-41F6-485D-AE7C-8BAAE615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证据一｜需求集中（8周模拟）</a:t>
            </a:r>
          </a:p>
        </p:txBody>
      </p:sp>
      <p:sp>
        <p:nvSpPr>
          <p:cNvPr id="18" name="PPAGENT_QA|parent=semantic-composition-pilot|within=p3-demand|role=value">
            <a:extLst xmlns:a="http://schemas.openxmlformats.org/drawingml/2006/main">
              <a:ext uri="{FF2B5EF4-FFF2-40B4-BE49-F238E27FC236}">
                <a16:creationId xmlns:a16="http://schemas.microsoft.com/office/drawing/2014/main" id="{045D2D1A-43D5-43E5-85F1-B8D72F34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74 / 120</a:t>
            </a:r>
          </a:p>
        </p:txBody>
      </p:sp>
      <p:sp>
        <p:nvSpPr>
          <p:cNvPr id="19" name="PPAGENT_QA|parent=semantic-composition-pilot|within=p3-demand|role=unit">
            <a:extLst xmlns:a="http://schemas.openxmlformats.org/drawingml/2006/main">
              <a:ext uri="{FF2B5EF4-FFF2-40B4-BE49-F238E27FC236}">
                <a16:creationId xmlns:a16="http://schemas.microsoft.com/office/drawing/2014/main" id="{70ED7297-AE34-419F-A532-D2A5FA9E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145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份申请</a:t>
            </a:r>
          </a:p>
        </p:txBody>
      </p:sp>
      <p:sp>
        <p:nvSpPr>
          <p:cNvPr id="20" name="PPAGENT_QA|parent=semantic-composition-pilot|within=p3-demand|role=bar-label-0">
            <a:extLst xmlns:a="http://schemas.openxmlformats.org/drawingml/2006/main">
              <a:ext uri="{FF2B5EF4-FFF2-40B4-BE49-F238E27FC236}">
                <a16:creationId xmlns:a16="http://schemas.microsoft.com/office/drawing/2014/main" id="{D3DAA1F8-4D49-4E1D-A7D8-A48CA02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765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三集群</a:t>
            </a:r>
          </a:p>
        </p:txBody>
      </p:sp>
      <p:sp>
        <p:nvSpPr>
          <p:cNvPr id="21" name="PPAGENT_QA|parent=semantic-composition-pilot|within=p3-demand|role=bar-track-0">
            <a:extLst xmlns:a="http://schemas.openxmlformats.org/drawingml/2006/main">
              <a:ext uri="{FF2B5EF4-FFF2-40B4-BE49-F238E27FC236}">
                <a16:creationId xmlns:a16="http://schemas.microsoft.com/office/drawing/2014/main" id="{C73CF302-1D40-495E-BE60-2B35FC2B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51460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parent=semantic-composition-pilot|within=p3-demand|role=bar-fill-0">
            <a:extLst xmlns:a="http://schemas.openxmlformats.org/drawingml/2006/main">
              <a:ext uri="{FF2B5EF4-FFF2-40B4-BE49-F238E27FC236}">
                <a16:creationId xmlns:a16="http://schemas.microsoft.com/office/drawing/2014/main" id="{0EBADB80-4F91-4995-9DD5-1DF6DB9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514600"/>
            <a:ext cx="94030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parent=semantic-composition-pilot|within=p3-demand|role=bar-value-0">
            <a:extLst xmlns:a="http://schemas.openxmlformats.org/drawingml/2006/main">
              <a:ext uri="{FF2B5EF4-FFF2-40B4-BE49-F238E27FC236}">
                <a16:creationId xmlns:a16="http://schemas.microsoft.com/office/drawing/2014/main" id="{F6AD5B46-E794-4D60-8090-A5A9869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61.7%</a:t>
            </a:r>
          </a:p>
        </p:txBody>
      </p:sp>
      <p:sp>
        <p:nvSpPr>
          <p:cNvPr id="24" name="PPAGENT_QA|parent=semantic-composition-pilot|within=p3-demand|role=bar-label-1">
            <a:extLst xmlns:a="http://schemas.openxmlformats.org/drawingml/2006/main">
              <a:ext uri="{FF2B5EF4-FFF2-40B4-BE49-F238E27FC236}">
                <a16:creationId xmlns:a16="http://schemas.microsoft.com/office/drawing/2014/main" id="{4A67412E-7D23-4628-B757-5E67A823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7622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相同 GPU</a:t>
            </a:r>
          </a:p>
        </p:txBody>
      </p:sp>
      <p:sp>
        <p:nvSpPr>
          <p:cNvPr id="25" name="PPAGENT_QA|parent=semantic-composition-pilot|within=p3-demand|role=bar-track-1">
            <a:extLst xmlns:a="http://schemas.openxmlformats.org/drawingml/2006/main">
              <a:ext uri="{FF2B5EF4-FFF2-40B4-BE49-F238E27FC236}">
                <a16:creationId xmlns:a16="http://schemas.microsoft.com/office/drawing/2014/main" id="{B97EB337-BFB1-47DF-9BE8-44308714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0035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parent=semantic-composition-pilot|within=p3-demand|role=bar-fill-1">
            <a:extLst xmlns:a="http://schemas.openxmlformats.org/drawingml/2006/main">
              <a:ext uri="{FF2B5EF4-FFF2-40B4-BE49-F238E27FC236}">
                <a16:creationId xmlns:a16="http://schemas.microsoft.com/office/drawing/2014/main" id="{B2F3C3D6-67A3-459D-B42B-F1D943A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800350"/>
            <a:ext cx="65989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PAGENT_QA|parent=semantic-composition-pilot|within=p3-demand|role=bar-value-1">
            <a:extLst xmlns:a="http://schemas.openxmlformats.org/drawingml/2006/main">
              <a:ext uri="{FF2B5EF4-FFF2-40B4-BE49-F238E27FC236}">
                <a16:creationId xmlns:a16="http://schemas.microsoft.com/office/drawing/2014/main" id="{3063F352-C0E3-43DC-ACF5-7BCFB21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62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43.3%</a:t>
            </a:r>
          </a:p>
        </p:txBody>
      </p:sp>
      <p:sp>
        <p:nvSpPr>
          <p:cNvPr id="28" name="PPAGENT_QA|parent=semantic-composition-pilot|within=p3-demand|role=body">
            <a:extLst xmlns:a="http://schemas.openxmlformats.org/drawingml/2006/main">
              <a:ext uri="{FF2B5EF4-FFF2-40B4-BE49-F238E27FC236}">
                <a16:creationId xmlns:a16="http://schemas.microsoft.com/office/drawing/2014/main" id="{D633E684-6A77-4274-91B6-06BB965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332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其中相同 GPU 为 52/120。集中度提示模板可能复用，不等于权限范围可直接合并。</a:t>
            </a:r>
          </a:p>
        </p:txBody>
      </p:sp>
      <p:sp>
        <p:nvSpPr>
          <p:cNvPr id="29" name="PPAGENT_QA|parent=semantic-composition-pilot|within=p3-incidents|role=surface">
            <a:extLst xmlns:a="http://schemas.openxmlformats.org/drawingml/2006/main">
              <a:ext uri="{FF2B5EF4-FFF2-40B4-BE49-F238E27FC236}">
                <a16:creationId xmlns:a16="http://schemas.microsoft.com/office/drawing/2014/main" id="{6A7DF49F-9539-420D-86C6-C33E4A07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PPAGENT_QA|parent=semantic-composition-pilot|within=p3-incidents|role=accent">
            <a:extLst xmlns:a="http://schemas.openxmlformats.org/drawingml/2006/main">
              <a:ext uri="{FF2B5EF4-FFF2-40B4-BE49-F238E27FC236}">
                <a16:creationId xmlns:a16="http://schemas.microsoft.com/office/drawing/2014/main" id="{CA86A5B1-B0F9-4CC1-A9A5-7985C15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PAGENT_QA|parent=semantic-composition-pilot|within=p3-incidents|role=heading">
            <a:extLst xmlns:a="http://schemas.openxmlformats.org/drawingml/2006/main">
              <a:ext uri="{FF2B5EF4-FFF2-40B4-BE49-F238E27FC236}">
                <a16:creationId xmlns:a16="http://schemas.microsoft.com/office/drawing/2014/main" id="{C44ED345-9FE0-4155-A7DE-FF0EB403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证据二｜记录缺口（8周模拟）</a:t>
            </a:r>
          </a:p>
        </p:txBody>
      </p:sp>
      <p:sp>
        <p:nvSpPr>
          <p:cNvPr id="32" name="PPAGENT_QA|parent=semantic-composition-pilot|within=p3-incidents|role=value">
            <a:extLst xmlns:a="http://schemas.openxmlformats.org/drawingml/2006/main">
              <a:ext uri="{FF2B5EF4-FFF2-40B4-BE49-F238E27FC236}">
                <a16:creationId xmlns:a16="http://schemas.microsoft.com/office/drawing/2014/main" id="{0CE61AD2-8E0A-4CAE-9CD8-0A937EB9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14 / 78</a:t>
            </a:r>
          </a:p>
        </p:txBody>
      </p:sp>
      <p:sp>
        <p:nvSpPr>
          <p:cNvPr id="33" name="PPAGENT_QA|parent=semantic-composition-pilot|within=p3-incidents|role=unit">
            <a:extLst xmlns:a="http://schemas.openxmlformats.org/drawingml/2006/main">
              <a:ext uri="{FF2B5EF4-FFF2-40B4-BE49-F238E27FC236}">
                <a16:creationId xmlns:a16="http://schemas.microsoft.com/office/drawing/2014/main" id="{7F9C2BD7-651A-4C57-B09D-3D0AE28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875" y="21145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份完成运行</a:t>
            </a:r>
          </a:p>
        </p:txBody>
      </p:sp>
      <p:sp>
        <p:nvSpPr>
          <p:cNvPr id="34" name="PPAGENT_QA|parent=semantic-composition-pilot|within=p3-incidents|role=bar-label-0">
            <a:extLst xmlns:a="http://schemas.openxmlformats.org/drawingml/2006/main">
              <a:ext uri="{FF2B5EF4-FFF2-40B4-BE49-F238E27FC236}">
                <a16:creationId xmlns:a16="http://schemas.microsoft.com/office/drawing/2014/main" id="{CCD7C98A-B5BB-4CEB-8D93-F413683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4765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缺口率</a:t>
            </a:r>
          </a:p>
        </p:txBody>
      </p:sp>
      <p:sp>
        <p:nvSpPr>
          <p:cNvPr id="35" name="PPAGENT_QA|parent=semantic-composition-pilot|within=p3-incidents|role=bar-track-0">
            <a:extLst xmlns:a="http://schemas.openxmlformats.org/drawingml/2006/main">
              <a:ext uri="{FF2B5EF4-FFF2-40B4-BE49-F238E27FC236}">
                <a16:creationId xmlns:a16="http://schemas.microsoft.com/office/drawing/2014/main" id="{D2D9F8D2-9439-40B4-A02B-4583BE52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475" y="251460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parent=semantic-composition-pilot|within=p3-incidents|role=bar-fill-0">
            <a:extLst xmlns:a="http://schemas.openxmlformats.org/drawingml/2006/main">
              <a:ext uri="{FF2B5EF4-FFF2-40B4-BE49-F238E27FC236}">
                <a16:creationId xmlns:a16="http://schemas.microsoft.com/office/drawing/2014/main" id="{4FD0413B-FF87-42D6-B090-FB5E249B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475" y="2514600"/>
            <a:ext cx="2727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B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PAGENT_QA|parent=semantic-composition-pilot|within=p3-incidents|role=bar-value-0">
            <a:extLst xmlns:a="http://schemas.openxmlformats.org/drawingml/2006/main">
              <a:ext uri="{FF2B5EF4-FFF2-40B4-BE49-F238E27FC236}">
                <a16:creationId xmlns:a16="http://schemas.microsoft.com/office/drawing/2014/main" id="{2FD0B57F-3C6E-4B28-A9EB-AD619AD6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675" y="2476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17.9%</a:t>
            </a:r>
          </a:p>
        </p:txBody>
      </p:sp>
      <p:sp>
        <p:nvSpPr>
          <p:cNvPr id="38" name="PPAGENT_QA|parent=semantic-composition-pilot|within=p3-incidents|role=bar-label-1">
            <a:extLst xmlns:a="http://schemas.openxmlformats.org/drawingml/2006/main">
              <a:ext uri="{FF2B5EF4-FFF2-40B4-BE49-F238E27FC236}">
                <a16:creationId xmlns:a16="http://schemas.microsoft.com/office/drawing/2014/main" id="{4D67106E-4134-4A9A-AEAB-A9AB0535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7622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两集群</a:t>
            </a:r>
          </a:p>
        </p:txBody>
      </p:sp>
      <p:sp>
        <p:nvSpPr>
          <p:cNvPr id="39" name="PPAGENT_QA|parent=semantic-composition-pilot|within=p3-incidents|role=bar-track-1">
            <a:extLst xmlns:a="http://schemas.openxmlformats.org/drawingml/2006/main">
              <a:ext uri="{FF2B5EF4-FFF2-40B4-BE49-F238E27FC236}">
                <a16:creationId xmlns:a16="http://schemas.microsoft.com/office/drawing/2014/main" id="{9AB2D3C3-53A5-4875-955C-6FF19C5D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475" y="280035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PAGENT_QA|parent=semantic-composition-pilot|within=p3-incidents|role=bar-fill-1">
            <a:extLst xmlns:a="http://schemas.openxmlformats.org/drawingml/2006/main">
              <a:ext uri="{FF2B5EF4-FFF2-40B4-BE49-F238E27FC236}">
                <a16:creationId xmlns:a16="http://schemas.microsoft.com/office/drawing/2014/main" id="{0FE04713-FA56-4B98-9AC4-370FD61D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475" y="2800350"/>
            <a:ext cx="97993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PAGENT_QA|parent=semantic-composition-pilot|within=p3-incidents|role=bar-value-1">
            <a:extLst xmlns:a="http://schemas.openxmlformats.org/drawingml/2006/main">
              <a:ext uri="{FF2B5EF4-FFF2-40B4-BE49-F238E27FC236}">
                <a16:creationId xmlns:a16="http://schemas.microsoft.com/office/drawing/2014/main" id="{CCD8D64A-3066-48FD-AF9D-C51E6AB6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675" y="2762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9/14</a:t>
            </a:r>
          </a:p>
        </p:txBody>
      </p:sp>
      <p:sp>
        <p:nvSpPr>
          <p:cNvPr id="42" name="PPAGENT_QA|parent=semantic-composition-pilot|within=p3-incidents|role=body">
            <a:extLst xmlns:a="http://schemas.openxmlformats.org/drawingml/2006/main">
              <a:ext uri="{FF2B5EF4-FFF2-40B4-BE49-F238E27FC236}">
                <a16:creationId xmlns:a16="http://schemas.microsoft.com/office/drawing/2014/main" id="{91B5FE73-A694-4F77-8388-973205F9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390900"/>
            <a:ext cx="332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缺口集中支持先补字段与责任人，不能归因于单一申请人。</a:t>
            </a:r>
          </a:p>
        </p:txBody>
      </p:sp>
      <p:sp>
        <p:nvSpPr>
          <p:cNvPr id="43" name="PPAGENT_QA|parent=semantic-composition-pilot|within=p3-capacity|role=surface">
            <a:extLst xmlns:a="http://schemas.openxmlformats.org/drawingml/2006/main">
              <a:ext uri="{FF2B5EF4-FFF2-40B4-BE49-F238E27FC236}">
                <a16:creationId xmlns:a16="http://schemas.microsoft.com/office/drawing/2014/main" id="{D5B5AAB0-AA08-4219-A6BE-9680B1B7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4" name="PPAGENT_QA|parent=semantic-composition-pilot|within=p3-capacity|role=accent">
            <a:extLst xmlns:a="http://schemas.openxmlformats.org/drawingml/2006/main">
              <a:ext uri="{FF2B5EF4-FFF2-40B4-BE49-F238E27FC236}">
                <a16:creationId xmlns:a16="http://schemas.microsoft.com/office/drawing/2014/main" id="{BCBA9212-B1BB-4B61-8621-447D27A6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0375" y="1581150"/>
            <a:ext cx="358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PAGENT_QA|parent=semantic-composition-pilot|within=p3-capacity|role=heading">
            <a:extLst xmlns:a="http://schemas.openxmlformats.org/drawingml/2006/main">
              <a:ext uri="{FF2B5EF4-FFF2-40B4-BE49-F238E27FC236}">
                <a16:creationId xmlns:a16="http://schemas.microsoft.com/office/drawing/2014/main" id="{948F11AA-0991-4103-8616-FE2AE900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1714500"/>
            <a:ext cx="332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证据三｜管理员容量（8周模拟估算）</a:t>
            </a:r>
          </a:p>
        </p:txBody>
      </p:sp>
      <p:sp>
        <p:nvSpPr>
          <p:cNvPr id="46" name="PPAGENT_QA|parent=semantic-composition-pilot|within=p3-capacity|role=value">
            <a:extLst xmlns:a="http://schemas.openxmlformats.org/drawingml/2006/main">
              <a:ext uri="{FF2B5EF4-FFF2-40B4-BE49-F238E27FC236}">
                <a16:creationId xmlns:a16="http://schemas.microsoft.com/office/drawing/2014/main" id="{C2321186-8018-4C69-9F58-48CB5440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0002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5.0 vs 3.5</a:t>
            </a:r>
          </a:p>
        </p:txBody>
      </p:sp>
      <p:sp>
        <p:nvSpPr>
          <p:cNvPr id="47" name="PPAGENT_QA|parent=semantic-composition-pilot|within=p3-capacity|role=unit">
            <a:extLst xmlns:a="http://schemas.openxmlformats.org/drawingml/2006/main">
              <a:ext uri="{FF2B5EF4-FFF2-40B4-BE49-F238E27FC236}">
                <a16:creationId xmlns:a16="http://schemas.microsoft.com/office/drawing/2014/main" id="{03740BB8-6395-4011-A82B-613B847A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2114550"/>
            <a:ext cx="164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工作日 / 周</a:t>
            </a:r>
          </a:p>
        </p:txBody>
      </p:sp>
      <p:sp>
        <p:nvSpPr>
          <p:cNvPr id="48" name="PPAGENT_QA|parent=semantic-composition-pilot|within=p3-capacity|role=bar-label-0">
            <a:extLst xmlns:a="http://schemas.openxmlformats.org/drawingml/2006/main">
              <a:ext uri="{FF2B5EF4-FFF2-40B4-BE49-F238E27FC236}">
                <a16:creationId xmlns:a16="http://schemas.microsoft.com/office/drawing/2014/main" id="{FF2E6882-F3F7-4ED6-9AEB-8320774D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4765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全量审核</a:t>
            </a:r>
          </a:p>
        </p:txBody>
      </p:sp>
      <p:sp>
        <p:nvSpPr>
          <p:cNvPr id="49" name="PPAGENT_QA|parent=semantic-composition-pilot|within=p3-capacity|role=bar-track-0">
            <a:extLst xmlns:a="http://schemas.openxmlformats.org/drawingml/2006/main">
              <a:ext uri="{FF2B5EF4-FFF2-40B4-BE49-F238E27FC236}">
                <a16:creationId xmlns:a16="http://schemas.microsoft.com/office/drawing/2014/main" id="{7DDCC9AF-128E-4BB6-BF62-E3696E6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251460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PAGENT_QA|parent=semantic-composition-pilot|within=p3-capacity|role=bar-fill-0">
            <a:extLst xmlns:a="http://schemas.openxmlformats.org/drawingml/2006/main">
              <a:ext uri="{FF2B5EF4-FFF2-40B4-BE49-F238E27FC236}">
                <a16:creationId xmlns:a16="http://schemas.microsoft.com/office/drawing/2014/main" id="{4F1C68B7-FB79-4ED3-A4C6-2383CD1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251460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PAGENT_QA|parent=semantic-composition-pilot|within=p3-capacity|role=bar-value-0">
            <a:extLst xmlns:a="http://schemas.openxmlformats.org/drawingml/2006/main">
              <a:ext uri="{FF2B5EF4-FFF2-40B4-BE49-F238E27FC236}">
                <a16:creationId xmlns:a16="http://schemas.microsoft.com/office/drawing/2014/main" id="{FC6F8029-1029-4C7C-942E-C1F2F82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476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5.0</a:t>
            </a:r>
          </a:p>
        </p:txBody>
      </p:sp>
      <p:sp>
        <p:nvSpPr>
          <p:cNvPr id="52" name="PPAGENT_QA|parent=semantic-composition-pilot|within=p3-capacity|role=bar-label-1">
            <a:extLst xmlns:a="http://schemas.openxmlformats.org/drawingml/2006/main">
              <a:ext uri="{FF2B5EF4-FFF2-40B4-BE49-F238E27FC236}">
                <a16:creationId xmlns:a16="http://schemas.microsoft.com/office/drawing/2014/main" id="{D8C5F6C2-E342-47E5-88B2-5AAD45AC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27622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限量试点</a:t>
            </a:r>
          </a:p>
        </p:txBody>
      </p:sp>
      <p:sp>
        <p:nvSpPr>
          <p:cNvPr id="53" name="PPAGENT_QA|parent=semantic-composition-pilot|within=p3-capacity|role=bar-track-1">
            <a:extLst xmlns:a="http://schemas.openxmlformats.org/drawingml/2006/main">
              <a:ext uri="{FF2B5EF4-FFF2-40B4-BE49-F238E27FC236}">
                <a16:creationId xmlns:a16="http://schemas.microsoft.com/office/drawing/2014/main" id="{528C21CE-5245-42DB-92F8-E616E167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280035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PAGENT_QA|parent=semantic-composition-pilot|within=p3-capacity|role=bar-fill-1">
            <a:extLst xmlns:a="http://schemas.openxmlformats.org/drawingml/2006/main">
              <a:ext uri="{FF2B5EF4-FFF2-40B4-BE49-F238E27FC236}">
                <a16:creationId xmlns:a16="http://schemas.microsoft.com/office/drawing/2014/main" id="{E07CDA77-3C4B-40A6-AEF4-186F9F6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2800350"/>
            <a:ext cx="7924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PAGENT_QA|parent=semantic-composition-pilot|within=p3-capacity|role=bar-value-1">
            <a:extLst xmlns:a="http://schemas.openxmlformats.org/drawingml/2006/main">
              <a:ext uri="{FF2B5EF4-FFF2-40B4-BE49-F238E27FC236}">
                <a16:creationId xmlns:a16="http://schemas.microsoft.com/office/drawing/2014/main" id="{BAE2A49A-29BE-4807-B454-7F3914D6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2762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2.6</a:t>
            </a:r>
          </a:p>
        </p:txBody>
      </p:sp>
      <p:sp>
        <p:nvSpPr>
          <p:cNvPr id="56" name="PPAGENT_QA|parent=semantic-composition-pilot|within=p3-capacity|role=bar-label-2">
            <a:extLst xmlns:a="http://schemas.openxmlformats.org/drawingml/2006/main">
              <a:ext uri="{FF2B5EF4-FFF2-40B4-BE49-F238E27FC236}">
                <a16:creationId xmlns:a16="http://schemas.microsoft.com/office/drawing/2014/main" id="{16B8DF92-E55E-4442-AD36-DE533CE6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0480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可支配</a:t>
            </a:r>
          </a:p>
        </p:txBody>
      </p:sp>
      <p:sp>
        <p:nvSpPr>
          <p:cNvPr id="57" name="PPAGENT_QA|parent=semantic-composition-pilot|within=p3-capacity|role=bar-track-2">
            <a:extLst xmlns:a="http://schemas.openxmlformats.org/drawingml/2006/main">
              <a:ext uri="{FF2B5EF4-FFF2-40B4-BE49-F238E27FC236}">
                <a16:creationId xmlns:a16="http://schemas.microsoft.com/office/drawing/2014/main" id="{F85AA44D-09D9-425E-81F6-A6E96FC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3086100"/>
            <a:ext cx="152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parent=semantic-composition-pilot|within=p3-capacity|role=bar-fill-2">
            <a:extLst xmlns:a="http://schemas.openxmlformats.org/drawingml/2006/main">
              <a:ext uri="{FF2B5EF4-FFF2-40B4-BE49-F238E27FC236}">
                <a16:creationId xmlns:a16="http://schemas.microsoft.com/office/drawing/2014/main" id="{2978B119-07D6-422A-9815-9764BAC3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5725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PAGENT_QA|parent=semantic-composition-pilot|within=p3-capacity|role=bar-value-2">
            <a:extLst xmlns:a="http://schemas.openxmlformats.org/drawingml/2006/main">
              <a:ext uri="{FF2B5EF4-FFF2-40B4-BE49-F238E27FC236}">
                <a16:creationId xmlns:a16="http://schemas.microsoft.com/office/drawing/2014/main" id="{51A0882A-3A1B-4455-B36E-668DD3B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925" y="3048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60" name="PPAGENT_QA|parent=semantic-composition-pilot|within=p3-capacity|role=body">
            <a:extLst xmlns:a="http://schemas.openxmlformats.org/drawingml/2006/main">
              <a:ext uri="{FF2B5EF4-FFF2-40B4-BE49-F238E27FC236}">
                <a16:creationId xmlns:a16="http://schemas.microsoft.com/office/drawing/2014/main" id="{383C5C53-3C5A-4232-8C1A-A512D5CA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3390900"/>
            <a:ext cx="332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人日为模拟工作量估计，需用阶段二记录校准。</a:t>
            </a:r>
          </a:p>
        </p:txBody>
      </p:sp>
      <p:sp>
        <p:nvSpPr>
          <p:cNvPr id="61" name="PPAGENT_QA|parent=semantic-composition-pilot|within=p3-conclusion|role=heading">
            <a:extLst xmlns:a="http://schemas.openxmlformats.org/drawingml/2006/main">
              <a:ext uri="{FF2B5EF4-FFF2-40B4-BE49-F238E27FC236}">
                <a16:creationId xmlns:a16="http://schemas.microsoft.com/office/drawing/2014/main" id="{4B3D43D4-F7B9-4FE4-ACFF-029FAB78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52900"/>
            <a:ext cx="690753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综合判断｜三证据共同支撑</a:t>
            </a:r>
          </a:p>
        </p:txBody>
      </p:sp>
      <p:sp>
        <p:nvSpPr>
          <p:cNvPr id="62" name="PPAGENT_QA|parent=semantic-composition-pilot|within=p3-conclusion|role=accent">
            <a:extLst xmlns:a="http://schemas.openxmlformats.org/drawingml/2006/main">
              <a:ext uri="{FF2B5EF4-FFF2-40B4-BE49-F238E27FC236}">
                <a16:creationId xmlns:a16="http://schemas.microsoft.com/office/drawing/2014/main" id="{25D9FE41-51D1-4A6C-B17A-6D5C325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PAGENT_QA|parent=semantic-composition-pilot|within=p3-conclusion|role=decision">
            <a:extLst xmlns:a="http://schemas.openxmlformats.org/drawingml/2006/main">
              <a:ext uri="{FF2B5EF4-FFF2-40B4-BE49-F238E27FC236}">
                <a16:creationId xmlns:a16="http://schemas.microsoft.com/office/drawing/2014/main" id="{10A159BD-652D-4C15-A03E-D90D3B07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76750"/>
            <a:ext cx="67551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先做 B 的限量试点，再用三周评审决定是否扩大范围。</a:t>
            </a:r>
          </a:p>
        </p:txBody>
      </p:sp>
      <p:sp>
        <p:nvSpPr>
          <p:cNvPr id="64" name="PPAGENT_QA|parent=semantic-composition-pilot|within=p3-conclusion|role=body">
            <a:extLst xmlns:a="http://schemas.openxmlformats.org/drawingml/2006/main">
              <a:ext uri="{FF2B5EF4-FFF2-40B4-BE49-F238E27FC236}">
                <a16:creationId xmlns:a16="http://schemas.microsoft.com/office/drawing/2014/main" id="{9AB66940-FF5E-45E8-A750-B7ADE492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69075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需求回答入口是否可能复用，记录缺口回答哪里需要先补证据，容量约束回答为什么不能一次全量开放。三类证据的交集支持行动方案，但不支持宣称已经提升效率。</a:t>
            </a:r>
          </a:p>
        </p:txBody>
      </p:sp>
      <p:sp>
        <p:nvSpPr>
          <p:cNvPr id="65" name="PPAGENT_QA|parent=semantic-composition-pilot|within=p3-limit|role=heading">
            <a:extLst xmlns:a="http://schemas.openxmlformats.org/drawingml/2006/main">
              <a:ext uri="{FF2B5EF4-FFF2-40B4-BE49-F238E27FC236}">
                <a16:creationId xmlns:a16="http://schemas.microsoft.com/office/drawing/2014/main" id="{4B18CF95-087F-4365-AAF3-A289CFF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152900"/>
            <a:ext cx="39700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证据边界与验证</a:t>
            </a:r>
          </a:p>
        </p:txBody>
      </p:sp>
      <p:sp>
        <p:nvSpPr>
          <p:cNvPr id="66" name="PPAGENT_QA|parent=semantic-composition-pilot|within=p3-limit|role=body">
            <a:extLst xmlns:a="http://schemas.openxmlformats.org/drawingml/2006/main">
              <a:ext uri="{FF2B5EF4-FFF2-40B4-BE49-F238E27FC236}">
                <a16:creationId xmlns:a16="http://schemas.microsoft.com/office/drawing/2014/main" id="{2A21B618-AE09-40E2-A979-6C7F2B0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4495800"/>
            <a:ext cx="397002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观察没有随机对照，8 周窗口可能受课程周期影响。阶段二需记录字段完整率、首次可用时间、实际工时和异常闭环时间，再按预先写明的门槛复核。</a:t>
            </a:r>
          </a:p>
        </p:txBody>
      </p:sp>
      <p:sp>
        <p:nvSpPr>
          <p:cNvPr id="67" name="PPAGENT_QA|parent=semantic-composition-pilot|within=p3-limit|role=rule">
            <a:extLst xmlns:a="http://schemas.openxmlformats.org/drawingml/2006/main">
              <a:ext uri="{FF2B5EF4-FFF2-40B4-BE49-F238E27FC236}">
                <a16:creationId xmlns:a16="http://schemas.microsoft.com/office/drawing/2014/main" id="{E6BE626A-B6F3-4D56-9840-0F768D91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8105" y="5619750"/>
            <a:ext cx="39700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8" name="PPAGENT_QA|parent=semantic-composition-pilot|within=p3-limit|role=meta">
            <a:extLst xmlns:a="http://schemas.openxmlformats.org/drawingml/2006/main">
              <a:ext uri="{FF2B5EF4-FFF2-40B4-BE49-F238E27FC236}">
                <a16:creationId xmlns:a16="http://schemas.microsoft.com/office/drawing/2014/main" id="{6D45F728-48FD-49F4-9DA9-F3617798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05" y="5753100"/>
            <a:ext cx="39700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若记录不完整或工作量超过容量，暂停扩围并保留当前规模。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2026-09-09T11:45:50.9430000Z</dcterms:created>
  <dcterms:modified xsi:type="dcterms:W3CDTF">2026-09-09T11:45:50.9430000Z</dcterms:modified>
</coreProperties>
</file>