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3ff68dda774fad" /><Relationship Type="http://schemas.openxmlformats.org/officeDocument/2006/relationships/extended-properties" Target="/docProps/app.xml" Id="R2edc4af6d5934fa4" /><Relationship Type="http://schemas.openxmlformats.org/officeDocument/2006/relationships/officeDocument" Target="/ppt/presentation.xml" Id="R5f4f52fdb71344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28f445c8a04de0"/>
    <p:sldMasterId xmlns:r="http://schemas.openxmlformats.org/officeDocument/2006/relationships" id="2147483660" r:id="R570d4a843f6945e1"/>
    <p:sldMasterId xmlns:r="http://schemas.openxmlformats.org/officeDocument/2006/relationships" id="2147483663" r:id="R78aecfa7d10b4779"/>
  </p:sldMasterIdLst>
  <p:notesMasterIdLst>
    <p:notesMasterId xmlns:r="http://schemas.openxmlformats.org/officeDocument/2006/relationships" r:id="Rf9bb54cceac14610"/>
  </p:notesMasterIdLst>
  <p:sldIdLst>
    <p:sldId xmlns:r="http://schemas.openxmlformats.org/officeDocument/2006/relationships" id="256" r:id="Racce7713f0204676"/>
    <p:sldId xmlns:r="http://schemas.openxmlformats.org/officeDocument/2006/relationships" id="257" r:id="R969f44ab503e46b2"/>
    <p:sldId xmlns:r="http://schemas.openxmlformats.org/officeDocument/2006/relationships" id="258" r:id="Re459e23b73ab46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8222f0e30f41b6" /><Relationship Type="http://schemas.openxmlformats.org/officeDocument/2006/relationships/slideMaster" Target="/ppt/slideMasters/slideMaster1.xml" Id="Rfd28f445c8a04de0" /><Relationship Type="http://schemas.openxmlformats.org/officeDocument/2006/relationships/slideMaster" Target="/ppt/slideMasters/slideMaster2.xml" Id="R570d4a843f6945e1" /><Relationship Type="http://schemas.openxmlformats.org/officeDocument/2006/relationships/slideMaster" Target="/ppt/slideMasters/slideMaster3.xml" Id="R78aecfa7d10b4779" /><Relationship Type="http://schemas.openxmlformats.org/officeDocument/2006/relationships/notesMaster" Target="/ppt/notesMasters/notesMaster1.xml" Id="Rf9bb54cceac14610" /><Relationship Type="http://schemas.openxmlformats.org/officeDocument/2006/relationships/presProps" Target="/ppt/presProps.xml" Id="R7d9b96a977164213" /><Relationship Type="http://schemas.openxmlformats.org/officeDocument/2006/relationships/viewProps" Target="/ppt/viewProps.xml" Id="R63491dd49364408c" /><Relationship Type="http://schemas.openxmlformats.org/officeDocument/2006/relationships/tableStyles" Target="/ppt/tableStyles.xml" Id="R555a7a35657b4f69" /><Relationship Type="http://schemas.openxmlformats.org/officeDocument/2006/relationships/slide" Target="/ppt/slides/slide1.xml" Id="Racce7713f0204676" /><Relationship Type="http://schemas.openxmlformats.org/officeDocument/2006/relationships/slide" Target="/ppt/slides/slide2.xml" Id="R969f44ab503e46b2" /><Relationship Type="http://schemas.openxmlformats.org/officeDocument/2006/relationships/slide" Target="/ppt/slides/slide3.xml" Id="Re459e23b73ab46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754ede98adb649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823ed16b7f447a" /><Relationship Type="http://schemas.openxmlformats.org/officeDocument/2006/relationships/notesMaster" Target="/ppt/notesMasters/notesMaster1.xml" Id="R575b6105d3824e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3047bd9f3b45ca" /><Relationship Type="http://schemas.openxmlformats.org/officeDocument/2006/relationships/notesMaster" Target="/ppt/notesMasters/notesMaster1.xml" Id="Rb558693ec14e42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b94bfe60594cf2" /><Relationship Type="http://schemas.openxmlformats.org/officeDocument/2006/relationships/notesMaster" Target="/ppt/notesMasters/notesMaster1.xml" Id="R6f0a75b4aad648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内容：experiments/semantic-composition-pilot/manuscript.md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PPagenT：semantic-composition-pilot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内容：experiments/semantic-composition-pilot/manuscript.md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PPagenT：semantic-composition-pilot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内容：experiments/semantic-composition-pilot/manuscript.md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PPagenT：semantic-composition-pilot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7343c842c402b" /><Relationship Type="http://schemas.openxmlformats.org/officeDocument/2006/relationships/image" Target="/ppt/media/image.jpeg" Id="Rd8bd0d7df2224faf" /><Relationship Type="http://schemas.openxmlformats.org/officeDocument/2006/relationships/image" Target="/ppt/media/image.png" Id="R55769adde32347fb" /><Relationship Type="http://schemas.openxmlformats.org/officeDocument/2006/relationships/image" Target="/ppt/media/image2.png" Id="R7f66d4dfdf974e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6439e4b454a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42fdf3d3e40d9" /><Relationship Type="http://schemas.openxmlformats.org/officeDocument/2006/relationships/image" Target="/ppt/media/image3.png" Id="R6d14e299797b4a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ede0fc121e446a" /><Relationship Type="http://schemas.openxmlformats.org/officeDocument/2006/relationships/image" Target="/ppt/media/image4.png" Id="R6fe5734641bf4f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9a45a085664e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44f0909e8e424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785ed69ff420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0c5075172f444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52505d97b4b9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0361e9ae2b403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dc8a5bf7548b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87586c81e543c3" /><Relationship Type="http://schemas.openxmlformats.org/officeDocument/2006/relationships/image" Target="/ppt/media/image5.png" Id="R6f615d8264634f5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7d387d6b5d4c0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3ee3b61a8344ddc" /><Relationship Type="http://schemas.openxmlformats.org/officeDocument/2006/relationships/image" Target="/ppt/media/image5.png" Id="R9bf88ad6ff6a4ca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89766c9221a4750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d0d7df2224faf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69adde32347fb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6d4dfdf974e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4e299797b4a5c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5734641bf4f2b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15d8264634f5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88ad6ff6a4ca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6d0ab5581d4da1" /><Relationship Type="http://schemas.openxmlformats.org/officeDocument/2006/relationships/slideLayout" Target="/ppt/slideLayouts/slideLayout1.xml" Id="Rd4c9413f8b2c4b98" /><Relationship Type="http://schemas.openxmlformats.org/officeDocument/2006/relationships/slideLayout" Target="/ppt/slideLayouts/slideLayout2.xml" Id="Rd8ffedcd970d495d" /><Relationship Type="http://schemas.openxmlformats.org/officeDocument/2006/relationships/slideLayout" Target="/ppt/slideLayouts/slideLayout3.xml" Id="R8f1d3ec1f09e4905" /><Relationship Type="http://schemas.openxmlformats.org/officeDocument/2006/relationships/slideLayout" Target="/ppt/slideLayouts/slideLayout4.xml" Id="R9ef29df86a01432b" /><Relationship Type="http://schemas.openxmlformats.org/officeDocument/2006/relationships/slideLayout" Target="/ppt/slideLayouts/slideLayout5.xml" Id="R11d6af3d57214780" /><Relationship Type="http://schemas.openxmlformats.org/officeDocument/2006/relationships/slideLayout" Target="/ppt/slideLayouts/slideLayout6.xml" Id="R6c45664bb8b84b42" /><Relationship Type="http://schemas.openxmlformats.org/officeDocument/2006/relationships/slideLayout" Target="/ppt/slideLayouts/slideLayout7.xml" Id="Ra243fd8d3eca471e" /><Relationship Type="http://schemas.openxmlformats.org/officeDocument/2006/relationships/slideLayout" Target="/ppt/slideLayouts/slideLayout8.xml" Id="Rdf8c69fff36349e9" /><Relationship Type="http://schemas.openxmlformats.org/officeDocument/2006/relationships/slideLayout" Target="/ppt/slideLayouts/slideLayout9.xml" Id="Rfd65d1247f404a58" /><Relationship Type="http://schemas.openxmlformats.org/officeDocument/2006/relationships/slideLayout" Target="/ppt/slideLayouts/slideLayout10.xml" Id="Rc642cc5349a949f2" /><Relationship Type="http://schemas.openxmlformats.org/officeDocument/2006/relationships/slideLayout" Target="/ppt/slideLayouts/slideLayout11.xml" Id="Rad77b2146d2748c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362d3059aa8401e" /><Relationship Type="http://schemas.openxmlformats.org/officeDocument/2006/relationships/slideLayout" Target="/ppt/slideLayouts/slideLayout12.xml" Id="R6ab8032d16304097" /><Relationship Type="http://schemas.openxmlformats.org/officeDocument/2006/relationships/slideLayout" Target="/ppt/slideLayouts/slideLayout13.xml" Id="R86438608cba6450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639487ee2f04c91" /><Relationship Type="http://schemas.openxmlformats.org/officeDocument/2006/relationships/slideLayout" Target="/ppt/slideLayouts/slideLayout14.xml" Id="R5a7b5df1808049bc" /><Relationship Type="http://schemas.openxmlformats.org/officeDocument/2006/relationships/slideLayout" Target="/ppt/slideLayouts/slideLayout15.xml" Id="Reb2eb08894ad404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c9413f8b2c4b98"/>
    <p:sldLayoutId xmlns:r="http://schemas.openxmlformats.org/officeDocument/2006/relationships" id="2147483650" r:id="Rd8ffedcd970d495d"/>
    <p:sldLayoutId xmlns:r="http://schemas.openxmlformats.org/officeDocument/2006/relationships" id="2147483651" r:id="R8f1d3ec1f09e4905"/>
    <p:sldLayoutId xmlns:r="http://schemas.openxmlformats.org/officeDocument/2006/relationships" id="2147483652" r:id="R9ef29df86a01432b"/>
    <p:sldLayoutId xmlns:r="http://schemas.openxmlformats.org/officeDocument/2006/relationships" id="2147483653" r:id="R11d6af3d57214780"/>
    <p:sldLayoutId xmlns:r="http://schemas.openxmlformats.org/officeDocument/2006/relationships" id="2147483654" r:id="R6c45664bb8b84b42"/>
    <p:sldLayoutId xmlns:r="http://schemas.openxmlformats.org/officeDocument/2006/relationships" id="2147483655" r:id="Ra243fd8d3eca471e"/>
    <p:sldLayoutId xmlns:r="http://schemas.openxmlformats.org/officeDocument/2006/relationships" id="2147483656" r:id="Rdf8c69fff36349e9"/>
    <p:sldLayoutId xmlns:r="http://schemas.openxmlformats.org/officeDocument/2006/relationships" id="2147483657" r:id="Rfd65d1247f404a58"/>
    <p:sldLayoutId xmlns:r="http://schemas.openxmlformats.org/officeDocument/2006/relationships" id="2147483658" r:id="Rc642cc5349a949f2"/>
    <p:sldLayoutId xmlns:r="http://schemas.openxmlformats.org/officeDocument/2006/relationships" id="2147483659" r:id="Rad77b2146d2748c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ab8032d16304097"/>
    <p:sldLayoutId xmlns:r="http://schemas.openxmlformats.org/officeDocument/2006/relationships" id="2147483662" r:id="R86438608cba6450d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5a7b5df1808049bc"/>
    <p:sldLayoutId xmlns:r="http://schemas.openxmlformats.org/officeDocument/2006/relationships" id="2147483665" r:id="Reb2eb08894ad404b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f4388f5a36d484a" /><Relationship Type="http://schemas.openxmlformats.org/officeDocument/2006/relationships/notesSlide" Target="/ppt/notesSlides/notesSlide1.xml" Id="R32ccf16cfe9547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93879a38d1b4377" /><Relationship Type="http://schemas.openxmlformats.org/officeDocument/2006/relationships/notesSlide" Target="/ppt/notesSlides/notesSlide2.xml" Id="R6c9928050b2a43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7a19070f83547a0" /><Relationship Type="http://schemas.openxmlformats.org/officeDocument/2006/relationships/notesSlide" Target="/ppt/notesSlides/notesSlide3.xml" Id="R40c03f1be2df489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分级准入兼顾速度、记录与可回退性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比较决策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semantic-composition-pilot|within=p1-comparison|role=surface">
            <a:extLst xmlns:a="http://schemas.openxmlformats.org/drawingml/2006/main">
              <a:ext uri="{FF2B5EF4-FFF2-40B4-BE49-F238E27FC236}">
                <a16:creationId xmlns:a16="http://schemas.microsoft.com/office/drawing/2014/main" id="{7A2B317B-0370-4DFF-AA33-E4EFF8C1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6" name="PPAGENT_QA|parent=semantic-composition-pilot|within=p1-comparison|role=heading">
            <a:extLst xmlns:a="http://schemas.openxmlformats.org/drawingml/2006/main">
              <a:ext uri="{FF2B5EF4-FFF2-40B4-BE49-F238E27FC236}">
                <a16:creationId xmlns:a16="http://schemas.microsoft.com/office/drawing/2014/main" id="{C095F8E2-DD14-4D98-8014-3C440BCE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95450"/>
            <a:ext cx="1083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同口径比较｜模拟估计</a:t>
            </a:r>
          </a:p>
        </p:txBody>
      </p:sp>
      <p:sp>
        <p:nvSpPr>
          <p:cNvPr id="17" name="PPAGENT_QA|parent=semantic-composition-pilot|within=p1-comparison|role=header-0">
            <a:extLst xmlns:a="http://schemas.openxmlformats.org/drawingml/2006/main">
              <a:ext uri="{FF2B5EF4-FFF2-40B4-BE49-F238E27FC236}">
                <a16:creationId xmlns:a16="http://schemas.microsoft.com/office/drawing/2014/main" id="{42736AE5-370F-4442-BBA6-84830A82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981200"/>
            <a:ext cx="2059496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8" name="PPAGENT_QA|parent=semantic-composition-pilot|within=p1-comparison|role=header-text-0">
            <a:extLst xmlns:a="http://schemas.openxmlformats.org/drawingml/2006/main">
              <a:ext uri="{FF2B5EF4-FFF2-40B4-BE49-F238E27FC236}">
                <a16:creationId xmlns:a16="http://schemas.microsoft.com/office/drawing/2014/main" id="{A9902E65-1117-4A5D-A0A3-9927A25F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28825"/>
            <a:ext cx="1907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9" name="PPAGENT_QA|parent=semantic-composition-pilot|within=p1-comparison|role=header-1">
            <a:extLst xmlns:a="http://schemas.openxmlformats.org/drawingml/2006/main">
              <a:ext uri="{FF2B5EF4-FFF2-40B4-BE49-F238E27FC236}">
                <a16:creationId xmlns:a16="http://schemas.microsoft.com/office/drawing/2014/main" id="{D837E196-90DB-48AC-9019-136B7B25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1981200"/>
            <a:ext cx="292665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0" name="PPAGENT_QA|parent=semantic-composition-pilot|within=p1-comparison|role=header-text-1">
            <a:extLst xmlns:a="http://schemas.openxmlformats.org/drawingml/2006/main">
              <a:ext uri="{FF2B5EF4-FFF2-40B4-BE49-F238E27FC236}">
                <a16:creationId xmlns:a16="http://schemas.microsoft.com/office/drawing/2014/main" id="{C4345185-0A91-4056-8F7A-999F0010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2028825"/>
            <a:ext cx="27742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 直接开放</a:t>
            </a:r>
          </a:p>
        </p:txBody>
      </p:sp>
      <p:sp>
        <p:nvSpPr>
          <p:cNvPr id="21" name="PPAGENT_QA|parent=semantic-composition-pilot|within=p1-comparison|role=header-2">
            <a:extLst xmlns:a="http://schemas.openxmlformats.org/drawingml/2006/main">
              <a:ext uri="{FF2B5EF4-FFF2-40B4-BE49-F238E27FC236}">
                <a16:creationId xmlns:a16="http://schemas.microsoft.com/office/drawing/2014/main" id="{04755F9F-C4A8-46CA-B082-802FB54E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1981200"/>
            <a:ext cx="292665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2" name="PPAGENT_QA|parent=semantic-composition-pilot|within=p1-comparison|role=header-text-2">
            <a:extLst xmlns:a="http://schemas.openxmlformats.org/drawingml/2006/main">
              <a:ext uri="{FF2B5EF4-FFF2-40B4-BE49-F238E27FC236}">
                <a16:creationId xmlns:a16="http://schemas.microsoft.com/office/drawing/2014/main" id="{FF3AB6CF-5584-4365-B9FD-26A0BE32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2028825"/>
            <a:ext cx="27742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B 分级准入</a:t>
            </a:r>
          </a:p>
        </p:txBody>
      </p:sp>
      <p:sp>
        <p:nvSpPr>
          <p:cNvPr id="23" name="PPAGENT_QA|parent=semantic-composition-pilot|within=p1-comparison|role=header-3">
            <a:extLst xmlns:a="http://schemas.openxmlformats.org/drawingml/2006/main">
              <a:ext uri="{FF2B5EF4-FFF2-40B4-BE49-F238E27FC236}">
                <a16:creationId xmlns:a16="http://schemas.microsoft.com/office/drawing/2014/main" id="{63C447BA-E156-4D64-8EE3-8D245EDA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1981200"/>
            <a:ext cx="292665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4" name="PPAGENT_QA|parent=semantic-composition-pilot|within=p1-comparison|role=header-text-3">
            <a:extLst xmlns:a="http://schemas.openxmlformats.org/drawingml/2006/main">
              <a:ext uri="{FF2B5EF4-FFF2-40B4-BE49-F238E27FC236}">
                <a16:creationId xmlns:a16="http://schemas.microsoft.com/office/drawing/2014/main" id="{0A83E468-50AE-4183-90C6-E64D4CCC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2028825"/>
            <a:ext cx="27742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C 全预约制</a:t>
            </a:r>
          </a:p>
        </p:txBody>
      </p:sp>
      <p:sp>
        <p:nvSpPr>
          <p:cNvPr id="25" name="PPAGENT_QA|parent=semantic-composition-pilot|within=p1-comparison|role=cell-0-0">
            <a:extLst xmlns:a="http://schemas.openxmlformats.org/drawingml/2006/main">
              <a:ext uri="{FF2B5EF4-FFF2-40B4-BE49-F238E27FC236}">
                <a16:creationId xmlns:a16="http://schemas.microsoft.com/office/drawing/2014/main" id="{63172600-236A-4E1C-A093-9BA3F94B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86000"/>
            <a:ext cx="205949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6" name="PPAGENT_QA|parent=semantic-composition-pilot|within=p1-comparison|role=cell-text-0-0">
            <a:extLst xmlns:a="http://schemas.openxmlformats.org/drawingml/2006/main">
              <a:ext uri="{FF2B5EF4-FFF2-40B4-BE49-F238E27FC236}">
                <a16:creationId xmlns:a16="http://schemas.microsoft.com/office/drawing/2014/main" id="{09E1F844-9D70-4ACA-868C-D231DA7C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14575"/>
            <a:ext cx="190709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进入方式</a:t>
            </a:r>
          </a:p>
        </p:txBody>
      </p:sp>
      <p:sp>
        <p:nvSpPr>
          <p:cNvPr id="27" name="PPAGENT_QA|parent=semantic-composition-pilot|within=p1-comparison|role=cell-0-1">
            <a:extLst xmlns:a="http://schemas.openxmlformats.org/drawingml/2006/main">
              <a:ext uri="{FF2B5EF4-FFF2-40B4-BE49-F238E27FC236}">
                <a16:creationId xmlns:a16="http://schemas.microsoft.com/office/drawing/2014/main" id="{42A1BA66-1267-4014-99BD-1589889C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2286000"/>
            <a:ext cx="292665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8" name="PPAGENT_QA|parent=semantic-composition-pilot|within=p1-comparison|role=cell-text-0-1">
            <a:extLst xmlns:a="http://schemas.openxmlformats.org/drawingml/2006/main">
              <a:ext uri="{FF2B5EF4-FFF2-40B4-BE49-F238E27FC236}">
                <a16:creationId xmlns:a16="http://schemas.microsoft.com/office/drawing/2014/main" id="{F2B7BCC9-1C60-4CF3-927B-20D4DEC0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23145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提交后自动获得环境</a:t>
            </a:r>
          </a:p>
        </p:txBody>
      </p:sp>
      <p:sp>
        <p:nvSpPr>
          <p:cNvPr id="29" name="PPAGENT_QA|parent=semantic-composition-pilot|within=p1-comparison|role=cell-0-2">
            <a:extLst xmlns:a="http://schemas.openxmlformats.org/drawingml/2006/main">
              <a:ext uri="{FF2B5EF4-FFF2-40B4-BE49-F238E27FC236}">
                <a16:creationId xmlns:a16="http://schemas.microsoft.com/office/drawing/2014/main" id="{3D3D8489-B9B1-4652-A1BB-C5E2269B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2286000"/>
            <a:ext cx="292665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0" name="PPAGENT_QA|parent=semantic-composition-pilot|within=p1-comparison|role=cell-text-0-2">
            <a:extLst xmlns:a="http://schemas.openxmlformats.org/drawingml/2006/main">
              <a:ext uri="{FF2B5EF4-FFF2-40B4-BE49-F238E27FC236}">
                <a16:creationId xmlns:a16="http://schemas.microsoft.com/office/drawing/2014/main" id="{27021617-2A1F-4C5A-A83D-159DC696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23145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资格核对→两周试点→按门槛扩围</a:t>
            </a:r>
          </a:p>
        </p:txBody>
      </p:sp>
      <p:sp>
        <p:nvSpPr>
          <p:cNvPr id="31" name="PPAGENT_QA|parent=semantic-composition-pilot|within=p1-comparison|role=cell-0-3">
            <a:extLst xmlns:a="http://schemas.openxmlformats.org/drawingml/2006/main">
              <a:ext uri="{FF2B5EF4-FFF2-40B4-BE49-F238E27FC236}">
                <a16:creationId xmlns:a16="http://schemas.microsoft.com/office/drawing/2014/main" id="{1ABC8243-28F1-4F1E-AFCD-79DDFCAB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2286000"/>
            <a:ext cx="292665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2" name="PPAGENT_QA|parent=semantic-composition-pilot|within=p1-comparison|role=cell-text-0-3">
            <a:extLst xmlns:a="http://schemas.openxmlformats.org/drawingml/2006/main">
              <a:ext uri="{FF2B5EF4-FFF2-40B4-BE49-F238E27FC236}">
                <a16:creationId xmlns:a16="http://schemas.microsoft.com/office/drawing/2014/main" id="{504BAF6E-6564-46BB-816D-9F24B567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23145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每次运行先预约、人工确认</a:t>
            </a:r>
          </a:p>
        </p:txBody>
      </p:sp>
      <p:sp>
        <p:nvSpPr>
          <p:cNvPr id="33" name="PPAGENT_QA|parent=semantic-composition-pilot|within=p1-comparison|role=cell-1-0">
            <a:extLst xmlns:a="http://schemas.openxmlformats.org/drawingml/2006/main">
              <a:ext uri="{FF2B5EF4-FFF2-40B4-BE49-F238E27FC236}">
                <a16:creationId xmlns:a16="http://schemas.microsoft.com/office/drawing/2014/main" id="{F4B82FAD-2BCB-40AB-A9D4-D00E4FD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09850"/>
            <a:ext cx="2059496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4" name="PPAGENT_QA|parent=semantic-composition-pilot|within=p1-comparison|role=cell-text-1-0">
            <a:extLst xmlns:a="http://schemas.openxmlformats.org/drawingml/2006/main">
              <a:ext uri="{FF2B5EF4-FFF2-40B4-BE49-F238E27FC236}">
                <a16:creationId xmlns:a16="http://schemas.microsoft.com/office/drawing/2014/main" id="{D37F7938-D22D-410C-A069-62E269F9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38425"/>
            <a:ext cx="190709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首次可用时间</a:t>
            </a:r>
          </a:p>
        </p:txBody>
      </p:sp>
      <p:sp>
        <p:nvSpPr>
          <p:cNvPr id="35" name="PPAGENT_QA|parent=semantic-composition-pilot|within=p1-comparison|role=cell-1-1">
            <a:extLst xmlns:a="http://schemas.openxmlformats.org/drawingml/2006/main">
              <a:ext uri="{FF2B5EF4-FFF2-40B4-BE49-F238E27FC236}">
                <a16:creationId xmlns:a16="http://schemas.microsoft.com/office/drawing/2014/main" id="{FD655BE9-77FD-430B-885D-9B56DD54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260985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6" name="PPAGENT_QA|parent=semantic-composition-pilot|within=p1-comparison|role=cell-text-1-1">
            <a:extLst xmlns:a="http://schemas.openxmlformats.org/drawingml/2006/main">
              <a:ext uri="{FF2B5EF4-FFF2-40B4-BE49-F238E27FC236}">
                <a16:creationId xmlns:a16="http://schemas.microsoft.com/office/drawing/2014/main" id="{39122883-799E-4C8D-844C-8503385F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263842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约 1 个工作日</a:t>
            </a:r>
          </a:p>
        </p:txBody>
      </p:sp>
      <p:sp>
        <p:nvSpPr>
          <p:cNvPr id="37" name="PPAGENT_QA|parent=semantic-composition-pilot|within=p1-comparison|role=cell-1-2">
            <a:extLst xmlns:a="http://schemas.openxmlformats.org/drawingml/2006/main">
              <a:ext uri="{FF2B5EF4-FFF2-40B4-BE49-F238E27FC236}">
                <a16:creationId xmlns:a16="http://schemas.microsoft.com/office/drawing/2014/main" id="{DFFE0F8A-D23E-44A1-8F8F-6B04BFFA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260985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8" name="PPAGENT_QA|parent=semantic-composition-pilot|within=p1-comparison|role=cell-text-1-2">
            <a:extLst xmlns:a="http://schemas.openxmlformats.org/drawingml/2006/main">
              <a:ext uri="{FF2B5EF4-FFF2-40B4-BE49-F238E27FC236}">
                <a16:creationId xmlns:a16="http://schemas.microsoft.com/office/drawing/2014/main" id="{400A1C8E-7E22-4C7B-BC19-A6811913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263842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约 3 个工作日；固定名单后约 1 个工作日</a:t>
            </a:r>
          </a:p>
        </p:txBody>
      </p:sp>
      <p:sp>
        <p:nvSpPr>
          <p:cNvPr id="39" name="PPAGENT_QA|parent=semantic-composition-pilot|within=p1-comparison|role=cell-1-3">
            <a:extLst xmlns:a="http://schemas.openxmlformats.org/drawingml/2006/main">
              <a:ext uri="{FF2B5EF4-FFF2-40B4-BE49-F238E27FC236}">
                <a16:creationId xmlns:a16="http://schemas.microsoft.com/office/drawing/2014/main" id="{8326771C-2BC9-48F3-B223-094D46A3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260985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0" name="PPAGENT_QA|parent=semantic-composition-pilot|within=p1-comparison|role=cell-text-1-3">
            <a:extLst xmlns:a="http://schemas.openxmlformats.org/drawingml/2006/main">
              <a:ext uri="{FF2B5EF4-FFF2-40B4-BE49-F238E27FC236}">
                <a16:creationId xmlns:a16="http://schemas.microsoft.com/office/drawing/2014/main" id="{F889EBB3-2B6F-40AD-96B6-EA4FA1CB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263842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约 4 个工作日；取决于预约空档</a:t>
            </a:r>
          </a:p>
        </p:txBody>
      </p:sp>
      <p:sp>
        <p:nvSpPr>
          <p:cNvPr id="41" name="PPAGENT_QA|parent=semantic-composition-pilot|within=p1-comparison|role=cell-2-0">
            <a:extLst xmlns:a="http://schemas.openxmlformats.org/drawingml/2006/main">
              <a:ext uri="{FF2B5EF4-FFF2-40B4-BE49-F238E27FC236}">
                <a16:creationId xmlns:a16="http://schemas.microsoft.com/office/drawing/2014/main" id="{7625CC97-19CD-4706-A0CE-1532278F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67050"/>
            <a:ext cx="205949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2" name="PPAGENT_QA|parent=semantic-composition-pilot|within=p1-comparison|role=cell-text-2-0">
            <a:extLst xmlns:a="http://schemas.openxmlformats.org/drawingml/2006/main">
              <a:ext uri="{FF2B5EF4-FFF2-40B4-BE49-F238E27FC236}">
                <a16:creationId xmlns:a16="http://schemas.microsoft.com/office/drawing/2014/main" id="{8AEF3241-759D-4C43-8D9A-88AF8B32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95625"/>
            <a:ext cx="190709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初期人工投入</a:t>
            </a:r>
          </a:p>
        </p:txBody>
      </p:sp>
      <p:sp>
        <p:nvSpPr>
          <p:cNvPr id="43" name="PPAGENT_QA|parent=semantic-composition-pilot|within=p1-comparison|role=cell-2-1">
            <a:extLst xmlns:a="http://schemas.openxmlformats.org/drawingml/2006/main">
              <a:ext uri="{FF2B5EF4-FFF2-40B4-BE49-F238E27FC236}">
                <a16:creationId xmlns:a16="http://schemas.microsoft.com/office/drawing/2014/main" id="{4835E33F-4C6B-424D-8534-97703A75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3067050"/>
            <a:ext cx="292665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4" name="PPAGENT_QA|parent=semantic-composition-pilot|within=p1-comparison|role=cell-text-2-1">
            <a:extLst xmlns:a="http://schemas.openxmlformats.org/drawingml/2006/main">
              <a:ext uri="{FF2B5EF4-FFF2-40B4-BE49-F238E27FC236}">
                <a16:creationId xmlns:a16="http://schemas.microsoft.com/office/drawing/2014/main" id="{C4ED08CE-56F1-476F-8621-BDAB00F3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3095625"/>
            <a:ext cx="277425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管理员工作日/周：1.5</a:t>
            </a:r>
          </a:p>
        </p:txBody>
      </p:sp>
      <p:sp>
        <p:nvSpPr>
          <p:cNvPr id="45" name="PPAGENT_QA|parent=semantic-composition-pilot|within=p1-comparison|role=cell-2-2">
            <a:extLst xmlns:a="http://schemas.openxmlformats.org/drawingml/2006/main">
              <a:ext uri="{FF2B5EF4-FFF2-40B4-BE49-F238E27FC236}">
                <a16:creationId xmlns:a16="http://schemas.microsoft.com/office/drawing/2014/main" id="{9C60050A-9A32-4362-AB5C-D59710DA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3067050"/>
            <a:ext cx="292665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6" name="PPAGENT_QA|parent=semantic-composition-pilot|within=p1-comparison|role=cell-text-2-2">
            <a:extLst xmlns:a="http://schemas.openxmlformats.org/drawingml/2006/main">
              <a:ext uri="{FF2B5EF4-FFF2-40B4-BE49-F238E27FC236}">
                <a16:creationId xmlns:a16="http://schemas.microsoft.com/office/drawing/2014/main" id="{8F3ED954-26AC-4FA2-9B12-DDA0EBBC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3095625"/>
            <a:ext cx="277425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管理员工作日/周：试点 2.6；稳定后估计 1.4</a:t>
            </a:r>
          </a:p>
        </p:txBody>
      </p:sp>
      <p:sp>
        <p:nvSpPr>
          <p:cNvPr id="47" name="PPAGENT_QA|parent=semantic-composition-pilot|within=p1-comparison|role=cell-2-3">
            <a:extLst xmlns:a="http://schemas.openxmlformats.org/drawingml/2006/main">
              <a:ext uri="{FF2B5EF4-FFF2-40B4-BE49-F238E27FC236}">
                <a16:creationId xmlns:a16="http://schemas.microsoft.com/office/drawing/2014/main" id="{27F69590-65A8-4199-8930-30BBD186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3067050"/>
            <a:ext cx="292665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8" name="PPAGENT_QA|parent=semantic-composition-pilot|within=p1-comparison|role=cell-text-2-3">
            <a:extLst xmlns:a="http://schemas.openxmlformats.org/drawingml/2006/main">
              <a:ext uri="{FF2B5EF4-FFF2-40B4-BE49-F238E27FC236}">
                <a16:creationId xmlns:a16="http://schemas.microsoft.com/office/drawing/2014/main" id="{FA1F0C49-A7E4-4AEA-A7A9-6F84C0B9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3095625"/>
            <a:ext cx="277425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管理员工作日/周：5.0</a:t>
            </a:r>
          </a:p>
        </p:txBody>
      </p:sp>
      <p:sp>
        <p:nvSpPr>
          <p:cNvPr id="49" name="PPAGENT_QA|parent=semantic-composition-pilot|within=p1-comparison|role=cell-3-0">
            <a:extLst xmlns:a="http://schemas.openxmlformats.org/drawingml/2006/main">
              <a:ext uri="{FF2B5EF4-FFF2-40B4-BE49-F238E27FC236}">
                <a16:creationId xmlns:a16="http://schemas.microsoft.com/office/drawing/2014/main" id="{B60AC0C3-78CE-4E36-B706-D93805C1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81400"/>
            <a:ext cx="2059496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0" name="PPAGENT_QA|parent=semantic-composition-pilot|within=p1-comparison|role=cell-text-3-0">
            <a:extLst xmlns:a="http://schemas.openxmlformats.org/drawingml/2006/main">
              <a:ext uri="{FF2B5EF4-FFF2-40B4-BE49-F238E27FC236}">
                <a16:creationId xmlns:a16="http://schemas.microsoft.com/office/drawing/2014/main" id="{47AF597F-0533-471C-A098-10219343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09975"/>
            <a:ext cx="190709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记录与回溯</a:t>
            </a:r>
          </a:p>
        </p:txBody>
      </p:sp>
      <p:sp>
        <p:nvSpPr>
          <p:cNvPr id="51" name="PPAGENT_QA|parent=semantic-composition-pilot|within=p1-comparison|role=cell-3-1">
            <a:extLst xmlns:a="http://schemas.openxmlformats.org/drawingml/2006/main">
              <a:ext uri="{FF2B5EF4-FFF2-40B4-BE49-F238E27FC236}">
                <a16:creationId xmlns:a16="http://schemas.microsoft.com/office/drawing/2014/main" id="{70D46DE2-1C10-4881-A0EF-F275854C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358140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2" name="PPAGENT_QA|parent=semantic-composition-pilot|within=p1-comparison|role=cell-text-3-1">
            <a:extLst xmlns:a="http://schemas.openxmlformats.org/drawingml/2006/main">
              <a:ext uri="{FF2B5EF4-FFF2-40B4-BE49-F238E27FC236}">
                <a16:creationId xmlns:a16="http://schemas.microsoft.com/office/drawing/2014/main" id="{21C7EDAA-E790-4E1B-BE3A-7480990F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360997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低：缺入场和异常字段</a:t>
            </a:r>
          </a:p>
        </p:txBody>
      </p:sp>
      <p:sp>
        <p:nvSpPr>
          <p:cNvPr id="53" name="PPAGENT_QA|parent=semantic-composition-pilot|within=p1-comparison|role=cell-3-2">
            <a:extLst xmlns:a="http://schemas.openxmlformats.org/drawingml/2006/main">
              <a:ext uri="{FF2B5EF4-FFF2-40B4-BE49-F238E27FC236}">
                <a16:creationId xmlns:a16="http://schemas.microsoft.com/office/drawing/2014/main" id="{E091AD23-5E8B-480D-A16E-F123FB74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358140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4" name="PPAGENT_QA|parent=semantic-composition-pilot|within=p1-comparison|role=cell-text-3-2">
            <a:extLst xmlns:a="http://schemas.openxmlformats.org/drawingml/2006/main">
              <a:ext uri="{FF2B5EF4-FFF2-40B4-BE49-F238E27FC236}">
                <a16:creationId xmlns:a16="http://schemas.microsoft.com/office/drawing/2014/main" id="{49DC9F5E-6B3D-40AC-9F75-1FEABEFE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360997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中高：申请、参数、输出、异常分阶段记录</a:t>
            </a:r>
          </a:p>
        </p:txBody>
      </p:sp>
      <p:sp>
        <p:nvSpPr>
          <p:cNvPr id="55" name="PPAGENT_QA|parent=semantic-composition-pilot|within=p1-comparison|role=cell-3-3">
            <a:extLst xmlns:a="http://schemas.openxmlformats.org/drawingml/2006/main">
              <a:ext uri="{FF2B5EF4-FFF2-40B4-BE49-F238E27FC236}">
                <a16:creationId xmlns:a16="http://schemas.microsoft.com/office/drawing/2014/main" id="{26CBA32A-85DE-47D2-874E-FD66A0F4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358140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6" name="PPAGENT_QA|parent=semantic-composition-pilot|within=p1-comparison|role=cell-text-3-3">
            <a:extLst xmlns:a="http://schemas.openxmlformats.org/drawingml/2006/main">
              <a:ext uri="{FF2B5EF4-FFF2-40B4-BE49-F238E27FC236}">
                <a16:creationId xmlns:a16="http://schemas.microsoft.com/office/drawing/2014/main" id="{F786E363-8DEA-47C0-AF63-13743A04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360997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高：每次由管理员登记</a:t>
            </a:r>
          </a:p>
        </p:txBody>
      </p:sp>
      <p:sp>
        <p:nvSpPr>
          <p:cNvPr id="57" name="PPAGENT_QA|parent=semantic-composition-pilot|within=p1-comparison|role=cell-4-0">
            <a:extLst xmlns:a="http://schemas.openxmlformats.org/drawingml/2006/main">
              <a:ext uri="{FF2B5EF4-FFF2-40B4-BE49-F238E27FC236}">
                <a16:creationId xmlns:a16="http://schemas.microsoft.com/office/drawing/2014/main" id="{1FFE208E-5B70-42B9-AE0E-FB015543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38600"/>
            <a:ext cx="205949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8" name="PPAGENT_QA|parent=semantic-composition-pilot|within=p1-comparison|role=cell-text-4-0">
            <a:extLst xmlns:a="http://schemas.openxmlformats.org/drawingml/2006/main">
              <a:ext uri="{FF2B5EF4-FFF2-40B4-BE49-F238E27FC236}">
                <a16:creationId xmlns:a16="http://schemas.microsoft.com/office/drawing/2014/main" id="{3A2E3140-CEC2-4A4C-8EA6-271031B0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67175"/>
            <a:ext cx="190709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预估未闭环/季度</a:t>
            </a:r>
          </a:p>
        </p:txBody>
      </p:sp>
      <p:sp>
        <p:nvSpPr>
          <p:cNvPr id="59" name="PPAGENT_QA|parent=semantic-composition-pilot|within=p1-comparison|role=cell-4-1">
            <a:extLst xmlns:a="http://schemas.openxmlformats.org/drawingml/2006/main">
              <a:ext uri="{FF2B5EF4-FFF2-40B4-BE49-F238E27FC236}">
                <a16:creationId xmlns:a16="http://schemas.microsoft.com/office/drawing/2014/main" id="{E701E1EB-013E-4872-9B46-B75EA3F2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4038600"/>
            <a:ext cx="292665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0" name="PPAGENT_QA|parent=semantic-composition-pilot|within=p1-comparison|role=cell-text-4-1">
            <a:extLst xmlns:a="http://schemas.openxmlformats.org/drawingml/2006/main">
              <a:ext uri="{FF2B5EF4-FFF2-40B4-BE49-F238E27FC236}">
                <a16:creationId xmlns:a16="http://schemas.microsoft.com/office/drawing/2014/main" id="{BD433705-5455-43BF-8B61-EA33BC36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40671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12 份</a:t>
            </a:r>
          </a:p>
        </p:txBody>
      </p:sp>
      <p:sp>
        <p:nvSpPr>
          <p:cNvPr id="61" name="PPAGENT_QA|parent=semantic-composition-pilot|within=p1-comparison|role=cell-4-2">
            <a:extLst xmlns:a="http://schemas.openxmlformats.org/drawingml/2006/main">
              <a:ext uri="{FF2B5EF4-FFF2-40B4-BE49-F238E27FC236}">
                <a16:creationId xmlns:a16="http://schemas.microsoft.com/office/drawing/2014/main" id="{44C757FF-6FAD-4312-AC59-E25AA82A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4038600"/>
            <a:ext cx="292665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2" name="PPAGENT_QA|parent=semantic-composition-pilot|within=p1-comparison|role=cell-text-4-2">
            <a:extLst xmlns:a="http://schemas.openxmlformats.org/drawingml/2006/main">
              <a:ext uri="{FF2B5EF4-FFF2-40B4-BE49-F238E27FC236}">
                <a16:creationId xmlns:a16="http://schemas.microsoft.com/office/drawing/2014/main" id="{D00ECC15-9EFB-497F-B5E7-D95ADF72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40671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5 份</a:t>
            </a:r>
          </a:p>
        </p:txBody>
      </p:sp>
      <p:sp>
        <p:nvSpPr>
          <p:cNvPr id="63" name="PPAGENT_QA|parent=semantic-composition-pilot|within=p1-comparison|role=cell-4-3">
            <a:extLst xmlns:a="http://schemas.openxmlformats.org/drawingml/2006/main">
              <a:ext uri="{FF2B5EF4-FFF2-40B4-BE49-F238E27FC236}">
                <a16:creationId xmlns:a16="http://schemas.microsoft.com/office/drawing/2014/main" id="{A8C5C910-01EC-4B13-9793-4D76534C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4038600"/>
            <a:ext cx="292665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4" name="PPAGENT_QA|parent=semantic-composition-pilot|within=p1-comparison|role=cell-text-4-3">
            <a:extLst xmlns:a="http://schemas.openxmlformats.org/drawingml/2006/main">
              <a:ext uri="{FF2B5EF4-FFF2-40B4-BE49-F238E27FC236}">
                <a16:creationId xmlns:a16="http://schemas.microsoft.com/office/drawing/2014/main" id="{0577407B-8B39-4A1D-9B13-45AFF582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40671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 份</a:t>
            </a:r>
          </a:p>
        </p:txBody>
      </p:sp>
      <p:sp>
        <p:nvSpPr>
          <p:cNvPr id="65" name="PPAGENT_QA|parent=semantic-composition-pilot|within=p1-comparison|role=cell-5-0">
            <a:extLst xmlns:a="http://schemas.openxmlformats.org/drawingml/2006/main">
              <a:ext uri="{FF2B5EF4-FFF2-40B4-BE49-F238E27FC236}">
                <a16:creationId xmlns:a16="http://schemas.microsoft.com/office/drawing/2014/main" id="{DFF602A3-1346-402D-B99C-2AFFFE5E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62450"/>
            <a:ext cx="2059496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6" name="PPAGENT_QA|parent=semantic-composition-pilot|within=p1-comparison|role=cell-text-5-0">
            <a:extLst xmlns:a="http://schemas.openxmlformats.org/drawingml/2006/main">
              <a:ext uri="{FF2B5EF4-FFF2-40B4-BE49-F238E27FC236}">
                <a16:creationId xmlns:a16="http://schemas.microsoft.com/office/drawing/2014/main" id="{4CC77F66-D99E-4842-9AAD-E47B2C10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91025"/>
            <a:ext cx="190709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失败时动作</a:t>
            </a:r>
          </a:p>
        </p:txBody>
      </p:sp>
      <p:sp>
        <p:nvSpPr>
          <p:cNvPr id="67" name="PPAGENT_QA|parent=semantic-composition-pilot|within=p1-comparison|role=cell-5-1">
            <a:extLst xmlns:a="http://schemas.openxmlformats.org/drawingml/2006/main">
              <a:ext uri="{FF2B5EF4-FFF2-40B4-BE49-F238E27FC236}">
                <a16:creationId xmlns:a16="http://schemas.microsoft.com/office/drawing/2014/main" id="{6999ABB8-E3CF-4BD9-A6EF-C05752B7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436245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8" name="PPAGENT_QA|parent=semantic-composition-pilot|within=p1-comparison|role=cell-text-5-1">
            <a:extLst xmlns:a="http://schemas.openxmlformats.org/drawingml/2006/main">
              <a:ext uri="{FF2B5EF4-FFF2-40B4-BE49-F238E27FC236}">
                <a16:creationId xmlns:a16="http://schemas.microsoft.com/office/drawing/2014/main" id="{DA54702A-CCDC-4404-B135-7B493355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439102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难回收已开放权限</a:t>
            </a:r>
          </a:p>
        </p:txBody>
      </p:sp>
      <p:sp>
        <p:nvSpPr>
          <p:cNvPr id="69" name="PPAGENT_QA|parent=semantic-composition-pilot|within=p1-comparison|role=cell-5-2">
            <a:extLst xmlns:a="http://schemas.openxmlformats.org/drawingml/2006/main">
              <a:ext uri="{FF2B5EF4-FFF2-40B4-BE49-F238E27FC236}">
                <a16:creationId xmlns:a16="http://schemas.microsoft.com/office/drawing/2014/main" id="{27C675C6-1539-497B-A4BF-C06E287D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436245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70" name="PPAGENT_QA|parent=semantic-composition-pilot|within=p1-comparison|role=cell-text-5-2">
            <a:extLst xmlns:a="http://schemas.openxmlformats.org/drawingml/2006/main">
              <a:ext uri="{FF2B5EF4-FFF2-40B4-BE49-F238E27FC236}">
                <a16:creationId xmlns:a16="http://schemas.microsoft.com/office/drawing/2014/main" id="{A30FCB5F-DFB4-465B-8D3F-755B71A7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439102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暂停新申请，留在试点内修规则</a:t>
            </a:r>
          </a:p>
        </p:txBody>
      </p:sp>
      <p:sp>
        <p:nvSpPr>
          <p:cNvPr id="71" name="PPAGENT_QA|parent=semantic-composition-pilot|within=p1-comparison|role=cell-5-3">
            <a:extLst xmlns:a="http://schemas.openxmlformats.org/drawingml/2006/main">
              <a:ext uri="{FF2B5EF4-FFF2-40B4-BE49-F238E27FC236}">
                <a16:creationId xmlns:a16="http://schemas.microsoft.com/office/drawing/2014/main" id="{8C627BDF-8F5E-43A2-B56E-7676E3E0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4362450"/>
            <a:ext cx="29266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72" name="PPAGENT_QA|parent=semantic-composition-pilot|within=p1-comparison|role=cell-text-5-3">
            <a:extLst xmlns:a="http://schemas.openxmlformats.org/drawingml/2006/main">
              <a:ext uri="{FF2B5EF4-FFF2-40B4-BE49-F238E27FC236}">
                <a16:creationId xmlns:a16="http://schemas.microsoft.com/office/drawing/2014/main" id="{189B7BAE-27A9-47E3-AB21-258E5812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4391025"/>
            <a:ext cx="277425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缩减预约时段并重新排队</a:t>
            </a:r>
          </a:p>
        </p:txBody>
      </p:sp>
      <p:sp>
        <p:nvSpPr>
          <p:cNvPr id="73" name="PPAGENT_QA|parent=semantic-composition-pilot|within=p1-decision|role=heading">
            <a:extLst xmlns:a="http://schemas.openxmlformats.org/drawingml/2006/main">
              <a:ext uri="{FF2B5EF4-FFF2-40B4-BE49-F238E27FC236}">
                <a16:creationId xmlns:a16="http://schemas.microsoft.com/office/drawing/2014/main" id="{623B54E2-0ADE-4B59-9418-AFD5C52E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569768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支持的选择</a:t>
            </a:r>
          </a:p>
        </p:txBody>
      </p:sp>
      <p:sp>
        <p:nvSpPr>
          <p:cNvPr id="74" name="PPAGENT_QA|parent=semantic-composition-pilot|within=p1-decision|role=accent">
            <a:extLst xmlns:a="http://schemas.openxmlformats.org/drawingml/2006/main">
              <a:ext uri="{FF2B5EF4-FFF2-40B4-BE49-F238E27FC236}">
                <a16:creationId xmlns:a16="http://schemas.microsoft.com/office/drawing/2014/main" id="{B6D9A47A-541D-4C9A-A700-52E0326D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483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PAGENT_QA|parent=semantic-composition-pilot|within=p1-decision|role=decision">
            <a:extLst xmlns:a="http://schemas.openxmlformats.org/drawingml/2006/main">
              <a:ext uri="{FF2B5EF4-FFF2-40B4-BE49-F238E27FC236}">
                <a16:creationId xmlns:a16="http://schemas.microsoft.com/office/drawing/2014/main" id="{D63F9535-467A-4A0C-B403-349D7E4C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48300"/>
            <a:ext cx="5545282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先试行 B。A 只作高峰期临时应急入口，C 保留给高风险项目。</a:t>
            </a:r>
          </a:p>
        </p:txBody>
      </p:sp>
      <p:sp>
        <p:nvSpPr>
          <p:cNvPr id="76" name="PPAGENT_QA|parent=semantic-composition-pilot|within=p1-decision|role=detail">
            <a:extLst xmlns:a="http://schemas.openxmlformats.org/drawingml/2006/main">
              <a:ext uri="{FF2B5EF4-FFF2-40B4-BE49-F238E27FC236}">
                <a16:creationId xmlns:a16="http://schemas.microsoft.com/office/drawing/2014/main" id="{1BE4CECD-315C-490F-9753-6C157E82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38850"/>
            <a:ext cx="56976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选择 B 只牺牲少量首次访问速度，换取可检查记录和可逆的暂停动作。</a:t>
            </a:r>
          </a:p>
        </p:txBody>
      </p:sp>
      <p:sp>
        <p:nvSpPr>
          <p:cNvPr id="77" name="PPAGENT_QA|parent=semantic-composition-pilot|within=p1-assumptions|role=heading">
            <a:extLst xmlns:a="http://schemas.openxmlformats.org/drawingml/2006/main">
              <a:ext uri="{FF2B5EF4-FFF2-40B4-BE49-F238E27FC236}">
                <a16:creationId xmlns:a16="http://schemas.microsoft.com/office/drawing/2014/main" id="{F4DF40CB-636E-44C2-9007-6D5FEB9E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057" y="5124450"/>
            <a:ext cx="525606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前提与边界</a:t>
            </a:r>
          </a:p>
        </p:txBody>
      </p:sp>
      <p:sp>
        <p:nvSpPr>
          <p:cNvPr id="78" name="PPAGENT_QA|parent=semantic-composition-pilot|within=p1-assumptions|role=body">
            <a:extLst xmlns:a="http://schemas.openxmlformats.org/drawingml/2006/main">
              <a:ext uri="{FF2B5EF4-FFF2-40B4-BE49-F238E27FC236}">
                <a16:creationId xmlns:a16="http://schemas.microsoft.com/office/drawing/2014/main" id="{B6DBAB13-72E0-4995-9076-4B723984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057" y="5467350"/>
            <a:ext cx="525606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三种模型共享模拟需求和管理员容量假设。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估计尚未由真实运行验证；需求结构变化或高风险申请增加，都可能改变排序。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每一步都产生下一道关口需要的证据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过程与门槛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9BD12126-926B-4B48-9E6E-D823D8B3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517" y="2471642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5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87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C6ACB886-2869-4676-9A32-260BE38E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7039" y="2149440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22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72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59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1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32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0AE8E5CF-02A5-4618-9EAF-25D5D4F8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0552" y="1827495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23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72" y="5439"/>
                </a:lnTo>
                <a:lnTo>
                  <a:pt x="1165841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5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59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3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0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32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57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8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31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5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8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506B0C5A-3325-413F-BC40-77EA3AD5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6513" y="3091577"/>
            <a:ext cx="269558" cy="421243"/>
          </a:xfrm>
          <a:custGeom xmlns:a="http://schemas.openxmlformats.org/drawingml/2006/main">
            <a:pathLst>
              <a:path w="269558" h="421243">
                <a:moveTo>
                  <a:pt x="0" y="421243"/>
                </a:moveTo>
                <a:lnTo>
                  <a:pt x="0" y="402469"/>
                </a:lnTo>
                <a:lnTo>
                  <a:pt x="0" y="383696"/>
                </a:lnTo>
                <a:lnTo>
                  <a:pt x="0" y="364912"/>
                </a:lnTo>
                <a:lnTo>
                  <a:pt x="0" y="346139"/>
                </a:lnTo>
                <a:lnTo>
                  <a:pt x="0" y="327355"/>
                </a:lnTo>
                <a:lnTo>
                  <a:pt x="0" y="308581"/>
                </a:lnTo>
                <a:lnTo>
                  <a:pt x="0" y="289798"/>
                </a:lnTo>
                <a:lnTo>
                  <a:pt x="0" y="271024"/>
                </a:lnTo>
                <a:lnTo>
                  <a:pt x="0" y="252241"/>
                </a:lnTo>
                <a:lnTo>
                  <a:pt x="0" y="233467"/>
                </a:lnTo>
                <a:lnTo>
                  <a:pt x="0" y="214684"/>
                </a:lnTo>
                <a:lnTo>
                  <a:pt x="0" y="195910"/>
                </a:lnTo>
                <a:lnTo>
                  <a:pt x="0" y="177127"/>
                </a:lnTo>
                <a:lnTo>
                  <a:pt x="0" y="158353"/>
                </a:lnTo>
                <a:lnTo>
                  <a:pt x="0" y="139570"/>
                </a:lnTo>
                <a:lnTo>
                  <a:pt x="0" y="120796"/>
                </a:lnTo>
                <a:lnTo>
                  <a:pt x="0" y="102022"/>
                </a:lnTo>
                <a:lnTo>
                  <a:pt x="5286" y="87030"/>
                </a:lnTo>
                <a:lnTo>
                  <a:pt x="23070" y="81001"/>
                </a:lnTo>
                <a:lnTo>
                  <a:pt x="40853" y="74962"/>
                </a:lnTo>
                <a:lnTo>
                  <a:pt x="58636" y="68932"/>
                </a:lnTo>
                <a:lnTo>
                  <a:pt x="76419" y="62903"/>
                </a:lnTo>
                <a:lnTo>
                  <a:pt x="94202" y="56864"/>
                </a:lnTo>
                <a:lnTo>
                  <a:pt x="111985" y="50835"/>
                </a:lnTo>
                <a:lnTo>
                  <a:pt x="129769" y="44806"/>
                </a:lnTo>
                <a:lnTo>
                  <a:pt x="147552" y="38776"/>
                </a:lnTo>
                <a:lnTo>
                  <a:pt x="165335" y="32737"/>
                </a:lnTo>
                <a:lnTo>
                  <a:pt x="183118" y="26708"/>
                </a:lnTo>
                <a:lnTo>
                  <a:pt x="200901" y="20679"/>
                </a:lnTo>
                <a:lnTo>
                  <a:pt x="218684" y="14640"/>
                </a:lnTo>
                <a:lnTo>
                  <a:pt x="236468" y="8611"/>
                </a:lnTo>
                <a:lnTo>
                  <a:pt x="254251" y="2581"/>
                </a:lnTo>
                <a:lnTo>
                  <a:pt x="269558" y="0"/>
                </a:lnTo>
                <a:lnTo>
                  <a:pt x="269558" y="18774"/>
                </a:lnTo>
                <a:lnTo>
                  <a:pt x="269558" y="37557"/>
                </a:lnTo>
                <a:lnTo>
                  <a:pt x="269558" y="56331"/>
                </a:lnTo>
                <a:lnTo>
                  <a:pt x="269558" y="75114"/>
                </a:lnTo>
                <a:lnTo>
                  <a:pt x="269558" y="93888"/>
                </a:lnTo>
                <a:lnTo>
                  <a:pt x="269558" y="112671"/>
                </a:lnTo>
                <a:lnTo>
                  <a:pt x="269558" y="131445"/>
                </a:lnTo>
                <a:lnTo>
                  <a:pt x="269558" y="150228"/>
                </a:lnTo>
                <a:lnTo>
                  <a:pt x="269558" y="169002"/>
                </a:lnTo>
                <a:lnTo>
                  <a:pt x="269558" y="187785"/>
                </a:lnTo>
                <a:lnTo>
                  <a:pt x="269558" y="206559"/>
                </a:lnTo>
                <a:lnTo>
                  <a:pt x="269558" y="225342"/>
                </a:lnTo>
                <a:lnTo>
                  <a:pt x="269558" y="244116"/>
                </a:lnTo>
                <a:lnTo>
                  <a:pt x="269558" y="262900"/>
                </a:lnTo>
                <a:lnTo>
                  <a:pt x="269558" y="281673"/>
                </a:lnTo>
                <a:lnTo>
                  <a:pt x="269558" y="300457"/>
                </a:lnTo>
                <a:lnTo>
                  <a:pt x="259975" y="312849"/>
                </a:lnTo>
                <a:lnTo>
                  <a:pt x="242649" y="320069"/>
                </a:lnTo>
                <a:lnTo>
                  <a:pt x="225314" y="327298"/>
                </a:lnTo>
                <a:lnTo>
                  <a:pt x="207988" y="334528"/>
                </a:lnTo>
                <a:lnTo>
                  <a:pt x="190652" y="341757"/>
                </a:lnTo>
                <a:lnTo>
                  <a:pt x="173317" y="348977"/>
                </a:lnTo>
                <a:lnTo>
                  <a:pt x="155991" y="356206"/>
                </a:lnTo>
                <a:lnTo>
                  <a:pt x="138655" y="363436"/>
                </a:lnTo>
                <a:lnTo>
                  <a:pt x="121320" y="370656"/>
                </a:lnTo>
                <a:lnTo>
                  <a:pt x="103994" y="377885"/>
                </a:lnTo>
                <a:lnTo>
                  <a:pt x="86658" y="385115"/>
                </a:lnTo>
                <a:lnTo>
                  <a:pt x="69332" y="392344"/>
                </a:lnTo>
                <a:lnTo>
                  <a:pt x="51997" y="399564"/>
                </a:lnTo>
                <a:lnTo>
                  <a:pt x="34661" y="406794"/>
                </a:lnTo>
                <a:lnTo>
                  <a:pt x="17336" y="414023"/>
                </a:lnTo>
                <a:lnTo>
                  <a:pt x="0" y="42124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322C98A7-D7A3-49DD-BFA9-921BD51E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7280" y="3400425"/>
            <a:ext cx="1746294" cy="112395"/>
          </a:xfrm>
          <a:custGeom xmlns:a="http://schemas.openxmlformats.org/drawingml/2006/main">
            <a:pathLst>
              <a:path w="1746294" h="112395">
                <a:moveTo>
                  <a:pt x="0" y="112395"/>
                </a:moveTo>
                <a:lnTo>
                  <a:pt x="19021" y="112395"/>
                </a:lnTo>
                <a:lnTo>
                  <a:pt x="38033" y="112395"/>
                </a:lnTo>
                <a:lnTo>
                  <a:pt x="57055" y="112395"/>
                </a:lnTo>
                <a:lnTo>
                  <a:pt x="76067" y="112395"/>
                </a:lnTo>
                <a:lnTo>
                  <a:pt x="95088" y="112395"/>
                </a:lnTo>
                <a:lnTo>
                  <a:pt x="114100" y="112395"/>
                </a:lnTo>
                <a:lnTo>
                  <a:pt x="133121" y="112395"/>
                </a:lnTo>
                <a:lnTo>
                  <a:pt x="152133" y="112395"/>
                </a:lnTo>
                <a:lnTo>
                  <a:pt x="171155" y="112395"/>
                </a:lnTo>
                <a:lnTo>
                  <a:pt x="190167" y="112395"/>
                </a:lnTo>
                <a:lnTo>
                  <a:pt x="209188" y="112395"/>
                </a:lnTo>
                <a:lnTo>
                  <a:pt x="228200" y="112395"/>
                </a:lnTo>
                <a:lnTo>
                  <a:pt x="247221" y="112395"/>
                </a:lnTo>
                <a:lnTo>
                  <a:pt x="266243" y="112395"/>
                </a:lnTo>
                <a:lnTo>
                  <a:pt x="285255" y="112395"/>
                </a:lnTo>
                <a:lnTo>
                  <a:pt x="304276" y="112395"/>
                </a:lnTo>
                <a:lnTo>
                  <a:pt x="323288" y="112395"/>
                </a:lnTo>
                <a:lnTo>
                  <a:pt x="342309" y="112395"/>
                </a:lnTo>
                <a:lnTo>
                  <a:pt x="361321" y="112395"/>
                </a:lnTo>
                <a:lnTo>
                  <a:pt x="380343" y="112395"/>
                </a:lnTo>
                <a:lnTo>
                  <a:pt x="399355" y="112395"/>
                </a:lnTo>
                <a:lnTo>
                  <a:pt x="418376" y="112395"/>
                </a:lnTo>
                <a:lnTo>
                  <a:pt x="437388" y="112395"/>
                </a:lnTo>
                <a:lnTo>
                  <a:pt x="456409" y="112395"/>
                </a:lnTo>
                <a:lnTo>
                  <a:pt x="475421" y="112395"/>
                </a:lnTo>
                <a:lnTo>
                  <a:pt x="494443" y="112395"/>
                </a:lnTo>
                <a:lnTo>
                  <a:pt x="513464" y="112395"/>
                </a:lnTo>
                <a:lnTo>
                  <a:pt x="532476" y="112395"/>
                </a:lnTo>
                <a:lnTo>
                  <a:pt x="551498" y="112395"/>
                </a:lnTo>
                <a:lnTo>
                  <a:pt x="570509" y="112395"/>
                </a:lnTo>
                <a:lnTo>
                  <a:pt x="589531" y="112395"/>
                </a:lnTo>
                <a:lnTo>
                  <a:pt x="608543" y="112395"/>
                </a:lnTo>
                <a:lnTo>
                  <a:pt x="627564" y="112395"/>
                </a:lnTo>
                <a:lnTo>
                  <a:pt x="646576" y="112395"/>
                </a:lnTo>
                <a:lnTo>
                  <a:pt x="665597" y="112395"/>
                </a:lnTo>
                <a:lnTo>
                  <a:pt x="684609" y="112395"/>
                </a:lnTo>
                <a:lnTo>
                  <a:pt x="703631" y="112395"/>
                </a:lnTo>
                <a:lnTo>
                  <a:pt x="722643" y="112395"/>
                </a:lnTo>
                <a:lnTo>
                  <a:pt x="741664" y="112395"/>
                </a:lnTo>
                <a:lnTo>
                  <a:pt x="760686" y="112395"/>
                </a:lnTo>
                <a:lnTo>
                  <a:pt x="779697" y="112395"/>
                </a:lnTo>
                <a:lnTo>
                  <a:pt x="798719" y="112395"/>
                </a:lnTo>
                <a:lnTo>
                  <a:pt x="817731" y="112395"/>
                </a:lnTo>
                <a:lnTo>
                  <a:pt x="836752" y="112395"/>
                </a:lnTo>
                <a:lnTo>
                  <a:pt x="855764" y="112395"/>
                </a:lnTo>
                <a:lnTo>
                  <a:pt x="874786" y="112395"/>
                </a:lnTo>
                <a:lnTo>
                  <a:pt x="893797" y="112395"/>
                </a:lnTo>
                <a:lnTo>
                  <a:pt x="912819" y="112395"/>
                </a:lnTo>
                <a:lnTo>
                  <a:pt x="931831" y="112395"/>
                </a:lnTo>
                <a:lnTo>
                  <a:pt x="950852" y="112395"/>
                </a:lnTo>
                <a:lnTo>
                  <a:pt x="969864" y="112395"/>
                </a:lnTo>
                <a:lnTo>
                  <a:pt x="988885" y="112395"/>
                </a:lnTo>
                <a:lnTo>
                  <a:pt x="1007897" y="112395"/>
                </a:lnTo>
                <a:lnTo>
                  <a:pt x="1026919" y="112395"/>
                </a:lnTo>
                <a:lnTo>
                  <a:pt x="1045940" y="112395"/>
                </a:lnTo>
                <a:lnTo>
                  <a:pt x="1064952" y="112395"/>
                </a:lnTo>
                <a:lnTo>
                  <a:pt x="1083974" y="112395"/>
                </a:lnTo>
                <a:lnTo>
                  <a:pt x="1102985" y="112395"/>
                </a:lnTo>
                <a:lnTo>
                  <a:pt x="1122007" y="112395"/>
                </a:lnTo>
                <a:lnTo>
                  <a:pt x="1141019" y="112395"/>
                </a:lnTo>
                <a:lnTo>
                  <a:pt x="1160040" y="112395"/>
                </a:lnTo>
                <a:lnTo>
                  <a:pt x="1179052" y="112395"/>
                </a:lnTo>
                <a:lnTo>
                  <a:pt x="1198074" y="112395"/>
                </a:lnTo>
                <a:lnTo>
                  <a:pt x="1217085" y="112395"/>
                </a:lnTo>
                <a:lnTo>
                  <a:pt x="1236107" y="112395"/>
                </a:lnTo>
                <a:lnTo>
                  <a:pt x="1255119" y="112395"/>
                </a:lnTo>
                <a:lnTo>
                  <a:pt x="1274140" y="112395"/>
                </a:lnTo>
                <a:lnTo>
                  <a:pt x="1293162" y="112395"/>
                </a:lnTo>
                <a:lnTo>
                  <a:pt x="1312174" y="112395"/>
                </a:lnTo>
                <a:lnTo>
                  <a:pt x="1331195" y="112395"/>
                </a:lnTo>
                <a:lnTo>
                  <a:pt x="1350207" y="112395"/>
                </a:lnTo>
                <a:lnTo>
                  <a:pt x="1369228" y="112395"/>
                </a:lnTo>
                <a:lnTo>
                  <a:pt x="1388240" y="112395"/>
                </a:lnTo>
                <a:lnTo>
                  <a:pt x="1407262" y="112395"/>
                </a:lnTo>
                <a:lnTo>
                  <a:pt x="1426274" y="112395"/>
                </a:lnTo>
                <a:lnTo>
                  <a:pt x="1445295" y="112395"/>
                </a:lnTo>
                <a:lnTo>
                  <a:pt x="1464307" y="112395"/>
                </a:lnTo>
                <a:lnTo>
                  <a:pt x="1483014" y="110823"/>
                </a:lnTo>
                <a:lnTo>
                  <a:pt x="1500569" y="103499"/>
                </a:lnTo>
                <a:lnTo>
                  <a:pt x="1518114" y="96183"/>
                </a:lnTo>
                <a:lnTo>
                  <a:pt x="1535668" y="88859"/>
                </a:lnTo>
                <a:lnTo>
                  <a:pt x="1553223" y="81544"/>
                </a:lnTo>
                <a:lnTo>
                  <a:pt x="1570777" y="74228"/>
                </a:lnTo>
                <a:lnTo>
                  <a:pt x="1588322" y="66904"/>
                </a:lnTo>
                <a:lnTo>
                  <a:pt x="1605877" y="59588"/>
                </a:lnTo>
                <a:lnTo>
                  <a:pt x="1623431" y="52273"/>
                </a:lnTo>
                <a:lnTo>
                  <a:pt x="1640986" y="44948"/>
                </a:lnTo>
                <a:lnTo>
                  <a:pt x="1658531" y="37633"/>
                </a:lnTo>
                <a:lnTo>
                  <a:pt x="1676086" y="30318"/>
                </a:lnTo>
                <a:lnTo>
                  <a:pt x="1693640" y="22993"/>
                </a:lnTo>
                <a:lnTo>
                  <a:pt x="1711195" y="15678"/>
                </a:lnTo>
                <a:lnTo>
                  <a:pt x="1728749" y="8353"/>
                </a:lnTo>
                <a:lnTo>
                  <a:pt x="1746294" y="1038"/>
                </a:lnTo>
                <a:lnTo>
                  <a:pt x="1732474" y="0"/>
                </a:lnTo>
                <a:lnTo>
                  <a:pt x="1713452" y="0"/>
                </a:lnTo>
                <a:lnTo>
                  <a:pt x="1694440" y="0"/>
                </a:lnTo>
                <a:lnTo>
                  <a:pt x="1675419" y="0"/>
                </a:lnTo>
                <a:lnTo>
                  <a:pt x="1656407" y="0"/>
                </a:lnTo>
                <a:lnTo>
                  <a:pt x="1637386" y="0"/>
                </a:lnTo>
                <a:lnTo>
                  <a:pt x="1618374" y="0"/>
                </a:lnTo>
                <a:lnTo>
                  <a:pt x="1599352" y="0"/>
                </a:lnTo>
                <a:lnTo>
                  <a:pt x="1580340" y="0"/>
                </a:lnTo>
                <a:lnTo>
                  <a:pt x="1561319" y="0"/>
                </a:lnTo>
                <a:lnTo>
                  <a:pt x="1542307" y="0"/>
                </a:lnTo>
                <a:lnTo>
                  <a:pt x="1523286" y="0"/>
                </a:lnTo>
                <a:lnTo>
                  <a:pt x="1504274" y="0"/>
                </a:lnTo>
                <a:lnTo>
                  <a:pt x="1485252" y="0"/>
                </a:lnTo>
                <a:lnTo>
                  <a:pt x="1466231" y="0"/>
                </a:lnTo>
                <a:lnTo>
                  <a:pt x="1447219" y="0"/>
                </a:lnTo>
                <a:lnTo>
                  <a:pt x="1428198" y="0"/>
                </a:lnTo>
                <a:lnTo>
                  <a:pt x="1409186" y="0"/>
                </a:lnTo>
                <a:lnTo>
                  <a:pt x="1390164" y="0"/>
                </a:lnTo>
                <a:lnTo>
                  <a:pt x="1371152" y="0"/>
                </a:lnTo>
                <a:lnTo>
                  <a:pt x="1352131" y="0"/>
                </a:lnTo>
                <a:lnTo>
                  <a:pt x="1333119" y="0"/>
                </a:lnTo>
                <a:lnTo>
                  <a:pt x="1314098" y="0"/>
                </a:lnTo>
                <a:lnTo>
                  <a:pt x="1295086" y="0"/>
                </a:lnTo>
                <a:lnTo>
                  <a:pt x="1276064" y="0"/>
                </a:lnTo>
                <a:lnTo>
                  <a:pt x="1257052" y="0"/>
                </a:lnTo>
                <a:lnTo>
                  <a:pt x="1238031" y="0"/>
                </a:lnTo>
                <a:lnTo>
                  <a:pt x="1219010" y="0"/>
                </a:lnTo>
                <a:lnTo>
                  <a:pt x="1199998" y="0"/>
                </a:lnTo>
                <a:lnTo>
                  <a:pt x="1180976" y="0"/>
                </a:lnTo>
                <a:lnTo>
                  <a:pt x="1161964" y="0"/>
                </a:lnTo>
                <a:lnTo>
                  <a:pt x="1142943" y="0"/>
                </a:lnTo>
                <a:lnTo>
                  <a:pt x="1123931" y="0"/>
                </a:lnTo>
                <a:lnTo>
                  <a:pt x="1104910" y="0"/>
                </a:lnTo>
                <a:lnTo>
                  <a:pt x="1085898" y="0"/>
                </a:lnTo>
                <a:lnTo>
                  <a:pt x="1066876" y="0"/>
                </a:lnTo>
                <a:lnTo>
                  <a:pt x="1047864" y="0"/>
                </a:lnTo>
                <a:lnTo>
                  <a:pt x="1028843" y="0"/>
                </a:lnTo>
                <a:lnTo>
                  <a:pt x="1009831" y="0"/>
                </a:lnTo>
                <a:lnTo>
                  <a:pt x="990810" y="0"/>
                </a:lnTo>
                <a:lnTo>
                  <a:pt x="971798" y="0"/>
                </a:lnTo>
                <a:lnTo>
                  <a:pt x="952776" y="0"/>
                </a:lnTo>
                <a:lnTo>
                  <a:pt x="933755" y="0"/>
                </a:lnTo>
                <a:lnTo>
                  <a:pt x="914743" y="0"/>
                </a:lnTo>
                <a:lnTo>
                  <a:pt x="895721" y="0"/>
                </a:lnTo>
                <a:lnTo>
                  <a:pt x="876710" y="0"/>
                </a:lnTo>
                <a:lnTo>
                  <a:pt x="857688" y="0"/>
                </a:lnTo>
                <a:lnTo>
                  <a:pt x="838676" y="0"/>
                </a:lnTo>
                <a:lnTo>
                  <a:pt x="819655" y="0"/>
                </a:lnTo>
                <a:lnTo>
                  <a:pt x="800643" y="0"/>
                </a:lnTo>
                <a:lnTo>
                  <a:pt x="781622" y="0"/>
                </a:lnTo>
                <a:lnTo>
                  <a:pt x="762610" y="0"/>
                </a:lnTo>
                <a:lnTo>
                  <a:pt x="743588" y="0"/>
                </a:lnTo>
                <a:lnTo>
                  <a:pt x="724567" y="0"/>
                </a:lnTo>
                <a:lnTo>
                  <a:pt x="705555" y="0"/>
                </a:lnTo>
                <a:lnTo>
                  <a:pt x="686533" y="0"/>
                </a:lnTo>
                <a:lnTo>
                  <a:pt x="667522" y="0"/>
                </a:lnTo>
                <a:lnTo>
                  <a:pt x="648500" y="0"/>
                </a:lnTo>
                <a:lnTo>
                  <a:pt x="629488" y="0"/>
                </a:lnTo>
                <a:lnTo>
                  <a:pt x="610467" y="0"/>
                </a:lnTo>
                <a:lnTo>
                  <a:pt x="591455" y="0"/>
                </a:lnTo>
                <a:lnTo>
                  <a:pt x="572433" y="0"/>
                </a:lnTo>
                <a:lnTo>
                  <a:pt x="553422" y="0"/>
                </a:lnTo>
                <a:lnTo>
                  <a:pt x="534400" y="0"/>
                </a:lnTo>
                <a:lnTo>
                  <a:pt x="515388" y="0"/>
                </a:lnTo>
                <a:lnTo>
                  <a:pt x="496367" y="0"/>
                </a:lnTo>
                <a:lnTo>
                  <a:pt x="477355" y="0"/>
                </a:lnTo>
                <a:lnTo>
                  <a:pt x="458333" y="0"/>
                </a:lnTo>
                <a:lnTo>
                  <a:pt x="439312" y="0"/>
                </a:lnTo>
                <a:lnTo>
                  <a:pt x="420300" y="0"/>
                </a:lnTo>
                <a:lnTo>
                  <a:pt x="401279" y="0"/>
                </a:lnTo>
                <a:lnTo>
                  <a:pt x="382267" y="0"/>
                </a:lnTo>
                <a:lnTo>
                  <a:pt x="363245" y="0"/>
                </a:lnTo>
                <a:lnTo>
                  <a:pt x="344986" y="4982"/>
                </a:lnTo>
                <a:lnTo>
                  <a:pt x="326831" y="10639"/>
                </a:lnTo>
                <a:lnTo>
                  <a:pt x="308677" y="16288"/>
                </a:lnTo>
                <a:lnTo>
                  <a:pt x="290513" y="21946"/>
                </a:lnTo>
                <a:lnTo>
                  <a:pt x="272358" y="27594"/>
                </a:lnTo>
                <a:lnTo>
                  <a:pt x="254203" y="33252"/>
                </a:lnTo>
                <a:lnTo>
                  <a:pt x="236049" y="38900"/>
                </a:lnTo>
                <a:lnTo>
                  <a:pt x="217884" y="44558"/>
                </a:lnTo>
                <a:lnTo>
                  <a:pt x="199730" y="50206"/>
                </a:lnTo>
                <a:lnTo>
                  <a:pt x="181575" y="55864"/>
                </a:lnTo>
                <a:lnTo>
                  <a:pt x="163420" y="61512"/>
                </a:lnTo>
                <a:lnTo>
                  <a:pt x="145256" y="67170"/>
                </a:lnTo>
                <a:lnTo>
                  <a:pt x="127102" y="72819"/>
                </a:lnTo>
                <a:lnTo>
                  <a:pt x="108947" y="78476"/>
                </a:lnTo>
                <a:lnTo>
                  <a:pt x="90783" y="84125"/>
                </a:lnTo>
                <a:lnTo>
                  <a:pt x="72628" y="89783"/>
                </a:lnTo>
                <a:lnTo>
                  <a:pt x="54473" y="95431"/>
                </a:lnTo>
                <a:lnTo>
                  <a:pt x="36319" y="101089"/>
                </a:lnTo>
                <a:lnTo>
                  <a:pt x="18155" y="106737"/>
                </a:lnTo>
                <a:lnTo>
                  <a:pt x="0" y="112395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6CFA6CF7-64EA-42EC-91C1-2F854699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335" y="3400425"/>
            <a:ext cx="1634490" cy="112395"/>
          </a:xfrm>
          <a:custGeom xmlns:a="http://schemas.openxmlformats.org/drawingml/2006/main">
            <a:pathLst>
              <a:path w="1634490" h="112395">
                <a:moveTo>
                  <a:pt x="0" y="112395"/>
                </a:moveTo>
                <a:lnTo>
                  <a:pt x="19040" y="112395"/>
                </a:lnTo>
                <a:lnTo>
                  <a:pt x="38090" y="112395"/>
                </a:lnTo>
                <a:lnTo>
                  <a:pt x="57131" y="112395"/>
                </a:lnTo>
                <a:lnTo>
                  <a:pt x="76171" y="112395"/>
                </a:lnTo>
                <a:lnTo>
                  <a:pt x="95212" y="112395"/>
                </a:lnTo>
                <a:lnTo>
                  <a:pt x="114262" y="112395"/>
                </a:lnTo>
                <a:lnTo>
                  <a:pt x="133302" y="112395"/>
                </a:lnTo>
                <a:lnTo>
                  <a:pt x="152343" y="112395"/>
                </a:lnTo>
                <a:lnTo>
                  <a:pt x="171393" y="112395"/>
                </a:lnTo>
                <a:lnTo>
                  <a:pt x="190433" y="112395"/>
                </a:lnTo>
                <a:lnTo>
                  <a:pt x="209474" y="112395"/>
                </a:lnTo>
                <a:lnTo>
                  <a:pt x="228524" y="112395"/>
                </a:lnTo>
                <a:lnTo>
                  <a:pt x="247564" y="112395"/>
                </a:lnTo>
                <a:lnTo>
                  <a:pt x="266605" y="112395"/>
                </a:lnTo>
                <a:lnTo>
                  <a:pt x="285645" y="112395"/>
                </a:lnTo>
                <a:lnTo>
                  <a:pt x="304695" y="112395"/>
                </a:lnTo>
                <a:lnTo>
                  <a:pt x="323736" y="112395"/>
                </a:lnTo>
                <a:lnTo>
                  <a:pt x="342776" y="112395"/>
                </a:lnTo>
                <a:lnTo>
                  <a:pt x="361826" y="112395"/>
                </a:lnTo>
                <a:lnTo>
                  <a:pt x="380867" y="112395"/>
                </a:lnTo>
                <a:lnTo>
                  <a:pt x="399907" y="112395"/>
                </a:lnTo>
                <a:lnTo>
                  <a:pt x="418948" y="112395"/>
                </a:lnTo>
                <a:lnTo>
                  <a:pt x="437998" y="112395"/>
                </a:lnTo>
                <a:lnTo>
                  <a:pt x="457038" y="112395"/>
                </a:lnTo>
                <a:lnTo>
                  <a:pt x="476079" y="112395"/>
                </a:lnTo>
                <a:lnTo>
                  <a:pt x="495129" y="112395"/>
                </a:lnTo>
                <a:lnTo>
                  <a:pt x="514169" y="112395"/>
                </a:lnTo>
                <a:lnTo>
                  <a:pt x="533210" y="112395"/>
                </a:lnTo>
                <a:lnTo>
                  <a:pt x="552260" y="112395"/>
                </a:lnTo>
                <a:lnTo>
                  <a:pt x="571300" y="112395"/>
                </a:lnTo>
                <a:lnTo>
                  <a:pt x="590340" y="112395"/>
                </a:lnTo>
                <a:lnTo>
                  <a:pt x="609381" y="112395"/>
                </a:lnTo>
                <a:lnTo>
                  <a:pt x="628431" y="112395"/>
                </a:lnTo>
                <a:lnTo>
                  <a:pt x="647471" y="112395"/>
                </a:lnTo>
                <a:lnTo>
                  <a:pt x="666512" y="112395"/>
                </a:lnTo>
                <a:lnTo>
                  <a:pt x="685562" y="112395"/>
                </a:lnTo>
                <a:lnTo>
                  <a:pt x="704602" y="112395"/>
                </a:lnTo>
                <a:lnTo>
                  <a:pt x="723643" y="112395"/>
                </a:lnTo>
                <a:lnTo>
                  <a:pt x="742683" y="112395"/>
                </a:lnTo>
                <a:lnTo>
                  <a:pt x="761733" y="112395"/>
                </a:lnTo>
                <a:lnTo>
                  <a:pt x="780774" y="112395"/>
                </a:lnTo>
                <a:lnTo>
                  <a:pt x="799814" y="112395"/>
                </a:lnTo>
                <a:lnTo>
                  <a:pt x="818864" y="112395"/>
                </a:lnTo>
                <a:lnTo>
                  <a:pt x="837905" y="112395"/>
                </a:lnTo>
                <a:lnTo>
                  <a:pt x="856945" y="112395"/>
                </a:lnTo>
                <a:lnTo>
                  <a:pt x="875995" y="112395"/>
                </a:lnTo>
                <a:lnTo>
                  <a:pt x="895036" y="112395"/>
                </a:lnTo>
                <a:lnTo>
                  <a:pt x="914076" y="112395"/>
                </a:lnTo>
                <a:lnTo>
                  <a:pt x="933117" y="112395"/>
                </a:lnTo>
                <a:lnTo>
                  <a:pt x="952167" y="112395"/>
                </a:lnTo>
                <a:lnTo>
                  <a:pt x="971207" y="112395"/>
                </a:lnTo>
                <a:lnTo>
                  <a:pt x="990248" y="112395"/>
                </a:lnTo>
                <a:lnTo>
                  <a:pt x="1009298" y="112395"/>
                </a:lnTo>
                <a:lnTo>
                  <a:pt x="1028338" y="112395"/>
                </a:lnTo>
                <a:lnTo>
                  <a:pt x="1047379" y="112395"/>
                </a:lnTo>
                <a:lnTo>
                  <a:pt x="1066429" y="112395"/>
                </a:lnTo>
                <a:lnTo>
                  <a:pt x="1085469" y="112395"/>
                </a:lnTo>
                <a:lnTo>
                  <a:pt x="1104509" y="112395"/>
                </a:lnTo>
                <a:lnTo>
                  <a:pt x="1123550" y="112395"/>
                </a:lnTo>
                <a:lnTo>
                  <a:pt x="1142600" y="112395"/>
                </a:lnTo>
                <a:lnTo>
                  <a:pt x="1161640" y="112395"/>
                </a:lnTo>
                <a:lnTo>
                  <a:pt x="1180681" y="112395"/>
                </a:lnTo>
                <a:lnTo>
                  <a:pt x="1199731" y="112395"/>
                </a:lnTo>
                <a:lnTo>
                  <a:pt x="1218771" y="112395"/>
                </a:lnTo>
                <a:lnTo>
                  <a:pt x="1237812" y="112395"/>
                </a:lnTo>
                <a:lnTo>
                  <a:pt x="1256852" y="112395"/>
                </a:lnTo>
                <a:lnTo>
                  <a:pt x="1275902" y="112395"/>
                </a:lnTo>
                <a:lnTo>
                  <a:pt x="1294943" y="112395"/>
                </a:lnTo>
                <a:lnTo>
                  <a:pt x="1313983" y="112395"/>
                </a:lnTo>
                <a:lnTo>
                  <a:pt x="1333033" y="112395"/>
                </a:lnTo>
                <a:lnTo>
                  <a:pt x="1352074" y="112395"/>
                </a:lnTo>
                <a:lnTo>
                  <a:pt x="1370428" y="108947"/>
                </a:lnTo>
                <a:lnTo>
                  <a:pt x="1388040" y="101679"/>
                </a:lnTo>
                <a:lnTo>
                  <a:pt x="1405642" y="94421"/>
                </a:lnTo>
                <a:lnTo>
                  <a:pt x="1423245" y="87154"/>
                </a:lnTo>
                <a:lnTo>
                  <a:pt x="1440847" y="79896"/>
                </a:lnTo>
                <a:lnTo>
                  <a:pt x="1458449" y="72628"/>
                </a:lnTo>
                <a:lnTo>
                  <a:pt x="1476051" y="65370"/>
                </a:lnTo>
                <a:lnTo>
                  <a:pt x="1493663" y="58103"/>
                </a:lnTo>
                <a:lnTo>
                  <a:pt x="1511265" y="50844"/>
                </a:lnTo>
                <a:lnTo>
                  <a:pt x="1528867" y="43577"/>
                </a:lnTo>
                <a:lnTo>
                  <a:pt x="1546469" y="36319"/>
                </a:lnTo>
                <a:lnTo>
                  <a:pt x="1564072" y="29051"/>
                </a:lnTo>
                <a:lnTo>
                  <a:pt x="1581683" y="21793"/>
                </a:lnTo>
                <a:lnTo>
                  <a:pt x="1599286" y="14526"/>
                </a:lnTo>
                <a:lnTo>
                  <a:pt x="1616888" y="7268"/>
                </a:lnTo>
                <a:lnTo>
                  <a:pt x="16344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878F579B-3F1D-4EDC-BF5D-2174ADDD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3523" y="3400425"/>
            <a:ext cx="12773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BC8E9F1A-306B-4078-BD40-50D43677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5745" y="2780119"/>
            <a:ext cx="178118" cy="400279"/>
          </a:xfrm>
          <a:custGeom xmlns:a="http://schemas.openxmlformats.org/drawingml/2006/main">
            <a:pathLst>
              <a:path w="178118" h="400279">
                <a:moveTo>
                  <a:pt x="0" y="400279"/>
                </a:moveTo>
                <a:lnTo>
                  <a:pt x="0" y="381429"/>
                </a:lnTo>
                <a:lnTo>
                  <a:pt x="0" y="362569"/>
                </a:lnTo>
                <a:lnTo>
                  <a:pt x="0" y="343719"/>
                </a:lnTo>
                <a:lnTo>
                  <a:pt x="0" y="324860"/>
                </a:lnTo>
                <a:lnTo>
                  <a:pt x="0" y="306010"/>
                </a:lnTo>
                <a:lnTo>
                  <a:pt x="0" y="287160"/>
                </a:lnTo>
                <a:lnTo>
                  <a:pt x="0" y="268300"/>
                </a:lnTo>
                <a:lnTo>
                  <a:pt x="0" y="249450"/>
                </a:lnTo>
                <a:lnTo>
                  <a:pt x="0" y="230591"/>
                </a:lnTo>
                <a:lnTo>
                  <a:pt x="0" y="211741"/>
                </a:lnTo>
                <a:lnTo>
                  <a:pt x="0" y="192891"/>
                </a:lnTo>
                <a:lnTo>
                  <a:pt x="0" y="174031"/>
                </a:lnTo>
                <a:lnTo>
                  <a:pt x="0" y="155181"/>
                </a:lnTo>
                <a:lnTo>
                  <a:pt x="0" y="136322"/>
                </a:lnTo>
                <a:lnTo>
                  <a:pt x="0" y="117472"/>
                </a:lnTo>
                <a:lnTo>
                  <a:pt x="0" y="98612"/>
                </a:lnTo>
                <a:lnTo>
                  <a:pt x="0" y="79762"/>
                </a:lnTo>
                <a:lnTo>
                  <a:pt x="6448" y="65275"/>
                </a:lnTo>
                <a:lnTo>
                  <a:pt x="23946" y="58255"/>
                </a:lnTo>
                <a:lnTo>
                  <a:pt x="41453" y="51235"/>
                </a:lnTo>
                <a:lnTo>
                  <a:pt x="58950" y="44215"/>
                </a:lnTo>
                <a:lnTo>
                  <a:pt x="76448" y="37195"/>
                </a:lnTo>
                <a:lnTo>
                  <a:pt x="93945" y="30175"/>
                </a:lnTo>
                <a:lnTo>
                  <a:pt x="111443" y="23165"/>
                </a:lnTo>
                <a:lnTo>
                  <a:pt x="128940" y="16145"/>
                </a:lnTo>
                <a:lnTo>
                  <a:pt x="146447" y="9125"/>
                </a:lnTo>
                <a:lnTo>
                  <a:pt x="163944" y="2105"/>
                </a:lnTo>
                <a:lnTo>
                  <a:pt x="178118" y="0"/>
                </a:lnTo>
                <a:lnTo>
                  <a:pt x="178118" y="18850"/>
                </a:lnTo>
                <a:lnTo>
                  <a:pt x="178118" y="37709"/>
                </a:lnTo>
                <a:lnTo>
                  <a:pt x="178118" y="56559"/>
                </a:lnTo>
                <a:lnTo>
                  <a:pt x="178118" y="75419"/>
                </a:lnTo>
                <a:lnTo>
                  <a:pt x="178118" y="94269"/>
                </a:lnTo>
                <a:lnTo>
                  <a:pt x="178118" y="113128"/>
                </a:lnTo>
                <a:lnTo>
                  <a:pt x="178118" y="131978"/>
                </a:lnTo>
                <a:lnTo>
                  <a:pt x="178118" y="150828"/>
                </a:lnTo>
                <a:lnTo>
                  <a:pt x="178118" y="169688"/>
                </a:lnTo>
                <a:lnTo>
                  <a:pt x="178118" y="188538"/>
                </a:lnTo>
                <a:lnTo>
                  <a:pt x="178118" y="207397"/>
                </a:lnTo>
                <a:lnTo>
                  <a:pt x="178118" y="226247"/>
                </a:lnTo>
                <a:lnTo>
                  <a:pt x="178118" y="245097"/>
                </a:lnTo>
                <a:lnTo>
                  <a:pt x="178118" y="263957"/>
                </a:lnTo>
                <a:lnTo>
                  <a:pt x="178118" y="282807"/>
                </a:lnTo>
                <a:lnTo>
                  <a:pt x="178118" y="301666"/>
                </a:lnTo>
                <a:lnTo>
                  <a:pt x="167726" y="314173"/>
                </a:lnTo>
                <a:lnTo>
                  <a:pt x="150952" y="322783"/>
                </a:lnTo>
                <a:lnTo>
                  <a:pt x="134179" y="331394"/>
                </a:lnTo>
                <a:lnTo>
                  <a:pt x="117415" y="340004"/>
                </a:lnTo>
                <a:lnTo>
                  <a:pt x="100641" y="348615"/>
                </a:lnTo>
                <a:lnTo>
                  <a:pt x="83868" y="357226"/>
                </a:lnTo>
                <a:lnTo>
                  <a:pt x="67094" y="365836"/>
                </a:lnTo>
                <a:lnTo>
                  <a:pt x="50321" y="374447"/>
                </a:lnTo>
                <a:lnTo>
                  <a:pt x="33547" y="383057"/>
                </a:lnTo>
                <a:lnTo>
                  <a:pt x="16774" y="391668"/>
                </a:lnTo>
                <a:lnTo>
                  <a:pt x="0" y="400279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D02AC4A8-C431-43C9-AD8C-6D29EC45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6513" y="3088958"/>
            <a:ext cx="1654226" cy="91440"/>
          </a:xfrm>
          <a:custGeom xmlns:a="http://schemas.openxmlformats.org/drawingml/2006/main">
            <a:pathLst>
              <a:path w="1654226" h="91440">
                <a:moveTo>
                  <a:pt x="0" y="91440"/>
                </a:moveTo>
                <a:lnTo>
                  <a:pt x="19040" y="91440"/>
                </a:lnTo>
                <a:lnTo>
                  <a:pt x="38090" y="91440"/>
                </a:lnTo>
                <a:lnTo>
                  <a:pt x="57131" y="91440"/>
                </a:lnTo>
                <a:lnTo>
                  <a:pt x="76181" y="91440"/>
                </a:lnTo>
                <a:lnTo>
                  <a:pt x="95221" y="91440"/>
                </a:lnTo>
                <a:lnTo>
                  <a:pt x="114271" y="91440"/>
                </a:lnTo>
                <a:lnTo>
                  <a:pt x="133312" y="91440"/>
                </a:lnTo>
                <a:lnTo>
                  <a:pt x="152362" y="91440"/>
                </a:lnTo>
                <a:lnTo>
                  <a:pt x="171402" y="91440"/>
                </a:lnTo>
                <a:lnTo>
                  <a:pt x="190452" y="91440"/>
                </a:lnTo>
                <a:lnTo>
                  <a:pt x="209493" y="91440"/>
                </a:lnTo>
                <a:lnTo>
                  <a:pt x="228533" y="91440"/>
                </a:lnTo>
                <a:lnTo>
                  <a:pt x="247583" y="91440"/>
                </a:lnTo>
                <a:lnTo>
                  <a:pt x="266624" y="91440"/>
                </a:lnTo>
                <a:lnTo>
                  <a:pt x="285674" y="91440"/>
                </a:lnTo>
                <a:lnTo>
                  <a:pt x="304714" y="91440"/>
                </a:lnTo>
                <a:lnTo>
                  <a:pt x="323764" y="91440"/>
                </a:lnTo>
                <a:lnTo>
                  <a:pt x="342805" y="91440"/>
                </a:lnTo>
                <a:lnTo>
                  <a:pt x="361855" y="91440"/>
                </a:lnTo>
                <a:lnTo>
                  <a:pt x="380895" y="91440"/>
                </a:lnTo>
                <a:lnTo>
                  <a:pt x="399945" y="91440"/>
                </a:lnTo>
                <a:lnTo>
                  <a:pt x="418986" y="91440"/>
                </a:lnTo>
                <a:lnTo>
                  <a:pt x="438026" y="91440"/>
                </a:lnTo>
                <a:lnTo>
                  <a:pt x="457076" y="91440"/>
                </a:lnTo>
                <a:lnTo>
                  <a:pt x="476117" y="91440"/>
                </a:lnTo>
                <a:lnTo>
                  <a:pt x="495167" y="91440"/>
                </a:lnTo>
                <a:lnTo>
                  <a:pt x="514207" y="91440"/>
                </a:lnTo>
                <a:lnTo>
                  <a:pt x="533257" y="91440"/>
                </a:lnTo>
                <a:lnTo>
                  <a:pt x="552298" y="91440"/>
                </a:lnTo>
                <a:lnTo>
                  <a:pt x="571348" y="91440"/>
                </a:lnTo>
                <a:lnTo>
                  <a:pt x="590388" y="91440"/>
                </a:lnTo>
                <a:lnTo>
                  <a:pt x="609438" y="91440"/>
                </a:lnTo>
                <a:lnTo>
                  <a:pt x="628479" y="91440"/>
                </a:lnTo>
                <a:lnTo>
                  <a:pt x="647519" y="91440"/>
                </a:lnTo>
                <a:lnTo>
                  <a:pt x="666569" y="91440"/>
                </a:lnTo>
                <a:lnTo>
                  <a:pt x="685610" y="91440"/>
                </a:lnTo>
                <a:lnTo>
                  <a:pt x="704660" y="91440"/>
                </a:lnTo>
                <a:lnTo>
                  <a:pt x="723700" y="91440"/>
                </a:lnTo>
                <a:lnTo>
                  <a:pt x="742750" y="91440"/>
                </a:lnTo>
                <a:lnTo>
                  <a:pt x="761790" y="91440"/>
                </a:lnTo>
                <a:lnTo>
                  <a:pt x="780840" y="91440"/>
                </a:lnTo>
                <a:lnTo>
                  <a:pt x="799881" y="91440"/>
                </a:lnTo>
                <a:lnTo>
                  <a:pt x="818931" y="91440"/>
                </a:lnTo>
                <a:lnTo>
                  <a:pt x="837971" y="91440"/>
                </a:lnTo>
                <a:lnTo>
                  <a:pt x="857012" y="91440"/>
                </a:lnTo>
                <a:lnTo>
                  <a:pt x="876062" y="91440"/>
                </a:lnTo>
                <a:lnTo>
                  <a:pt x="895102" y="91440"/>
                </a:lnTo>
                <a:lnTo>
                  <a:pt x="914152" y="91440"/>
                </a:lnTo>
                <a:lnTo>
                  <a:pt x="933193" y="91440"/>
                </a:lnTo>
                <a:lnTo>
                  <a:pt x="952243" y="91440"/>
                </a:lnTo>
                <a:lnTo>
                  <a:pt x="971283" y="91440"/>
                </a:lnTo>
                <a:lnTo>
                  <a:pt x="990333" y="91440"/>
                </a:lnTo>
                <a:lnTo>
                  <a:pt x="1009374" y="91440"/>
                </a:lnTo>
                <a:lnTo>
                  <a:pt x="1028424" y="91440"/>
                </a:lnTo>
                <a:lnTo>
                  <a:pt x="1047464" y="91440"/>
                </a:lnTo>
                <a:lnTo>
                  <a:pt x="1066505" y="91440"/>
                </a:lnTo>
                <a:lnTo>
                  <a:pt x="1085555" y="91440"/>
                </a:lnTo>
                <a:lnTo>
                  <a:pt x="1104595" y="91440"/>
                </a:lnTo>
                <a:lnTo>
                  <a:pt x="1123645" y="91440"/>
                </a:lnTo>
                <a:lnTo>
                  <a:pt x="1142686" y="91440"/>
                </a:lnTo>
                <a:lnTo>
                  <a:pt x="1161736" y="91440"/>
                </a:lnTo>
                <a:lnTo>
                  <a:pt x="1180776" y="91440"/>
                </a:lnTo>
                <a:lnTo>
                  <a:pt x="1199826" y="91440"/>
                </a:lnTo>
                <a:lnTo>
                  <a:pt x="1218867" y="91440"/>
                </a:lnTo>
                <a:lnTo>
                  <a:pt x="1237917" y="91440"/>
                </a:lnTo>
                <a:lnTo>
                  <a:pt x="1256957" y="91440"/>
                </a:lnTo>
                <a:lnTo>
                  <a:pt x="1276007" y="91440"/>
                </a:lnTo>
                <a:lnTo>
                  <a:pt x="1295048" y="91440"/>
                </a:lnTo>
                <a:lnTo>
                  <a:pt x="1314088" y="91440"/>
                </a:lnTo>
                <a:lnTo>
                  <a:pt x="1333138" y="91440"/>
                </a:lnTo>
                <a:lnTo>
                  <a:pt x="1352179" y="91440"/>
                </a:lnTo>
                <a:lnTo>
                  <a:pt x="1371229" y="91440"/>
                </a:lnTo>
                <a:lnTo>
                  <a:pt x="1390269" y="91440"/>
                </a:lnTo>
                <a:lnTo>
                  <a:pt x="1409319" y="91440"/>
                </a:lnTo>
                <a:lnTo>
                  <a:pt x="1428359" y="91440"/>
                </a:lnTo>
                <a:lnTo>
                  <a:pt x="1447409" y="91440"/>
                </a:lnTo>
                <a:lnTo>
                  <a:pt x="1466450" y="91440"/>
                </a:lnTo>
                <a:lnTo>
                  <a:pt x="1484805" y="88583"/>
                </a:lnTo>
                <a:lnTo>
                  <a:pt x="1501750" y="79886"/>
                </a:lnTo>
                <a:lnTo>
                  <a:pt x="1518685" y="71180"/>
                </a:lnTo>
                <a:lnTo>
                  <a:pt x="1535630" y="62484"/>
                </a:lnTo>
                <a:lnTo>
                  <a:pt x="1552575" y="53788"/>
                </a:lnTo>
                <a:lnTo>
                  <a:pt x="1569520" y="45091"/>
                </a:lnTo>
                <a:lnTo>
                  <a:pt x="1586455" y="36395"/>
                </a:lnTo>
                <a:lnTo>
                  <a:pt x="1603400" y="27699"/>
                </a:lnTo>
                <a:lnTo>
                  <a:pt x="1620345" y="18993"/>
                </a:lnTo>
                <a:lnTo>
                  <a:pt x="1637290" y="10297"/>
                </a:lnTo>
                <a:lnTo>
                  <a:pt x="1654226" y="1600"/>
                </a:lnTo>
                <a:lnTo>
                  <a:pt x="1641815" y="0"/>
                </a:lnTo>
                <a:lnTo>
                  <a:pt x="1622765" y="0"/>
                </a:lnTo>
                <a:lnTo>
                  <a:pt x="1603724" y="0"/>
                </a:lnTo>
                <a:lnTo>
                  <a:pt x="1584674" y="0"/>
                </a:lnTo>
                <a:lnTo>
                  <a:pt x="1565634" y="0"/>
                </a:lnTo>
                <a:lnTo>
                  <a:pt x="1546584" y="0"/>
                </a:lnTo>
                <a:lnTo>
                  <a:pt x="1527543" y="0"/>
                </a:lnTo>
                <a:lnTo>
                  <a:pt x="1508493" y="0"/>
                </a:lnTo>
                <a:lnTo>
                  <a:pt x="1489453" y="0"/>
                </a:lnTo>
                <a:lnTo>
                  <a:pt x="1470412" y="0"/>
                </a:lnTo>
                <a:lnTo>
                  <a:pt x="1451362" y="0"/>
                </a:lnTo>
                <a:lnTo>
                  <a:pt x="1432322" y="0"/>
                </a:lnTo>
                <a:lnTo>
                  <a:pt x="1413272" y="0"/>
                </a:lnTo>
                <a:lnTo>
                  <a:pt x="1394231" y="0"/>
                </a:lnTo>
                <a:lnTo>
                  <a:pt x="1375181" y="0"/>
                </a:lnTo>
                <a:lnTo>
                  <a:pt x="1356141" y="0"/>
                </a:lnTo>
                <a:lnTo>
                  <a:pt x="1337091" y="0"/>
                </a:lnTo>
                <a:lnTo>
                  <a:pt x="1318050" y="0"/>
                </a:lnTo>
                <a:lnTo>
                  <a:pt x="1299000" y="0"/>
                </a:lnTo>
                <a:lnTo>
                  <a:pt x="1279960" y="0"/>
                </a:lnTo>
                <a:lnTo>
                  <a:pt x="1260920" y="0"/>
                </a:lnTo>
                <a:lnTo>
                  <a:pt x="1241870" y="0"/>
                </a:lnTo>
                <a:lnTo>
                  <a:pt x="1222829" y="0"/>
                </a:lnTo>
                <a:lnTo>
                  <a:pt x="1203779" y="0"/>
                </a:lnTo>
                <a:lnTo>
                  <a:pt x="1184739" y="0"/>
                </a:lnTo>
                <a:lnTo>
                  <a:pt x="1165689" y="0"/>
                </a:lnTo>
                <a:lnTo>
                  <a:pt x="1146648" y="0"/>
                </a:lnTo>
                <a:lnTo>
                  <a:pt x="1127598" y="0"/>
                </a:lnTo>
                <a:lnTo>
                  <a:pt x="1108558" y="0"/>
                </a:lnTo>
                <a:lnTo>
                  <a:pt x="1089508" y="0"/>
                </a:lnTo>
                <a:lnTo>
                  <a:pt x="1070467" y="0"/>
                </a:lnTo>
                <a:lnTo>
                  <a:pt x="1051427" y="0"/>
                </a:lnTo>
                <a:lnTo>
                  <a:pt x="1032377" y="0"/>
                </a:lnTo>
                <a:lnTo>
                  <a:pt x="1013336" y="0"/>
                </a:lnTo>
                <a:lnTo>
                  <a:pt x="994286" y="0"/>
                </a:lnTo>
                <a:lnTo>
                  <a:pt x="975246" y="0"/>
                </a:lnTo>
                <a:lnTo>
                  <a:pt x="956196" y="0"/>
                </a:lnTo>
                <a:lnTo>
                  <a:pt x="937155" y="0"/>
                </a:lnTo>
                <a:lnTo>
                  <a:pt x="918105" y="0"/>
                </a:lnTo>
                <a:lnTo>
                  <a:pt x="899065" y="0"/>
                </a:lnTo>
                <a:lnTo>
                  <a:pt x="880015" y="0"/>
                </a:lnTo>
                <a:lnTo>
                  <a:pt x="860974" y="0"/>
                </a:lnTo>
                <a:lnTo>
                  <a:pt x="841934" y="0"/>
                </a:lnTo>
                <a:lnTo>
                  <a:pt x="822884" y="0"/>
                </a:lnTo>
                <a:lnTo>
                  <a:pt x="803843" y="0"/>
                </a:lnTo>
                <a:lnTo>
                  <a:pt x="784793" y="0"/>
                </a:lnTo>
                <a:lnTo>
                  <a:pt x="765753" y="0"/>
                </a:lnTo>
                <a:lnTo>
                  <a:pt x="746703" y="0"/>
                </a:lnTo>
                <a:lnTo>
                  <a:pt x="727662" y="0"/>
                </a:lnTo>
                <a:lnTo>
                  <a:pt x="708612" y="0"/>
                </a:lnTo>
                <a:lnTo>
                  <a:pt x="689572" y="0"/>
                </a:lnTo>
                <a:lnTo>
                  <a:pt x="670522" y="0"/>
                </a:lnTo>
                <a:lnTo>
                  <a:pt x="651481" y="0"/>
                </a:lnTo>
                <a:lnTo>
                  <a:pt x="632441" y="0"/>
                </a:lnTo>
                <a:lnTo>
                  <a:pt x="613391" y="0"/>
                </a:lnTo>
                <a:lnTo>
                  <a:pt x="594350" y="0"/>
                </a:lnTo>
                <a:lnTo>
                  <a:pt x="575300" y="0"/>
                </a:lnTo>
                <a:lnTo>
                  <a:pt x="556260" y="0"/>
                </a:lnTo>
                <a:lnTo>
                  <a:pt x="537210" y="0"/>
                </a:lnTo>
                <a:lnTo>
                  <a:pt x="518170" y="0"/>
                </a:lnTo>
                <a:lnTo>
                  <a:pt x="499120" y="0"/>
                </a:lnTo>
                <a:lnTo>
                  <a:pt x="480079" y="0"/>
                </a:lnTo>
                <a:lnTo>
                  <a:pt x="461029" y="0"/>
                </a:lnTo>
                <a:lnTo>
                  <a:pt x="441989" y="0"/>
                </a:lnTo>
                <a:lnTo>
                  <a:pt x="422948" y="0"/>
                </a:lnTo>
                <a:lnTo>
                  <a:pt x="403898" y="0"/>
                </a:lnTo>
                <a:lnTo>
                  <a:pt x="384858" y="0"/>
                </a:lnTo>
                <a:lnTo>
                  <a:pt x="365808" y="0"/>
                </a:lnTo>
                <a:lnTo>
                  <a:pt x="346767" y="0"/>
                </a:lnTo>
                <a:lnTo>
                  <a:pt x="327717" y="0"/>
                </a:lnTo>
                <a:lnTo>
                  <a:pt x="308677" y="0"/>
                </a:lnTo>
                <a:lnTo>
                  <a:pt x="289627" y="0"/>
                </a:lnTo>
                <a:lnTo>
                  <a:pt x="270586" y="0"/>
                </a:lnTo>
                <a:lnTo>
                  <a:pt x="252498" y="5791"/>
                </a:lnTo>
                <a:lnTo>
                  <a:pt x="234458" y="11906"/>
                </a:lnTo>
                <a:lnTo>
                  <a:pt x="216427" y="18021"/>
                </a:lnTo>
                <a:lnTo>
                  <a:pt x="198387" y="24146"/>
                </a:lnTo>
                <a:lnTo>
                  <a:pt x="180356" y="30261"/>
                </a:lnTo>
                <a:lnTo>
                  <a:pt x="162316" y="36376"/>
                </a:lnTo>
                <a:lnTo>
                  <a:pt x="144285" y="42501"/>
                </a:lnTo>
                <a:lnTo>
                  <a:pt x="126244" y="48616"/>
                </a:lnTo>
                <a:lnTo>
                  <a:pt x="108214" y="54731"/>
                </a:lnTo>
                <a:lnTo>
                  <a:pt x="90173" y="60846"/>
                </a:lnTo>
                <a:lnTo>
                  <a:pt x="72142" y="66970"/>
                </a:lnTo>
                <a:lnTo>
                  <a:pt x="54102" y="73085"/>
                </a:lnTo>
                <a:lnTo>
                  <a:pt x="36071" y="79200"/>
                </a:lnTo>
                <a:lnTo>
                  <a:pt x="18031" y="85325"/>
                </a:lnTo>
                <a:lnTo>
                  <a:pt x="0" y="91440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B076F587-8B81-4409-8C10-AC79F91F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5568" y="3088958"/>
            <a:ext cx="1543050" cy="91440"/>
          </a:xfrm>
          <a:custGeom xmlns:a="http://schemas.openxmlformats.org/drawingml/2006/main">
            <a:pathLst>
              <a:path w="1543050" h="91440">
                <a:moveTo>
                  <a:pt x="0" y="91440"/>
                </a:moveTo>
                <a:lnTo>
                  <a:pt x="18850" y="91440"/>
                </a:lnTo>
                <a:lnTo>
                  <a:pt x="37709" y="91440"/>
                </a:lnTo>
                <a:lnTo>
                  <a:pt x="56559" y="91440"/>
                </a:lnTo>
                <a:lnTo>
                  <a:pt x="75409" y="91440"/>
                </a:lnTo>
                <a:lnTo>
                  <a:pt x="94269" y="91440"/>
                </a:lnTo>
                <a:lnTo>
                  <a:pt x="113119" y="91440"/>
                </a:lnTo>
                <a:lnTo>
                  <a:pt x="131978" y="91440"/>
                </a:lnTo>
                <a:lnTo>
                  <a:pt x="150828" y="91440"/>
                </a:lnTo>
                <a:lnTo>
                  <a:pt x="169678" y="91440"/>
                </a:lnTo>
                <a:lnTo>
                  <a:pt x="188538" y="91440"/>
                </a:lnTo>
                <a:lnTo>
                  <a:pt x="207388" y="91440"/>
                </a:lnTo>
                <a:lnTo>
                  <a:pt x="226238" y="91440"/>
                </a:lnTo>
                <a:lnTo>
                  <a:pt x="245097" y="91440"/>
                </a:lnTo>
                <a:lnTo>
                  <a:pt x="263947" y="91440"/>
                </a:lnTo>
                <a:lnTo>
                  <a:pt x="282807" y="91440"/>
                </a:lnTo>
                <a:lnTo>
                  <a:pt x="301657" y="91440"/>
                </a:lnTo>
                <a:lnTo>
                  <a:pt x="320507" y="91440"/>
                </a:lnTo>
                <a:lnTo>
                  <a:pt x="339366" y="91440"/>
                </a:lnTo>
                <a:lnTo>
                  <a:pt x="358216" y="91440"/>
                </a:lnTo>
                <a:lnTo>
                  <a:pt x="377066" y="91440"/>
                </a:lnTo>
                <a:lnTo>
                  <a:pt x="395926" y="91440"/>
                </a:lnTo>
                <a:lnTo>
                  <a:pt x="414776" y="91440"/>
                </a:lnTo>
                <a:lnTo>
                  <a:pt x="433626" y="91440"/>
                </a:lnTo>
                <a:lnTo>
                  <a:pt x="452485" y="91440"/>
                </a:lnTo>
                <a:lnTo>
                  <a:pt x="471335" y="91440"/>
                </a:lnTo>
                <a:lnTo>
                  <a:pt x="490195" y="91440"/>
                </a:lnTo>
                <a:lnTo>
                  <a:pt x="509045" y="91440"/>
                </a:lnTo>
                <a:lnTo>
                  <a:pt x="527895" y="91440"/>
                </a:lnTo>
                <a:lnTo>
                  <a:pt x="546754" y="91440"/>
                </a:lnTo>
                <a:lnTo>
                  <a:pt x="565604" y="91440"/>
                </a:lnTo>
                <a:lnTo>
                  <a:pt x="584454" y="91440"/>
                </a:lnTo>
                <a:lnTo>
                  <a:pt x="603314" y="91440"/>
                </a:lnTo>
                <a:lnTo>
                  <a:pt x="622163" y="91440"/>
                </a:lnTo>
                <a:lnTo>
                  <a:pt x="641023" y="91440"/>
                </a:lnTo>
                <a:lnTo>
                  <a:pt x="659873" y="91440"/>
                </a:lnTo>
                <a:lnTo>
                  <a:pt x="678723" y="91440"/>
                </a:lnTo>
                <a:lnTo>
                  <a:pt x="697582" y="91440"/>
                </a:lnTo>
                <a:lnTo>
                  <a:pt x="716432" y="91440"/>
                </a:lnTo>
                <a:lnTo>
                  <a:pt x="735282" y="91440"/>
                </a:lnTo>
                <a:lnTo>
                  <a:pt x="754142" y="91440"/>
                </a:lnTo>
                <a:lnTo>
                  <a:pt x="772992" y="91440"/>
                </a:lnTo>
                <a:lnTo>
                  <a:pt x="791842" y="91440"/>
                </a:lnTo>
                <a:lnTo>
                  <a:pt x="810701" y="91440"/>
                </a:lnTo>
                <a:lnTo>
                  <a:pt x="829551" y="91440"/>
                </a:lnTo>
                <a:lnTo>
                  <a:pt x="848411" y="91440"/>
                </a:lnTo>
                <a:lnTo>
                  <a:pt x="867261" y="91440"/>
                </a:lnTo>
                <a:lnTo>
                  <a:pt x="886111" y="91440"/>
                </a:lnTo>
                <a:lnTo>
                  <a:pt x="904970" y="91440"/>
                </a:lnTo>
                <a:lnTo>
                  <a:pt x="923820" y="91440"/>
                </a:lnTo>
                <a:lnTo>
                  <a:pt x="942670" y="91440"/>
                </a:lnTo>
                <a:lnTo>
                  <a:pt x="961530" y="91440"/>
                </a:lnTo>
                <a:lnTo>
                  <a:pt x="980380" y="91440"/>
                </a:lnTo>
                <a:lnTo>
                  <a:pt x="999239" y="91440"/>
                </a:lnTo>
                <a:lnTo>
                  <a:pt x="1018089" y="91440"/>
                </a:lnTo>
                <a:lnTo>
                  <a:pt x="1036939" y="91440"/>
                </a:lnTo>
                <a:lnTo>
                  <a:pt x="1055799" y="91440"/>
                </a:lnTo>
                <a:lnTo>
                  <a:pt x="1074649" y="91440"/>
                </a:lnTo>
                <a:lnTo>
                  <a:pt x="1093499" y="91440"/>
                </a:lnTo>
                <a:lnTo>
                  <a:pt x="1112358" y="91440"/>
                </a:lnTo>
                <a:lnTo>
                  <a:pt x="1131208" y="91440"/>
                </a:lnTo>
                <a:lnTo>
                  <a:pt x="1150058" y="91440"/>
                </a:lnTo>
                <a:lnTo>
                  <a:pt x="1168918" y="91440"/>
                </a:lnTo>
                <a:lnTo>
                  <a:pt x="1187768" y="91440"/>
                </a:lnTo>
                <a:lnTo>
                  <a:pt x="1206627" y="91440"/>
                </a:lnTo>
                <a:lnTo>
                  <a:pt x="1225477" y="91440"/>
                </a:lnTo>
                <a:lnTo>
                  <a:pt x="1244327" y="91440"/>
                </a:lnTo>
                <a:lnTo>
                  <a:pt x="1263186" y="91440"/>
                </a:lnTo>
                <a:lnTo>
                  <a:pt x="1282036" y="91440"/>
                </a:lnTo>
                <a:lnTo>
                  <a:pt x="1300886" y="91440"/>
                </a:lnTo>
                <a:lnTo>
                  <a:pt x="1319746" y="91440"/>
                </a:lnTo>
                <a:lnTo>
                  <a:pt x="1338596" y="91440"/>
                </a:lnTo>
                <a:lnTo>
                  <a:pt x="1357455" y="91440"/>
                </a:lnTo>
                <a:lnTo>
                  <a:pt x="1374772" y="85020"/>
                </a:lnTo>
                <a:lnTo>
                  <a:pt x="1391603" y="76524"/>
                </a:lnTo>
                <a:lnTo>
                  <a:pt x="1408433" y="68018"/>
                </a:lnTo>
                <a:lnTo>
                  <a:pt x="1425254" y="59512"/>
                </a:lnTo>
                <a:lnTo>
                  <a:pt x="1442085" y="51016"/>
                </a:lnTo>
                <a:lnTo>
                  <a:pt x="1458916" y="42510"/>
                </a:lnTo>
                <a:lnTo>
                  <a:pt x="1475737" y="34014"/>
                </a:lnTo>
                <a:lnTo>
                  <a:pt x="1492568" y="25508"/>
                </a:lnTo>
                <a:lnTo>
                  <a:pt x="1509398" y="17002"/>
                </a:lnTo>
                <a:lnTo>
                  <a:pt x="1526219" y="8506"/>
                </a:lnTo>
                <a:lnTo>
                  <a:pt x="154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AB58336E-984C-4BDA-B569-259B0E4D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0363" y="3088958"/>
            <a:ext cx="12782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FDB9F2B3-D5D2-4C25-B178-A40EA7A1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4978" y="2778633"/>
            <a:ext cx="85725" cy="148199"/>
          </a:xfrm>
          <a:custGeom xmlns:a="http://schemas.openxmlformats.org/drawingml/2006/main">
            <a:pathLst>
              <a:path w="85725" h="148199">
                <a:moveTo>
                  <a:pt x="0" y="69342"/>
                </a:moveTo>
                <a:lnTo>
                  <a:pt x="0" y="81372"/>
                </a:lnTo>
                <a:lnTo>
                  <a:pt x="0" y="93412"/>
                </a:lnTo>
                <a:lnTo>
                  <a:pt x="0" y="105442"/>
                </a:lnTo>
                <a:lnTo>
                  <a:pt x="0" y="117472"/>
                </a:lnTo>
                <a:lnTo>
                  <a:pt x="0" y="129511"/>
                </a:lnTo>
                <a:lnTo>
                  <a:pt x="0" y="141542"/>
                </a:lnTo>
                <a:lnTo>
                  <a:pt x="2515" y="148199"/>
                </a:lnTo>
                <a:lnTo>
                  <a:pt x="11763" y="140494"/>
                </a:lnTo>
                <a:lnTo>
                  <a:pt x="21012" y="132798"/>
                </a:lnTo>
                <a:lnTo>
                  <a:pt x="30251" y="125092"/>
                </a:lnTo>
                <a:lnTo>
                  <a:pt x="39500" y="117386"/>
                </a:lnTo>
                <a:lnTo>
                  <a:pt x="48749" y="109680"/>
                </a:lnTo>
                <a:lnTo>
                  <a:pt x="57988" y="101975"/>
                </a:lnTo>
                <a:lnTo>
                  <a:pt x="67237" y="94269"/>
                </a:lnTo>
                <a:lnTo>
                  <a:pt x="76476" y="86563"/>
                </a:lnTo>
                <a:lnTo>
                  <a:pt x="85725" y="78867"/>
                </a:lnTo>
                <a:lnTo>
                  <a:pt x="85725" y="66827"/>
                </a:lnTo>
                <a:lnTo>
                  <a:pt x="85725" y="54797"/>
                </a:lnTo>
                <a:lnTo>
                  <a:pt x="85725" y="42758"/>
                </a:lnTo>
                <a:lnTo>
                  <a:pt x="85725" y="30728"/>
                </a:lnTo>
                <a:lnTo>
                  <a:pt x="85725" y="18688"/>
                </a:lnTo>
                <a:lnTo>
                  <a:pt x="85725" y="6658"/>
                </a:lnTo>
                <a:lnTo>
                  <a:pt x="83210" y="0"/>
                </a:lnTo>
                <a:lnTo>
                  <a:pt x="73962" y="7706"/>
                </a:lnTo>
                <a:lnTo>
                  <a:pt x="64713" y="15411"/>
                </a:lnTo>
                <a:lnTo>
                  <a:pt x="55474" y="23117"/>
                </a:lnTo>
                <a:lnTo>
                  <a:pt x="46225" y="30813"/>
                </a:lnTo>
                <a:lnTo>
                  <a:pt x="36976" y="38519"/>
                </a:lnTo>
                <a:lnTo>
                  <a:pt x="27737" y="46225"/>
                </a:lnTo>
                <a:lnTo>
                  <a:pt x="18488" y="53931"/>
                </a:lnTo>
                <a:lnTo>
                  <a:pt x="9249" y="61636"/>
                </a:lnTo>
                <a:lnTo>
                  <a:pt x="0" y="69342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0C355A45-E838-4490-8114-81FCCDC8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5745" y="2776538"/>
            <a:ext cx="1561500" cy="71438"/>
          </a:xfrm>
          <a:custGeom xmlns:a="http://schemas.openxmlformats.org/drawingml/2006/main">
            <a:pathLst>
              <a:path w="1561500" h="71438">
                <a:moveTo>
                  <a:pt x="0" y="71438"/>
                </a:moveTo>
                <a:lnTo>
                  <a:pt x="18983" y="71438"/>
                </a:lnTo>
                <a:lnTo>
                  <a:pt x="37957" y="71438"/>
                </a:lnTo>
                <a:lnTo>
                  <a:pt x="56940" y="71438"/>
                </a:lnTo>
                <a:lnTo>
                  <a:pt x="75914" y="71438"/>
                </a:lnTo>
                <a:lnTo>
                  <a:pt x="94898" y="71438"/>
                </a:lnTo>
                <a:lnTo>
                  <a:pt x="113881" y="71438"/>
                </a:lnTo>
                <a:lnTo>
                  <a:pt x="132855" y="71438"/>
                </a:lnTo>
                <a:lnTo>
                  <a:pt x="151838" y="71438"/>
                </a:lnTo>
                <a:lnTo>
                  <a:pt x="170812" y="71438"/>
                </a:lnTo>
                <a:lnTo>
                  <a:pt x="189795" y="71438"/>
                </a:lnTo>
                <a:lnTo>
                  <a:pt x="208778" y="71438"/>
                </a:lnTo>
                <a:lnTo>
                  <a:pt x="227752" y="71438"/>
                </a:lnTo>
                <a:lnTo>
                  <a:pt x="246736" y="71438"/>
                </a:lnTo>
                <a:lnTo>
                  <a:pt x="265709" y="71438"/>
                </a:lnTo>
                <a:lnTo>
                  <a:pt x="284693" y="71438"/>
                </a:lnTo>
                <a:lnTo>
                  <a:pt x="303676" y="71438"/>
                </a:lnTo>
                <a:lnTo>
                  <a:pt x="322650" y="71438"/>
                </a:lnTo>
                <a:lnTo>
                  <a:pt x="341633" y="71438"/>
                </a:lnTo>
                <a:lnTo>
                  <a:pt x="360607" y="71438"/>
                </a:lnTo>
                <a:lnTo>
                  <a:pt x="379590" y="71438"/>
                </a:lnTo>
                <a:lnTo>
                  <a:pt x="398564" y="71438"/>
                </a:lnTo>
                <a:lnTo>
                  <a:pt x="417547" y="71438"/>
                </a:lnTo>
                <a:lnTo>
                  <a:pt x="436531" y="71438"/>
                </a:lnTo>
                <a:lnTo>
                  <a:pt x="455505" y="71438"/>
                </a:lnTo>
                <a:lnTo>
                  <a:pt x="474488" y="71438"/>
                </a:lnTo>
                <a:lnTo>
                  <a:pt x="493462" y="71438"/>
                </a:lnTo>
                <a:lnTo>
                  <a:pt x="512445" y="71438"/>
                </a:lnTo>
                <a:lnTo>
                  <a:pt x="531428" y="71438"/>
                </a:lnTo>
                <a:lnTo>
                  <a:pt x="550402" y="71438"/>
                </a:lnTo>
                <a:lnTo>
                  <a:pt x="569385" y="71438"/>
                </a:lnTo>
                <a:lnTo>
                  <a:pt x="588359" y="71438"/>
                </a:lnTo>
                <a:lnTo>
                  <a:pt x="607343" y="71438"/>
                </a:lnTo>
                <a:lnTo>
                  <a:pt x="626326" y="71438"/>
                </a:lnTo>
                <a:lnTo>
                  <a:pt x="645300" y="71438"/>
                </a:lnTo>
                <a:lnTo>
                  <a:pt x="664283" y="71438"/>
                </a:lnTo>
                <a:lnTo>
                  <a:pt x="683257" y="71438"/>
                </a:lnTo>
                <a:lnTo>
                  <a:pt x="702240" y="71438"/>
                </a:lnTo>
                <a:lnTo>
                  <a:pt x="721223" y="71438"/>
                </a:lnTo>
                <a:lnTo>
                  <a:pt x="740197" y="71438"/>
                </a:lnTo>
                <a:lnTo>
                  <a:pt x="759181" y="71438"/>
                </a:lnTo>
                <a:lnTo>
                  <a:pt x="778154" y="71438"/>
                </a:lnTo>
                <a:lnTo>
                  <a:pt x="797138" y="71438"/>
                </a:lnTo>
                <a:lnTo>
                  <a:pt x="816121" y="71438"/>
                </a:lnTo>
                <a:lnTo>
                  <a:pt x="835095" y="71438"/>
                </a:lnTo>
                <a:lnTo>
                  <a:pt x="854078" y="71438"/>
                </a:lnTo>
                <a:lnTo>
                  <a:pt x="873052" y="71438"/>
                </a:lnTo>
                <a:lnTo>
                  <a:pt x="892035" y="71438"/>
                </a:lnTo>
                <a:lnTo>
                  <a:pt x="911019" y="71438"/>
                </a:lnTo>
                <a:lnTo>
                  <a:pt x="929992" y="71438"/>
                </a:lnTo>
                <a:lnTo>
                  <a:pt x="948976" y="71438"/>
                </a:lnTo>
                <a:lnTo>
                  <a:pt x="967950" y="71438"/>
                </a:lnTo>
                <a:lnTo>
                  <a:pt x="986933" y="71438"/>
                </a:lnTo>
                <a:lnTo>
                  <a:pt x="1005916" y="71438"/>
                </a:lnTo>
                <a:lnTo>
                  <a:pt x="1024890" y="71438"/>
                </a:lnTo>
                <a:lnTo>
                  <a:pt x="1043873" y="71438"/>
                </a:lnTo>
                <a:lnTo>
                  <a:pt x="1062847" y="71438"/>
                </a:lnTo>
                <a:lnTo>
                  <a:pt x="1081830" y="71438"/>
                </a:lnTo>
                <a:lnTo>
                  <a:pt x="1100804" y="71438"/>
                </a:lnTo>
                <a:lnTo>
                  <a:pt x="1119788" y="71438"/>
                </a:lnTo>
                <a:lnTo>
                  <a:pt x="1138771" y="71438"/>
                </a:lnTo>
                <a:lnTo>
                  <a:pt x="1157745" y="71438"/>
                </a:lnTo>
                <a:lnTo>
                  <a:pt x="1176728" y="71438"/>
                </a:lnTo>
                <a:lnTo>
                  <a:pt x="1195702" y="71438"/>
                </a:lnTo>
                <a:lnTo>
                  <a:pt x="1214685" y="71438"/>
                </a:lnTo>
                <a:lnTo>
                  <a:pt x="1233668" y="71438"/>
                </a:lnTo>
                <a:lnTo>
                  <a:pt x="1252642" y="71438"/>
                </a:lnTo>
                <a:lnTo>
                  <a:pt x="1271626" y="71438"/>
                </a:lnTo>
                <a:lnTo>
                  <a:pt x="1290599" y="71438"/>
                </a:lnTo>
                <a:lnTo>
                  <a:pt x="1309583" y="71438"/>
                </a:lnTo>
                <a:lnTo>
                  <a:pt x="1328566" y="71438"/>
                </a:lnTo>
                <a:lnTo>
                  <a:pt x="1347540" y="71438"/>
                </a:lnTo>
                <a:lnTo>
                  <a:pt x="1366523" y="71438"/>
                </a:lnTo>
                <a:lnTo>
                  <a:pt x="1385497" y="71438"/>
                </a:lnTo>
                <a:lnTo>
                  <a:pt x="1404480" y="71438"/>
                </a:lnTo>
                <a:lnTo>
                  <a:pt x="1423464" y="71438"/>
                </a:lnTo>
                <a:lnTo>
                  <a:pt x="1442437" y="71438"/>
                </a:lnTo>
                <a:lnTo>
                  <a:pt x="1461421" y="71438"/>
                </a:lnTo>
                <a:lnTo>
                  <a:pt x="1480128" y="70695"/>
                </a:lnTo>
                <a:lnTo>
                  <a:pt x="1494711" y="58541"/>
                </a:lnTo>
                <a:lnTo>
                  <a:pt x="1509293" y="46387"/>
                </a:lnTo>
                <a:lnTo>
                  <a:pt x="1523867" y="34242"/>
                </a:lnTo>
                <a:lnTo>
                  <a:pt x="1538449" y="22088"/>
                </a:lnTo>
                <a:lnTo>
                  <a:pt x="1553032" y="9944"/>
                </a:lnTo>
                <a:lnTo>
                  <a:pt x="1561500" y="0"/>
                </a:lnTo>
                <a:lnTo>
                  <a:pt x="1542526" y="0"/>
                </a:lnTo>
                <a:lnTo>
                  <a:pt x="1523543" y="0"/>
                </a:lnTo>
                <a:lnTo>
                  <a:pt x="1504569" y="0"/>
                </a:lnTo>
                <a:lnTo>
                  <a:pt x="1485586" y="0"/>
                </a:lnTo>
                <a:lnTo>
                  <a:pt x="1466602" y="0"/>
                </a:lnTo>
                <a:lnTo>
                  <a:pt x="1447629" y="0"/>
                </a:lnTo>
                <a:lnTo>
                  <a:pt x="1428645" y="0"/>
                </a:lnTo>
                <a:lnTo>
                  <a:pt x="1409671" y="0"/>
                </a:lnTo>
                <a:lnTo>
                  <a:pt x="1390688" y="0"/>
                </a:lnTo>
                <a:lnTo>
                  <a:pt x="1371705" y="0"/>
                </a:lnTo>
                <a:lnTo>
                  <a:pt x="1352731" y="0"/>
                </a:lnTo>
                <a:lnTo>
                  <a:pt x="1333748" y="0"/>
                </a:lnTo>
                <a:lnTo>
                  <a:pt x="1314774" y="0"/>
                </a:lnTo>
                <a:lnTo>
                  <a:pt x="1295791" y="0"/>
                </a:lnTo>
                <a:lnTo>
                  <a:pt x="1276807" y="0"/>
                </a:lnTo>
                <a:lnTo>
                  <a:pt x="1257833" y="0"/>
                </a:lnTo>
                <a:lnTo>
                  <a:pt x="1238850" y="0"/>
                </a:lnTo>
                <a:lnTo>
                  <a:pt x="1219876" y="0"/>
                </a:lnTo>
                <a:lnTo>
                  <a:pt x="1200893" y="0"/>
                </a:lnTo>
                <a:lnTo>
                  <a:pt x="1181919" y="0"/>
                </a:lnTo>
                <a:lnTo>
                  <a:pt x="1162936" y="0"/>
                </a:lnTo>
                <a:lnTo>
                  <a:pt x="1143953" y="0"/>
                </a:lnTo>
                <a:lnTo>
                  <a:pt x="1124979" y="0"/>
                </a:lnTo>
                <a:lnTo>
                  <a:pt x="1105995" y="0"/>
                </a:lnTo>
                <a:lnTo>
                  <a:pt x="1087022" y="0"/>
                </a:lnTo>
                <a:lnTo>
                  <a:pt x="1068038" y="0"/>
                </a:lnTo>
                <a:lnTo>
                  <a:pt x="1049055" y="0"/>
                </a:lnTo>
                <a:lnTo>
                  <a:pt x="1030081" y="0"/>
                </a:lnTo>
                <a:lnTo>
                  <a:pt x="1011098" y="0"/>
                </a:lnTo>
                <a:lnTo>
                  <a:pt x="992124" y="0"/>
                </a:lnTo>
                <a:lnTo>
                  <a:pt x="973141" y="0"/>
                </a:lnTo>
                <a:lnTo>
                  <a:pt x="954157" y="0"/>
                </a:lnTo>
                <a:lnTo>
                  <a:pt x="935184" y="0"/>
                </a:lnTo>
                <a:lnTo>
                  <a:pt x="916200" y="0"/>
                </a:lnTo>
                <a:lnTo>
                  <a:pt x="897226" y="0"/>
                </a:lnTo>
                <a:lnTo>
                  <a:pt x="878243" y="0"/>
                </a:lnTo>
                <a:lnTo>
                  <a:pt x="859260" y="0"/>
                </a:lnTo>
                <a:lnTo>
                  <a:pt x="840286" y="0"/>
                </a:lnTo>
                <a:lnTo>
                  <a:pt x="821303" y="0"/>
                </a:lnTo>
                <a:lnTo>
                  <a:pt x="802329" y="0"/>
                </a:lnTo>
                <a:lnTo>
                  <a:pt x="783346" y="0"/>
                </a:lnTo>
                <a:lnTo>
                  <a:pt x="764362" y="0"/>
                </a:lnTo>
                <a:lnTo>
                  <a:pt x="745388" y="0"/>
                </a:lnTo>
                <a:lnTo>
                  <a:pt x="726405" y="0"/>
                </a:lnTo>
                <a:lnTo>
                  <a:pt x="707431" y="0"/>
                </a:lnTo>
                <a:lnTo>
                  <a:pt x="688448" y="0"/>
                </a:lnTo>
                <a:lnTo>
                  <a:pt x="669465" y="0"/>
                </a:lnTo>
                <a:lnTo>
                  <a:pt x="650491" y="0"/>
                </a:lnTo>
                <a:lnTo>
                  <a:pt x="631508" y="0"/>
                </a:lnTo>
                <a:lnTo>
                  <a:pt x="612534" y="0"/>
                </a:lnTo>
                <a:lnTo>
                  <a:pt x="593550" y="0"/>
                </a:lnTo>
                <a:lnTo>
                  <a:pt x="574577" y="0"/>
                </a:lnTo>
                <a:lnTo>
                  <a:pt x="555593" y="0"/>
                </a:lnTo>
                <a:lnTo>
                  <a:pt x="536610" y="0"/>
                </a:lnTo>
                <a:lnTo>
                  <a:pt x="517636" y="0"/>
                </a:lnTo>
                <a:lnTo>
                  <a:pt x="498653" y="0"/>
                </a:lnTo>
                <a:lnTo>
                  <a:pt x="479679" y="0"/>
                </a:lnTo>
                <a:lnTo>
                  <a:pt x="460696" y="0"/>
                </a:lnTo>
                <a:lnTo>
                  <a:pt x="441712" y="0"/>
                </a:lnTo>
                <a:lnTo>
                  <a:pt x="422739" y="0"/>
                </a:lnTo>
                <a:lnTo>
                  <a:pt x="403755" y="0"/>
                </a:lnTo>
                <a:lnTo>
                  <a:pt x="384781" y="0"/>
                </a:lnTo>
                <a:lnTo>
                  <a:pt x="365798" y="0"/>
                </a:lnTo>
                <a:lnTo>
                  <a:pt x="346815" y="0"/>
                </a:lnTo>
                <a:lnTo>
                  <a:pt x="327841" y="0"/>
                </a:lnTo>
                <a:lnTo>
                  <a:pt x="308858" y="0"/>
                </a:lnTo>
                <a:lnTo>
                  <a:pt x="289884" y="0"/>
                </a:lnTo>
                <a:lnTo>
                  <a:pt x="270901" y="0"/>
                </a:lnTo>
                <a:lnTo>
                  <a:pt x="251917" y="0"/>
                </a:lnTo>
                <a:lnTo>
                  <a:pt x="232943" y="0"/>
                </a:lnTo>
                <a:lnTo>
                  <a:pt x="213960" y="0"/>
                </a:lnTo>
                <a:lnTo>
                  <a:pt x="194986" y="0"/>
                </a:lnTo>
                <a:lnTo>
                  <a:pt x="176155" y="791"/>
                </a:lnTo>
                <a:lnTo>
                  <a:pt x="158544" y="7849"/>
                </a:lnTo>
                <a:lnTo>
                  <a:pt x="140922" y="14916"/>
                </a:lnTo>
                <a:lnTo>
                  <a:pt x="123311" y="21984"/>
                </a:lnTo>
                <a:lnTo>
                  <a:pt x="105689" y="29051"/>
                </a:lnTo>
                <a:lnTo>
                  <a:pt x="88078" y="36109"/>
                </a:lnTo>
                <a:lnTo>
                  <a:pt x="70466" y="43177"/>
                </a:lnTo>
                <a:lnTo>
                  <a:pt x="52845" y="50244"/>
                </a:lnTo>
                <a:lnTo>
                  <a:pt x="35233" y="57312"/>
                </a:lnTo>
                <a:lnTo>
                  <a:pt x="17612" y="64370"/>
                </a:lnTo>
                <a:lnTo>
                  <a:pt x="0" y="71438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FBDF117E-5A3F-4C5C-93BE-EF37C588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2776538"/>
            <a:ext cx="1451610" cy="71438"/>
          </a:xfrm>
          <a:custGeom xmlns:a="http://schemas.openxmlformats.org/drawingml/2006/main">
            <a:pathLst>
              <a:path w="1451610" h="71438">
                <a:moveTo>
                  <a:pt x="0" y="71438"/>
                </a:moveTo>
                <a:lnTo>
                  <a:pt x="18936" y="71438"/>
                </a:lnTo>
                <a:lnTo>
                  <a:pt x="37862" y="71438"/>
                </a:lnTo>
                <a:lnTo>
                  <a:pt x="56798" y="71438"/>
                </a:lnTo>
                <a:lnTo>
                  <a:pt x="75724" y="71438"/>
                </a:lnTo>
                <a:lnTo>
                  <a:pt x="94659" y="71438"/>
                </a:lnTo>
                <a:lnTo>
                  <a:pt x="113586" y="71438"/>
                </a:lnTo>
                <a:lnTo>
                  <a:pt x="132521" y="71438"/>
                </a:lnTo>
                <a:lnTo>
                  <a:pt x="151448" y="71438"/>
                </a:lnTo>
                <a:lnTo>
                  <a:pt x="170383" y="71438"/>
                </a:lnTo>
                <a:lnTo>
                  <a:pt x="189309" y="71438"/>
                </a:lnTo>
                <a:lnTo>
                  <a:pt x="208245" y="71438"/>
                </a:lnTo>
                <a:lnTo>
                  <a:pt x="227171" y="71438"/>
                </a:lnTo>
                <a:lnTo>
                  <a:pt x="246107" y="71438"/>
                </a:lnTo>
                <a:lnTo>
                  <a:pt x="265033" y="71438"/>
                </a:lnTo>
                <a:lnTo>
                  <a:pt x="283969" y="71438"/>
                </a:lnTo>
                <a:lnTo>
                  <a:pt x="302895" y="71438"/>
                </a:lnTo>
                <a:lnTo>
                  <a:pt x="321831" y="71438"/>
                </a:lnTo>
                <a:lnTo>
                  <a:pt x="340757" y="71438"/>
                </a:lnTo>
                <a:lnTo>
                  <a:pt x="359693" y="71438"/>
                </a:lnTo>
                <a:lnTo>
                  <a:pt x="378619" y="71438"/>
                </a:lnTo>
                <a:lnTo>
                  <a:pt x="397554" y="71438"/>
                </a:lnTo>
                <a:lnTo>
                  <a:pt x="416481" y="71438"/>
                </a:lnTo>
                <a:lnTo>
                  <a:pt x="435416" y="71438"/>
                </a:lnTo>
                <a:lnTo>
                  <a:pt x="454343" y="71438"/>
                </a:lnTo>
                <a:lnTo>
                  <a:pt x="473278" y="71438"/>
                </a:lnTo>
                <a:lnTo>
                  <a:pt x="492204" y="71438"/>
                </a:lnTo>
                <a:lnTo>
                  <a:pt x="511140" y="71438"/>
                </a:lnTo>
                <a:lnTo>
                  <a:pt x="530066" y="71438"/>
                </a:lnTo>
                <a:lnTo>
                  <a:pt x="549002" y="71438"/>
                </a:lnTo>
                <a:lnTo>
                  <a:pt x="567928" y="71438"/>
                </a:lnTo>
                <a:lnTo>
                  <a:pt x="586864" y="71438"/>
                </a:lnTo>
                <a:lnTo>
                  <a:pt x="605790" y="71438"/>
                </a:lnTo>
                <a:lnTo>
                  <a:pt x="624726" y="71438"/>
                </a:lnTo>
                <a:lnTo>
                  <a:pt x="643652" y="71438"/>
                </a:lnTo>
                <a:lnTo>
                  <a:pt x="662588" y="71438"/>
                </a:lnTo>
                <a:lnTo>
                  <a:pt x="681514" y="71438"/>
                </a:lnTo>
                <a:lnTo>
                  <a:pt x="700449" y="71438"/>
                </a:lnTo>
                <a:lnTo>
                  <a:pt x="719376" y="71438"/>
                </a:lnTo>
                <a:lnTo>
                  <a:pt x="738311" y="71438"/>
                </a:lnTo>
                <a:lnTo>
                  <a:pt x="757238" y="71438"/>
                </a:lnTo>
                <a:lnTo>
                  <a:pt x="776173" y="71438"/>
                </a:lnTo>
                <a:lnTo>
                  <a:pt x="795099" y="71438"/>
                </a:lnTo>
                <a:lnTo>
                  <a:pt x="814035" y="71438"/>
                </a:lnTo>
                <a:lnTo>
                  <a:pt x="832961" y="71438"/>
                </a:lnTo>
                <a:lnTo>
                  <a:pt x="851897" y="71438"/>
                </a:lnTo>
                <a:lnTo>
                  <a:pt x="870823" y="71438"/>
                </a:lnTo>
                <a:lnTo>
                  <a:pt x="889759" y="71438"/>
                </a:lnTo>
                <a:lnTo>
                  <a:pt x="908685" y="71438"/>
                </a:lnTo>
                <a:lnTo>
                  <a:pt x="927621" y="71438"/>
                </a:lnTo>
                <a:lnTo>
                  <a:pt x="946547" y="71438"/>
                </a:lnTo>
                <a:lnTo>
                  <a:pt x="965483" y="71438"/>
                </a:lnTo>
                <a:lnTo>
                  <a:pt x="984409" y="71438"/>
                </a:lnTo>
                <a:lnTo>
                  <a:pt x="1003344" y="71438"/>
                </a:lnTo>
                <a:lnTo>
                  <a:pt x="1022271" y="71438"/>
                </a:lnTo>
                <a:lnTo>
                  <a:pt x="1041206" y="71438"/>
                </a:lnTo>
                <a:lnTo>
                  <a:pt x="1060133" y="71438"/>
                </a:lnTo>
                <a:lnTo>
                  <a:pt x="1079068" y="71438"/>
                </a:lnTo>
                <a:lnTo>
                  <a:pt x="1097994" y="71438"/>
                </a:lnTo>
                <a:lnTo>
                  <a:pt x="1116930" y="71438"/>
                </a:lnTo>
                <a:lnTo>
                  <a:pt x="1135856" y="71438"/>
                </a:lnTo>
                <a:lnTo>
                  <a:pt x="1154792" y="71438"/>
                </a:lnTo>
                <a:lnTo>
                  <a:pt x="1173718" y="71438"/>
                </a:lnTo>
                <a:lnTo>
                  <a:pt x="1192654" y="71438"/>
                </a:lnTo>
                <a:lnTo>
                  <a:pt x="1211580" y="71438"/>
                </a:lnTo>
                <a:lnTo>
                  <a:pt x="1230516" y="71438"/>
                </a:lnTo>
                <a:lnTo>
                  <a:pt x="1249442" y="71438"/>
                </a:lnTo>
                <a:lnTo>
                  <a:pt x="1268378" y="71438"/>
                </a:lnTo>
                <a:lnTo>
                  <a:pt x="1287304" y="71438"/>
                </a:lnTo>
                <a:lnTo>
                  <a:pt x="1306239" y="71438"/>
                </a:lnTo>
                <a:lnTo>
                  <a:pt x="1325166" y="71438"/>
                </a:lnTo>
                <a:lnTo>
                  <a:pt x="1344101" y="71438"/>
                </a:lnTo>
                <a:lnTo>
                  <a:pt x="1362818" y="70837"/>
                </a:lnTo>
                <a:lnTo>
                  <a:pt x="1377620" y="59036"/>
                </a:lnTo>
                <a:lnTo>
                  <a:pt x="1392422" y="47225"/>
                </a:lnTo>
                <a:lnTo>
                  <a:pt x="1407214" y="35423"/>
                </a:lnTo>
                <a:lnTo>
                  <a:pt x="1422016" y="23612"/>
                </a:lnTo>
                <a:lnTo>
                  <a:pt x="1436808" y="11811"/>
                </a:lnTo>
                <a:lnTo>
                  <a:pt x="1451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91613779-7B59-4F34-8385-1BBDA818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155" y="2776538"/>
            <a:ext cx="12782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intake-text-heading">
            <a:extLst xmlns:a="http://schemas.openxmlformats.org/drawingml/2006/main">
              <a:ext uri="{FF2B5EF4-FFF2-40B4-BE49-F238E27FC236}">
                <a16:creationId xmlns:a16="http://schemas.microsoft.com/office/drawing/2014/main" id="{FA99B470-BED8-4D06-BE0F-C9F45B7D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1701" y="3000223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登记</a:t>
            </a:r>
          </a:p>
        </p:txBody>
      </p:sp>
      <p:sp>
        <p:nvSpPr>
          <p:cNvPr id="31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BF5087D6-CC40-4F54-ADCE-1F4DE494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4601" y="3296393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pilot-text-heading">
            <a:extLst xmlns:a="http://schemas.openxmlformats.org/drawingml/2006/main">
              <a:ext uri="{FF2B5EF4-FFF2-40B4-BE49-F238E27FC236}">
                <a16:creationId xmlns:a16="http://schemas.microsoft.com/office/drawing/2014/main" id="{D2F66E06-57C6-4FDD-AEE2-AA02EEEC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918" y="2678163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限量运行</a:t>
            </a:r>
          </a:p>
        </p:txBody>
      </p:sp>
      <p:sp>
        <p:nvSpPr>
          <p:cNvPr id="3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4D7694E5-ADDD-424B-AD0E-16BDF90A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7970" y="2974334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4" name="scale-text-heading">
            <a:extLst xmlns:a="http://schemas.openxmlformats.org/drawingml/2006/main">
              <a:ext uri="{FF2B5EF4-FFF2-40B4-BE49-F238E27FC236}">
                <a16:creationId xmlns:a16="http://schemas.microsoft.com/office/drawing/2014/main" id="{C8E735EA-79BB-48F6-921E-94B0B994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8288" y="2356094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有限扩围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682327C9-2768-4628-B1F5-8DCE143E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1330" y="2652265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PPAGENT_QA|parent=semantic-composition-pilot|within=p2-conditions|role=heading">
            <a:extLst xmlns:a="http://schemas.openxmlformats.org/drawingml/2006/main">
              <a:ext uri="{FF2B5EF4-FFF2-40B4-BE49-F238E27FC236}">
                <a16:creationId xmlns:a16="http://schemas.microsoft.com/office/drawing/2014/main" id="{7F4409AE-38BA-49CD-854E-F80538B1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57650"/>
            <a:ext cx="679846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阶段证据与进入条件</a:t>
            </a:r>
          </a:p>
        </p:txBody>
      </p:sp>
      <p:sp>
        <p:nvSpPr>
          <p:cNvPr id="37" name="PPAGENT_QA|parent=semantic-composition-pilot|within=p2-conditions|role=bullet-0">
            <a:extLst xmlns:a="http://schemas.openxmlformats.org/drawingml/2006/main">
              <a:ext uri="{FF2B5EF4-FFF2-40B4-BE49-F238E27FC236}">
                <a16:creationId xmlns:a16="http://schemas.microsoft.com/office/drawing/2014/main" id="{2A8000A0-54DB-40B9-810F-40C9BEB6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196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8" name="PPAGENT_QA|parent=semantic-composition-pilot|within=p2-conditions|role=condition-0">
            <a:extLst xmlns:a="http://schemas.openxmlformats.org/drawingml/2006/main">
              <a:ext uri="{FF2B5EF4-FFF2-40B4-BE49-F238E27FC236}">
                <a16:creationId xmlns:a16="http://schemas.microsoft.com/office/drawing/2014/main" id="{5BBE5AB6-F37E-40C1-B573-26449E5F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9600"/>
            <a:ext cx="6607969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阶段一（第 1—2 天）：登记与资格核对，六项信息齐全，确认责任与低风险范围。</a:t>
            </a:r>
          </a:p>
        </p:txBody>
      </p:sp>
      <p:sp>
        <p:nvSpPr>
          <p:cNvPr id="39" name="PPAGENT_QA|parent=semantic-composition-pilot|within=p2-conditions|role=bullet-1">
            <a:extLst xmlns:a="http://schemas.openxmlformats.org/drawingml/2006/main">
              <a:ext uri="{FF2B5EF4-FFF2-40B4-BE49-F238E27FC236}">
                <a16:creationId xmlns:a16="http://schemas.microsoft.com/office/drawing/2014/main" id="{BA0CAD19-4479-4009-9673-695D1ECC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40" name="PPAGENT_QA|parent=semantic-composition-pilot|within=p2-conditions|role=condition-1">
            <a:extLst xmlns:a="http://schemas.openxmlformats.org/drawingml/2006/main">
              <a:ext uri="{FF2B5EF4-FFF2-40B4-BE49-F238E27FC236}">
                <a16:creationId xmlns:a16="http://schemas.microsoft.com/office/drawing/2014/main" id="{1EE98A84-DCDC-4EAF-99FF-D9DB8303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76800"/>
            <a:ext cx="6607969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阶段二（第 1—2 周）：限量运行与异常记录；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最多 5 个项目，记录参数、输出位置和异常处理人。</a:t>
            </a:r>
          </a:p>
        </p:txBody>
      </p:sp>
      <p:sp>
        <p:nvSpPr>
          <p:cNvPr id="41" name="PPAGENT_QA|parent=semantic-composition-pilot|within=p2-conditions|role=bullet-2">
            <a:extLst xmlns:a="http://schemas.openxmlformats.org/drawingml/2006/main">
              <a:ext uri="{FF2B5EF4-FFF2-40B4-BE49-F238E27FC236}">
                <a16:creationId xmlns:a16="http://schemas.microsoft.com/office/drawing/2014/main" id="{7D44CA60-1099-44D4-8D1B-F69FBE67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42" name="PPAGENT_QA|parent=semantic-composition-pilot|within=p2-conditions|role=condition-2">
            <a:extLst xmlns:a="http://schemas.openxmlformats.org/drawingml/2006/main">
              <a:ext uri="{FF2B5EF4-FFF2-40B4-BE49-F238E27FC236}">
                <a16:creationId xmlns:a16="http://schemas.microsoft.com/office/drawing/2014/main" id="{1DEAAB05-FD50-4897-9F0D-4A562F33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6607969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阶段三（第 3 周评审）：复核两周记录、异常闭环和管理员工作量；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决定是否有限扩围。</a:t>
            </a:r>
          </a:p>
        </p:txBody>
      </p:sp>
      <p:sp>
        <p:nvSpPr>
          <p:cNvPr id="43" name="PPAGENT_QA|parent=semantic-composition-pilot|within=p2-conditions|role=bullet-3">
            <a:extLst xmlns:a="http://schemas.openxmlformats.org/drawingml/2006/main">
              <a:ext uri="{FF2B5EF4-FFF2-40B4-BE49-F238E27FC236}">
                <a16:creationId xmlns:a16="http://schemas.microsoft.com/office/drawing/2014/main" id="{B32B35C1-CEBB-46C4-946B-D6238916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912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44" name="PPAGENT_QA|parent=semantic-composition-pilot|within=p2-conditions|role=condition-3">
            <a:extLst xmlns:a="http://schemas.openxmlformats.org/drawingml/2006/main">
              <a:ext uri="{FF2B5EF4-FFF2-40B4-BE49-F238E27FC236}">
                <a16:creationId xmlns:a16="http://schemas.microsoft.com/office/drawing/2014/main" id="{F0F64993-D256-4B3D-A68A-FA695703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6607969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交付物：登记记录、运行记录和评审结论；缺项时不进入下一阶段。</a:t>
            </a:r>
          </a:p>
        </p:txBody>
      </p:sp>
      <p:sp>
        <p:nvSpPr>
          <p:cNvPr id="45" name="PPAGENT_QA|parent=semantic-composition-pilot|within=p2-gates|role=surface">
            <a:extLst xmlns:a="http://schemas.openxmlformats.org/drawingml/2006/main">
              <a:ext uri="{FF2B5EF4-FFF2-40B4-BE49-F238E27FC236}">
                <a16:creationId xmlns:a16="http://schemas.microsoft.com/office/drawing/2014/main" id="{7B8AC782-E79C-438B-AB8E-46BDD25F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981" y="1581150"/>
            <a:ext cx="4960144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6" name="PPAGENT_QA|parent=semantic-composition-pilot|within=p2-gates|role=heading">
            <a:extLst xmlns:a="http://schemas.openxmlformats.org/drawingml/2006/main">
              <a:ext uri="{FF2B5EF4-FFF2-40B4-BE49-F238E27FC236}">
                <a16:creationId xmlns:a16="http://schemas.microsoft.com/office/drawing/2014/main" id="{76AEBF4F-D00A-4740-8B02-D16D81D3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381" y="1714500"/>
            <a:ext cx="465534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三个关口｜目标门槛，不是已取得结果</a:t>
            </a:r>
          </a:p>
        </p:txBody>
      </p:sp>
      <p:sp>
        <p:nvSpPr>
          <p:cNvPr id="47" name="PPAGENT_QA|parent=semantic-composition-pilot|within=p2-gates|role=no-0">
            <a:extLst xmlns:a="http://schemas.openxmlformats.org/drawingml/2006/main">
              <a:ext uri="{FF2B5EF4-FFF2-40B4-BE49-F238E27FC236}">
                <a16:creationId xmlns:a16="http://schemas.microsoft.com/office/drawing/2014/main" id="{EABB83AB-4B53-4CDF-B6BA-5801EBE8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381" y="2038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8" name="PPAGENT_QA|parent=semantic-composition-pilot|within=p2-gates|role=name-0">
            <a:extLst xmlns:a="http://schemas.openxmlformats.org/drawingml/2006/main">
              <a:ext uri="{FF2B5EF4-FFF2-40B4-BE49-F238E27FC236}">
                <a16:creationId xmlns:a16="http://schemas.microsoft.com/office/drawing/2014/main" id="{D647E927-AD4A-4BE1-9DBB-AAFE8CC0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431" y="20383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可进入</a:t>
            </a:r>
          </a:p>
        </p:txBody>
      </p:sp>
      <p:sp>
        <p:nvSpPr>
          <p:cNvPr id="49" name="PPAGENT_QA|parent=semantic-composition-pilot|within=p2-gates|role=detail-0">
            <a:extLst xmlns:a="http://schemas.openxmlformats.org/drawingml/2006/main">
              <a:ext uri="{FF2B5EF4-FFF2-40B4-BE49-F238E27FC236}">
                <a16:creationId xmlns:a16="http://schemas.microsoft.com/office/drawing/2014/main" id="{6D8D96DD-D041-4084-AF2A-01D43811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731" y="2038350"/>
            <a:ext cx="337899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六项登记信息齐全，责任人与低风险范围确认。</a:t>
            </a:r>
          </a:p>
        </p:txBody>
      </p:sp>
      <p:sp>
        <p:nvSpPr>
          <p:cNvPr id="50" name="PPAGENT_QA|parent=semantic-composition-pilot|within=p2-gates|role=no-1">
            <a:extLst xmlns:a="http://schemas.openxmlformats.org/drawingml/2006/main">
              <a:ext uri="{FF2B5EF4-FFF2-40B4-BE49-F238E27FC236}">
                <a16:creationId xmlns:a16="http://schemas.microsoft.com/office/drawing/2014/main" id="{1282E8C4-FF56-48BB-B6E4-9989EF11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381" y="2514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1" name="PPAGENT_QA|parent=semantic-composition-pilot|within=p2-gates|role=name-1">
            <a:extLst xmlns:a="http://schemas.openxmlformats.org/drawingml/2006/main">
              <a:ext uri="{FF2B5EF4-FFF2-40B4-BE49-F238E27FC236}">
                <a16:creationId xmlns:a16="http://schemas.microsoft.com/office/drawing/2014/main" id="{C8AA8542-FA5A-4F37-A3A0-E674E288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431" y="25146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52" name="PPAGENT_QA|parent=semantic-composition-pilot|within=p2-gates|role=detail-1">
            <a:extLst xmlns:a="http://schemas.openxmlformats.org/drawingml/2006/main">
              <a:ext uri="{FF2B5EF4-FFF2-40B4-BE49-F238E27FC236}">
                <a16:creationId xmlns:a16="http://schemas.microsoft.com/office/drawing/2014/main" id="{446572CA-41D6-48C8-98B0-5509E24B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731" y="2514600"/>
            <a:ext cx="337899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完整率 ≥90%，高风险异常在 1 个工作日内有责任人和结论。</a:t>
            </a:r>
          </a:p>
        </p:txBody>
      </p:sp>
      <p:sp>
        <p:nvSpPr>
          <p:cNvPr id="53" name="PPAGENT_QA|parent=semantic-composition-pilot|within=p2-gates|role=no-2">
            <a:extLst xmlns:a="http://schemas.openxmlformats.org/drawingml/2006/main">
              <a:ext uri="{FF2B5EF4-FFF2-40B4-BE49-F238E27FC236}">
                <a16:creationId xmlns:a16="http://schemas.microsoft.com/office/drawing/2014/main" id="{A98C7A5F-9D4D-4B21-80B1-62DD155F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381" y="2990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4" name="PPAGENT_QA|parent=semantic-composition-pilot|within=p2-gates|role=name-2">
            <a:extLst xmlns:a="http://schemas.openxmlformats.org/drawingml/2006/main">
              <a:ext uri="{FF2B5EF4-FFF2-40B4-BE49-F238E27FC236}">
                <a16:creationId xmlns:a16="http://schemas.microsoft.com/office/drawing/2014/main" id="{F4462306-6735-40EB-B64B-50D256C4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431" y="29908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可扩围</a:t>
            </a:r>
          </a:p>
        </p:txBody>
      </p:sp>
      <p:sp>
        <p:nvSpPr>
          <p:cNvPr id="55" name="PPAGENT_QA|parent=semantic-composition-pilot|within=p2-gates|role=detail-2">
            <a:extLst xmlns:a="http://schemas.openxmlformats.org/drawingml/2006/main">
              <a:ext uri="{FF2B5EF4-FFF2-40B4-BE49-F238E27FC236}">
                <a16:creationId xmlns:a16="http://schemas.microsoft.com/office/drawing/2014/main" id="{5ADF16EB-D40D-4EAC-ACC6-C5FC673C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731" y="2990850"/>
            <a:ext cx="337899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连续两周完整率 ≥95%，无未关闭异常，负荷 ≤3 个工作日/周。</a:t>
            </a:r>
          </a:p>
        </p:txBody>
      </p:sp>
      <p:sp>
        <p:nvSpPr>
          <p:cNvPr id="56" name="PPAGENT_QA|parent=semantic-composition-pilot|within=p2-fallback|role=heading">
            <a:extLst xmlns:a="http://schemas.openxmlformats.org/drawingml/2006/main">
              <a:ext uri="{FF2B5EF4-FFF2-40B4-BE49-F238E27FC236}">
                <a16:creationId xmlns:a16="http://schemas.microsoft.com/office/drawing/2014/main" id="{E0D61A70-47BC-4528-9242-CD3E2D2B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044" y="4057650"/>
            <a:ext cx="407908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关口失败后的动作</a:t>
            </a:r>
          </a:p>
        </p:txBody>
      </p:sp>
      <p:sp>
        <p:nvSpPr>
          <p:cNvPr id="57" name="PPAGENT_QA|parent=semantic-composition-pilot|within=p2-fallback|role=accent">
            <a:extLst xmlns:a="http://schemas.openxmlformats.org/drawingml/2006/main">
              <a:ext uri="{FF2B5EF4-FFF2-40B4-BE49-F238E27FC236}">
                <a16:creationId xmlns:a16="http://schemas.microsoft.com/office/drawing/2014/main" id="{2A208B95-A9C0-45A3-B0AD-F59DF334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044" y="44005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PAGENT_QA|parent=semantic-composition-pilot|within=p2-fallback|role=decision">
            <a:extLst xmlns:a="http://schemas.openxmlformats.org/drawingml/2006/main">
              <a:ext uri="{FF2B5EF4-FFF2-40B4-BE49-F238E27FC236}">
                <a16:creationId xmlns:a16="http://schemas.microsoft.com/office/drawing/2014/main" id="{B3F46283-884E-44E3-91A5-B840B259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1444" y="4400550"/>
            <a:ext cx="3926681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暂停新申请，保留当前规模，修订字段、模板或异常规则。</a:t>
            </a:r>
          </a:p>
        </p:txBody>
      </p:sp>
      <p:sp>
        <p:nvSpPr>
          <p:cNvPr id="59" name="PPAGENT_QA|parent=semantic-composition-pilot|within=p2-fallback|role=detail">
            <a:extLst xmlns:a="http://schemas.openxmlformats.org/drawingml/2006/main">
              <a:ext uri="{FF2B5EF4-FFF2-40B4-BE49-F238E27FC236}">
                <a16:creationId xmlns:a16="http://schemas.microsoft.com/office/drawing/2014/main" id="{71A43BAE-A008-4DAB-BFAF-E6E70460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044" y="5200650"/>
            <a:ext cx="407908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已有记录保留，不把失败项目静默删除；修订后再决定是否重启评审。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三类证据支持限量试点，但不证明成效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多证据论证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semantic-composition-pilot|within=p3-demand|role=surface">
            <a:extLst xmlns:a="http://schemas.openxmlformats.org/drawingml/2006/main">
              <a:ext uri="{FF2B5EF4-FFF2-40B4-BE49-F238E27FC236}">
                <a16:creationId xmlns:a16="http://schemas.microsoft.com/office/drawing/2014/main" id="{12D94F38-CA91-40C9-9CC3-6716F200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3587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6" name="PPAGENT_QA|parent=semantic-composition-pilot|within=p3-demand|role=accent">
            <a:extLst xmlns:a="http://schemas.openxmlformats.org/drawingml/2006/main">
              <a:ext uri="{FF2B5EF4-FFF2-40B4-BE49-F238E27FC236}">
                <a16:creationId xmlns:a16="http://schemas.microsoft.com/office/drawing/2014/main" id="{58BE528C-8053-4191-92AE-3987E04D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358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parent=semantic-composition-pilot|within=p3-demand|role=heading">
            <a:extLst xmlns:a="http://schemas.openxmlformats.org/drawingml/2006/main">
              <a:ext uri="{FF2B5EF4-FFF2-40B4-BE49-F238E27FC236}">
                <a16:creationId xmlns:a16="http://schemas.microsoft.com/office/drawing/2014/main" id="{F327911E-CF03-4F99-B57F-6D339B15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14500"/>
            <a:ext cx="332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证据一｜需求集中</a:t>
            </a:r>
          </a:p>
        </p:txBody>
      </p:sp>
      <p:sp>
        <p:nvSpPr>
          <p:cNvPr id="18" name="PPAGENT_QA|parent=semantic-composition-pilot|within=p3-demand|role=meta">
            <a:extLst xmlns:a="http://schemas.openxmlformats.org/drawingml/2006/main">
              <a:ext uri="{FF2B5EF4-FFF2-40B4-BE49-F238E27FC236}">
                <a16:creationId xmlns:a16="http://schemas.microsoft.com/office/drawing/2014/main" id="{890436B9-E2D2-4672-9ED8-AF5ADD28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43100"/>
            <a:ext cx="332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8 周模拟观察</a:t>
            </a:r>
          </a:p>
        </p:txBody>
      </p:sp>
      <p:sp>
        <p:nvSpPr>
          <p:cNvPr id="19" name="PPAGENT_QA|parent=semantic-composition-pilot|within=p3-demand|role=value">
            <a:extLst xmlns:a="http://schemas.openxmlformats.org/drawingml/2006/main">
              <a:ext uri="{FF2B5EF4-FFF2-40B4-BE49-F238E27FC236}">
                <a16:creationId xmlns:a16="http://schemas.microsoft.com/office/drawing/2014/main" id="{7EDC94BA-FB93-4B19-A703-71458923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14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74 / 120</a:t>
            </a:r>
          </a:p>
        </p:txBody>
      </p:sp>
      <p:sp>
        <p:nvSpPr>
          <p:cNvPr id="20" name="PPAGENT_QA|parent=semantic-composition-pilot|within=p3-demand|role=unit">
            <a:extLst xmlns:a="http://schemas.openxmlformats.org/drawingml/2006/main">
              <a:ext uri="{FF2B5EF4-FFF2-40B4-BE49-F238E27FC236}">
                <a16:creationId xmlns:a16="http://schemas.microsoft.com/office/drawing/2014/main" id="{50CB69A9-2337-4E12-82FD-988894B2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28850"/>
            <a:ext cx="164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份申请</a:t>
            </a:r>
          </a:p>
        </p:txBody>
      </p:sp>
      <p:sp>
        <p:nvSpPr>
          <p:cNvPr id="21" name="PPAGENT_QA|parent=semantic-composition-pilot|within=p3-demand|role=bar-label-0">
            <a:extLst xmlns:a="http://schemas.openxmlformats.org/drawingml/2006/main">
              <a:ext uri="{FF2B5EF4-FFF2-40B4-BE49-F238E27FC236}">
                <a16:creationId xmlns:a16="http://schemas.microsoft.com/office/drawing/2014/main" id="{80258D29-4B0F-4075-BFB1-3FE2393D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0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三集群</a:t>
            </a:r>
          </a:p>
        </p:txBody>
      </p:sp>
      <p:sp>
        <p:nvSpPr>
          <p:cNvPr id="22" name="PPAGENT_QA|parent=semantic-composition-pilot|within=p3-demand|role=bar-track-0">
            <a:extLst xmlns:a="http://schemas.openxmlformats.org/drawingml/2006/main">
              <a:ext uri="{FF2B5EF4-FFF2-40B4-BE49-F238E27FC236}">
                <a16:creationId xmlns:a16="http://schemas.microsoft.com/office/drawing/2014/main" id="{9ABD2310-6FB3-477E-B1A1-1D0D621B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4795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parent=semantic-composition-pilot|within=p3-demand|role=bar-fill-0">
            <a:extLst xmlns:a="http://schemas.openxmlformats.org/drawingml/2006/main">
              <a:ext uri="{FF2B5EF4-FFF2-40B4-BE49-F238E27FC236}">
                <a16:creationId xmlns:a16="http://schemas.microsoft.com/office/drawing/2014/main" id="{4B84F048-124A-465A-9633-604FDDDE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47950"/>
            <a:ext cx="79338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PAGENT_QA|parent=semantic-composition-pilot|within=p3-demand|role=bar-value-0">
            <a:extLst xmlns:a="http://schemas.openxmlformats.org/drawingml/2006/main">
              <a:ext uri="{FF2B5EF4-FFF2-40B4-BE49-F238E27FC236}">
                <a16:creationId xmlns:a16="http://schemas.microsoft.com/office/drawing/2014/main" id="{5307DE18-C283-492B-8B75-40A9C034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0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61.7%</a:t>
            </a:r>
          </a:p>
        </p:txBody>
      </p:sp>
      <p:sp>
        <p:nvSpPr>
          <p:cNvPr id="25" name="PPAGENT_QA|parent=semantic-composition-pilot|within=p3-demand|role=bar-label-1">
            <a:extLst xmlns:a="http://schemas.openxmlformats.org/drawingml/2006/main">
              <a:ext uri="{FF2B5EF4-FFF2-40B4-BE49-F238E27FC236}">
                <a16:creationId xmlns:a16="http://schemas.microsoft.com/office/drawing/2014/main" id="{0799A923-1115-479B-AE8F-4870E7DB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95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相同 GPU</a:t>
            </a:r>
          </a:p>
        </p:txBody>
      </p:sp>
      <p:sp>
        <p:nvSpPr>
          <p:cNvPr id="26" name="PPAGENT_QA|parent=semantic-composition-pilot|within=p3-demand|role=bar-track-1">
            <a:extLst xmlns:a="http://schemas.openxmlformats.org/drawingml/2006/main">
              <a:ext uri="{FF2B5EF4-FFF2-40B4-BE49-F238E27FC236}">
                <a16:creationId xmlns:a16="http://schemas.microsoft.com/office/drawing/2014/main" id="{6810C17E-6F01-464E-B437-38146370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3370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PAGENT_QA|parent=semantic-composition-pilot|within=p3-demand|role=bar-fill-1">
            <a:extLst xmlns:a="http://schemas.openxmlformats.org/drawingml/2006/main">
              <a:ext uri="{FF2B5EF4-FFF2-40B4-BE49-F238E27FC236}">
                <a16:creationId xmlns:a16="http://schemas.microsoft.com/office/drawing/2014/main" id="{284046B0-4E07-4570-AF39-EC0834C9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33700"/>
            <a:ext cx="55678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parent=semantic-composition-pilot|within=p3-demand|role=bar-value-1">
            <a:extLst xmlns:a="http://schemas.openxmlformats.org/drawingml/2006/main">
              <a:ext uri="{FF2B5EF4-FFF2-40B4-BE49-F238E27FC236}">
                <a16:creationId xmlns:a16="http://schemas.microsoft.com/office/drawing/2014/main" id="{BF0AF1BA-AEC4-4411-B8B4-239F514F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8956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43.3%</a:t>
            </a:r>
          </a:p>
        </p:txBody>
      </p:sp>
      <p:sp>
        <p:nvSpPr>
          <p:cNvPr id="29" name="PPAGENT_QA|parent=semantic-composition-pilot|within=p3-demand|role=body">
            <a:extLst xmlns:a="http://schemas.openxmlformats.org/drawingml/2006/main">
              <a:ext uri="{FF2B5EF4-FFF2-40B4-BE49-F238E27FC236}">
                <a16:creationId xmlns:a16="http://schemas.microsoft.com/office/drawing/2014/main" id="{929B8BE5-8E6F-4159-B24A-0D2106C2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333750"/>
            <a:ext cx="3321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其中相同 GPU 为 52/120。集中度提示模板可能复用，不等于权限范围可直接合并。</a:t>
            </a:r>
          </a:p>
        </p:txBody>
      </p:sp>
      <p:sp>
        <p:nvSpPr>
          <p:cNvPr id="30" name="PPAGENT_QA|parent=semantic-composition-pilot|within=p3-incidents|role=surface">
            <a:extLst xmlns:a="http://schemas.openxmlformats.org/drawingml/2006/main">
              <a:ext uri="{FF2B5EF4-FFF2-40B4-BE49-F238E27FC236}">
                <a16:creationId xmlns:a16="http://schemas.microsoft.com/office/drawing/2014/main" id="{6B5E3967-8AD5-4836-A592-D196AFD8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1581150"/>
            <a:ext cx="3587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1" name="PPAGENT_QA|parent=semantic-composition-pilot|within=p3-incidents|role=accent">
            <a:extLst xmlns:a="http://schemas.openxmlformats.org/drawingml/2006/main">
              <a:ext uri="{FF2B5EF4-FFF2-40B4-BE49-F238E27FC236}">
                <a16:creationId xmlns:a16="http://schemas.microsoft.com/office/drawing/2014/main" id="{CE700750-4F7A-412C-B2A5-377E3B15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1581150"/>
            <a:ext cx="358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PAGENT_QA|parent=semantic-composition-pilot|within=p3-incidents|role=heading">
            <a:extLst xmlns:a="http://schemas.openxmlformats.org/drawingml/2006/main">
              <a:ext uri="{FF2B5EF4-FFF2-40B4-BE49-F238E27FC236}">
                <a16:creationId xmlns:a16="http://schemas.microsoft.com/office/drawing/2014/main" id="{2D426C3D-47CB-4D7A-AE39-B835F664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1714500"/>
            <a:ext cx="332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证据二｜记录缺口</a:t>
            </a:r>
          </a:p>
        </p:txBody>
      </p:sp>
      <p:sp>
        <p:nvSpPr>
          <p:cNvPr id="33" name="PPAGENT_QA|parent=semantic-composition-pilot|within=p3-incidents|role=meta">
            <a:extLst xmlns:a="http://schemas.openxmlformats.org/drawingml/2006/main">
              <a:ext uri="{FF2B5EF4-FFF2-40B4-BE49-F238E27FC236}">
                <a16:creationId xmlns:a16="http://schemas.microsoft.com/office/drawing/2014/main" id="{6F0C17A7-7EDE-4D5E-A78D-FB3CD419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1943100"/>
            <a:ext cx="332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8 周模拟复核</a:t>
            </a:r>
          </a:p>
        </p:txBody>
      </p:sp>
      <p:sp>
        <p:nvSpPr>
          <p:cNvPr id="34" name="PPAGENT_QA|parent=semantic-composition-pilot|within=p3-incidents|role=value">
            <a:extLst xmlns:a="http://schemas.openxmlformats.org/drawingml/2006/main">
              <a:ext uri="{FF2B5EF4-FFF2-40B4-BE49-F238E27FC236}">
                <a16:creationId xmlns:a16="http://schemas.microsoft.com/office/drawing/2014/main" id="{C50C8534-0429-4981-B00B-738D690C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2114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14 / 78</a:t>
            </a:r>
          </a:p>
        </p:txBody>
      </p:sp>
      <p:sp>
        <p:nvSpPr>
          <p:cNvPr id="35" name="PPAGENT_QA|parent=semantic-composition-pilot|within=p3-incidents|role=unit">
            <a:extLst xmlns:a="http://schemas.openxmlformats.org/drawingml/2006/main">
              <a:ext uri="{FF2B5EF4-FFF2-40B4-BE49-F238E27FC236}">
                <a16:creationId xmlns:a16="http://schemas.microsoft.com/office/drawing/2014/main" id="{7B792EBC-7706-4F47-8DBA-B476871C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875" y="2228850"/>
            <a:ext cx="164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份完成运行</a:t>
            </a:r>
          </a:p>
        </p:txBody>
      </p:sp>
      <p:sp>
        <p:nvSpPr>
          <p:cNvPr id="36" name="PPAGENT_QA|parent=semantic-composition-pilot|within=p3-incidents|role=bar-label-0">
            <a:extLst xmlns:a="http://schemas.openxmlformats.org/drawingml/2006/main">
              <a:ext uri="{FF2B5EF4-FFF2-40B4-BE49-F238E27FC236}">
                <a16:creationId xmlns:a16="http://schemas.microsoft.com/office/drawing/2014/main" id="{E6B4B8C8-1388-4A8F-8599-BE8F2AAD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260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缺口率</a:t>
            </a:r>
          </a:p>
        </p:txBody>
      </p:sp>
      <p:sp>
        <p:nvSpPr>
          <p:cNvPr id="37" name="PPAGENT_QA|parent=semantic-composition-pilot|within=p3-incidents|role=bar-track-0">
            <a:extLst xmlns:a="http://schemas.openxmlformats.org/drawingml/2006/main">
              <a:ext uri="{FF2B5EF4-FFF2-40B4-BE49-F238E27FC236}">
                <a16:creationId xmlns:a16="http://schemas.microsoft.com/office/drawing/2014/main" id="{33D18843-2704-441B-BF85-707E4282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5" y="264795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PAGENT_QA|parent=semantic-composition-pilot|within=p3-incidents|role=bar-fill-0">
            <a:extLst xmlns:a="http://schemas.openxmlformats.org/drawingml/2006/main">
              <a:ext uri="{FF2B5EF4-FFF2-40B4-BE49-F238E27FC236}">
                <a16:creationId xmlns:a16="http://schemas.microsoft.com/office/drawing/2014/main" id="{9F8F8C0D-6419-45D5-98AB-FB473AEF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5" y="2647950"/>
            <a:ext cx="23017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PAGENT_QA|parent=semantic-composition-pilot|within=p3-incidents|role=bar-value-0">
            <a:extLst xmlns:a="http://schemas.openxmlformats.org/drawingml/2006/main">
              <a:ext uri="{FF2B5EF4-FFF2-40B4-BE49-F238E27FC236}">
                <a16:creationId xmlns:a16="http://schemas.microsoft.com/office/drawing/2014/main" id="{04781FA0-4E34-486D-8C18-85DCB527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675" y="260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17.9%</a:t>
            </a:r>
          </a:p>
        </p:txBody>
      </p:sp>
      <p:sp>
        <p:nvSpPr>
          <p:cNvPr id="40" name="PPAGENT_QA|parent=semantic-composition-pilot|within=p3-incidents|role=body">
            <a:extLst xmlns:a="http://schemas.openxmlformats.org/drawingml/2006/main">
              <a:ext uri="{FF2B5EF4-FFF2-40B4-BE49-F238E27FC236}">
                <a16:creationId xmlns:a16="http://schemas.microsoft.com/office/drawing/2014/main" id="{A73F99E5-E134-4FC9-985E-33871975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3333750"/>
            <a:ext cx="3321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其中 9/14 来自两个项目集群（分母为 14）。缺口集中支持先补字段与责任人，不能归因于单一申请人。</a:t>
            </a:r>
          </a:p>
        </p:txBody>
      </p:sp>
      <p:sp>
        <p:nvSpPr>
          <p:cNvPr id="41" name="PPAGENT_QA|parent=semantic-composition-pilot|within=p3-capacity|role=surface">
            <a:extLst xmlns:a="http://schemas.openxmlformats.org/drawingml/2006/main">
              <a:ext uri="{FF2B5EF4-FFF2-40B4-BE49-F238E27FC236}">
                <a16:creationId xmlns:a16="http://schemas.microsoft.com/office/drawing/2014/main" id="{573B5536-8215-47E8-8432-93CAAE53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75" y="1581150"/>
            <a:ext cx="3587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2" name="PPAGENT_QA|parent=semantic-composition-pilot|within=p3-capacity|role=accent">
            <a:extLst xmlns:a="http://schemas.openxmlformats.org/drawingml/2006/main">
              <a:ext uri="{FF2B5EF4-FFF2-40B4-BE49-F238E27FC236}">
                <a16:creationId xmlns:a16="http://schemas.microsoft.com/office/drawing/2014/main" id="{F5F98762-5E85-440B-BF43-BD70A5D4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75" y="1581150"/>
            <a:ext cx="358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PAGENT_QA|parent=semantic-composition-pilot|within=p3-capacity|role=heading">
            <a:extLst xmlns:a="http://schemas.openxmlformats.org/drawingml/2006/main">
              <a:ext uri="{FF2B5EF4-FFF2-40B4-BE49-F238E27FC236}">
                <a16:creationId xmlns:a16="http://schemas.microsoft.com/office/drawing/2014/main" id="{1EB0A606-93E6-4C3A-A983-81D000F4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1714500"/>
            <a:ext cx="332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证据三｜管理员容量</a:t>
            </a:r>
          </a:p>
        </p:txBody>
      </p:sp>
      <p:sp>
        <p:nvSpPr>
          <p:cNvPr id="44" name="PPAGENT_QA|parent=semantic-composition-pilot|within=p3-capacity|role=meta">
            <a:extLst xmlns:a="http://schemas.openxmlformats.org/drawingml/2006/main">
              <a:ext uri="{FF2B5EF4-FFF2-40B4-BE49-F238E27FC236}">
                <a16:creationId xmlns:a16="http://schemas.microsoft.com/office/drawing/2014/main" id="{CC4B7004-693D-43CA-A962-47F44461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1943100"/>
            <a:ext cx="332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8 周模拟估算</a:t>
            </a:r>
          </a:p>
        </p:txBody>
      </p:sp>
      <p:sp>
        <p:nvSpPr>
          <p:cNvPr id="45" name="PPAGENT_QA|parent=semantic-composition-pilot|within=p3-capacity|role=value">
            <a:extLst xmlns:a="http://schemas.openxmlformats.org/drawingml/2006/main">
              <a:ext uri="{FF2B5EF4-FFF2-40B4-BE49-F238E27FC236}">
                <a16:creationId xmlns:a16="http://schemas.microsoft.com/office/drawing/2014/main" id="{83B0037F-7B12-4CB0-B6C6-102A3544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2114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5.0 vs 3.5</a:t>
            </a:r>
          </a:p>
        </p:txBody>
      </p:sp>
      <p:sp>
        <p:nvSpPr>
          <p:cNvPr id="46" name="PPAGENT_QA|parent=semantic-composition-pilot|within=p3-capacity|role=unit">
            <a:extLst xmlns:a="http://schemas.openxmlformats.org/drawingml/2006/main">
              <a:ext uri="{FF2B5EF4-FFF2-40B4-BE49-F238E27FC236}">
                <a16:creationId xmlns:a16="http://schemas.microsoft.com/office/drawing/2014/main" id="{CB5CEB9C-E7ED-491C-961B-162815F9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125" y="2228850"/>
            <a:ext cx="164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管理员工作日 / 周</a:t>
            </a:r>
          </a:p>
        </p:txBody>
      </p:sp>
      <p:sp>
        <p:nvSpPr>
          <p:cNvPr id="47" name="PPAGENT_QA|parent=semantic-composition-pilot|within=p3-capacity|role=bar-label-0">
            <a:extLst xmlns:a="http://schemas.openxmlformats.org/drawingml/2006/main">
              <a:ext uri="{FF2B5EF4-FFF2-40B4-BE49-F238E27FC236}">
                <a16:creationId xmlns:a16="http://schemas.microsoft.com/office/drawing/2014/main" id="{02EC3A22-B0F0-4DD4-8152-328CA682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260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全量审核</a:t>
            </a:r>
          </a:p>
        </p:txBody>
      </p:sp>
      <p:sp>
        <p:nvSpPr>
          <p:cNvPr id="48" name="PPAGENT_QA|parent=semantic-composition-pilot|within=p3-capacity|role=bar-track-0">
            <a:extLst xmlns:a="http://schemas.openxmlformats.org/drawingml/2006/main">
              <a:ext uri="{FF2B5EF4-FFF2-40B4-BE49-F238E27FC236}">
                <a16:creationId xmlns:a16="http://schemas.microsoft.com/office/drawing/2014/main" id="{7DD0AB4B-39E8-4638-9748-5356C4A9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264795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PAGENT_QA|parent=semantic-composition-pilot|within=p3-capacity|role=bar-fill-0">
            <a:extLst xmlns:a="http://schemas.openxmlformats.org/drawingml/2006/main">
              <a:ext uri="{FF2B5EF4-FFF2-40B4-BE49-F238E27FC236}">
                <a16:creationId xmlns:a16="http://schemas.microsoft.com/office/drawing/2014/main" id="{DDDFAA97-9059-4CFC-A6B3-BAFC3690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264795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PAGENT_QA|parent=semantic-composition-pilot|within=p3-capacity|role=bar-value-0">
            <a:extLst xmlns:a="http://schemas.openxmlformats.org/drawingml/2006/main">
              <a:ext uri="{FF2B5EF4-FFF2-40B4-BE49-F238E27FC236}">
                <a16:creationId xmlns:a16="http://schemas.microsoft.com/office/drawing/2014/main" id="{F466FD32-2F04-4603-ABB5-C85A720E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925" y="260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5.0</a:t>
            </a:r>
          </a:p>
        </p:txBody>
      </p:sp>
      <p:sp>
        <p:nvSpPr>
          <p:cNvPr id="51" name="PPAGENT_QA|parent=semantic-composition-pilot|within=p3-capacity|role=bar-label-1">
            <a:extLst xmlns:a="http://schemas.openxmlformats.org/drawingml/2006/main">
              <a:ext uri="{FF2B5EF4-FFF2-40B4-BE49-F238E27FC236}">
                <a16:creationId xmlns:a16="http://schemas.microsoft.com/office/drawing/2014/main" id="{B3403137-B494-4B13-ACDC-971E04F1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2895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可支配</a:t>
            </a:r>
          </a:p>
        </p:txBody>
      </p:sp>
      <p:sp>
        <p:nvSpPr>
          <p:cNvPr id="52" name="PPAGENT_QA|parent=semantic-composition-pilot|within=p3-capacity|role=bar-track-1">
            <a:extLst xmlns:a="http://schemas.openxmlformats.org/drawingml/2006/main">
              <a:ext uri="{FF2B5EF4-FFF2-40B4-BE49-F238E27FC236}">
                <a16:creationId xmlns:a16="http://schemas.microsoft.com/office/drawing/2014/main" id="{09376E58-968E-4335-8F5E-3D31CA8F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293370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PAGENT_QA|parent=semantic-composition-pilot|within=p3-capacity|role=bar-fill-1">
            <a:extLst xmlns:a="http://schemas.openxmlformats.org/drawingml/2006/main">
              <a:ext uri="{FF2B5EF4-FFF2-40B4-BE49-F238E27FC236}">
                <a16:creationId xmlns:a16="http://schemas.microsoft.com/office/drawing/2014/main" id="{96F2B020-35B3-46F7-8CDA-11F1D36A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2933700"/>
            <a:ext cx="90011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PAGENT_QA|parent=semantic-composition-pilot|within=p3-capacity|role=bar-value-1">
            <a:extLst xmlns:a="http://schemas.openxmlformats.org/drawingml/2006/main">
              <a:ext uri="{FF2B5EF4-FFF2-40B4-BE49-F238E27FC236}">
                <a16:creationId xmlns:a16="http://schemas.microsoft.com/office/drawing/2014/main" id="{27FEBFDD-C521-4652-B7AE-EDB4ECA3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925" y="28956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3.5</a:t>
            </a:r>
          </a:p>
        </p:txBody>
      </p:sp>
      <p:sp>
        <p:nvSpPr>
          <p:cNvPr id="55" name="PPAGENT_QA|parent=semantic-composition-pilot|within=p3-capacity|role=bar-label-2">
            <a:extLst xmlns:a="http://schemas.openxmlformats.org/drawingml/2006/main">
              <a:ext uri="{FF2B5EF4-FFF2-40B4-BE49-F238E27FC236}">
                <a16:creationId xmlns:a16="http://schemas.microsoft.com/office/drawing/2014/main" id="{5CF6AA4F-EE33-430F-8945-E6DFC7AE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3181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限量试点</a:t>
            </a:r>
          </a:p>
        </p:txBody>
      </p:sp>
      <p:sp>
        <p:nvSpPr>
          <p:cNvPr id="56" name="PPAGENT_QA|parent=semantic-composition-pilot|within=p3-capacity|role=bar-track-2">
            <a:extLst xmlns:a="http://schemas.openxmlformats.org/drawingml/2006/main">
              <a:ext uri="{FF2B5EF4-FFF2-40B4-BE49-F238E27FC236}">
                <a16:creationId xmlns:a16="http://schemas.microsoft.com/office/drawing/2014/main" id="{BD0BA446-84DF-42E4-9686-3F5D6065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3219450"/>
            <a:ext cx="1285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PAGENT_QA|parent=semantic-composition-pilot|within=p3-capacity|role=bar-fill-2">
            <a:extLst xmlns:a="http://schemas.openxmlformats.org/drawingml/2006/main">
              <a:ext uri="{FF2B5EF4-FFF2-40B4-BE49-F238E27FC236}">
                <a16:creationId xmlns:a16="http://schemas.microsoft.com/office/drawing/2014/main" id="{32A4D403-803E-4FA4-AB9C-C62992A1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3219450"/>
            <a:ext cx="66865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PAGENT_QA|parent=semantic-composition-pilot|within=p3-capacity|role=bar-value-2">
            <a:extLst xmlns:a="http://schemas.openxmlformats.org/drawingml/2006/main">
              <a:ext uri="{FF2B5EF4-FFF2-40B4-BE49-F238E27FC236}">
                <a16:creationId xmlns:a16="http://schemas.microsoft.com/office/drawing/2014/main" id="{F0516C4B-D994-4B74-8BEF-11D879AD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925" y="3181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2.6</a:t>
            </a:r>
          </a:p>
        </p:txBody>
      </p:sp>
      <p:sp>
        <p:nvSpPr>
          <p:cNvPr id="59" name="PPAGENT_QA|parent=semantic-composition-pilot|within=p3-capacity|role=body">
            <a:extLst xmlns:a="http://schemas.openxmlformats.org/drawingml/2006/main">
              <a:ext uri="{FF2B5EF4-FFF2-40B4-BE49-F238E27FC236}">
                <a16:creationId xmlns:a16="http://schemas.microsoft.com/office/drawing/2014/main" id="{79877503-E1A6-426D-81E0-1B1FBC4C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3333750"/>
            <a:ext cx="3321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模板稳定后预计 1.4 个管理员工作日/周。上述人日为模拟工作量估计，需用阶段二记录校准。</a:t>
            </a:r>
          </a:p>
        </p:txBody>
      </p:sp>
      <p:sp>
        <p:nvSpPr>
          <p:cNvPr id="60" name="PPAGENT_QA|parent=semantic-composition-pilot|within=p3-conclusion|role=heading">
            <a:extLst xmlns:a="http://schemas.openxmlformats.org/drawingml/2006/main">
              <a:ext uri="{FF2B5EF4-FFF2-40B4-BE49-F238E27FC236}">
                <a16:creationId xmlns:a16="http://schemas.microsoft.com/office/drawing/2014/main" id="{07346AFA-BF33-4875-964C-D9EABB58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43400"/>
            <a:ext cx="690753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综合判断｜三证据共同支撑</a:t>
            </a:r>
          </a:p>
        </p:txBody>
      </p:sp>
      <p:sp>
        <p:nvSpPr>
          <p:cNvPr id="61" name="PPAGENT_QA|parent=semantic-composition-pilot|within=p3-conclusion|role=accent">
            <a:extLst xmlns:a="http://schemas.openxmlformats.org/drawingml/2006/main">
              <a:ext uri="{FF2B5EF4-FFF2-40B4-BE49-F238E27FC236}">
                <a16:creationId xmlns:a16="http://schemas.microsoft.com/office/drawing/2014/main" id="{825A6A08-7197-42E7-B755-53317F2B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672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PAGENT_QA|parent=semantic-composition-pilot|within=p3-conclusion|role=decision">
            <a:extLst xmlns:a="http://schemas.openxmlformats.org/drawingml/2006/main">
              <a:ext uri="{FF2B5EF4-FFF2-40B4-BE49-F238E27FC236}">
                <a16:creationId xmlns:a16="http://schemas.microsoft.com/office/drawing/2014/main" id="{EABAFA64-3F20-4E3F-BA1F-EC13B1E0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67250"/>
            <a:ext cx="67551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先做 B 的限量试点，再用三周评审决定是否扩大范围。</a:t>
            </a:r>
          </a:p>
        </p:txBody>
      </p:sp>
      <p:sp>
        <p:nvSpPr>
          <p:cNvPr id="63" name="PPAGENT_QA|parent=semantic-composition-pilot|within=p3-conclusion|role=body">
            <a:extLst xmlns:a="http://schemas.openxmlformats.org/drawingml/2006/main">
              <a:ext uri="{FF2B5EF4-FFF2-40B4-BE49-F238E27FC236}">
                <a16:creationId xmlns:a16="http://schemas.microsoft.com/office/drawing/2014/main" id="{F814F974-F29D-43D0-81ED-136FB342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72100"/>
            <a:ext cx="690753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需求回答入口是否可能复用，记录缺口回答哪里需要先补证据，容量约束回答为什么不能一次全量开放。三类证据的交集支持行动方案，但不支持宣称已经提升效率。</a:t>
            </a:r>
          </a:p>
        </p:txBody>
      </p:sp>
      <p:sp>
        <p:nvSpPr>
          <p:cNvPr id="64" name="PPAGENT_QA|parent=semantic-composition-pilot|within=p3-limit|role=heading">
            <a:extLst xmlns:a="http://schemas.openxmlformats.org/drawingml/2006/main">
              <a:ext uri="{FF2B5EF4-FFF2-40B4-BE49-F238E27FC236}">
                <a16:creationId xmlns:a16="http://schemas.microsoft.com/office/drawing/2014/main" id="{E860F9F6-E90C-4A5D-A66E-9CC18772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105" y="4343400"/>
            <a:ext cx="39700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证据边界与验证</a:t>
            </a:r>
          </a:p>
        </p:txBody>
      </p:sp>
      <p:sp>
        <p:nvSpPr>
          <p:cNvPr id="65" name="PPAGENT_QA|parent=semantic-composition-pilot|within=p3-limit|role=body">
            <a:extLst xmlns:a="http://schemas.openxmlformats.org/drawingml/2006/main">
              <a:ext uri="{FF2B5EF4-FFF2-40B4-BE49-F238E27FC236}">
                <a16:creationId xmlns:a16="http://schemas.microsoft.com/office/drawing/2014/main" id="{80760474-1767-4B67-88BD-EFDC106B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105" y="4686300"/>
            <a:ext cx="397002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观察没有随机对照，8 周窗口可能受课程周期影响。阶段二需记录字段完整率、首次可用时间、实际工时和异常闭环时间，再按预先写明的门槛复核。</a:t>
            </a:r>
          </a:p>
        </p:txBody>
      </p:sp>
      <p:sp>
        <p:nvSpPr>
          <p:cNvPr id="66" name="PPAGENT_QA|parent=semantic-composition-pilot|within=p3-limit|role=rule">
            <a:extLst xmlns:a="http://schemas.openxmlformats.org/drawingml/2006/main">
              <a:ext uri="{FF2B5EF4-FFF2-40B4-BE49-F238E27FC236}">
                <a16:creationId xmlns:a16="http://schemas.microsoft.com/office/drawing/2014/main" id="{1B280F60-3215-4E4B-9E22-0F34A351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98105" y="5810250"/>
            <a:ext cx="3970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7" name="PPAGENT_QA|parent=semantic-composition-pilot|within=p3-limit|role=meta">
            <a:extLst xmlns:a="http://schemas.openxmlformats.org/drawingml/2006/main">
              <a:ext uri="{FF2B5EF4-FFF2-40B4-BE49-F238E27FC236}">
                <a16:creationId xmlns:a16="http://schemas.microsoft.com/office/drawing/2014/main" id="{92F2FE9F-EF9D-4E22-9B11-734EE406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105" y="5924550"/>
            <a:ext cx="39700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若记录不完整或工作量超过容量，暂停扩围并保留当前规模。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2026-09-09T11:59:02.2560000Z</dcterms:created>
  <dcterms:modified xsi:type="dcterms:W3CDTF">2026-09-09T11:59:02.2560000Z</dcterms:modified>
</coreProperties>
</file>