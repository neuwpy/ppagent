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5a8df62f7a4aac" /><Relationship Type="http://schemas.openxmlformats.org/officeDocument/2006/relationships/extended-properties" Target="/docProps/app.xml" Id="R764a846d43d24565" /><Relationship Type="http://schemas.openxmlformats.org/officeDocument/2006/relationships/officeDocument" Target="/ppt/presentation.xml" Id="Raa6cd8b3c1664d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94266a2b5b43a7"/>
    <p:sldMasterId xmlns:r="http://schemas.openxmlformats.org/officeDocument/2006/relationships" id="2147483660" r:id="R53ab9684cb024635"/>
    <p:sldMasterId xmlns:r="http://schemas.openxmlformats.org/officeDocument/2006/relationships" id="2147483663" r:id="Rb7e794aa5aad44c8"/>
  </p:sldMasterIdLst>
  <p:notesMasterIdLst>
    <p:notesMasterId xmlns:r="http://schemas.openxmlformats.org/officeDocument/2006/relationships" r:id="Rddfdc710034149e1"/>
  </p:notesMasterIdLst>
  <p:sldIdLst>
    <p:sldId xmlns:r="http://schemas.openxmlformats.org/officeDocument/2006/relationships" id="256" r:id="R81c85a8d04e04112"/>
    <p:sldId xmlns:r="http://schemas.openxmlformats.org/officeDocument/2006/relationships" id="257" r:id="R473bdceba7c3437a"/>
    <p:sldId xmlns:r="http://schemas.openxmlformats.org/officeDocument/2006/relationships" id="258" r:id="R5d7c1fb72e3e46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4e586350f94199" /><Relationship Type="http://schemas.openxmlformats.org/officeDocument/2006/relationships/slideMaster" Target="/ppt/slideMasters/slideMaster1.xml" Id="Rba94266a2b5b43a7" /><Relationship Type="http://schemas.openxmlformats.org/officeDocument/2006/relationships/slideMaster" Target="/ppt/slideMasters/slideMaster2.xml" Id="R53ab9684cb024635" /><Relationship Type="http://schemas.openxmlformats.org/officeDocument/2006/relationships/slideMaster" Target="/ppt/slideMasters/slideMaster3.xml" Id="Rb7e794aa5aad44c8" /><Relationship Type="http://schemas.openxmlformats.org/officeDocument/2006/relationships/notesMaster" Target="/ppt/notesMasters/notesMaster1.xml" Id="Rddfdc710034149e1" /><Relationship Type="http://schemas.openxmlformats.org/officeDocument/2006/relationships/presProps" Target="/ppt/presProps.xml" Id="R726a1ae5f42a42eb" /><Relationship Type="http://schemas.openxmlformats.org/officeDocument/2006/relationships/viewProps" Target="/ppt/viewProps.xml" Id="R18abdba91bb549c1" /><Relationship Type="http://schemas.openxmlformats.org/officeDocument/2006/relationships/tableStyles" Target="/ppt/tableStyles.xml" Id="R530624694f164772" /><Relationship Type="http://schemas.openxmlformats.org/officeDocument/2006/relationships/slide" Target="/ppt/slides/slide1.xml" Id="R81c85a8d04e04112" /><Relationship Type="http://schemas.openxmlformats.org/officeDocument/2006/relationships/slide" Target="/ppt/slides/slide2.xml" Id="R473bdceba7c3437a" /><Relationship Type="http://schemas.openxmlformats.org/officeDocument/2006/relationships/slide" Target="/ppt/slides/slide3.xml" Id="R5d7c1fb72e3e46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de4fe8942e1e4e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0d2859e33649c4" /><Relationship Type="http://schemas.openxmlformats.org/officeDocument/2006/relationships/notesMaster" Target="/ppt/notesMasters/notesMaster1.xml" Id="Ra0a5c6673f104f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e6ea948b074563" /><Relationship Type="http://schemas.openxmlformats.org/officeDocument/2006/relationships/notesMaster" Target="/ppt/notesMasters/notesMaster1.xml" Id="R0608143b21bd4e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8ed7e37f714cc0" /><Relationship Type="http://schemas.openxmlformats.org/officeDocument/2006/relationships/notesMaster" Target="/ppt/notesMasters/notesMaster1.xml" Id="R5dd9de67069545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视觉：assets/主题/东北大学-001/runtime-template.pptx</a:t>
            </a:r>
            <a:endParaRPr/>
          </a:p>
          <a:p xmlns:a="http://schemas.openxmlformats.org/drawingml/2006/main">
            <a:r>
              <a:t>- 结构调用：本页按稿件关系自主原生编排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视觉：assets/主题/东北大学-001/runtime-template.pptx</a:t>
            </a:r>
            <a:endParaRPr/>
          </a:p>
          <a:p xmlns:a="http://schemas.openxmlformats.org/drawingml/2006/main">
            <a:r>
              <a:t>- 结构调用：本页按稿件关系自主原生编排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视觉：assets/主题/东北大学-001/runtime-template.pptx</a:t>
            </a:r>
            <a:endParaRPr/>
          </a:p>
          <a:p xmlns:a="http://schemas.openxmlformats.org/drawingml/2006/main">
            <a:r>
              <a:t>- 结构调用：success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3c4cc6e57342e6" /><Relationship Type="http://schemas.openxmlformats.org/officeDocument/2006/relationships/image" Target="/ppt/media/image.jpeg" Id="R71b5ceffc73446f7" /><Relationship Type="http://schemas.openxmlformats.org/officeDocument/2006/relationships/image" Target="/ppt/media/image.png" Id="Ra8e0f8e05c0b465e" /><Relationship Type="http://schemas.openxmlformats.org/officeDocument/2006/relationships/image" Target="/ppt/media/image2.png" Id="R80c7d4cf08ed4cd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2f1d24a07b40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3fb6299bd741ef" /><Relationship Type="http://schemas.openxmlformats.org/officeDocument/2006/relationships/image" Target="/ppt/media/image3.png" Id="Rcfcd03fa2b1743d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2aa71e094240f4" /><Relationship Type="http://schemas.openxmlformats.org/officeDocument/2006/relationships/image" Target="/ppt/media/image4.png" Id="Re208132baaf6418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9cd7ce44e94ff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a0a572a913465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b1c2559d01415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84ccfa0ef6429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a8c84da8e9403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c9d94441f8444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0921e5e13e4b3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e5c437d1452437e" /><Relationship Type="http://schemas.openxmlformats.org/officeDocument/2006/relationships/image" Target="/ppt/media/image5.png" Id="R10e867136eaa468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85488a9173b4626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1880eced5c546b6" /><Relationship Type="http://schemas.openxmlformats.org/officeDocument/2006/relationships/image" Target="/ppt/media/image5.png" Id="R44a1a429004f4a9e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66036566f864e5c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b5ceffc73446f7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e0f8e05c0b465e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c7d4cf08ed4c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cd03fa2b1743df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08132baaf64187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e867136eaa4688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a1a429004f4a9e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ffdb3e6068442d" /><Relationship Type="http://schemas.openxmlformats.org/officeDocument/2006/relationships/slideLayout" Target="/ppt/slideLayouts/slideLayout1.xml" Id="R98f4b80a8830417f" /><Relationship Type="http://schemas.openxmlformats.org/officeDocument/2006/relationships/slideLayout" Target="/ppt/slideLayouts/slideLayout2.xml" Id="R7a4b8e04bfd04d20" /><Relationship Type="http://schemas.openxmlformats.org/officeDocument/2006/relationships/slideLayout" Target="/ppt/slideLayouts/slideLayout3.xml" Id="R325d18a8061542b1" /><Relationship Type="http://schemas.openxmlformats.org/officeDocument/2006/relationships/slideLayout" Target="/ppt/slideLayouts/slideLayout4.xml" Id="R0a2fd9579bd44382" /><Relationship Type="http://schemas.openxmlformats.org/officeDocument/2006/relationships/slideLayout" Target="/ppt/slideLayouts/slideLayout5.xml" Id="R5b52702f5cae443e" /><Relationship Type="http://schemas.openxmlformats.org/officeDocument/2006/relationships/slideLayout" Target="/ppt/slideLayouts/slideLayout6.xml" Id="R73d0421f1dd24429" /><Relationship Type="http://schemas.openxmlformats.org/officeDocument/2006/relationships/slideLayout" Target="/ppt/slideLayouts/slideLayout7.xml" Id="Rf102b7e5f6b945d6" /><Relationship Type="http://schemas.openxmlformats.org/officeDocument/2006/relationships/slideLayout" Target="/ppt/slideLayouts/slideLayout8.xml" Id="R0949c1bccb9a4bb0" /><Relationship Type="http://schemas.openxmlformats.org/officeDocument/2006/relationships/slideLayout" Target="/ppt/slideLayouts/slideLayout9.xml" Id="Re14b697bde734f75" /><Relationship Type="http://schemas.openxmlformats.org/officeDocument/2006/relationships/slideLayout" Target="/ppt/slideLayouts/slideLayout10.xml" Id="R1d50e50a982540f3" /><Relationship Type="http://schemas.openxmlformats.org/officeDocument/2006/relationships/slideLayout" Target="/ppt/slideLayouts/slideLayout11.xml" Id="R7bdbe85c08034a5a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d9e30aa985b3461a" /><Relationship Type="http://schemas.openxmlformats.org/officeDocument/2006/relationships/slideLayout" Target="/ppt/slideLayouts/slideLayout12.xml" Id="R7cfee00633264617" /><Relationship Type="http://schemas.openxmlformats.org/officeDocument/2006/relationships/slideLayout" Target="/ppt/slideLayouts/slideLayout13.xml" Id="Rd8e7b26ebba548ec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904119fb37674c08" /><Relationship Type="http://schemas.openxmlformats.org/officeDocument/2006/relationships/slideLayout" Target="/ppt/slideLayouts/slideLayout14.xml" Id="R5999ca010628460e" /><Relationship Type="http://schemas.openxmlformats.org/officeDocument/2006/relationships/slideLayout" Target="/ppt/slideLayouts/slideLayout15.xml" Id="R5453c5b70ff84e2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f4b80a8830417f"/>
    <p:sldLayoutId xmlns:r="http://schemas.openxmlformats.org/officeDocument/2006/relationships" id="2147483650" r:id="R7a4b8e04bfd04d20"/>
    <p:sldLayoutId xmlns:r="http://schemas.openxmlformats.org/officeDocument/2006/relationships" id="2147483651" r:id="R325d18a8061542b1"/>
    <p:sldLayoutId xmlns:r="http://schemas.openxmlformats.org/officeDocument/2006/relationships" id="2147483652" r:id="R0a2fd9579bd44382"/>
    <p:sldLayoutId xmlns:r="http://schemas.openxmlformats.org/officeDocument/2006/relationships" id="2147483653" r:id="R5b52702f5cae443e"/>
    <p:sldLayoutId xmlns:r="http://schemas.openxmlformats.org/officeDocument/2006/relationships" id="2147483654" r:id="R73d0421f1dd24429"/>
    <p:sldLayoutId xmlns:r="http://schemas.openxmlformats.org/officeDocument/2006/relationships" id="2147483655" r:id="Rf102b7e5f6b945d6"/>
    <p:sldLayoutId xmlns:r="http://schemas.openxmlformats.org/officeDocument/2006/relationships" id="2147483656" r:id="R0949c1bccb9a4bb0"/>
    <p:sldLayoutId xmlns:r="http://schemas.openxmlformats.org/officeDocument/2006/relationships" id="2147483657" r:id="Re14b697bde734f75"/>
    <p:sldLayoutId xmlns:r="http://schemas.openxmlformats.org/officeDocument/2006/relationships" id="2147483658" r:id="R1d50e50a982540f3"/>
    <p:sldLayoutId xmlns:r="http://schemas.openxmlformats.org/officeDocument/2006/relationships" id="2147483659" r:id="R7bdbe85c08034a5a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7cfee00633264617"/>
    <p:sldLayoutId xmlns:r="http://schemas.openxmlformats.org/officeDocument/2006/relationships" id="2147483662" r:id="Rd8e7b26ebba548ec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5999ca010628460e"/>
    <p:sldLayoutId xmlns:r="http://schemas.openxmlformats.org/officeDocument/2006/relationships" id="2147483665" r:id="R5453c5b70ff84e2c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a9cdf5d5cf447f8" /><Relationship Type="http://schemas.openxmlformats.org/officeDocument/2006/relationships/notesSlide" Target="/ppt/notesSlides/notesSlide1.xml" Id="Re77932fb4dc44e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868961b44424636" /><Relationship Type="http://schemas.openxmlformats.org/officeDocument/2006/relationships/notesSlide" Target="/ppt/notesSlides/notesSlide2.xml" Id="R5e96f3d1367440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118289890c743b0" /><Relationship Type="http://schemas.openxmlformats.org/officeDocument/2006/relationships/notesSlide" Target="/ppt/notesSlides/notesSlide3.xml" Id="R0d389d6c13c743b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先筛出可追溯项目，再小步扩大开放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准入与推进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FD2184-A262-49F9-9EC2-C04F1F9B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954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准入核对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564CAD-5C19-4258-9C37-4462684C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383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三类申请来源共享同一进入标准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046B06-D195-4C19-A4A1-8C30C655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28900"/>
            <a:ext cx="158115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1FC"/>
          </a:solidFill>
          <a:ln xmlns:a="http://schemas.openxmlformats.org/drawingml/2006/main" w="14288">
            <a:solidFill>
              <a:srgbClr val="4C88E8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课题自荐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5ECA4E-C288-4B95-BAFC-B1A82CA1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628900"/>
            <a:ext cx="158115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1FC"/>
          </a:solidFill>
          <a:ln xmlns:a="http://schemas.openxmlformats.org/drawingml/2006/main" w="14288">
            <a:solidFill>
              <a:srgbClr val="4C88E8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平台推荐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439B5A-A8EB-4D3B-852A-FD2762BD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628900"/>
            <a:ext cx="158115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1FC"/>
          </a:solidFill>
          <a:ln xmlns:a="http://schemas.openxmlformats.org/drawingml/2006/main" w="14288">
            <a:solidFill>
              <a:srgbClr val="4C88E8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合作项目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6AA83C-3EB1-4919-855B-65549B20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6220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14288">
            <a:solidFill>
              <a:srgbClr val="2F5EA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6275EF-4826-4372-9069-95945F6F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4765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进入标准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A63ED7-15E6-45A4-A2CC-0B393208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8575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资格：设备使用条件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DEF383-6B6B-4A8A-B720-56A6DF2E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2004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责任：明确负责人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83DC8D-5BBC-4400-B4D8-87B4BB5D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5433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记录：来源、参数、输出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C0EBC7-6B02-44EF-A066-FBD7AABA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76475" y="2914650"/>
            <a:ext cx="405765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FC6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8960C0-4071-42F8-9CB0-0EBAA5C0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62425" y="2914650"/>
            <a:ext cx="217170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FC6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C42529-7550-44E5-8A5F-CF533DB1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48375" y="2914650"/>
            <a:ext cx="28575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FC6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8341A7-E939-40AD-8E50-10AA0BA1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57600"/>
            <a:ext cx="53530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C88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BA2085-3B8D-47AA-A6BF-65B32F0A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7814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任一项缺失，先暂缓进入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CBF0F6-3CCC-4766-8365-9AF25BB1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6954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进入后的证据递进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428178-7D53-41BC-905C-9120DB3E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383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筛选解决谁能进入，阶梯解决如何推进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A18E36-C0E8-42CD-BD49-F0B6CBAB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514600"/>
            <a:ext cx="27813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11430">
            <a:solidFill>
              <a:srgbClr val="AFC6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2D53FA-F766-4C9E-9ACE-234F2903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5908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可记录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858002-D92A-4CED-AE6E-ACB4258C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6003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先留台账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758BB8-9001-404C-90B1-94D7BDE2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77475" y="3105150"/>
            <a:ext cx="11430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88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9C6B52-9C65-4AC7-AA98-E763EEEA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314700"/>
            <a:ext cx="25527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11430">
            <a:solidFill>
              <a:srgbClr val="AFC6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1BC26E-4036-41DA-AF26-49D40F77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3909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164549-319C-458B-AFBA-624D2EEB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400425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关联来源、参数与输出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01D466-F7B5-4A58-BB95-9F214B8F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77475" y="3905250"/>
            <a:ext cx="11430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88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2112BB-5ABB-4035-A075-C32B6572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114800"/>
            <a:ext cx="23241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11430">
            <a:solidFill>
              <a:srgbClr val="2F5EA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89572C-490C-43F3-87C0-831389BE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1910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可复用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6846F6D-FBE4-4A70-A9EE-A2CF1B02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200525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复核后沉淀复用方法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DF057BC-5601-4BB8-BFDD-AC42099E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43550"/>
            <a:ext cx="11144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9CE2388-25A4-4049-B6DA-25ECAADF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648325"/>
            <a:ext cx="1080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只有前一阶段的证据具备，才进入下一阶段；通过筛选不等于立即全面开放。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完整记录与分级处置共同防止异常失去责任归属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记录与处置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B4374A-71BB-4C42-803A-C77E6893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954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四类记录必须并列保留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10BCAC-D84C-4D70-BD20-618A8E21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383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四类信息互相补足，不能用一类替代另一类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08F230-59A8-4D85-B25E-45F69770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57450"/>
            <a:ext cx="32194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11430">
            <a:solidFill>
              <a:srgbClr val="AFC6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1A89B9-9195-42FA-814E-1BB873C4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5908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申请来源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144005-271D-422F-9A64-CAC9D8CF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9718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申请人与任务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A686DC-40AA-4DCB-9B70-78F30BD0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457450"/>
            <a:ext cx="32194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11430">
            <a:solidFill>
              <a:srgbClr val="AFC6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B8AD45-5F67-4FDC-A2EA-EE4837E1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908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审批依据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5E5318-5649-422F-B94B-A3C7DF41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9718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责任人与时间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745182-E34E-433E-9DE6-45487C32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52850"/>
            <a:ext cx="32194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FC6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FC462E-C0D7-49A7-B4D3-3D001A72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8862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执行结果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53F64B-A613-428F-B420-B634ADBD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2672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参数与输出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E8820D-6BA2-41CD-BD8F-273CA40E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752850"/>
            <a:ext cx="32194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FC6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00E7AE-01CD-4799-BDDE-A38A8783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8862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异常处置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EE78DC-AC4E-4FE3-B004-4108D325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2672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原因与结论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A9B26E-E382-4326-B63F-6F87B381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1244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记录内容保证有据可查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F5DBD0-C978-44F8-BFFF-FEB699CF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954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异常分级处置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CE86D4-04A5-43F0-955D-5D49FB74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383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三道关口决定是否可以关闭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EE4369-B743-49CF-BF49-2160DA39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76500"/>
            <a:ext cx="3429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11430">
            <a:solidFill>
              <a:srgbClr val="AFC6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2B3B01-205D-4B47-83EE-6960D37D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590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6E2580-7241-4031-B02D-E6D3AC27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52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记录完整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FD1883-7E19-487C-80FD-FD65CF72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813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缺项先补齐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5650C2-655F-4FE4-959A-335708DD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200400"/>
            <a:ext cx="3429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11430">
            <a:solidFill>
              <a:srgbClr val="AFC6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929D90-92BB-4C25-B403-04218EA7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314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633EED-8FAE-468F-8402-D69CA280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76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责任明确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04A519-37F7-4109-8F2D-A5412415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052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确认归属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B668BA-00E5-4B88-8722-45F40226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924300"/>
            <a:ext cx="3429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11430">
            <a:solidFill>
              <a:srgbClr val="2F5EA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CC5F4D8-28E0-4114-BF57-E6E97EC4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038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56B4D5-DBA4-4262-89C8-5B21119C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000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复核通过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AA66749-3C13-426E-8002-1798D26D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29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确认结论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544DD71-77CD-4654-95D9-5079FD69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724400"/>
            <a:ext cx="3429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11430">
            <a:solidFill>
              <a:srgbClr val="4C88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AA7BE9C-0824-43B1-ABA3-A0C1CB87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848225"/>
            <a:ext cx="312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任一关口不满足：补齐后再提交，</a:t>
            </a:r>
          </a:p>
          <a:p xmlns:a="http://schemas.openxmlformats.org/drawingml/2006/main">
            <a:pPr algn="l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不直接关闭异常。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58A76AF-0FFA-4A13-B1E1-3650AEC0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62600"/>
            <a:ext cx="11144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F0AAB44-90F4-4718-8D02-BDFFE4D1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667375"/>
            <a:ext cx="1080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课题负责人确认事实　　平台管理者复核处理结论　　意见不一致时保留异常状态并提交协调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扩围应以能力达标为门槛，并保留明确的暂停条件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能力与扩围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AEAE3342-BC2B-4C24-9457-442DBE6B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4449" y="3941616"/>
            <a:ext cx="1203027" cy="867518"/>
          </a:xfrm>
          <a:custGeom xmlns:a="http://schemas.openxmlformats.org/drawingml/2006/main">
            <a:pathLst>
              <a:path w="1203027" h="867518">
                <a:moveTo>
                  <a:pt x="70514" y="121749"/>
                </a:moveTo>
                <a:lnTo>
                  <a:pt x="89392" y="119720"/>
                </a:lnTo>
                <a:lnTo>
                  <a:pt x="108271" y="117691"/>
                </a:lnTo>
                <a:lnTo>
                  <a:pt x="127149" y="115653"/>
                </a:lnTo>
                <a:lnTo>
                  <a:pt x="146028" y="113624"/>
                </a:lnTo>
                <a:lnTo>
                  <a:pt x="164906" y="111595"/>
                </a:lnTo>
                <a:lnTo>
                  <a:pt x="183785" y="109557"/>
                </a:lnTo>
                <a:lnTo>
                  <a:pt x="202663" y="107528"/>
                </a:lnTo>
                <a:lnTo>
                  <a:pt x="221542" y="105489"/>
                </a:lnTo>
                <a:lnTo>
                  <a:pt x="240421" y="103461"/>
                </a:lnTo>
                <a:lnTo>
                  <a:pt x="259299" y="101432"/>
                </a:lnTo>
                <a:lnTo>
                  <a:pt x="278178" y="99393"/>
                </a:lnTo>
                <a:lnTo>
                  <a:pt x="297056" y="97365"/>
                </a:lnTo>
                <a:lnTo>
                  <a:pt x="315935" y="95336"/>
                </a:lnTo>
                <a:lnTo>
                  <a:pt x="334813" y="93297"/>
                </a:lnTo>
                <a:lnTo>
                  <a:pt x="353692" y="91269"/>
                </a:lnTo>
                <a:lnTo>
                  <a:pt x="372570" y="89240"/>
                </a:lnTo>
                <a:lnTo>
                  <a:pt x="391449" y="87201"/>
                </a:lnTo>
                <a:lnTo>
                  <a:pt x="410327" y="85173"/>
                </a:lnTo>
                <a:lnTo>
                  <a:pt x="429206" y="83134"/>
                </a:lnTo>
                <a:lnTo>
                  <a:pt x="448085" y="81105"/>
                </a:lnTo>
                <a:lnTo>
                  <a:pt x="466963" y="79077"/>
                </a:lnTo>
                <a:lnTo>
                  <a:pt x="485832" y="77038"/>
                </a:lnTo>
                <a:lnTo>
                  <a:pt x="504711" y="75009"/>
                </a:lnTo>
                <a:lnTo>
                  <a:pt x="523589" y="72981"/>
                </a:lnTo>
                <a:lnTo>
                  <a:pt x="542468" y="70942"/>
                </a:lnTo>
                <a:lnTo>
                  <a:pt x="561346" y="68913"/>
                </a:lnTo>
                <a:lnTo>
                  <a:pt x="580225" y="66885"/>
                </a:lnTo>
                <a:lnTo>
                  <a:pt x="599103" y="64846"/>
                </a:lnTo>
                <a:lnTo>
                  <a:pt x="617982" y="62817"/>
                </a:lnTo>
                <a:lnTo>
                  <a:pt x="636861" y="60779"/>
                </a:lnTo>
                <a:lnTo>
                  <a:pt x="655739" y="58750"/>
                </a:lnTo>
                <a:lnTo>
                  <a:pt x="674618" y="56721"/>
                </a:lnTo>
                <a:lnTo>
                  <a:pt x="693496" y="54683"/>
                </a:lnTo>
                <a:lnTo>
                  <a:pt x="712375" y="52654"/>
                </a:lnTo>
                <a:lnTo>
                  <a:pt x="731253" y="50625"/>
                </a:lnTo>
                <a:lnTo>
                  <a:pt x="750132" y="48587"/>
                </a:lnTo>
                <a:lnTo>
                  <a:pt x="769010" y="46558"/>
                </a:lnTo>
                <a:lnTo>
                  <a:pt x="787889" y="44529"/>
                </a:lnTo>
                <a:lnTo>
                  <a:pt x="806768" y="42491"/>
                </a:lnTo>
                <a:lnTo>
                  <a:pt x="825646" y="40462"/>
                </a:lnTo>
                <a:lnTo>
                  <a:pt x="844525" y="38424"/>
                </a:lnTo>
                <a:lnTo>
                  <a:pt x="863403" y="36395"/>
                </a:lnTo>
                <a:lnTo>
                  <a:pt x="882282" y="34366"/>
                </a:lnTo>
                <a:lnTo>
                  <a:pt x="901160" y="32328"/>
                </a:lnTo>
                <a:lnTo>
                  <a:pt x="920039" y="30299"/>
                </a:lnTo>
                <a:lnTo>
                  <a:pt x="938908" y="28270"/>
                </a:lnTo>
                <a:lnTo>
                  <a:pt x="957786" y="26232"/>
                </a:lnTo>
                <a:lnTo>
                  <a:pt x="976665" y="24203"/>
                </a:lnTo>
                <a:lnTo>
                  <a:pt x="995543" y="22174"/>
                </a:lnTo>
                <a:lnTo>
                  <a:pt x="1014422" y="20136"/>
                </a:lnTo>
                <a:lnTo>
                  <a:pt x="1033301" y="18107"/>
                </a:lnTo>
                <a:lnTo>
                  <a:pt x="1052179" y="16069"/>
                </a:lnTo>
                <a:lnTo>
                  <a:pt x="1071058" y="14040"/>
                </a:lnTo>
                <a:lnTo>
                  <a:pt x="1089936" y="12011"/>
                </a:lnTo>
                <a:lnTo>
                  <a:pt x="1108815" y="9973"/>
                </a:lnTo>
                <a:lnTo>
                  <a:pt x="1127693" y="7944"/>
                </a:lnTo>
                <a:lnTo>
                  <a:pt x="1146572" y="5915"/>
                </a:lnTo>
                <a:lnTo>
                  <a:pt x="1165450" y="3877"/>
                </a:lnTo>
                <a:lnTo>
                  <a:pt x="1184329" y="1848"/>
                </a:lnTo>
                <a:lnTo>
                  <a:pt x="1203027" y="0"/>
                </a:lnTo>
                <a:lnTo>
                  <a:pt x="1201198" y="18898"/>
                </a:lnTo>
                <a:lnTo>
                  <a:pt x="1199359" y="37795"/>
                </a:lnTo>
                <a:lnTo>
                  <a:pt x="1197531" y="56693"/>
                </a:lnTo>
                <a:lnTo>
                  <a:pt x="1195702" y="75600"/>
                </a:lnTo>
                <a:lnTo>
                  <a:pt x="1193873" y="94498"/>
                </a:lnTo>
                <a:lnTo>
                  <a:pt x="1192044" y="113395"/>
                </a:lnTo>
                <a:lnTo>
                  <a:pt x="1190215" y="132293"/>
                </a:lnTo>
                <a:lnTo>
                  <a:pt x="1188387" y="151190"/>
                </a:lnTo>
                <a:lnTo>
                  <a:pt x="1186558" y="170088"/>
                </a:lnTo>
                <a:lnTo>
                  <a:pt x="1184729" y="188986"/>
                </a:lnTo>
                <a:lnTo>
                  <a:pt x="1182900" y="207883"/>
                </a:lnTo>
                <a:lnTo>
                  <a:pt x="1181071" y="226790"/>
                </a:lnTo>
                <a:lnTo>
                  <a:pt x="1179233" y="245688"/>
                </a:lnTo>
                <a:lnTo>
                  <a:pt x="1177404" y="264585"/>
                </a:lnTo>
                <a:lnTo>
                  <a:pt x="1175576" y="283483"/>
                </a:lnTo>
                <a:lnTo>
                  <a:pt x="1173747" y="302381"/>
                </a:lnTo>
                <a:lnTo>
                  <a:pt x="1171918" y="321278"/>
                </a:lnTo>
                <a:lnTo>
                  <a:pt x="1170089" y="340176"/>
                </a:lnTo>
                <a:lnTo>
                  <a:pt x="1168260" y="359083"/>
                </a:lnTo>
                <a:lnTo>
                  <a:pt x="1166432" y="377981"/>
                </a:lnTo>
                <a:lnTo>
                  <a:pt x="1164603" y="396878"/>
                </a:lnTo>
                <a:lnTo>
                  <a:pt x="1162774" y="415776"/>
                </a:lnTo>
                <a:lnTo>
                  <a:pt x="1160936" y="434673"/>
                </a:lnTo>
                <a:lnTo>
                  <a:pt x="1159107" y="453571"/>
                </a:lnTo>
                <a:lnTo>
                  <a:pt x="1157278" y="472469"/>
                </a:lnTo>
                <a:lnTo>
                  <a:pt x="1155449" y="491366"/>
                </a:lnTo>
                <a:lnTo>
                  <a:pt x="1153620" y="510273"/>
                </a:lnTo>
                <a:lnTo>
                  <a:pt x="1151792" y="529171"/>
                </a:lnTo>
                <a:lnTo>
                  <a:pt x="1149963" y="548069"/>
                </a:lnTo>
                <a:lnTo>
                  <a:pt x="1148134" y="566966"/>
                </a:lnTo>
                <a:lnTo>
                  <a:pt x="1146305" y="585864"/>
                </a:lnTo>
                <a:lnTo>
                  <a:pt x="1144476" y="604761"/>
                </a:lnTo>
                <a:lnTo>
                  <a:pt x="1142648" y="623659"/>
                </a:lnTo>
                <a:lnTo>
                  <a:pt x="1140809" y="642566"/>
                </a:lnTo>
                <a:lnTo>
                  <a:pt x="1138980" y="661464"/>
                </a:lnTo>
                <a:lnTo>
                  <a:pt x="1137152" y="680361"/>
                </a:lnTo>
                <a:lnTo>
                  <a:pt x="1135323" y="699259"/>
                </a:lnTo>
                <a:lnTo>
                  <a:pt x="1133494" y="718156"/>
                </a:lnTo>
                <a:lnTo>
                  <a:pt x="1131665" y="737054"/>
                </a:lnTo>
                <a:lnTo>
                  <a:pt x="1122245" y="748446"/>
                </a:lnTo>
                <a:lnTo>
                  <a:pt x="1103366" y="750465"/>
                </a:lnTo>
                <a:lnTo>
                  <a:pt x="1084488" y="752475"/>
                </a:lnTo>
                <a:lnTo>
                  <a:pt x="1065609" y="754494"/>
                </a:lnTo>
                <a:lnTo>
                  <a:pt x="1046731" y="756514"/>
                </a:lnTo>
                <a:lnTo>
                  <a:pt x="1027852" y="758533"/>
                </a:lnTo>
                <a:lnTo>
                  <a:pt x="1008974" y="760552"/>
                </a:lnTo>
                <a:lnTo>
                  <a:pt x="990086" y="762572"/>
                </a:lnTo>
                <a:lnTo>
                  <a:pt x="971207" y="764591"/>
                </a:lnTo>
                <a:lnTo>
                  <a:pt x="952329" y="766610"/>
                </a:lnTo>
                <a:lnTo>
                  <a:pt x="933450" y="768629"/>
                </a:lnTo>
                <a:lnTo>
                  <a:pt x="914571" y="770649"/>
                </a:lnTo>
                <a:lnTo>
                  <a:pt x="895693" y="772658"/>
                </a:lnTo>
                <a:lnTo>
                  <a:pt x="876814" y="774678"/>
                </a:lnTo>
                <a:lnTo>
                  <a:pt x="857936" y="776697"/>
                </a:lnTo>
                <a:lnTo>
                  <a:pt x="839057" y="778716"/>
                </a:lnTo>
                <a:lnTo>
                  <a:pt x="820169" y="780736"/>
                </a:lnTo>
                <a:lnTo>
                  <a:pt x="801291" y="782755"/>
                </a:lnTo>
                <a:lnTo>
                  <a:pt x="782412" y="784774"/>
                </a:lnTo>
                <a:lnTo>
                  <a:pt x="763534" y="786794"/>
                </a:lnTo>
                <a:lnTo>
                  <a:pt x="744655" y="788813"/>
                </a:lnTo>
                <a:lnTo>
                  <a:pt x="725776" y="790823"/>
                </a:lnTo>
                <a:lnTo>
                  <a:pt x="706898" y="792842"/>
                </a:lnTo>
                <a:lnTo>
                  <a:pt x="688019" y="794861"/>
                </a:lnTo>
                <a:lnTo>
                  <a:pt x="669131" y="796881"/>
                </a:lnTo>
                <a:lnTo>
                  <a:pt x="650253" y="798900"/>
                </a:lnTo>
                <a:lnTo>
                  <a:pt x="631374" y="800919"/>
                </a:lnTo>
                <a:lnTo>
                  <a:pt x="612496" y="802938"/>
                </a:lnTo>
                <a:lnTo>
                  <a:pt x="593617" y="804958"/>
                </a:lnTo>
                <a:lnTo>
                  <a:pt x="574739" y="806977"/>
                </a:lnTo>
                <a:lnTo>
                  <a:pt x="555860" y="808987"/>
                </a:lnTo>
                <a:lnTo>
                  <a:pt x="536981" y="811006"/>
                </a:lnTo>
                <a:lnTo>
                  <a:pt x="518103" y="813025"/>
                </a:lnTo>
                <a:lnTo>
                  <a:pt x="499215" y="815045"/>
                </a:lnTo>
                <a:lnTo>
                  <a:pt x="480336" y="817064"/>
                </a:lnTo>
                <a:lnTo>
                  <a:pt x="461458" y="819083"/>
                </a:lnTo>
                <a:lnTo>
                  <a:pt x="442579" y="821103"/>
                </a:lnTo>
                <a:lnTo>
                  <a:pt x="423701" y="823122"/>
                </a:lnTo>
                <a:lnTo>
                  <a:pt x="404822" y="825141"/>
                </a:lnTo>
                <a:lnTo>
                  <a:pt x="385943" y="827161"/>
                </a:lnTo>
                <a:lnTo>
                  <a:pt x="367065" y="829170"/>
                </a:lnTo>
                <a:lnTo>
                  <a:pt x="348177" y="831190"/>
                </a:lnTo>
                <a:lnTo>
                  <a:pt x="329298" y="833209"/>
                </a:lnTo>
                <a:lnTo>
                  <a:pt x="310420" y="835228"/>
                </a:lnTo>
                <a:lnTo>
                  <a:pt x="291541" y="837248"/>
                </a:lnTo>
                <a:lnTo>
                  <a:pt x="272663" y="839267"/>
                </a:lnTo>
                <a:lnTo>
                  <a:pt x="253784" y="841286"/>
                </a:lnTo>
                <a:lnTo>
                  <a:pt x="234906" y="843305"/>
                </a:lnTo>
                <a:lnTo>
                  <a:pt x="216027" y="845325"/>
                </a:lnTo>
                <a:lnTo>
                  <a:pt x="197148" y="847334"/>
                </a:lnTo>
                <a:lnTo>
                  <a:pt x="178260" y="849354"/>
                </a:lnTo>
                <a:lnTo>
                  <a:pt x="159382" y="851373"/>
                </a:lnTo>
                <a:lnTo>
                  <a:pt x="140503" y="853392"/>
                </a:lnTo>
                <a:lnTo>
                  <a:pt x="121625" y="855412"/>
                </a:lnTo>
                <a:lnTo>
                  <a:pt x="102746" y="857431"/>
                </a:lnTo>
                <a:lnTo>
                  <a:pt x="83868" y="859450"/>
                </a:lnTo>
                <a:lnTo>
                  <a:pt x="64989" y="861470"/>
                </a:lnTo>
                <a:lnTo>
                  <a:pt x="46111" y="863489"/>
                </a:lnTo>
                <a:lnTo>
                  <a:pt x="27222" y="865499"/>
                </a:lnTo>
                <a:lnTo>
                  <a:pt x="8344" y="867518"/>
                </a:lnTo>
                <a:lnTo>
                  <a:pt x="0" y="858888"/>
                </a:lnTo>
                <a:lnTo>
                  <a:pt x="1810" y="839991"/>
                </a:lnTo>
                <a:lnTo>
                  <a:pt x="3620" y="821084"/>
                </a:lnTo>
                <a:lnTo>
                  <a:pt x="5420" y="802186"/>
                </a:lnTo>
                <a:lnTo>
                  <a:pt x="7229" y="783288"/>
                </a:lnTo>
                <a:lnTo>
                  <a:pt x="9039" y="764381"/>
                </a:lnTo>
                <a:lnTo>
                  <a:pt x="10849" y="745484"/>
                </a:lnTo>
                <a:lnTo>
                  <a:pt x="12659" y="726586"/>
                </a:lnTo>
                <a:lnTo>
                  <a:pt x="14468" y="707679"/>
                </a:lnTo>
                <a:lnTo>
                  <a:pt x="16269" y="688781"/>
                </a:lnTo>
                <a:lnTo>
                  <a:pt x="18078" y="669884"/>
                </a:lnTo>
                <a:lnTo>
                  <a:pt x="19888" y="650977"/>
                </a:lnTo>
                <a:lnTo>
                  <a:pt x="21698" y="632079"/>
                </a:lnTo>
                <a:lnTo>
                  <a:pt x="23508" y="613181"/>
                </a:lnTo>
                <a:lnTo>
                  <a:pt x="25317" y="594274"/>
                </a:lnTo>
                <a:lnTo>
                  <a:pt x="27118" y="575377"/>
                </a:lnTo>
                <a:lnTo>
                  <a:pt x="28927" y="556479"/>
                </a:lnTo>
                <a:lnTo>
                  <a:pt x="30737" y="537572"/>
                </a:lnTo>
                <a:lnTo>
                  <a:pt x="32547" y="518674"/>
                </a:lnTo>
                <a:lnTo>
                  <a:pt x="34357" y="499767"/>
                </a:lnTo>
                <a:lnTo>
                  <a:pt x="36166" y="480870"/>
                </a:lnTo>
                <a:lnTo>
                  <a:pt x="37967" y="461972"/>
                </a:lnTo>
                <a:lnTo>
                  <a:pt x="39776" y="443065"/>
                </a:lnTo>
                <a:lnTo>
                  <a:pt x="41586" y="424167"/>
                </a:lnTo>
                <a:lnTo>
                  <a:pt x="43396" y="405270"/>
                </a:lnTo>
                <a:lnTo>
                  <a:pt x="45206" y="386363"/>
                </a:lnTo>
                <a:lnTo>
                  <a:pt x="47015" y="367465"/>
                </a:lnTo>
                <a:lnTo>
                  <a:pt x="48816" y="348567"/>
                </a:lnTo>
                <a:lnTo>
                  <a:pt x="50625" y="329660"/>
                </a:lnTo>
                <a:lnTo>
                  <a:pt x="52435" y="310763"/>
                </a:lnTo>
                <a:lnTo>
                  <a:pt x="54245" y="291865"/>
                </a:lnTo>
                <a:lnTo>
                  <a:pt x="56055" y="272958"/>
                </a:lnTo>
                <a:lnTo>
                  <a:pt x="57864" y="254060"/>
                </a:lnTo>
                <a:lnTo>
                  <a:pt x="59665" y="235163"/>
                </a:lnTo>
                <a:lnTo>
                  <a:pt x="61474" y="216256"/>
                </a:lnTo>
                <a:lnTo>
                  <a:pt x="63284" y="197358"/>
                </a:lnTo>
                <a:lnTo>
                  <a:pt x="65094" y="178451"/>
                </a:lnTo>
                <a:lnTo>
                  <a:pt x="66904" y="159553"/>
                </a:lnTo>
                <a:lnTo>
                  <a:pt x="68713" y="140656"/>
                </a:lnTo>
                <a:lnTo>
                  <a:pt x="70514" y="121749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B9955D67-EDC4-4D74-9F78-87D416BA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0455" y="3487007"/>
            <a:ext cx="1202922" cy="866861"/>
          </a:xfrm>
          <a:custGeom xmlns:a="http://schemas.openxmlformats.org/drawingml/2006/main">
            <a:pathLst>
              <a:path w="1202922" h="866861">
                <a:moveTo>
                  <a:pt x="71428" y="121063"/>
                </a:moveTo>
                <a:lnTo>
                  <a:pt x="90307" y="119034"/>
                </a:lnTo>
                <a:lnTo>
                  <a:pt x="109176" y="116996"/>
                </a:lnTo>
                <a:lnTo>
                  <a:pt x="128054" y="114967"/>
                </a:lnTo>
                <a:lnTo>
                  <a:pt x="146923" y="112928"/>
                </a:lnTo>
                <a:lnTo>
                  <a:pt x="165802" y="110900"/>
                </a:lnTo>
                <a:lnTo>
                  <a:pt x="184671" y="108861"/>
                </a:lnTo>
                <a:lnTo>
                  <a:pt x="203549" y="106832"/>
                </a:lnTo>
                <a:lnTo>
                  <a:pt x="222418" y="104794"/>
                </a:lnTo>
                <a:lnTo>
                  <a:pt x="241297" y="102765"/>
                </a:lnTo>
                <a:lnTo>
                  <a:pt x="260166" y="100727"/>
                </a:lnTo>
                <a:lnTo>
                  <a:pt x="279044" y="98698"/>
                </a:lnTo>
                <a:lnTo>
                  <a:pt x="297913" y="96660"/>
                </a:lnTo>
                <a:lnTo>
                  <a:pt x="316792" y="94631"/>
                </a:lnTo>
                <a:lnTo>
                  <a:pt x="335661" y="92593"/>
                </a:lnTo>
                <a:lnTo>
                  <a:pt x="354540" y="90564"/>
                </a:lnTo>
                <a:lnTo>
                  <a:pt x="373409" y="88535"/>
                </a:lnTo>
                <a:lnTo>
                  <a:pt x="392287" y="86497"/>
                </a:lnTo>
                <a:lnTo>
                  <a:pt x="411156" y="84468"/>
                </a:lnTo>
                <a:lnTo>
                  <a:pt x="430035" y="82429"/>
                </a:lnTo>
                <a:lnTo>
                  <a:pt x="448904" y="80401"/>
                </a:lnTo>
                <a:lnTo>
                  <a:pt x="467782" y="78362"/>
                </a:lnTo>
                <a:lnTo>
                  <a:pt x="486651" y="76333"/>
                </a:lnTo>
                <a:lnTo>
                  <a:pt x="505530" y="74295"/>
                </a:lnTo>
                <a:lnTo>
                  <a:pt x="524399" y="72266"/>
                </a:lnTo>
                <a:lnTo>
                  <a:pt x="543277" y="70228"/>
                </a:lnTo>
                <a:lnTo>
                  <a:pt x="562146" y="68199"/>
                </a:lnTo>
                <a:lnTo>
                  <a:pt x="581025" y="66161"/>
                </a:lnTo>
                <a:lnTo>
                  <a:pt x="599894" y="64132"/>
                </a:lnTo>
                <a:lnTo>
                  <a:pt x="618773" y="62093"/>
                </a:lnTo>
                <a:lnTo>
                  <a:pt x="637642" y="60065"/>
                </a:lnTo>
                <a:lnTo>
                  <a:pt x="656520" y="58026"/>
                </a:lnTo>
                <a:lnTo>
                  <a:pt x="675389" y="55997"/>
                </a:lnTo>
                <a:lnTo>
                  <a:pt x="694268" y="53959"/>
                </a:lnTo>
                <a:lnTo>
                  <a:pt x="713137" y="51930"/>
                </a:lnTo>
                <a:lnTo>
                  <a:pt x="732015" y="49892"/>
                </a:lnTo>
                <a:lnTo>
                  <a:pt x="750884" y="47863"/>
                </a:lnTo>
                <a:lnTo>
                  <a:pt x="769763" y="45825"/>
                </a:lnTo>
                <a:lnTo>
                  <a:pt x="788632" y="43796"/>
                </a:lnTo>
                <a:lnTo>
                  <a:pt x="807510" y="41758"/>
                </a:lnTo>
                <a:lnTo>
                  <a:pt x="826379" y="39729"/>
                </a:lnTo>
                <a:lnTo>
                  <a:pt x="845258" y="37690"/>
                </a:lnTo>
                <a:lnTo>
                  <a:pt x="864127" y="35662"/>
                </a:lnTo>
                <a:lnTo>
                  <a:pt x="883006" y="33623"/>
                </a:lnTo>
                <a:lnTo>
                  <a:pt x="901875" y="31594"/>
                </a:lnTo>
                <a:lnTo>
                  <a:pt x="920753" y="29556"/>
                </a:lnTo>
                <a:lnTo>
                  <a:pt x="939622" y="27527"/>
                </a:lnTo>
                <a:lnTo>
                  <a:pt x="958501" y="25489"/>
                </a:lnTo>
                <a:lnTo>
                  <a:pt x="977370" y="23460"/>
                </a:lnTo>
                <a:lnTo>
                  <a:pt x="996239" y="21422"/>
                </a:lnTo>
                <a:lnTo>
                  <a:pt x="1015117" y="19393"/>
                </a:lnTo>
                <a:lnTo>
                  <a:pt x="1033996" y="17355"/>
                </a:lnTo>
                <a:lnTo>
                  <a:pt x="1052865" y="15326"/>
                </a:lnTo>
                <a:lnTo>
                  <a:pt x="1071734" y="13287"/>
                </a:lnTo>
                <a:lnTo>
                  <a:pt x="1090613" y="11259"/>
                </a:lnTo>
                <a:lnTo>
                  <a:pt x="1109482" y="9220"/>
                </a:lnTo>
                <a:lnTo>
                  <a:pt x="1128360" y="7191"/>
                </a:lnTo>
                <a:lnTo>
                  <a:pt x="1147229" y="5153"/>
                </a:lnTo>
                <a:lnTo>
                  <a:pt x="1166108" y="3124"/>
                </a:lnTo>
                <a:lnTo>
                  <a:pt x="1184977" y="1086"/>
                </a:lnTo>
                <a:lnTo>
                  <a:pt x="1202922" y="0"/>
                </a:lnTo>
                <a:lnTo>
                  <a:pt x="1201093" y="18898"/>
                </a:lnTo>
                <a:lnTo>
                  <a:pt x="1199264" y="37786"/>
                </a:lnTo>
                <a:lnTo>
                  <a:pt x="1197435" y="56683"/>
                </a:lnTo>
                <a:lnTo>
                  <a:pt x="1195607" y="75581"/>
                </a:lnTo>
                <a:lnTo>
                  <a:pt x="1193778" y="94469"/>
                </a:lnTo>
                <a:lnTo>
                  <a:pt x="1191939" y="113367"/>
                </a:lnTo>
                <a:lnTo>
                  <a:pt x="1190111" y="132264"/>
                </a:lnTo>
                <a:lnTo>
                  <a:pt x="1188282" y="151152"/>
                </a:lnTo>
                <a:lnTo>
                  <a:pt x="1186453" y="170050"/>
                </a:lnTo>
                <a:lnTo>
                  <a:pt x="1184624" y="188947"/>
                </a:lnTo>
                <a:lnTo>
                  <a:pt x="1182795" y="207845"/>
                </a:lnTo>
                <a:lnTo>
                  <a:pt x="1180967" y="226733"/>
                </a:lnTo>
                <a:lnTo>
                  <a:pt x="1179138" y="245631"/>
                </a:lnTo>
                <a:lnTo>
                  <a:pt x="1177309" y="264528"/>
                </a:lnTo>
                <a:lnTo>
                  <a:pt x="1175480" y="283416"/>
                </a:lnTo>
                <a:lnTo>
                  <a:pt x="1173651" y="302314"/>
                </a:lnTo>
                <a:lnTo>
                  <a:pt x="1171823" y="321212"/>
                </a:lnTo>
                <a:lnTo>
                  <a:pt x="1169994" y="340100"/>
                </a:lnTo>
                <a:lnTo>
                  <a:pt x="1168165" y="358997"/>
                </a:lnTo>
                <a:lnTo>
                  <a:pt x="1166336" y="377895"/>
                </a:lnTo>
                <a:lnTo>
                  <a:pt x="1164507" y="396783"/>
                </a:lnTo>
                <a:lnTo>
                  <a:pt x="1162679" y="415681"/>
                </a:lnTo>
                <a:lnTo>
                  <a:pt x="1160850" y="434578"/>
                </a:lnTo>
                <a:lnTo>
                  <a:pt x="1159021" y="453466"/>
                </a:lnTo>
                <a:lnTo>
                  <a:pt x="1157192" y="472364"/>
                </a:lnTo>
                <a:lnTo>
                  <a:pt x="1155354" y="491261"/>
                </a:lnTo>
                <a:lnTo>
                  <a:pt x="1153525" y="510149"/>
                </a:lnTo>
                <a:lnTo>
                  <a:pt x="1151696" y="529047"/>
                </a:lnTo>
                <a:lnTo>
                  <a:pt x="1149868" y="547945"/>
                </a:lnTo>
                <a:lnTo>
                  <a:pt x="1148039" y="566842"/>
                </a:lnTo>
                <a:lnTo>
                  <a:pt x="1146210" y="585730"/>
                </a:lnTo>
                <a:lnTo>
                  <a:pt x="1144381" y="604628"/>
                </a:lnTo>
                <a:lnTo>
                  <a:pt x="1142552" y="623526"/>
                </a:lnTo>
                <a:lnTo>
                  <a:pt x="1140724" y="642414"/>
                </a:lnTo>
                <a:lnTo>
                  <a:pt x="1138895" y="661311"/>
                </a:lnTo>
                <a:lnTo>
                  <a:pt x="1137066" y="680209"/>
                </a:lnTo>
                <a:lnTo>
                  <a:pt x="1135237" y="699097"/>
                </a:lnTo>
                <a:lnTo>
                  <a:pt x="1133408" y="717995"/>
                </a:lnTo>
                <a:lnTo>
                  <a:pt x="1131580" y="736892"/>
                </a:lnTo>
                <a:lnTo>
                  <a:pt x="1121693" y="747808"/>
                </a:lnTo>
                <a:lnTo>
                  <a:pt x="1102824" y="749827"/>
                </a:lnTo>
                <a:lnTo>
                  <a:pt x="1083945" y="751846"/>
                </a:lnTo>
                <a:lnTo>
                  <a:pt x="1065066" y="753866"/>
                </a:lnTo>
                <a:lnTo>
                  <a:pt x="1046197" y="755885"/>
                </a:lnTo>
                <a:lnTo>
                  <a:pt x="1027319" y="757904"/>
                </a:lnTo>
                <a:lnTo>
                  <a:pt x="1008440" y="759924"/>
                </a:lnTo>
                <a:lnTo>
                  <a:pt x="989571" y="761933"/>
                </a:lnTo>
                <a:lnTo>
                  <a:pt x="970693" y="763953"/>
                </a:lnTo>
                <a:lnTo>
                  <a:pt x="951814" y="765972"/>
                </a:lnTo>
                <a:lnTo>
                  <a:pt x="932945" y="767991"/>
                </a:lnTo>
                <a:lnTo>
                  <a:pt x="914067" y="770011"/>
                </a:lnTo>
                <a:lnTo>
                  <a:pt x="895188" y="772030"/>
                </a:lnTo>
                <a:lnTo>
                  <a:pt x="876319" y="774040"/>
                </a:lnTo>
                <a:lnTo>
                  <a:pt x="857441" y="776059"/>
                </a:lnTo>
                <a:lnTo>
                  <a:pt x="838562" y="778078"/>
                </a:lnTo>
                <a:lnTo>
                  <a:pt x="819693" y="780098"/>
                </a:lnTo>
                <a:lnTo>
                  <a:pt x="800814" y="782117"/>
                </a:lnTo>
                <a:lnTo>
                  <a:pt x="781936" y="784136"/>
                </a:lnTo>
                <a:lnTo>
                  <a:pt x="763067" y="786155"/>
                </a:lnTo>
                <a:lnTo>
                  <a:pt x="744188" y="788165"/>
                </a:lnTo>
                <a:lnTo>
                  <a:pt x="725310" y="790184"/>
                </a:lnTo>
                <a:lnTo>
                  <a:pt x="706441" y="792204"/>
                </a:lnTo>
                <a:lnTo>
                  <a:pt x="687562" y="794223"/>
                </a:lnTo>
                <a:lnTo>
                  <a:pt x="668684" y="796242"/>
                </a:lnTo>
                <a:lnTo>
                  <a:pt x="649815" y="798262"/>
                </a:lnTo>
                <a:lnTo>
                  <a:pt x="630936" y="800271"/>
                </a:lnTo>
                <a:lnTo>
                  <a:pt x="612057" y="802291"/>
                </a:lnTo>
                <a:lnTo>
                  <a:pt x="593188" y="804310"/>
                </a:lnTo>
                <a:lnTo>
                  <a:pt x="574310" y="806329"/>
                </a:lnTo>
                <a:lnTo>
                  <a:pt x="555431" y="808349"/>
                </a:lnTo>
                <a:lnTo>
                  <a:pt x="536562" y="810368"/>
                </a:lnTo>
                <a:lnTo>
                  <a:pt x="517684" y="812387"/>
                </a:lnTo>
                <a:lnTo>
                  <a:pt x="498805" y="814397"/>
                </a:lnTo>
                <a:lnTo>
                  <a:pt x="479936" y="816416"/>
                </a:lnTo>
                <a:lnTo>
                  <a:pt x="461058" y="818436"/>
                </a:lnTo>
                <a:lnTo>
                  <a:pt x="442179" y="820455"/>
                </a:lnTo>
                <a:lnTo>
                  <a:pt x="423310" y="822474"/>
                </a:lnTo>
                <a:lnTo>
                  <a:pt x="404432" y="824494"/>
                </a:lnTo>
                <a:lnTo>
                  <a:pt x="385553" y="826503"/>
                </a:lnTo>
                <a:lnTo>
                  <a:pt x="366684" y="828523"/>
                </a:lnTo>
                <a:lnTo>
                  <a:pt x="347805" y="830542"/>
                </a:lnTo>
                <a:lnTo>
                  <a:pt x="328927" y="832561"/>
                </a:lnTo>
                <a:lnTo>
                  <a:pt x="310058" y="834581"/>
                </a:lnTo>
                <a:lnTo>
                  <a:pt x="291179" y="836600"/>
                </a:lnTo>
                <a:lnTo>
                  <a:pt x="272301" y="838619"/>
                </a:lnTo>
                <a:lnTo>
                  <a:pt x="253432" y="840629"/>
                </a:lnTo>
                <a:lnTo>
                  <a:pt x="234553" y="842648"/>
                </a:lnTo>
                <a:lnTo>
                  <a:pt x="215675" y="844667"/>
                </a:lnTo>
                <a:lnTo>
                  <a:pt x="196806" y="846687"/>
                </a:lnTo>
                <a:lnTo>
                  <a:pt x="177927" y="848706"/>
                </a:lnTo>
                <a:lnTo>
                  <a:pt x="159048" y="850725"/>
                </a:lnTo>
                <a:lnTo>
                  <a:pt x="140179" y="852735"/>
                </a:lnTo>
                <a:lnTo>
                  <a:pt x="121301" y="854754"/>
                </a:lnTo>
                <a:lnTo>
                  <a:pt x="102422" y="856774"/>
                </a:lnTo>
                <a:lnTo>
                  <a:pt x="83553" y="858793"/>
                </a:lnTo>
                <a:lnTo>
                  <a:pt x="64675" y="860812"/>
                </a:lnTo>
                <a:lnTo>
                  <a:pt x="45796" y="862832"/>
                </a:lnTo>
                <a:lnTo>
                  <a:pt x="26927" y="864841"/>
                </a:lnTo>
                <a:lnTo>
                  <a:pt x="8049" y="866861"/>
                </a:lnTo>
                <a:lnTo>
                  <a:pt x="0" y="857945"/>
                </a:lnTo>
                <a:lnTo>
                  <a:pt x="1829" y="839057"/>
                </a:lnTo>
                <a:lnTo>
                  <a:pt x="3667" y="820160"/>
                </a:lnTo>
                <a:lnTo>
                  <a:pt x="5496" y="801262"/>
                </a:lnTo>
                <a:lnTo>
                  <a:pt x="7325" y="782374"/>
                </a:lnTo>
                <a:lnTo>
                  <a:pt x="9154" y="763476"/>
                </a:lnTo>
                <a:lnTo>
                  <a:pt x="10992" y="744579"/>
                </a:lnTo>
                <a:lnTo>
                  <a:pt x="12821" y="725691"/>
                </a:lnTo>
                <a:lnTo>
                  <a:pt x="14649" y="706793"/>
                </a:lnTo>
                <a:lnTo>
                  <a:pt x="16488" y="687896"/>
                </a:lnTo>
                <a:lnTo>
                  <a:pt x="18317" y="669007"/>
                </a:lnTo>
                <a:lnTo>
                  <a:pt x="20145" y="650110"/>
                </a:lnTo>
                <a:lnTo>
                  <a:pt x="21974" y="631212"/>
                </a:lnTo>
                <a:lnTo>
                  <a:pt x="23813" y="612324"/>
                </a:lnTo>
                <a:lnTo>
                  <a:pt x="25641" y="593427"/>
                </a:lnTo>
                <a:lnTo>
                  <a:pt x="27470" y="574529"/>
                </a:lnTo>
                <a:lnTo>
                  <a:pt x="29308" y="555641"/>
                </a:lnTo>
                <a:lnTo>
                  <a:pt x="31137" y="536743"/>
                </a:lnTo>
                <a:lnTo>
                  <a:pt x="32966" y="517846"/>
                </a:lnTo>
                <a:lnTo>
                  <a:pt x="34804" y="498958"/>
                </a:lnTo>
                <a:lnTo>
                  <a:pt x="36633" y="480060"/>
                </a:lnTo>
                <a:lnTo>
                  <a:pt x="38462" y="461162"/>
                </a:lnTo>
                <a:lnTo>
                  <a:pt x="40291" y="442274"/>
                </a:lnTo>
                <a:lnTo>
                  <a:pt x="42129" y="423377"/>
                </a:lnTo>
                <a:lnTo>
                  <a:pt x="43958" y="404479"/>
                </a:lnTo>
                <a:lnTo>
                  <a:pt x="45787" y="385591"/>
                </a:lnTo>
                <a:lnTo>
                  <a:pt x="47625" y="366693"/>
                </a:lnTo>
                <a:lnTo>
                  <a:pt x="49454" y="347796"/>
                </a:lnTo>
                <a:lnTo>
                  <a:pt x="51283" y="328908"/>
                </a:lnTo>
                <a:lnTo>
                  <a:pt x="53111" y="310010"/>
                </a:lnTo>
                <a:lnTo>
                  <a:pt x="54950" y="291113"/>
                </a:lnTo>
                <a:lnTo>
                  <a:pt x="56779" y="272225"/>
                </a:lnTo>
                <a:lnTo>
                  <a:pt x="58607" y="253327"/>
                </a:lnTo>
                <a:lnTo>
                  <a:pt x="60446" y="234429"/>
                </a:lnTo>
                <a:lnTo>
                  <a:pt x="62274" y="215541"/>
                </a:lnTo>
                <a:lnTo>
                  <a:pt x="64103" y="196644"/>
                </a:lnTo>
                <a:lnTo>
                  <a:pt x="65942" y="177746"/>
                </a:lnTo>
                <a:lnTo>
                  <a:pt x="67770" y="158858"/>
                </a:lnTo>
                <a:lnTo>
                  <a:pt x="69599" y="139960"/>
                </a:lnTo>
                <a:lnTo>
                  <a:pt x="71428" y="121063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46DE8030-15B2-442B-B5FC-E28EFC51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7346" y="3030865"/>
            <a:ext cx="1202941" cy="867689"/>
          </a:xfrm>
          <a:custGeom xmlns:a="http://schemas.openxmlformats.org/drawingml/2006/main">
            <a:pathLst>
              <a:path w="1202941" h="867689">
                <a:moveTo>
                  <a:pt x="70504" y="121910"/>
                </a:moveTo>
                <a:lnTo>
                  <a:pt x="89373" y="119882"/>
                </a:lnTo>
                <a:lnTo>
                  <a:pt x="108252" y="117843"/>
                </a:lnTo>
                <a:lnTo>
                  <a:pt x="127121" y="115814"/>
                </a:lnTo>
                <a:lnTo>
                  <a:pt x="145999" y="113786"/>
                </a:lnTo>
                <a:lnTo>
                  <a:pt x="164868" y="111747"/>
                </a:lnTo>
                <a:lnTo>
                  <a:pt x="183747" y="109718"/>
                </a:lnTo>
                <a:lnTo>
                  <a:pt x="202616" y="107690"/>
                </a:lnTo>
                <a:lnTo>
                  <a:pt x="221494" y="105651"/>
                </a:lnTo>
                <a:lnTo>
                  <a:pt x="240363" y="103622"/>
                </a:lnTo>
                <a:lnTo>
                  <a:pt x="259242" y="101594"/>
                </a:lnTo>
                <a:lnTo>
                  <a:pt x="278111" y="99565"/>
                </a:lnTo>
                <a:lnTo>
                  <a:pt x="296990" y="97526"/>
                </a:lnTo>
                <a:lnTo>
                  <a:pt x="315859" y="95498"/>
                </a:lnTo>
                <a:lnTo>
                  <a:pt x="334737" y="93469"/>
                </a:lnTo>
                <a:lnTo>
                  <a:pt x="353606" y="91430"/>
                </a:lnTo>
                <a:lnTo>
                  <a:pt x="372485" y="89402"/>
                </a:lnTo>
                <a:lnTo>
                  <a:pt x="391354" y="87373"/>
                </a:lnTo>
                <a:lnTo>
                  <a:pt x="410232" y="85334"/>
                </a:lnTo>
                <a:lnTo>
                  <a:pt x="429101" y="83306"/>
                </a:lnTo>
                <a:lnTo>
                  <a:pt x="447980" y="81277"/>
                </a:lnTo>
                <a:lnTo>
                  <a:pt x="466849" y="79238"/>
                </a:lnTo>
                <a:lnTo>
                  <a:pt x="485727" y="77210"/>
                </a:lnTo>
                <a:lnTo>
                  <a:pt x="504606" y="75181"/>
                </a:lnTo>
                <a:lnTo>
                  <a:pt x="523475" y="73142"/>
                </a:lnTo>
                <a:lnTo>
                  <a:pt x="542354" y="71114"/>
                </a:lnTo>
                <a:lnTo>
                  <a:pt x="561223" y="69085"/>
                </a:lnTo>
                <a:lnTo>
                  <a:pt x="580101" y="67046"/>
                </a:lnTo>
                <a:lnTo>
                  <a:pt x="598970" y="65018"/>
                </a:lnTo>
                <a:lnTo>
                  <a:pt x="617849" y="62989"/>
                </a:lnTo>
                <a:lnTo>
                  <a:pt x="636718" y="60960"/>
                </a:lnTo>
                <a:lnTo>
                  <a:pt x="655596" y="58922"/>
                </a:lnTo>
                <a:lnTo>
                  <a:pt x="674465" y="56893"/>
                </a:lnTo>
                <a:lnTo>
                  <a:pt x="693344" y="54864"/>
                </a:lnTo>
                <a:lnTo>
                  <a:pt x="712213" y="52826"/>
                </a:lnTo>
                <a:lnTo>
                  <a:pt x="731091" y="50797"/>
                </a:lnTo>
                <a:lnTo>
                  <a:pt x="749960" y="48768"/>
                </a:lnTo>
                <a:lnTo>
                  <a:pt x="768839" y="46730"/>
                </a:lnTo>
                <a:lnTo>
                  <a:pt x="787708" y="44701"/>
                </a:lnTo>
                <a:lnTo>
                  <a:pt x="806587" y="42672"/>
                </a:lnTo>
                <a:lnTo>
                  <a:pt x="825456" y="40634"/>
                </a:lnTo>
                <a:lnTo>
                  <a:pt x="844334" y="38605"/>
                </a:lnTo>
                <a:lnTo>
                  <a:pt x="863203" y="36576"/>
                </a:lnTo>
                <a:lnTo>
                  <a:pt x="882082" y="34538"/>
                </a:lnTo>
                <a:lnTo>
                  <a:pt x="900951" y="32509"/>
                </a:lnTo>
                <a:lnTo>
                  <a:pt x="919829" y="30480"/>
                </a:lnTo>
                <a:lnTo>
                  <a:pt x="938698" y="28442"/>
                </a:lnTo>
                <a:lnTo>
                  <a:pt x="957577" y="26413"/>
                </a:lnTo>
                <a:lnTo>
                  <a:pt x="976446" y="24384"/>
                </a:lnTo>
                <a:lnTo>
                  <a:pt x="995324" y="22346"/>
                </a:lnTo>
                <a:lnTo>
                  <a:pt x="1014193" y="20317"/>
                </a:lnTo>
                <a:lnTo>
                  <a:pt x="1033072" y="18288"/>
                </a:lnTo>
                <a:lnTo>
                  <a:pt x="1051941" y="16259"/>
                </a:lnTo>
                <a:lnTo>
                  <a:pt x="1070820" y="14221"/>
                </a:lnTo>
                <a:lnTo>
                  <a:pt x="1089698" y="12192"/>
                </a:lnTo>
                <a:lnTo>
                  <a:pt x="1108567" y="10163"/>
                </a:lnTo>
                <a:lnTo>
                  <a:pt x="1127446" y="8125"/>
                </a:lnTo>
                <a:lnTo>
                  <a:pt x="1146315" y="6096"/>
                </a:lnTo>
                <a:lnTo>
                  <a:pt x="1165193" y="4067"/>
                </a:lnTo>
                <a:lnTo>
                  <a:pt x="1184062" y="2029"/>
                </a:lnTo>
                <a:lnTo>
                  <a:pt x="1202941" y="0"/>
                </a:lnTo>
                <a:lnTo>
                  <a:pt x="1201198" y="18802"/>
                </a:lnTo>
                <a:lnTo>
                  <a:pt x="1199369" y="37690"/>
                </a:lnTo>
                <a:lnTo>
                  <a:pt x="1197540" y="56588"/>
                </a:lnTo>
                <a:lnTo>
                  <a:pt x="1195702" y="75486"/>
                </a:lnTo>
                <a:lnTo>
                  <a:pt x="1193873" y="94374"/>
                </a:lnTo>
                <a:lnTo>
                  <a:pt x="1192044" y="113271"/>
                </a:lnTo>
                <a:lnTo>
                  <a:pt x="1190215" y="132169"/>
                </a:lnTo>
                <a:lnTo>
                  <a:pt x="1188377" y="151057"/>
                </a:lnTo>
                <a:lnTo>
                  <a:pt x="1186548" y="169955"/>
                </a:lnTo>
                <a:lnTo>
                  <a:pt x="1184720" y="188852"/>
                </a:lnTo>
                <a:lnTo>
                  <a:pt x="1182881" y="207740"/>
                </a:lnTo>
                <a:lnTo>
                  <a:pt x="1181052" y="226638"/>
                </a:lnTo>
                <a:lnTo>
                  <a:pt x="1179224" y="245535"/>
                </a:lnTo>
                <a:lnTo>
                  <a:pt x="1177385" y="264424"/>
                </a:lnTo>
                <a:lnTo>
                  <a:pt x="1175556" y="283321"/>
                </a:lnTo>
                <a:lnTo>
                  <a:pt x="1173728" y="302219"/>
                </a:lnTo>
                <a:lnTo>
                  <a:pt x="1171899" y="321107"/>
                </a:lnTo>
                <a:lnTo>
                  <a:pt x="1170061" y="340004"/>
                </a:lnTo>
                <a:lnTo>
                  <a:pt x="1168232" y="358902"/>
                </a:lnTo>
                <a:lnTo>
                  <a:pt x="1166403" y="377790"/>
                </a:lnTo>
                <a:lnTo>
                  <a:pt x="1164565" y="396688"/>
                </a:lnTo>
                <a:lnTo>
                  <a:pt x="1162736" y="415585"/>
                </a:lnTo>
                <a:lnTo>
                  <a:pt x="1160907" y="434473"/>
                </a:lnTo>
                <a:lnTo>
                  <a:pt x="1159078" y="453371"/>
                </a:lnTo>
                <a:lnTo>
                  <a:pt x="1157240" y="472269"/>
                </a:lnTo>
                <a:lnTo>
                  <a:pt x="1155411" y="491157"/>
                </a:lnTo>
                <a:lnTo>
                  <a:pt x="1153582" y="510054"/>
                </a:lnTo>
                <a:lnTo>
                  <a:pt x="1151744" y="528952"/>
                </a:lnTo>
                <a:lnTo>
                  <a:pt x="1149915" y="547840"/>
                </a:lnTo>
                <a:lnTo>
                  <a:pt x="1148086" y="566738"/>
                </a:lnTo>
                <a:lnTo>
                  <a:pt x="1146248" y="585635"/>
                </a:lnTo>
                <a:lnTo>
                  <a:pt x="1144419" y="604523"/>
                </a:lnTo>
                <a:lnTo>
                  <a:pt x="1142590" y="623421"/>
                </a:lnTo>
                <a:lnTo>
                  <a:pt x="1140762" y="642318"/>
                </a:lnTo>
                <a:lnTo>
                  <a:pt x="1138923" y="661206"/>
                </a:lnTo>
                <a:lnTo>
                  <a:pt x="1137095" y="680104"/>
                </a:lnTo>
                <a:lnTo>
                  <a:pt x="1135266" y="699002"/>
                </a:lnTo>
                <a:lnTo>
                  <a:pt x="1133427" y="717890"/>
                </a:lnTo>
                <a:lnTo>
                  <a:pt x="1131599" y="736787"/>
                </a:lnTo>
                <a:lnTo>
                  <a:pt x="1121712" y="747713"/>
                </a:lnTo>
                <a:lnTo>
                  <a:pt x="1102843" y="749741"/>
                </a:lnTo>
                <a:lnTo>
                  <a:pt x="1083964" y="751780"/>
                </a:lnTo>
                <a:lnTo>
                  <a:pt x="1065095" y="753809"/>
                </a:lnTo>
                <a:lnTo>
                  <a:pt x="1046216" y="755847"/>
                </a:lnTo>
                <a:lnTo>
                  <a:pt x="1027347" y="757876"/>
                </a:lnTo>
                <a:lnTo>
                  <a:pt x="1008469" y="759914"/>
                </a:lnTo>
                <a:lnTo>
                  <a:pt x="989600" y="761943"/>
                </a:lnTo>
                <a:lnTo>
                  <a:pt x="970721" y="763981"/>
                </a:lnTo>
                <a:lnTo>
                  <a:pt x="951852" y="766010"/>
                </a:lnTo>
                <a:lnTo>
                  <a:pt x="932974" y="768048"/>
                </a:lnTo>
                <a:lnTo>
                  <a:pt x="914105" y="770077"/>
                </a:lnTo>
                <a:lnTo>
                  <a:pt x="895226" y="772116"/>
                </a:lnTo>
                <a:lnTo>
                  <a:pt x="876357" y="774144"/>
                </a:lnTo>
                <a:lnTo>
                  <a:pt x="857479" y="776183"/>
                </a:lnTo>
                <a:lnTo>
                  <a:pt x="838610" y="778212"/>
                </a:lnTo>
                <a:lnTo>
                  <a:pt x="819731" y="780250"/>
                </a:lnTo>
                <a:lnTo>
                  <a:pt x="800862" y="782279"/>
                </a:lnTo>
                <a:lnTo>
                  <a:pt x="781983" y="784317"/>
                </a:lnTo>
                <a:lnTo>
                  <a:pt x="763114" y="786346"/>
                </a:lnTo>
                <a:lnTo>
                  <a:pt x="744236" y="788384"/>
                </a:lnTo>
                <a:lnTo>
                  <a:pt x="725367" y="790413"/>
                </a:lnTo>
                <a:lnTo>
                  <a:pt x="706488" y="792451"/>
                </a:lnTo>
                <a:lnTo>
                  <a:pt x="687619" y="794480"/>
                </a:lnTo>
                <a:lnTo>
                  <a:pt x="668741" y="796519"/>
                </a:lnTo>
                <a:lnTo>
                  <a:pt x="649872" y="798547"/>
                </a:lnTo>
                <a:lnTo>
                  <a:pt x="630993" y="800586"/>
                </a:lnTo>
                <a:lnTo>
                  <a:pt x="612124" y="802615"/>
                </a:lnTo>
                <a:lnTo>
                  <a:pt x="593246" y="804653"/>
                </a:lnTo>
                <a:lnTo>
                  <a:pt x="574377" y="806682"/>
                </a:lnTo>
                <a:lnTo>
                  <a:pt x="555498" y="808720"/>
                </a:lnTo>
                <a:lnTo>
                  <a:pt x="536629" y="810749"/>
                </a:lnTo>
                <a:lnTo>
                  <a:pt x="517750" y="812787"/>
                </a:lnTo>
                <a:lnTo>
                  <a:pt x="498881" y="814816"/>
                </a:lnTo>
                <a:lnTo>
                  <a:pt x="480003" y="816854"/>
                </a:lnTo>
                <a:lnTo>
                  <a:pt x="461134" y="818883"/>
                </a:lnTo>
                <a:lnTo>
                  <a:pt x="442255" y="820922"/>
                </a:lnTo>
                <a:lnTo>
                  <a:pt x="423386" y="822950"/>
                </a:lnTo>
                <a:lnTo>
                  <a:pt x="404508" y="824989"/>
                </a:lnTo>
                <a:lnTo>
                  <a:pt x="385639" y="827018"/>
                </a:lnTo>
                <a:lnTo>
                  <a:pt x="366760" y="829056"/>
                </a:lnTo>
                <a:lnTo>
                  <a:pt x="347891" y="831085"/>
                </a:lnTo>
                <a:lnTo>
                  <a:pt x="329013" y="833123"/>
                </a:lnTo>
                <a:lnTo>
                  <a:pt x="310144" y="835152"/>
                </a:lnTo>
                <a:lnTo>
                  <a:pt x="291265" y="837190"/>
                </a:lnTo>
                <a:lnTo>
                  <a:pt x="272396" y="839219"/>
                </a:lnTo>
                <a:lnTo>
                  <a:pt x="253517" y="841258"/>
                </a:lnTo>
                <a:lnTo>
                  <a:pt x="234648" y="843286"/>
                </a:lnTo>
                <a:lnTo>
                  <a:pt x="215770" y="845325"/>
                </a:lnTo>
                <a:lnTo>
                  <a:pt x="196901" y="847354"/>
                </a:lnTo>
                <a:lnTo>
                  <a:pt x="178022" y="849392"/>
                </a:lnTo>
                <a:lnTo>
                  <a:pt x="159153" y="851421"/>
                </a:lnTo>
                <a:lnTo>
                  <a:pt x="140275" y="853459"/>
                </a:lnTo>
                <a:lnTo>
                  <a:pt x="121406" y="855488"/>
                </a:lnTo>
                <a:lnTo>
                  <a:pt x="102527" y="857526"/>
                </a:lnTo>
                <a:lnTo>
                  <a:pt x="83658" y="859555"/>
                </a:lnTo>
                <a:lnTo>
                  <a:pt x="64780" y="861593"/>
                </a:lnTo>
                <a:lnTo>
                  <a:pt x="45911" y="863622"/>
                </a:lnTo>
                <a:lnTo>
                  <a:pt x="27032" y="865661"/>
                </a:lnTo>
                <a:lnTo>
                  <a:pt x="8163" y="867689"/>
                </a:lnTo>
                <a:lnTo>
                  <a:pt x="0" y="858879"/>
                </a:lnTo>
                <a:lnTo>
                  <a:pt x="1810" y="839991"/>
                </a:lnTo>
                <a:lnTo>
                  <a:pt x="3620" y="821093"/>
                </a:lnTo>
                <a:lnTo>
                  <a:pt x="5420" y="802196"/>
                </a:lnTo>
                <a:lnTo>
                  <a:pt x="7229" y="783298"/>
                </a:lnTo>
                <a:lnTo>
                  <a:pt x="9039" y="764400"/>
                </a:lnTo>
                <a:lnTo>
                  <a:pt x="10849" y="745503"/>
                </a:lnTo>
                <a:lnTo>
                  <a:pt x="12649" y="726605"/>
                </a:lnTo>
                <a:lnTo>
                  <a:pt x="14459" y="707708"/>
                </a:lnTo>
                <a:lnTo>
                  <a:pt x="16269" y="688810"/>
                </a:lnTo>
                <a:lnTo>
                  <a:pt x="18078" y="669912"/>
                </a:lnTo>
                <a:lnTo>
                  <a:pt x="19888" y="651015"/>
                </a:lnTo>
                <a:lnTo>
                  <a:pt x="21688" y="632127"/>
                </a:lnTo>
                <a:lnTo>
                  <a:pt x="23498" y="613229"/>
                </a:lnTo>
                <a:lnTo>
                  <a:pt x="25308" y="594331"/>
                </a:lnTo>
                <a:lnTo>
                  <a:pt x="27118" y="575434"/>
                </a:lnTo>
                <a:lnTo>
                  <a:pt x="28927" y="556536"/>
                </a:lnTo>
                <a:lnTo>
                  <a:pt x="30728" y="537639"/>
                </a:lnTo>
                <a:lnTo>
                  <a:pt x="32537" y="518741"/>
                </a:lnTo>
                <a:lnTo>
                  <a:pt x="34347" y="499843"/>
                </a:lnTo>
                <a:lnTo>
                  <a:pt x="36157" y="480946"/>
                </a:lnTo>
                <a:lnTo>
                  <a:pt x="37957" y="462048"/>
                </a:lnTo>
                <a:lnTo>
                  <a:pt x="39767" y="443151"/>
                </a:lnTo>
                <a:lnTo>
                  <a:pt x="41577" y="424263"/>
                </a:lnTo>
                <a:lnTo>
                  <a:pt x="43386" y="405365"/>
                </a:lnTo>
                <a:lnTo>
                  <a:pt x="45196" y="386467"/>
                </a:lnTo>
                <a:lnTo>
                  <a:pt x="46996" y="367570"/>
                </a:lnTo>
                <a:lnTo>
                  <a:pt x="48806" y="348672"/>
                </a:lnTo>
                <a:lnTo>
                  <a:pt x="50616" y="329775"/>
                </a:lnTo>
                <a:lnTo>
                  <a:pt x="52426" y="310877"/>
                </a:lnTo>
                <a:lnTo>
                  <a:pt x="54235" y="291979"/>
                </a:lnTo>
                <a:lnTo>
                  <a:pt x="56036" y="273082"/>
                </a:lnTo>
                <a:lnTo>
                  <a:pt x="57845" y="254184"/>
                </a:lnTo>
                <a:lnTo>
                  <a:pt x="59655" y="235287"/>
                </a:lnTo>
                <a:lnTo>
                  <a:pt x="61465" y="216398"/>
                </a:lnTo>
                <a:lnTo>
                  <a:pt x="63275" y="197501"/>
                </a:lnTo>
                <a:lnTo>
                  <a:pt x="65075" y="178603"/>
                </a:lnTo>
                <a:lnTo>
                  <a:pt x="66885" y="159706"/>
                </a:lnTo>
                <a:lnTo>
                  <a:pt x="68694" y="140808"/>
                </a:lnTo>
                <a:lnTo>
                  <a:pt x="70504" y="121910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14849974-F219-4016-9780-44EF0A70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8465" y="4455824"/>
            <a:ext cx="380048" cy="599094"/>
          </a:xfrm>
          <a:custGeom xmlns:a="http://schemas.openxmlformats.org/drawingml/2006/main">
            <a:pathLst>
              <a:path w="380048" h="599094">
                <a:moveTo>
                  <a:pt x="0" y="599094"/>
                </a:moveTo>
                <a:lnTo>
                  <a:pt x="0" y="580149"/>
                </a:lnTo>
                <a:lnTo>
                  <a:pt x="0" y="561194"/>
                </a:lnTo>
                <a:lnTo>
                  <a:pt x="0" y="542249"/>
                </a:lnTo>
                <a:lnTo>
                  <a:pt x="0" y="523304"/>
                </a:lnTo>
                <a:lnTo>
                  <a:pt x="0" y="504349"/>
                </a:lnTo>
                <a:lnTo>
                  <a:pt x="0" y="485404"/>
                </a:lnTo>
                <a:lnTo>
                  <a:pt x="0" y="466449"/>
                </a:lnTo>
                <a:lnTo>
                  <a:pt x="0" y="447504"/>
                </a:lnTo>
                <a:lnTo>
                  <a:pt x="0" y="428549"/>
                </a:lnTo>
                <a:lnTo>
                  <a:pt x="0" y="409604"/>
                </a:lnTo>
                <a:lnTo>
                  <a:pt x="0" y="390658"/>
                </a:lnTo>
                <a:lnTo>
                  <a:pt x="0" y="371704"/>
                </a:lnTo>
                <a:lnTo>
                  <a:pt x="0" y="352758"/>
                </a:lnTo>
                <a:lnTo>
                  <a:pt x="0" y="333804"/>
                </a:lnTo>
                <a:lnTo>
                  <a:pt x="0" y="314858"/>
                </a:lnTo>
                <a:lnTo>
                  <a:pt x="0" y="295913"/>
                </a:lnTo>
                <a:lnTo>
                  <a:pt x="0" y="276958"/>
                </a:lnTo>
                <a:lnTo>
                  <a:pt x="0" y="258013"/>
                </a:lnTo>
                <a:lnTo>
                  <a:pt x="0" y="239058"/>
                </a:lnTo>
                <a:lnTo>
                  <a:pt x="0" y="220113"/>
                </a:lnTo>
                <a:lnTo>
                  <a:pt x="0" y="201158"/>
                </a:lnTo>
                <a:lnTo>
                  <a:pt x="0" y="182213"/>
                </a:lnTo>
                <a:lnTo>
                  <a:pt x="0" y="163268"/>
                </a:lnTo>
                <a:lnTo>
                  <a:pt x="0" y="144313"/>
                </a:lnTo>
                <a:lnTo>
                  <a:pt x="3029" y="127540"/>
                </a:lnTo>
                <a:lnTo>
                  <a:pt x="20974" y="121463"/>
                </a:lnTo>
                <a:lnTo>
                  <a:pt x="38929" y="115395"/>
                </a:lnTo>
                <a:lnTo>
                  <a:pt x="56874" y="109318"/>
                </a:lnTo>
                <a:lnTo>
                  <a:pt x="74828" y="103241"/>
                </a:lnTo>
                <a:lnTo>
                  <a:pt x="92774" y="97174"/>
                </a:lnTo>
                <a:lnTo>
                  <a:pt x="110728" y="91097"/>
                </a:lnTo>
                <a:lnTo>
                  <a:pt x="128673" y="85020"/>
                </a:lnTo>
                <a:lnTo>
                  <a:pt x="146628" y="78953"/>
                </a:lnTo>
                <a:lnTo>
                  <a:pt x="164573" y="72876"/>
                </a:lnTo>
                <a:lnTo>
                  <a:pt x="182528" y="66808"/>
                </a:lnTo>
                <a:lnTo>
                  <a:pt x="200473" y="60731"/>
                </a:lnTo>
                <a:lnTo>
                  <a:pt x="218427" y="54654"/>
                </a:lnTo>
                <a:lnTo>
                  <a:pt x="236372" y="48587"/>
                </a:lnTo>
                <a:lnTo>
                  <a:pt x="254327" y="42510"/>
                </a:lnTo>
                <a:lnTo>
                  <a:pt x="272272" y="36443"/>
                </a:lnTo>
                <a:lnTo>
                  <a:pt x="290217" y="30366"/>
                </a:lnTo>
                <a:lnTo>
                  <a:pt x="308172" y="24289"/>
                </a:lnTo>
                <a:lnTo>
                  <a:pt x="326117" y="18221"/>
                </a:lnTo>
                <a:lnTo>
                  <a:pt x="344072" y="12144"/>
                </a:lnTo>
                <a:lnTo>
                  <a:pt x="362017" y="6077"/>
                </a:lnTo>
                <a:lnTo>
                  <a:pt x="379971" y="0"/>
                </a:lnTo>
                <a:lnTo>
                  <a:pt x="380048" y="18840"/>
                </a:lnTo>
                <a:lnTo>
                  <a:pt x="380048" y="37795"/>
                </a:lnTo>
                <a:lnTo>
                  <a:pt x="380048" y="56740"/>
                </a:lnTo>
                <a:lnTo>
                  <a:pt x="380048" y="75686"/>
                </a:lnTo>
                <a:lnTo>
                  <a:pt x="380048" y="94640"/>
                </a:lnTo>
                <a:lnTo>
                  <a:pt x="380048" y="113586"/>
                </a:lnTo>
                <a:lnTo>
                  <a:pt x="380048" y="132540"/>
                </a:lnTo>
                <a:lnTo>
                  <a:pt x="380048" y="151486"/>
                </a:lnTo>
                <a:lnTo>
                  <a:pt x="380048" y="170431"/>
                </a:lnTo>
                <a:lnTo>
                  <a:pt x="380048" y="189386"/>
                </a:lnTo>
                <a:lnTo>
                  <a:pt x="380048" y="208331"/>
                </a:lnTo>
                <a:lnTo>
                  <a:pt x="380048" y="227286"/>
                </a:lnTo>
                <a:lnTo>
                  <a:pt x="380048" y="246231"/>
                </a:lnTo>
                <a:lnTo>
                  <a:pt x="380048" y="265186"/>
                </a:lnTo>
                <a:lnTo>
                  <a:pt x="380048" y="284131"/>
                </a:lnTo>
                <a:lnTo>
                  <a:pt x="380048" y="303076"/>
                </a:lnTo>
                <a:lnTo>
                  <a:pt x="380048" y="322031"/>
                </a:lnTo>
                <a:lnTo>
                  <a:pt x="380048" y="340976"/>
                </a:lnTo>
                <a:lnTo>
                  <a:pt x="380048" y="359931"/>
                </a:lnTo>
                <a:lnTo>
                  <a:pt x="380048" y="378876"/>
                </a:lnTo>
                <a:lnTo>
                  <a:pt x="380048" y="397831"/>
                </a:lnTo>
                <a:lnTo>
                  <a:pt x="380048" y="416776"/>
                </a:lnTo>
                <a:lnTo>
                  <a:pt x="380048" y="435721"/>
                </a:lnTo>
                <a:lnTo>
                  <a:pt x="367408" y="446237"/>
                </a:lnTo>
                <a:lnTo>
                  <a:pt x="349910" y="453523"/>
                </a:lnTo>
                <a:lnTo>
                  <a:pt x="332413" y="460800"/>
                </a:lnTo>
                <a:lnTo>
                  <a:pt x="314916" y="468078"/>
                </a:lnTo>
                <a:lnTo>
                  <a:pt x="297428" y="475355"/>
                </a:lnTo>
                <a:lnTo>
                  <a:pt x="279930" y="482632"/>
                </a:lnTo>
                <a:lnTo>
                  <a:pt x="262433" y="489918"/>
                </a:lnTo>
                <a:lnTo>
                  <a:pt x="244935" y="497195"/>
                </a:lnTo>
                <a:lnTo>
                  <a:pt x="227438" y="504473"/>
                </a:lnTo>
                <a:lnTo>
                  <a:pt x="209950" y="511750"/>
                </a:lnTo>
                <a:lnTo>
                  <a:pt x="192453" y="519027"/>
                </a:lnTo>
                <a:lnTo>
                  <a:pt x="174955" y="526304"/>
                </a:lnTo>
                <a:lnTo>
                  <a:pt x="157458" y="533591"/>
                </a:lnTo>
                <a:lnTo>
                  <a:pt x="139960" y="540868"/>
                </a:lnTo>
                <a:lnTo>
                  <a:pt x="122472" y="548145"/>
                </a:lnTo>
                <a:lnTo>
                  <a:pt x="104975" y="555422"/>
                </a:lnTo>
                <a:lnTo>
                  <a:pt x="87478" y="562699"/>
                </a:lnTo>
                <a:lnTo>
                  <a:pt x="69980" y="569986"/>
                </a:lnTo>
                <a:lnTo>
                  <a:pt x="52483" y="577263"/>
                </a:lnTo>
                <a:lnTo>
                  <a:pt x="34995" y="584540"/>
                </a:lnTo>
                <a:lnTo>
                  <a:pt x="17497" y="591817"/>
                </a:lnTo>
                <a:lnTo>
                  <a:pt x="0" y="599094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9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024C0035-4AD0-4B27-B508-6F8D5292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" y="4896803"/>
            <a:ext cx="2468204" cy="158115"/>
          </a:xfrm>
          <a:custGeom xmlns:a="http://schemas.openxmlformats.org/drawingml/2006/main">
            <a:pathLst>
              <a:path w="2468204" h="158115">
                <a:moveTo>
                  <a:pt x="0" y="158115"/>
                </a:moveTo>
                <a:lnTo>
                  <a:pt x="20831" y="158115"/>
                </a:lnTo>
                <a:lnTo>
                  <a:pt x="41662" y="158115"/>
                </a:lnTo>
                <a:lnTo>
                  <a:pt x="62484" y="158115"/>
                </a:lnTo>
                <a:lnTo>
                  <a:pt x="83315" y="158115"/>
                </a:lnTo>
                <a:lnTo>
                  <a:pt x="104146" y="158115"/>
                </a:lnTo>
                <a:lnTo>
                  <a:pt x="124978" y="158115"/>
                </a:lnTo>
                <a:lnTo>
                  <a:pt x="145799" y="158115"/>
                </a:lnTo>
                <a:lnTo>
                  <a:pt x="166630" y="158115"/>
                </a:lnTo>
                <a:lnTo>
                  <a:pt x="187462" y="158115"/>
                </a:lnTo>
                <a:lnTo>
                  <a:pt x="208293" y="158115"/>
                </a:lnTo>
                <a:lnTo>
                  <a:pt x="229124" y="158115"/>
                </a:lnTo>
                <a:lnTo>
                  <a:pt x="249946" y="158115"/>
                </a:lnTo>
                <a:lnTo>
                  <a:pt x="270777" y="158115"/>
                </a:lnTo>
                <a:lnTo>
                  <a:pt x="291608" y="158115"/>
                </a:lnTo>
                <a:lnTo>
                  <a:pt x="312439" y="158115"/>
                </a:lnTo>
                <a:lnTo>
                  <a:pt x="333261" y="158115"/>
                </a:lnTo>
                <a:lnTo>
                  <a:pt x="354092" y="158115"/>
                </a:lnTo>
                <a:lnTo>
                  <a:pt x="374923" y="158115"/>
                </a:lnTo>
                <a:lnTo>
                  <a:pt x="395754" y="158115"/>
                </a:lnTo>
                <a:lnTo>
                  <a:pt x="416585" y="158115"/>
                </a:lnTo>
                <a:lnTo>
                  <a:pt x="437407" y="158115"/>
                </a:lnTo>
                <a:lnTo>
                  <a:pt x="458238" y="158115"/>
                </a:lnTo>
                <a:lnTo>
                  <a:pt x="479069" y="158115"/>
                </a:lnTo>
                <a:lnTo>
                  <a:pt x="499901" y="158115"/>
                </a:lnTo>
                <a:lnTo>
                  <a:pt x="520722" y="158115"/>
                </a:lnTo>
                <a:lnTo>
                  <a:pt x="541553" y="158115"/>
                </a:lnTo>
                <a:lnTo>
                  <a:pt x="562385" y="158115"/>
                </a:lnTo>
                <a:lnTo>
                  <a:pt x="583216" y="158115"/>
                </a:lnTo>
                <a:lnTo>
                  <a:pt x="604047" y="158115"/>
                </a:lnTo>
                <a:lnTo>
                  <a:pt x="624869" y="158115"/>
                </a:lnTo>
                <a:lnTo>
                  <a:pt x="645700" y="158115"/>
                </a:lnTo>
                <a:lnTo>
                  <a:pt x="666531" y="158115"/>
                </a:lnTo>
                <a:lnTo>
                  <a:pt x="687362" y="158115"/>
                </a:lnTo>
                <a:lnTo>
                  <a:pt x="708193" y="158115"/>
                </a:lnTo>
                <a:lnTo>
                  <a:pt x="729015" y="158115"/>
                </a:lnTo>
                <a:lnTo>
                  <a:pt x="749846" y="158115"/>
                </a:lnTo>
                <a:lnTo>
                  <a:pt x="770677" y="158115"/>
                </a:lnTo>
                <a:lnTo>
                  <a:pt x="791508" y="158115"/>
                </a:lnTo>
                <a:lnTo>
                  <a:pt x="812330" y="158115"/>
                </a:lnTo>
                <a:lnTo>
                  <a:pt x="833161" y="158115"/>
                </a:lnTo>
                <a:lnTo>
                  <a:pt x="853992" y="158115"/>
                </a:lnTo>
                <a:lnTo>
                  <a:pt x="874824" y="158115"/>
                </a:lnTo>
                <a:lnTo>
                  <a:pt x="895655" y="158115"/>
                </a:lnTo>
                <a:lnTo>
                  <a:pt x="916476" y="158115"/>
                </a:lnTo>
                <a:lnTo>
                  <a:pt x="937308" y="158115"/>
                </a:lnTo>
                <a:lnTo>
                  <a:pt x="958139" y="158115"/>
                </a:lnTo>
                <a:lnTo>
                  <a:pt x="978970" y="158115"/>
                </a:lnTo>
                <a:lnTo>
                  <a:pt x="999792" y="158115"/>
                </a:lnTo>
                <a:lnTo>
                  <a:pt x="1020623" y="158115"/>
                </a:lnTo>
                <a:lnTo>
                  <a:pt x="1041454" y="158115"/>
                </a:lnTo>
                <a:lnTo>
                  <a:pt x="1062285" y="158115"/>
                </a:lnTo>
                <a:lnTo>
                  <a:pt x="1083116" y="158115"/>
                </a:lnTo>
                <a:lnTo>
                  <a:pt x="1103938" y="158115"/>
                </a:lnTo>
                <a:lnTo>
                  <a:pt x="1124769" y="158115"/>
                </a:lnTo>
                <a:lnTo>
                  <a:pt x="1145600" y="158115"/>
                </a:lnTo>
                <a:lnTo>
                  <a:pt x="1166432" y="158115"/>
                </a:lnTo>
                <a:lnTo>
                  <a:pt x="1187253" y="158115"/>
                </a:lnTo>
                <a:lnTo>
                  <a:pt x="1208084" y="158115"/>
                </a:lnTo>
                <a:lnTo>
                  <a:pt x="1228916" y="158115"/>
                </a:lnTo>
                <a:lnTo>
                  <a:pt x="1249747" y="158115"/>
                </a:lnTo>
                <a:lnTo>
                  <a:pt x="1270578" y="158115"/>
                </a:lnTo>
                <a:lnTo>
                  <a:pt x="1291400" y="158115"/>
                </a:lnTo>
                <a:lnTo>
                  <a:pt x="1312231" y="158115"/>
                </a:lnTo>
                <a:lnTo>
                  <a:pt x="1333062" y="158115"/>
                </a:lnTo>
                <a:lnTo>
                  <a:pt x="1353893" y="158115"/>
                </a:lnTo>
                <a:lnTo>
                  <a:pt x="1374715" y="158115"/>
                </a:lnTo>
                <a:lnTo>
                  <a:pt x="1395546" y="158115"/>
                </a:lnTo>
                <a:lnTo>
                  <a:pt x="1416377" y="158115"/>
                </a:lnTo>
                <a:lnTo>
                  <a:pt x="1437208" y="158115"/>
                </a:lnTo>
                <a:lnTo>
                  <a:pt x="1458039" y="158115"/>
                </a:lnTo>
                <a:lnTo>
                  <a:pt x="1478861" y="158115"/>
                </a:lnTo>
                <a:lnTo>
                  <a:pt x="1499692" y="158115"/>
                </a:lnTo>
                <a:lnTo>
                  <a:pt x="1520523" y="158115"/>
                </a:lnTo>
                <a:lnTo>
                  <a:pt x="1541355" y="158115"/>
                </a:lnTo>
                <a:lnTo>
                  <a:pt x="1562176" y="158115"/>
                </a:lnTo>
                <a:lnTo>
                  <a:pt x="1583007" y="158115"/>
                </a:lnTo>
                <a:lnTo>
                  <a:pt x="1603839" y="158115"/>
                </a:lnTo>
                <a:lnTo>
                  <a:pt x="1624670" y="158115"/>
                </a:lnTo>
                <a:lnTo>
                  <a:pt x="1645501" y="158115"/>
                </a:lnTo>
                <a:lnTo>
                  <a:pt x="1666323" y="158115"/>
                </a:lnTo>
                <a:lnTo>
                  <a:pt x="1687154" y="158115"/>
                </a:lnTo>
                <a:lnTo>
                  <a:pt x="1707985" y="158115"/>
                </a:lnTo>
                <a:lnTo>
                  <a:pt x="1728816" y="158115"/>
                </a:lnTo>
                <a:lnTo>
                  <a:pt x="1749638" y="158115"/>
                </a:lnTo>
                <a:lnTo>
                  <a:pt x="1770469" y="158115"/>
                </a:lnTo>
                <a:lnTo>
                  <a:pt x="1791300" y="158115"/>
                </a:lnTo>
                <a:lnTo>
                  <a:pt x="1812131" y="158115"/>
                </a:lnTo>
                <a:lnTo>
                  <a:pt x="1832962" y="158115"/>
                </a:lnTo>
                <a:lnTo>
                  <a:pt x="1853784" y="158115"/>
                </a:lnTo>
                <a:lnTo>
                  <a:pt x="1874615" y="158115"/>
                </a:lnTo>
                <a:lnTo>
                  <a:pt x="1895446" y="158115"/>
                </a:lnTo>
                <a:lnTo>
                  <a:pt x="1916278" y="158115"/>
                </a:lnTo>
                <a:lnTo>
                  <a:pt x="1937099" y="158115"/>
                </a:lnTo>
                <a:lnTo>
                  <a:pt x="1957930" y="158115"/>
                </a:lnTo>
                <a:lnTo>
                  <a:pt x="1978762" y="158115"/>
                </a:lnTo>
                <a:lnTo>
                  <a:pt x="1999593" y="158115"/>
                </a:lnTo>
                <a:lnTo>
                  <a:pt x="2020424" y="158115"/>
                </a:lnTo>
                <a:lnTo>
                  <a:pt x="2041246" y="158115"/>
                </a:lnTo>
                <a:lnTo>
                  <a:pt x="2062077" y="158115"/>
                </a:lnTo>
                <a:lnTo>
                  <a:pt x="2082908" y="158115"/>
                </a:lnTo>
                <a:lnTo>
                  <a:pt x="2102815" y="153486"/>
                </a:lnTo>
                <a:lnTo>
                  <a:pt x="2122046" y="145485"/>
                </a:lnTo>
                <a:lnTo>
                  <a:pt x="2141277" y="137484"/>
                </a:lnTo>
                <a:lnTo>
                  <a:pt x="2160508" y="129483"/>
                </a:lnTo>
                <a:lnTo>
                  <a:pt x="2179739" y="121482"/>
                </a:lnTo>
                <a:lnTo>
                  <a:pt x="2198970" y="113481"/>
                </a:lnTo>
                <a:lnTo>
                  <a:pt x="2218201" y="105480"/>
                </a:lnTo>
                <a:lnTo>
                  <a:pt x="2237432" y="97479"/>
                </a:lnTo>
                <a:lnTo>
                  <a:pt x="2256663" y="89478"/>
                </a:lnTo>
                <a:lnTo>
                  <a:pt x="2275894" y="81477"/>
                </a:lnTo>
                <a:lnTo>
                  <a:pt x="2295125" y="73476"/>
                </a:lnTo>
                <a:lnTo>
                  <a:pt x="2314356" y="65475"/>
                </a:lnTo>
                <a:lnTo>
                  <a:pt x="2333587" y="57474"/>
                </a:lnTo>
                <a:lnTo>
                  <a:pt x="2352818" y="49473"/>
                </a:lnTo>
                <a:lnTo>
                  <a:pt x="2372049" y="41472"/>
                </a:lnTo>
                <a:lnTo>
                  <a:pt x="2391280" y="33471"/>
                </a:lnTo>
                <a:lnTo>
                  <a:pt x="2410511" y="25470"/>
                </a:lnTo>
                <a:lnTo>
                  <a:pt x="2429742" y="17469"/>
                </a:lnTo>
                <a:lnTo>
                  <a:pt x="2448973" y="9468"/>
                </a:lnTo>
                <a:lnTo>
                  <a:pt x="2468204" y="1467"/>
                </a:lnTo>
                <a:lnTo>
                  <a:pt x="2454735" y="0"/>
                </a:lnTo>
                <a:lnTo>
                  <a:pt x="2433904" y="0"/>
                </a:lnTo>
                <a:lnTo>
                  <a:pt x="2413083" y="0"/>
                </a:lnTo>
                <a:lnTo>
                  <a:pt x="2392251" y="0"/>
                </a:lnTo>
                <a:lnTo>
                  <a:pt x="2371420" y="0"/>
                </a:lnTo>
                <a:lnTo>
                  <a:pt x="2350589" y="0"/>
                </a:lnTo>
                <a:lnTo>
                  <a:pt x="2329758" y="0"/>
                </a:lnTo>
                <a:lnTo>
                  <a:pt x="2308936" y="0"/>
                </a:lnTo>
                <a:lnTo>
                  <a:pt x="2288105" y="0"/>
                </a:lnTo>
                <a:lnTo>
                  <a:pt x="2267274" y="0"/>
                </a:lnTo>
                <a:lnTo>
                  <a:pt x="2246443" y="0"/>
                </a:lnTo>
                <a:lnTo>
                  <a:pt x="2225612" y="0"/>
                </a:lnTo>
                <a:lnTo>
                  <a:pt x="2204790" y="0"/>
                </a:lnTo>
                <a:lnTo>
                  <a:pt x="2183959" y="0"/>
                </a:lnTo>
                <a:lnTo>
                  <a:pt x="2163128" y="0"/>
                </a:lnTo>
                <a:lnTo>
                  <a:pt x="2142296" y="0"/>
                </a:lnTo>
                <a:lnTo>
                  <a:pt x="2121475" y="0"/>
                </a:lnTo>
                <a:lnTo>
                  <a:pt x="2100644" y="0"/>
                </a:lnTo>
                <a:lnTo>
                  <a:pt x="2079812" y="0"/>
                </a:lnTo>
                <a:lnTo>
                  <a:pt x="2058981" y="0"/>
                </a:lnTo>
                <a:lnTo>
                  <a:pt x="2038150" y="0"/>
                </a:lnTo>
                <a:lnTo>
                  <a:pt x="2017328" y="0"/>
                </a:lnTo>
                <a:lnTo>
                  <a:pt x="1996497" y="0"/>
                </a:lnTo>
                <a:lnTo>
                  <a:pt x="1975666" y="0"/>
                </a:lnTo>
                <a:lnTo>
                  <a:pt x="1954835" y="0"/>
                </a:lnTo>
                <a:lnTo>
                  <a:pt x="1934013" y="0"/>
                </a:lnTo>
                <a:lnTo>
                  <a:pt x="1913182" y="0"/>
                </a:lnTo>
                <a:lnTo>
                  <a:pt x="1892351" y="0"/>
                </a:lnTo>
                <a:lnTo>
                  <a:pt x="1871520" y="0"/>
                </a:lnTo>
                <a:lnTo>
                  <a:pt x="1850688" y="0"/>
                </a:lnTo>
                <a:lnTo>
                  <a:pt x="1829867" y="0"/>
                </a:lnTo>
                <a:lnTo>
                  <a:pt x="1809036" y="0"/>
                </a:lnTo>
                <a:lnTo>
                  <a:pt x="1788204" y="0"/>
                </a:lnTo>
                <a:lnTo>
                  <a:pt x="1767373" y="0"/>
                </a:lnTo>
                <a:lnTo>
                  <a:pt x="1746552" y="0"/>
                </a:lnTo>
                <a:lnTo>
                  <a:pt x="1725720" y="0"/>
                </a:lnTo>
                <a:lnTo>
                  <a:pt x="1704889" y="0"/>
                </a:lnTo>
                <a:lnTo>
                  <a:pt x="1684058" y="0"/>
                </a:lnTo>
                <a:lnTo>
                  <a:pt x="1663227" y="0"/>
                </a:lnTo>
                <a:lnTo>
                  <a:pt x="1642405" y="0"/>
                </a:lnTo>
                <a:lnTo>
                  <a:pt x="1621574" y="0"/>
                </a:lnTo>
                <a:lnTo>
                  <a:pt x="1600743" y="0"/>
                </a:lnTo>
                <a:lnTo>
                  <a:pt x="1579912" y="0"/>
                </a:lnTo>
                <a:lnTo>
                  <a:pt x="1559090" y="0"/>
                </a:lnTo>
                <a:lnTo>
                  <a:pt x="1538259" y="0"/>
                </a:lnTo>
                <a:lnTo>
                  <a:pt x="1517428" y="0"/>
                </a:lnTo>
                <a:lnTo>
                  <a:pt x="1496597" y="0"/>
                </a:lnTo>
                <a:lnTo>
                  <a:pt x="1475765" y="0"/>
                </a:lnTo>
                <a:lnTo>
                  <a:pt x="1454944" y="0"/>
                </a:lnTo>
                <a:lnTo>
                  <a:pt x="1434113" y="0"/>
                </a:lnTo>
                <a:lnTo>
                  <a:pt x="1413281" y="0"/>
                </a:lnTo>
                <a:lnTo>
                  <a:pt x="1392450" y="0"/>
                </a:lnTo>
                <a:lnTo>
                  <a:pt x="1371629" y="0"/>
                </a:lnTo>
                <a:lnTo>
                  <a:pt x="1350797" y="0"/>
                </a:lnTo>
                <a:lnTo>
                  <a:pt x="1329966" y="0"/>
                </a:lnTo>
                <a:lnTo>
                  <a:pt x="1309135" y="0"/>
                </a:lnTo>
                <a:lnTo>
                  <a:pt x="1288304" y="0"/>
                </a:lnTo>
                <a:lnTo>
                  <a:pt x="1267482" y="0"/>
                </a:lnTo>
                <a:lnTo>
                  <a:pt x="1246651" y="0"/>
                </a:lnTo>
                <a:lnTo>
                  <a:pt x="1225820" y="0"/>
                </a:lnTo>
                <a:lnTo>
                  <a:pt x="1204989" y="0"/>
                </a:lnTo>
                <a:lnTo>
                  <a:pt x="1184167" y="0"/>
                </a:lnTo>
                <a:lnTo>
                  <a:pt x="1163336" y="0"/>
                </a:lnTo>
                <a:lnTo>
                  <a:pt x="1142505" y="0"/>
                </a:lnTo>
                <a:lnTo>
                  <a:pt x="1121674" y="0"/>
                </a:lnTo>
                <a:lnTo>
                  <a:pt x="1100842" y="0"/>
                </a:lnTo>
                <a:lnTo>
                  <a:pt x="1080021" y="0"/>
                </a:lnTo>
                <a:lnTo>
                  <a:pt x="1059190" y="0"/>
                </a:lnTo>
                <a:lnTo>
                  <a:pt x="1038358" y="0"/>
                </a:lnTo>
                <a:lnTo>
                  <a:pt x="1017527" y="0"/>
                </a:lnTo>
                <a:lnTo>
                  <a:pt x="996706" y="0"/>
                </a:lnTo>
                <a:lnTo>
                  <a:pt x="975874" y="0"/>
                </a:lnTo>
                <a:lnTo>
                  <a:pt x="955043" y="0"/>
                </a:lnTo>
                <a:lnTo>
                  <a:pt x="934212" y="0"/>
                </a:lnTo>
                <a:lnTo>
                  <a:pt x="913381" y="0"/>
                </a:lnTo>
                <a:lnTo>
                  <a:pt x="892559" y="0"/>
                </a:lnTo>
                <a:lnTo>
                  <a:pt x="871728" y="0"/>
                </a:lnTo>
                <a:lnTo>
                  <a:pt x="850897" y="0"/>
                </a:lnTo>
                <a:lnTo>
                  <a:pt x="830066" y="0"/>
                </a:lnTo>
                <a:lnTo>
                  <a:pt x="809244" y="0"/>
                </a:lnTo>
                <a:lnTo>
                  <a:pt x="788413" y="0"/>
                </a:lnTo>
                <a:lnTo>
                  <a:pt x="767582" y="0"/>
                </a:lnTo>
                <a:lnTo>
                  <a:pt x="746750" y="0"/>
                </a:lnTo>
                <a:lnTo>
                  <a:pt x="725919" y="0"/>
                </a:lnTo>
                <a:lnTo>
                  <a:pt x="705098" y="0"/>
                </a:lnTo>
                <a:lnTo>
                  <a:pt x="684266" y="0"/>
                </a:lnTo>
                <a:lnTo>
                  <a:pt x="663435" y="0"/>
                </a:lnTo>
                <a:lnTo>
                  <a:pt x="642604" y="0"/>
                </a:lnTo>
                <a:lnTo>
                  <a:pt x="621773" y="0"/>
                </a:lnTo>
                <a:lnTo>
                  <a:pt x="600951" y="0"/>
                </a:lnTo>
                <a:lnTo>
                  <a:pt x="580120" y="0"/>
                </a:lnTo>
                <a:lnTo>
                  <a:pt x="559289" y="0"/>
                </a:lnTo>
                <a:lnTo>
                  <a:pt x="538458" y="0"/>
                </a:lnTo>
                <a:lnTo>
                  <a:pt x="517636" y="0"/>
                </a:lnTo>
                <a:lnTo>
                  <a:pt x="497415" y="4067"/>
                </a:lnTo>
                <a:lnTo>
                  <a:pt x="477517" y="10230"/>
                </a:lnTo>
                <a:lnTo>
                  <a:pt x="457629" y="16393"/>
                </a:lnTo>
                <a:lnTo>
                  <a:pt x="437731" y="22546"/>
                </a:lnTo>
                <a:lnTo>
                  <a:pt x="417833" y="28708"/>
                </a:lnTo>
                <a:lnTo>
                  <a:pt x="397935" y="34871"/>
                </a:lnTo>
                <a:lnTo>
                  <a:pt x="378038" y="41034"/>
                </a:lnTo>
                <a:lnTo>
                  <a:pt x="358140" y="47196"/>
                </a:lnTo>
                <a:lnTo>
                  <a:pt x="338242" y="53359"/>
                </a:lnTo>
                <a:lnTo>
                  <a:pt x="318345" y="59522"/>
                </a:lnTo>
                <a:lnTo>
                  <a:pt x="298447" y="65684"/>
                </a:lnTo>
                <a:lnTo>
                  <a:pt x="278549" y="71847"/>
                </a:lnTo>
                <a:lnTo>
                  <a:pt x="258661" y="78010"/>
                </a:lnTo>
                <a:lnTo>
                  <a:pt x="238763" y="84172"/>
                </a:lnTo>
                <a:lnTo>
                  <a:pt x="218865" y="90335"/>
                </a:lnTo>
                <a:lnTo>
                  <a:pt x="198968" y="96498"/>
                </a:lnTo>
                <a:lnTo>
                  <a:pt x="179070" y="102660"/>
                </a:lnTo>
                <a:lnTo>
                  <a:pt x="159172" y="108823"/>
                </a:lnTo>
                <a:lnTo>
                  <a:pt x="139275" y="114976"/>
                </a:lnTo>
                <a:lnTo>
                  <a:pt x="119377" y="121139"/>
                </a:lnTo>
                <a:lnTo>
                  <a:pt x="99479" y="127302"/>
                </a:lnTo>
                <a:lnTo>
                  <a:pt x="79591" y="133464"/>
                </a:lnTo>
                <a:lnTo>
                  <a:pt x="59693" y="139627"/>
                </a:lnTo>
                <a:lnTo>
                  <a:pt x="39795" y="145790"/>
                </a:lnTo>
                <a:lnTo>
                  <a:pt x="19898" y="151952"/>
                </a:lnTo>
                <a:lnTo>
                  <a:pt x="0" y="158115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0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C6014E32-0E93-4D4B-BDBD-1A682EB8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9643" y="4896803"/>
            <a:ext cx="2311718" cy="158115"/>
          </a:xfrm>
          <a:custGeom xmlns:a="http://schemas.openxmlformats.org/drawingml/2006/main">
            <a:pathLst>
              <a:path w="2311718" h="158115">
                <a:moveTo>
                  <a:pt x="0" y="158115"/>
                </a:moveTo>
                <a:lnTo>
                  <a:pt x="19050" y="158115"/>
                </a:lnTo>
                <a:lnTo>
                  <a:pt x="38100" y="158115"/>
                </a:lnTo>
                <a:lnTo>
                  <a:pt x="57140" y="158115"/>
                </a:lnTo>
                <a:lnTo>
                  <a:pt x="76190" y="158115"/>
                </a:lnTo>
                <a:lnTo>
                  <a:pt x="95240" y="158115"/>
                </a:lnTo>
                <a:lnTo>
                  <a:pt x="114290" y="158115"/>
                </a:lnTo>
                <a:lnTo>
                  <a:pt x="133331" y="158115"/>
                </a:lnTo>
                <a:lnTo>
                  <a:pt x="152381" y="158115"/>
                </a:lnTo>
                <a:lnTo>
                  <a:pt x="171431" y="158115"/>
                </a:lnTo>
                <a:lnTo>
                  <a:pt x="190481" y="158115"/>
                </a:lnTo>
                <a:lnTo>
                  <a:pt x="209521" y="158115"/>
                </a:lnTo>
                <a:lnTo>
                  <a:pt x="228571" y="158115"/>
                </a:lnTo>
                <a:lnTo>
                  <a:pt x="247621" y="158115"/>
                </a:lnTo>
                <a:lnTo>
                  <a:pt x="266671" y="158115"/>
                </a:lnTo>
                <a:lnTo>
                  <a:pt x="285712" y="158115"/>
                </a:lnTo>
                <a:lnTo>
                  <a:pt x="304762" y="158115"/>
                </a:lnTo>
                <a:lnTo>
                  <a:pt x="323812" y="158115"/>
                </a:lnTo>
                <a:lnTo>
                  <a:pt x="342862" y="158115"/>
                </a:lnTo>
                <a:lnTo>
                  <a:pt x="361902" y="158115"/>
                </a:lnTo>
                <a:lnTo>
                  <a:pt x="380952" y="158115"/>
                </a:lnTo>
                <a:lnTo>
                  <a:pt x="400002" y="158115"/>
                </a:lnTo>
                <a:lnTo>
                  <a:pt x="419052" y="158115"/>
                </a:lnTo>
                <a:lnTo>
                  <a:pt x="438093" y="158115"/>
                </a:lnTo>
                <a:lnTo>
                  <a:pt x="457143" y="158115"/>
                </a:lnTo>
                <a:lnTo>
                  <a:pt x="476193" y="158115"/>
                </a:lnTo>
                <a:lnTo>
                  <a:pt x="495243" y="158115"/>
                </a:lnTo>
                <a:lnTo>
                  <a:pt x="514283" y="158115"/>
                </a:lnTo>
                <a:lnTo>
                  <a:pt x="533333" y="158115"/>
                </a:lnTo>
                <a:lnTo>
                  <a:pt x="552383" y="158115"/>
                </a:lnTo>
                <a:lnTo>
                  <a:pt x="571433" y="158115"/>
                </a:lnTo>
                <a:lnTo>
                  <a:pt x="590474" y="158115"/>
                </a:lnTo>
                <a:lnTo>
                  <a:pt x="609524" y="158115"/>
                </a:lnTo>
                <a:lnTo>
                  <a:pt x="628574" y="158115"/>
                </a:lnTo>
                <a:lnTo>
                  <a:pt x="647624" y="158115"/>
                </a:lnTo>
                <a:lnTo>
                  <a:pt x="666664" y="158115"/>
                </a:lnTo>
                <a:lnTo>
                  <a:pt x="685714" y="158115"/>
                </a:lnTo>
                <a:lnTo>
                  <a:pt x="704764" y="158115"/>
                </a:lnTo>
                <a:lnTo>
                  <a:pt x="723814" y="158115"/>
                </a:lnTo>
                <a:lnTo>
                  <a:pt x="742855" y="158115"/>
                </a:lnTo>
                <a:lnTo>
                  <a:pt x="761905" y="158115"/>
                </a:lnTo>
                <a:lnTo>
                  <a:pt x="780955" y="158115"/>
                </a:lnTo>
                <a:lnTo>
                  <a:pt x="800005" y="158115"/>
                </a:lnTo>
                <a:lnTo>
                  <a:pt x="819045" y="158115"/>
                </a:lnTo>
                <a:lnTo>
                  <a:pt x="838095" y="158115"/>
                </a:lnTo>
                <a:lnTo>
                  <a:pt x="857145" y="158115"/>
                </a:lnTo>
                <a:lnTo>
                  <a:pt x="876195" y="158115"/>
                </a:lnTo>
                <a:lnTo>
                  <a:pt x="895245" y="158115"/>
                </a:lnTo>
                <a:lnTo>
                  <a:pt x="914286" y="158115"/>
                </a:lnTo>
                <a:lnTo>
                  <a:pt x="933336" y="158115"/>
                </a:lnTo>
                <a:lnTo>
                  <a:pt x="952386" y="158115"/>
                </a:lnTo>
                <a:lnTo>
                  <a:pt x="971436" y="158115"/>
                </a:lnTo>
                <a:lnTo>
                  <a:pt x="990476" y="158115"/>
                </a:lnTo>
                <a:lnTo>
                  <a:pt x="1009526" y="158115"/>
                </a:lnTo>
                <a:lnTo>
                  <a:pt x="1028576" y="158115"/>
                </a:lnTo>
                <a:lnTo>
                  <a:pt x="1047626" y="158115"/>
                </a:lnTo>
                <a:lnTo>
                  <a:pt x="1066667" y="158115"/>
                </a:lnTo>
                <a:lnTo>
                  <a:pt x="1085717" y="158115"/>
                </a:lnTo>
                <a:lnTo>
                  <a:pt x="1104767" y="158115"/>
                </a:lnTo>
                <a:lnTo>
                  <a:pt x="1123817" y="158115"/>
                </a:lnTo>
                <a:lnTo>
                  <a:pt x="1142857" y="158115"/>
                </a:lnTo>
                <a:lnTo>
                  <a:pt x="1161907" y="158115"/>
                </a:lnTo>
                <a:lnTo>
                  <a:pt x="1180957" y="158115"/>
                </a:lnTo>
                <a:lnTo>
                  <a:pt x="1200007" y="158115"/>
                </a:lnTo>
                <a:lnTo>
                  <a:pt x="1219048" y="158115"/>
                </a:lnTo>
                <a:lnTo>
                  <a:pt x="1238098" y="158115"/>
                </a:lnTo>
                <a:lnTo>
                  <a:pt x="1257148" y="158115"/>
                </a:lnTo>
                <a:lnTo>
                  <a:pt x="1276198" y="158115"/>
                </a:lnTo>
                <a:lnTo>
                  <a:pt x="1295238" y="158115"/>
                </a:lnTo>
                <a:lnTo>
                  <a:pt x="1314288" y="158115"/>
                </a:lnTo>
                <a:lnTo>
                  <a:pt x="1333338" y="158115"/>
                </a:lnTo>
                <a:lnTo>
                  <a:pt x="1352388" y="158115"/>
                </a:lnTo>
                <a:lnTo>
                  <a:pt x="1371429" y="158115"/>
                </a:lnTo>
                <a:lnTo>
                  <a:pt x="1390479" y="158115"/>
                </a:lnTo>
                <a:lnTo>
                  <a:pt x="1409529" y="158115"/>
                </a:lnTo>
                <a:lnTo>
                  <a:pt x="1428579" y="158115"/>
                </a:lnTo>
                <a:lnTo>
                  <a:pt x="1447619" y="158115"/>
                </a:lnTo>
                <a:lnTo>
                  <a:pt x="1466669" y="158115"/>
                </a:lnTo>
                <a:lnTo>
                  <a:pt x="1485719" y="158115"/>
                </a:lnTo>
                <a:lnTo>
                  <a:pt x="1504769" y="158115"/>
                </a:lnTo>
                <a:lnTo>
                  <a:pt x="1523810" y="158115"/>
                </a:lnTo>
                <a:lnTo>
                  <a:pt x="1542860" y="158115"/>
                </a:lnTo>
                <a:lnTo>
                  <a:pt x="1561910" y="158115"/>
                </a:lnTo>
                <a:lnTo>
                  <a:pt x="1580960" y="158115"/>
                </a:lnTo>
                <a:lnTo>
                  <a:pt x="1600000" y="158115"/>
                </a:lnTo>
                <a:lnTo>
                  <a:pt x="1619050" y="158115"/>
                </a:lnTo>
                <a:lnTo>
                  <a:pt x="1638100" y="158115"/>
                </a:lnTo>
                <a:lnTo>
                  <a:pt x="1657150" y="158115"/>
                </a:lnTo>
                <a:lnTo>
                  <a:pt x="1676200" y="158115"/>
                </a:lnTo>
                <a:lnTo>
                  <a:pt x="1695240" y="158115"/>
                </a:lnTo>
                <a:lnTo>
                  <a:pt x="1714290" y="158115"/>
                </a:lnTo>
                <a:lnTo>
                  <a:pt x="1733340" y="158115"/>
                </a:lnTo>
                <a:lnTo>
                  <a:pt x="1752390" y="158115"/>
                </a:lnTo>
                <a:lnTo>
                  <a:pt x="1771431" y="158115"/>
                </a:lnTo>
                <a:lnTo>
                  <a:pt x="1790481" y="158115"/>
                </a:lnTo>
                <a:lnTo>
                  <a:pt x="1809531" y="158115"/>
                </a:lnTo>
                <a:lnTo>
                  <a:pt x="1828581" y="158115"/>
                </a:lnTo>
                <a:lnTo>
                  <a:pt x="1847621" y="158115"/>
                </a:lnTo>
                <a:lnTo>
                  <a:pt x="1866671" y="158115"/>
                </a:lnTo>
                <a:lnTo>
                  <a:pt x="1885721" y="158115"/>
                </a:lnTo>
                <a:lnTo>
                  <a:pt x="1904771" y="158115"/>
                </a:lnTo>
                <a:lnTo>
                  <a:pt x="1923812" y="158115"/>
                </a:lnTo>
                <a:lnTo>
                  <a:pt x="1941595" y="151705"/>
                </a:lnTo>
                <a:lnTo>
                  <a:pt x="1959226" y="144475"/>
                </a:lnTo>
                <a:lnTo>
                  <a:pt x="1976847" y="137255"/>
                </a:lnTo>
                <a:lnTo>
                  <a:pt x="1994478" y="130035"/>
                </a:lnTo>
                <a:lnTo>
                  <a:pt x="2012099" y="122806"/>
                </a:lnTo>
                <a:lnTo>
                  <a:pt x="2029720" y="115586"/>
                </a:lnTo>
                <a:lnTo>
                  <a:pt x="2047351" y="108356"/>
                </a:lnTo>
                <a:lnTo>
                  <a:pt x="2064972" y="101136"/>
                </a:lnTo>
                <a:lnTo>
                  <a:pt x="2082594" y="93907"/>
                </a:lnTo>
                <a:lnTo>
                  <a:pt x="2100224" y="86687"/>
                </a:lnTo>
                <a:lnTo>
                  <a:pt x="2117846" y="79467"/>
                </a:lnTo>
                <a:lnTo>
                  <a:pt x="2135467" y="72238"/>
                </a:lnTo>
                <a:lnTo>
                  <a:pt x="2153098" y="65018"/>
                </a:lnTo>
                <a:lnTo>
                  <a:pt x="2170719" y="57788"/>
                </a:lnTo>
                <a:lnTo>
                  <a:pt x="2188340" y="50568"/>
                </a:lnTo>
                <a:lnTo>
                  <a:pt x="2205971" y="43348"/>
                </a:lnTo>
                <a:lnTo>
                  <a:pt x="2223592" y="36119"/>
                </a:lnTo>
                <a:lnTo>
                  <a:pt x="2241223" y="28899"/>
                </a:lnTo>
                <a:lnTo>
                  <a:pt x="2258844" y="21669"/>
                </a:lnTo>
                <a:lnTo>
                  <a:pt x="2276465" y="14449"/>
                </a:lnTo>
                <a:lnTo>
                  <a:pt x="2294096" y="7220"/>
                </a:lnTo>
                <a:lnTo>
                  <a:pt x="23117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1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E922425C-5CF5-4FA6-A1CB-943842E0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4468" y="4896803"/>
            <a:ext cx="18068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2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F3453FB9-E012-44AE-B21B-5C3E68D3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9203" y="4015911"/>
            <a:ext cx="251460" cy="568471"/>
          </a:xfrm>
          <a:custGeom xmlns:a="http://schemas.openxmlformats.org/drawingml/2006/main">
            <a:pathLst>
              <a:path w="251460" h="568471">
                <a:moveTo>
                  <a:pt x="0" y="568471"/>
                </a:moveTo>
                <a:lnTo>
                  <a:pt x="0" y="549469"/>
                </a:lnTo>
                <a:lnTo>
                  <a:pt x="0" y="530457"/>
                </a:lnTo>
                <a:lnTo>
                  <a:pt x="0" y="511445"/>
                </a:lnTo>
                <a:lnTo>
                  <a:pt x="0" y="492443"/>
                </a:lnTo>
                <a:lnTo>
                  <a:pt x="0" y="473431"/>
                </a:lnTo>
                <a:lnTo>
                  <a:pt x="0" y="454419"/>
                </a:lnTo>
                <a:lnTo>
                  <a:pt x="0" y="435416"/>
                </a:lnTo>
                <a:lnTo>
                  <a:pt x="0" y="416404"/>
                </a:lnTo>
                <a:lnTo>
                  <a:pt x="0" y="397402"/>
                </a:lnTo>
                <a:lnTo>
                  <a:pt x="0" y="378390"/>
                </a:lnTo>
                <a:lnTo>
                  <a:pt x="0" y="359378"/>
                </a:lnTo>
                <a:lnTo>
                  <a:pt x="0" y="340376"/>
                </a:lnTo>
                <a:lnTo>
                  <a:pt x="0" y="321364"/>
                </a:lnTo>
                <a:lnTo>
                  <a:pt x="0" y="302352"/>
                </a:lnTo>
                <a:lnTo>
                  <a:pt x="0" y="283350"/>
                </a:lnTo>
                <a:lnTo>
                  <a:pt x="0" y="264338"/>
                </a:lnTo>
                <a:lnTo>
                  <a:pt x="0" y="245335"/>
                </a:lnTo>
                <a:lnTo>
                  <a:pt x="0" y="226324"/>
                </a:lnTo>
                <a:lnTo>
                  <a:pt x="0" y="207312"/>
                </a:lnTo>
                <a:lnTo>
                  <a:pt x="0" y="188309"/>
                </a:lnTo>
                <a:lnTo>
                  <a:pt x="0" y="169297"/>
                </a:lnTo>
                <a:lnTo>
                  <a:pt x="0" y="150285"/>
                </a:lnTo>
                <a:lnTo>
                  <a:pt x="0" y="131283"/>
                </a:lnTo>
                <a:lnTo>
                  <a:pt x="0" y="112271"/>
                </a:lnTo>
                <a:lnTo>
                  <a:pt x="5229" y="96812"/>
                </a:lnTo>
                <a:lnTo>
                  <a:pt x="22889" y="89783"/>
                </a:lnTo>
                <a:lnTo>
                  <a:pt x="40548" y="82763"/>
                </a:lnTo>
                <a:lnTo>
                  <a:pt x="58217" y="75733"/>
                </a:lnTo>
                <a:lnTo>
                  <a:pt x="75876" y="68713"/>
                </a:lnTo>
                <a:lnTo>
                  <a:pt x="93536" y="61684"/>
                </a:lnTo>
                <a:lnTo>
                  <a:pt x="111204" y="54664"/>
                </a:lnTo>
                <a:lnTo>
                  <a:pt x="128864" y="47635"/>
                </a:lnTo>
                <a:lnTo>
                  <a:pt x="146523" y="40615"/>
                </a:lnTo>
                <a:lnTo>
                  <a:pt x="164192" y="33585"/>
                </a:lnTo>
                <a:lnTo>
                  <a:pt x="181851" y="26565"/>
                </a:lnTo>
                <a:lnTo>
                  <a:pt x="199511" y="19536"/>
                </a:lnTo>
                <a:lnTo>
                  <a:pt x="217180" y="12516"/>
                </a:lnTo>
                <a:lnTo>
                  <a:pt x="234839" y="5486"/>
                </a:lnTo>
                <a:lnTo>
                  <a:pt x="251460" y="0"/>
                </a:lnTo>
                <a:lnTo>
                  <a:pt x="251460" y="19012"/>
                </a:lnTo>
                <a:lnTo>
                  <a:pt x="251460" y="38014"/>
                </a:lnTo>
                <a:lnTo>
                  <a:pt x="251460" y="57026"/>
                </a:lnTo>
                <a:lnTo>
                  <a:pt x="251460" y="76029"/>
                </a:lnTo>
                <a:lnTo>
                  <a:pt x="251460" y="95040"/>
                </a:lnTo>
                <a:lnTo>
                  <a:pt x="251460" y="114052"/>
                </a:lnTo>
                <a:lnTo>
                  <a:pt x="251460" y="133055"/>
                </a:lnTo>
                <a:lnTo>
                  <a:pt x="251460" y="152067"/>
                </a:lnTo>
                <a:lnTo>
                  <a:pt x="251460" y="171079"/>
                </a:lnTo>
                <a:lnTo>
                  <a:pt x="251460" y="190081"/>
                </a:lnTo>
                <a:lnTo>
                  <a:pt x="251460" y="209093"/>
                </a:lnTo>
                <a:lnTo>
                  <a:pt x="251460" y="228095"/>
                </a:lnTo>
                <a:lnTo>
                  <a:pt x="251460" y="247107"/>
                </a:lnTo>
                <a:lnTo>
                  <a:pt x="251460" y="266119"/>
                </a:lnTo>
                <a:lnTo>
                  <a:pt x="251460" y="285121"/>
                </a:lnTo>
                <a:lnTo>
                  <a:pt x="251460" y="304133"/>
                </a:lnTo>
                <a:lnTo>
                  <a:pt x="251460" y="323145"/>
                </a:lnTo>
                <a:lnTo>
                  <a:pt x="251460" y="342148"/>
                </a:lnTo>
                <a:lnTo>
                  <a:pt x="251460" y="361159"/>
                </a:lnTo>
                <a:lnTo>
                  <a:pt x="251460" y="380162"/>
                </a:lnTo>
                <a:lnTo>
                  <a:pt x="251460" y="399174"/>
                </a:lnTo>
                <a:lnTo>
                  <a:pt x="251460" y="418186"/>
                </a:lnTo>
                <a:lnTo>
                  <a:pt x="251460" y="437188"/>
                </a:lnTo>
                <a:lnTo>
                  <a:pt x="236934" y="447313"/>
                </a:lnTo>
                <a:lnTo>
                  <a:pt x="220008" y="455971"/>
                </a:lnTo>
                <a:lnTo>
                  <a:pt x="203083" y="464620"/>
                </a:lnTo>
                <a:lnTo>
                  <a:pt x="186166" y="473278"/>
                </a:lnTo>
                <a:lnTo>
                  <a:pt x="169240" y="481927"/>
                </a:lnTo>
                <a:lnTo>
                  <a:pt x="152314" y="490585"/>
                </a:lnTo>
                <a:lnTo>
                  <a:pt x="135388" y="499234"/>
                </a:lnTo>
                <a:lnTo>
                  <a:pt x="118472" y="507892"/>
                </a:lnTo>
                <a:lnTo>
                  <a:pt x="101546" y="516550"/>
                </a:lnTo>
                <a:lnTo>
                  <a:pt x="84620" y="525199"/>
                </a:lnTo>
                <a:lnTo>
                  <a:pt x="67694" y="533857"/>
                </a:lnTo>
                <a:lnTo>
                  <a:pt x="50768" y="542506"/>
                </a:lnTo>
                <a:lnTo>
                  <a:pt x="33852" y="551164"/>
                </a:lnTo>
                <a:lnTo>
                  <a:pt x="16926" y="559822"/>
                </a:lnTo>
                <a:lnTo>
                  <a:pt x="0" y="568471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3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5A3A2A18-8BD6-4C7F-8344-D7C47C5D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8465" y="4455795"/>
            <a:ext cx="2337835" cy="128588"/>
          </a:xfrm>
          <a:custGeom xmlns:a="http://schemas.openxmlformats.org/drawingml/2006/main">
            <a:pathLst>
              <a:path w="2337835" h="128588">
                <a:moveTo>
                  <a:pt x="0" y="128588"/>
                </a:moveTo>
                <a:lnTo>
                  <a:pt x="19736" y="128588"/>
                </a:lnTo>
                <a:lnTo>
                  <a:pt x="39472" y="128588"/>
                </a:lnTo>
                <a:lnTo>
                  <a:pt x="59207" y="128588"/>
                </a:lnTo>
                <a:lnTo>
                  <a:pt x="78943" y="128588"/>
                </a:lnTo>
                <a:lnTo>
                  <a:pt x="98679" y="128588"/>
                </a:lnTo>
                <a:lnTo>
                  <a:pt x="118415" y="128588"/>
                </a:lnTo>
                <a:lnTo>
                  <a:pt x="138151" y="128588"/>
                </a:lnTo>
                <a:lnTo>
                  <a:pt x="157886" y="128588"/>
                </a:lnTo>
                <a:lnTo>
                  <a:pt x="177622" y="128588"/>
                </a:lnTo>
                <a:lnTo>
                  <a:pt x="197358" y="128588"/>
                </a:lnTo>
                <a:lnTo>
                  <a:pt x="217094" y="128588"/>
                </a:lnTo>
                <a:lnTo>
                  <a:pt x="236830" y="128588"/>
                </a:lnTo>
                <a:lnTo>
                  <a:pt x="256565" y="128588"/>
                </a:lnTo>
                <a:lnTo>
                  <a:pt x="276301" y="128588"/>
                </a:lnTo>
                <a:lnTo>
                  <a:pt x="296037" y="128588"/>
                </a:lnTo>
                <a:lnTo>
                  <a:pt x="315773" y="128588"/>
                </a:lnTo>
                <a:lnTo>
                  <a:pt x="335509" y="128588"/>
                </a:lnTo>
                <a:lnTo>
                  <a:pt x="355244" y="128588"/>
                </a:lnTo>
                <a:lnTo>
                  <a:pt x="374971" y="128588"/>
                </a:lnTo>
                <a:lnTo>
                  <a:pt x="394706" y="128588"/>
                </a:lnTo>
                <a:lnTo>
                  <a:pt x="414442" y="128588"/>
                </a:lnTo>
                <a:lnTo>
                  <a:pt x="434178" y="128588"/>
                </a:lnTo>
                <a:lnTo>
                  <a:pt x="453914" y="128588"/>
                </a:lnTo>
                <a:lnTo>
                  <a:pt x="473650" y="128588"/>
                </a:lnTo>
                <a:lnTo>
                  <a:pt x="493385" y="128588"/>
                </a:lnTo>
                <a:lnTo>
                  <a:pt x="513121" y="128588"/>
                </a:lnTo>
                <a:lnTo>
                  <a:pt x="532857" y="128588"/>
                </a:lnTo>
                <a:lnTo>
                  <a:pt x="552593" y="128588"/>
                </a:lnTo>
                <a:lnTo>
                  <a:pt x="572329" y="128588"/>
                </a:lnTo>
                <a:lnTo>
                  <a:pt x="592064" y="128588"/>
                </a:lnTo>
                <a:lnTo>
                  <a:pt x="611800" y="128588"/>
                </a:lnTo>
                <a:lnTo>
                  <a:pt x="631536" y="128588"/>
                </a:lnTo>
                <a:lnTo>
                  <a:pt x="651272" y="128588"/>
                </a:lnTo>
                <a:lnTo>
                  <a:pt x="671008" y="128588"/>
                </a:lnTo>
                <a:lnTo>
                  <a:pt x="690743" y="128588"/>
                </a:lnTo>
                <a:lnTo>
                  <a:pt x="710479" y="128588"/>
                </a:lnTo>
                <a:lnTo>
                  <a:pt x="730215" y="128588"/>
                </a:lnTo>
                <a:lnTo>
                  <a:pt x="749951" y="128588"/>
                </a:lnTo>
                <a:lnTo>
                  <a:pt x="769687" y="128588"/>
                </a:lnTo>
                <a:lnTo>
                  <a:pt x="789422" y="128588"/>
                </a:lnTo>
                <a:lnTo>
                  <a:pt x="809158" y="128588"/>
                </a:lnTo>
                <a:lnTo>
                  <a:pt x="828894" y="128588"/>
                </a:lnTo>
                <a:lnTo>
                  <a:pt x="848630" y="128588"/>
                </a:lnTo>
                <a:lnTo>
                  <a:pt x="868366" y="128588"/>
                </a:lnTo>
                <a:lnTo>
                  <a:pt x="888101" y="128588"/>
                </a:lnTo>
                <a:lnTo>
                  <a:pt x="907837" y="128588"/>
                </a:lnTo>
                <a:lnTo>
                  <a:pt x="927573" y="128588"/>
                </a:lnTo>
                <a:lnTo>
                  <a:pt x="947309" y="128588"/>
                </a:lnTo>
                <a:lnTo>
                  <a:pt x="967045" y="128588"/>
                </a:lnTo>
                <a:lnTo>
                  <a:pt x="986780" y="128588"/>
                </a:lnTo>
                <a:lnTo>
                  <a:pt x="1006516" y="128588"/>
                </a:lnTo>
                <a:lnTo>
                  <a:pt x="1026252" y="128588"/>
                </a:lnTo>
                <a:lnTo>
                  <a:pt x="1045988" y="128588"/>
                </a:lnTo>
                <a:lnTo>
                  <a:pt x="1065724" y="128588"/>
                </a:lnTo>
                <a:lnTo>
                  <a:pt x="1085450" y="128588"/>
                </a:lnTo>
                <a:lnTo>
                  <a:pt x="1105186" y="128588"/>
                </a:lnTo>
                <a:lnTo>
                  <a:pt x="1124922" y="128588"/>
                </a:lnTo>
                <a:lnTo>
                  <a:pt x="1144657" y="128588"/>
                </a:lnTo>
                <a:lnTo>
                  <a:pt x="1164393" y="128588"/>
                </a:lnTo>
                <a:lnTo>
                  <a:pt x="1184129" y="128588"/>
                </a:lnTo>
                <a:lnTo>
                  <a:pt x="1203865" y="128588"/>
                </a:lnTo>
                <a:lnTo>
                  <a:pt x="1223601" y="128588"/>
                </a:lnTo>
                <a:lnTo>
                  <a:pt x="1243336" y="128588"/>
                </a:lnTo>
                <a:lnTo>
                  <a:pt x="1263072" y="128588"/>
                </a:lnTo>
                <a:lnTo>
                  <a:pt x="1282808" y="128588"/>
                </a:lnTo>
                <a:lnTo>
                  <a:pt x="1302544" y="128588"/>
                </a:lnTo>
                <a:lnTo>
                  <a:pt x="1322280" y="128588"/>
                </a:lnTo>
                <a:lnTo>
                  <a:pt x="1342015" y="128588"/>
                </a:lnTo>
                <a:lnTo>
                  <a:pt x="1361751" y="128588"/>
                </a:lnTo>
                <a:lnTo>
                  <a:pt x="1381487" y="128588"/>
                </a:lnTo>
                <a:lnTo>
                  <a:pt x="1401223" y="128588"/>
                </a:lnTo>
                <a:lnTo>
                  <a:pt x="1420959" y="128588"/>
                </a:lnTo>
                <a:lnTo>
                  <a:pt x="1440694" y="128588"/>
                </a:lnTo>
                <a:lnTo>
                  <a:pt x="1460430" y="128588"/>
                </a:lnTo>
                <a:lnTo>
                  <a:pt x="1480166" y="128588"/>
                </a:lnTo>
                <a:lnTo>
                  <a:pt x="1499902" y="128588"/>
                </a:lnTo>
                <a:lnTo>
                  <a:pt x="1519638" y="128588"/>
                </a:lnTo>
                <a:lnTo>
                  <a:pt x="1539373" y="128588"/>
                </a:lnTo>
                <a:lnTo>
                  <a:pt x="1559109" y="128588"/>
                </a:lnTo>
                <a:lnTo>
                  <a:pt x="1578845" y="128588"/>
                </a:lnTo>
                <a:lnTo>
                  <a:pt x="1598581" y="128588"/>
                </a:lnTo>
                <a:lnTo>
                  <a:pt x="1618317" y="128588"/>
                </a:lnTo>
                <a:lnTo>
                  <a:pt x="1638052" y="128588"/>
                </a:lnTo>
                <a:lnTo>
                  <a:pt x="1657788" y="128588"/>
                </a:lnTo>
                <a:lnTo>
                  <a:pt x="1677524" y="128588"/>
                </a:lnTo>
                <a:lnTo>
                  <a:pt x="1697260" y="128588"/>
                </a:lnTo>
                <a:lnTo>
                  <a:pt x="1716996" y="128588"/>
                </a:lnTo>
                <a:lnTo>
                  <a:pt x="1736731" y="128588"/>
                </a:lnTo>
                <a:lnTo>
                  <a:pt x="1756467" y="128588"/>
                </a:lnTo>
                <a:lnTo>
                  <a:pt x="1776203" y="128588"/>
                </a:lnTo>
                <a:lnTo>
                  <a:pt x="1795939" y="128588"/>
                </a:lnTo>
                <a:lnTo>
                  <a:pt x="1815665" y="128588"/>
                </a:lnTo>
                <a:lnTo>
                  <a:pt x="1835401" y="128588"/>
                </a:lnTo>
                <a:lnTo>
                  <a:pt x="1855137" y="128588"/>
                </a:lnTo>
                <a:lnTo>
                  <a:pt x="1874872" y="128588"/>
                </a:lnTo>
                <a:lnTo>
                  <a:pt x="1894608" y="128588"/>
                </a:lnTo>
                <a:lnTo>
                  <a:pt x="1914344" y="128588"/>
                </a:lnTo>
                <a:lnTo>
                  <a:pt x="1934080" y="128588"/>
                </a:lnTo>
                <a:lnTo>
                  <a:pt x="1953816" y="128588"/>
                </a:lnTo>
                <a:lnTo>
                  <a:pt x="1973551" y="128588"/>
                </a:lnTo>
                <a:lnTo>
                  <a:pt x="1993287" y="128588"/>
                </a:lnTo>
                <a:lnTo>
                  <a:pt x="2013023" y="128588"/>
                </a:lnTo>
                <a:lnTo>
                  <a:pt x="2032759" y="128588"/>
                </a:lnTo>
                <a:lnTo>
                  <a:pt x="2052495" y="128588"/>
                </a:lnTo>
                <a:lnTo>
                  <a:pt x="2072230" y="128588"/>
                </a:lnTo>
                <a:lnTo>
                  <a:pt x="2091833" y="128026"/>
                </a:lnTo>
                <a:lnTo>
                  <a:pt x="2109407" y="119043"/>
                </a:lnTo>
                <a:lnTo>
                  <a:pt x="2126971" y="110061"/>
                </a:lnTo>
                <a:lnTo>
                  <a:pt x="2144544" y="101070"/>
                </a:lnTo>
                <a:lnTo>
                  <a:pt x="2162118" y="92088"/>
                </a:lnTo>
                <a:lnTo>
                  <a:pt x="2179691" y="83096"/>
                </a:lnTo>
                <a:lnTo>
                  <a:pt x="2197265" y="74114"/>
                </a:lnTo>
                <a:lnTo>
                  <a:pt x="2214829" y="65132"/>
                </a:lnTo>
                <a:lnTo>
                  <a:pt x="2232403" y="56140"/>
                </a:lnTo>
                <a:lnTo>
                  <a:pt x="2249976" y="47158"/>
                </a:lnTo>
                <a:lnTo>
                  <a:pt x="2267550" y="38176"/>
                </a:lnTo>
                <a:lnTo>
                  <a:pt x="2285114" y="29185"/>
                </a:lnTo>
                <a:lnTo>
                  <a:pt x="2302688" y="20203"/>
                </a:lnTo>
                <a:lnTo>
                  <a:pt x="2320261" y="11220"/>
                </a:lnTo>
                <a:lnTo>
                  <a:pt x="2337835" y="2229"/>
                </a:lnTo>
                <a:lnTo>
                  <a:pt x="2327367" y="0"/>
                </a:lnTo>
                <a:lnTo>
                  <a:pt x="2307631" y="0"/>
                </a:lnTo>
                <a:lnTo>
                  <a:pt x="2287895" y="0"/>
                </a:lnTo>
                <a:lnTo>
                  <a:pt x="2268160" y="0"/>
                </a:lnTo>
                <a:lnTo>
                  <a:pt x="2248424" y="0"/>
                </a:lnTo>
                <a:lnTo>
                  <a:pt x="2228688" y="0"/>
                </a:lnTo>
                <a:lnTo>
                  <a:pt x="2208952" y="0"/>
                </a:lnTo>
                <a:lnTo>
                  <a:pt x="2189216" y="0"/>
                </a:lnTo>
                <a:lnTo>
                  <a:pt x="2169481" y="0"/>
                </a:lnTo>
                <a:lnTo>
                  <a:pt x="2149745" y="0"/>
                </a:lnTo>
                <a:lnTo>
                  <a:pt x="2130009" y="0"/>
                </a:lnTo>
                <a:lnTo>
                  <a:pt x="2110273" y="0"/>
                </a:lnTo>
                <a:lnTo>
                  <a:pt x="2090537" y="0"/>
                </a:lnTo>
                <a:lnTo>
                  <a:pt x="2070802" y="0"/>
                </a:lnTo>
                <a:lnTo>
                  <a:pt x="2051066" y="0"/>
                </a:lnTo>
                <a:lnTo>
                  <a:pt x="2031330" y="0"/>
                </a:lnTo>
                <a:lnTo>
                  <a:pt x="2011594" y="0"/>
                </a:lnTo>
                <a:lnTo>
                  <a:pt x="1991858" y="0"/>
                </a:lnTo>
                <a:lnTo>
                  <a:pt x="1972123" y="0"/>
                </a:lnTo>
                <a:lnTo>
                  <a:pt x="1952387" y="0"/>
                </a:lnTo>
                <a:lnTo>
                  <a:pt x="1932651" y="0"/>
                </a:lnTo>
                <a:lnTo>
                  <a:pt x="1912915" y="0"/>
                </a:lnTo>
                <a:lnTo>
                  <a:pt x="1893179" y="0"/>
                </a:lnTo>
                <a:lnTo>
                  <a:pt x="1873444" y="0"/>
                </a:lnTo>
                <a:lnTo>
                  <a:pt x="1853708" y="0"/>
                </a:lnTo>
                <a:lnTo>
                  <a:pt x="1833972" y="0"/>
                </a:lnTo>
                <a:lnTo>
                  <a:pt x="1814236" y="0"/>
                </a:lnTo>
                <a:lnTo>
                  <a:pt x="1794510" y="0"/>
                </a:lnTo>
                <a:lnTo>
                  <a:pt x="1774774" y="0"/>
                </a:lnTo>
                <a:lnTo>
                  <a:pt x="1755038" y="0"/>
                </a:lnTo>
                <a:lnTo>
                  <a:pt x="1735303" y="0"/>
                </a:lnTo>
                <a:lnTo>
                  <a:pt x="1715567" y="0"/>
                </a:lnTo>
                <a:lnTo>
                  <a:pt x="1695831" y="0"/>
                </a:lnTo>
                <a:lnTo>
                  <a:pt x="1676095" y="0"/>
                </a:lnTo>
                <a:lnTo>
                  <a:pt x="1656359" y="0"/>
                </a:lnTo>
                <a:lnTo>
                  <a:pt x="1636624" y="0"/>
                </a:lnTo>
                <a:lnTo>
                  <a:pt x="1616888" y="0"/>
                </a:lnTo>
                <a:lnTo>
                  <a:pt x="1597152" y="0"/>
                </a:lnTo>
                <a:lnTo>
                  <a:pt x="1577416" y="0"/>
                </a:lnTo>
                <a:lnTo>
                  <a:pt x="1557680" y="0"/>
                </a:lnTo>
                <a:lnTo>
                  <a:pt x="1537945" y="0"/>
                </a:lnTo>
                <a:lnTo>
                  <a:pt x="1518209" y="0"/>
                </a:lnTo>
                <a:lnTo>
                  <a:pt x="1498473" y="0"/>
                </a:lnTo>
                <a:lnTo>
                  <a:pt x="1478737" y="0"/>
                </a:lnTo>
                <a:lnTo>
                  <a:pt x="1459001" y="0"/>
                </a:lnTo>
                <a:lnTo>
                  <a:pt x="1439266" y="0"/>
                </a:lnTo>
                <a:lnTo>
                  <a:pt x="1419530" y="0"/>
                </a:lnTo>
                <a:lnTo>
                  <a:pt x="1399794" y="0"/>
                </a:lnTo>
                <a:lnTo>
                  <a:pt x="1380058" y="0"/>
                </a:lnTo>
                <a:lnTo>
                  <a:pt x="1360322" y="0"/>
                </a:lnTo>
                <a:lnTo>
                  <a:pt x="1340587" y="0"/>
                </a:lnTo>
                <a:lnTo>
                  <a:pt x="1320851" y="0"/>
                </a:lnTo>
                <a:lnTo>
                  <a:pt x="1301115" y="0"/>
                </a:lnTo>
                <a:lnTo>
                  <a:pt x="1281379" y="0"/>
                </a:lnTo>
                <a:lnTo>
                  <a:pt x="1261643" y="0"/>
                </a:lnTo>
                <a:lnTo>
                  <a:pt x="1241908" y="0"/>
                </a:lnTo>
                <a:lnTo>
                  <a:pt x="1222172" y="0"/>
                </a:lnTo>
                <a:lnTo>
                  <a:pt x="1202436" y="0"/>
                </a:lnTo>
                <a:lnTo>
                  <a:pt x="1182700" y="0"/>
                </a:lnTo>
                <a:lnTo>
                  <a:pt x="1162964" y="0"/>
                </a:lnTo>
                <a:lnTo>
                  <a:pt x="1143229" y="0"/>
                </a:lnTo>
                <a:lnTo>
                  <a:pt x="1123493" y="0"/>
                </a:lnTo>
                <a:lnTo>
                  <a:pt x="1103757" y="0"/>
                </a:lnTo>
                <a:lnTo>
                  <a:pt x="1084031" y="0"/>
                </a:lnTo>
                <a:lnTo>
                  <a:pt x="1064295" y="0"/>
                </a:lnTo>
                <a:lnTo>
                  <a:pt x="1044559" y="0"/>
                </a:lnTo>
                <a:lnTo>
                  <a:pt x="1024823" y="0"/>
                </a:lnTo>
                <a:lnTo>
                  <a:pt x="1005088" y="0"/>
                </a:lnTo>
                <a:lnTo>
                  <a:pt x="985352" y="0"/>
                </a:lnTo>
                <a:lnTo>
                  <a:pt x="965616" y="0"/>
                </a:lnTo>
                <a:lnTo>
                  <a:pt x="945880" y="0"/>
                </a:lnTo>
                <a:lnTo>
                  <a:pt x="926144" y="0"/>
                </a:lnTo>
                <a:lnTo>
                  <a:pt x="906409" y="0"/>
                </a:lnTo>
                <a:lnTo>
                  <a:pt x="886673" y="0"/>
                </a:lnTo>
                <a:lnTo>
                  <a:pt x="866937" y="0"/>
                </a:lnTo>
                <a:lnTo>
                  <a:pt x="847201" y="0"/>
                </a:lnTo>
                <a:lnTo>
                  <a:pt x="827465" y="0"/>
                </a:lnTo>
                <a:lnTo>
                  <a:pt x="807730" y="0"/>
                </a:lnTo>
                <a:lnTo>
                  <a:pt x="787994" y="0"/>
                </a:lnTo>
                <a:lnTo>
                  <a:pt x="768258" y="0"/>
                </a:lnTo>
                <a:lnTo>
                  <a:pt x="748522" y="0"/>
                </a:lnTo>
                <a:lnTo>
                  <a:pt x="728786" y="0"/>
                </a:lnTo>
                <a:lnTo>
                  <a:pt x="709051" y="0"/>
                </a:lnTo>
                <a:lnTo>
                  <a:pt x="689315" y="0"/>
                </a:lnTo>
                <a:lnTo>
                  <a:pt x="669579" y="0"/>
                </a:lnTo>
                <a:lnTo>
                  <a:pt x="649843" y="0"/>
                </a:lnTo>
                <a:lnTo>
                  <a:pt x="630107" y="0"/>
                </a:lnTo>
                <a:lnTo>
                  <a:pt x="610372" y="0"/>
                </a:lnTo>
                <a:lnTo>
                  <a:pt x="590636" y="0"/>
                </a:lnTo>
                <a:lnTo>
                  <a:pt x="570900" y="0"/>
                </a:lnTo>
                <a:lnTo>
                  <a:pt x="551164" y="0"/>
                </a:lnTo>
                <a:lnTo>
                  <a:pt x="531428" y="0"/>
                </a:lnTo>
                <a:lnTo>
                  <a:pt x="511693" y="0"/>
                </a:lnTo>
                <a:lnTo>
                  <a:pt x="491957" y="0"/>
                </a:lnTo>
                <a:lnTo>
                  <a:pt x="472221" y="0"/>
                </a:lnTo>
                <a:lnTo>
                  <a:pt x="452485" y="0"/>
                </a:lnTo>
                <a:lnTo>
                  <a:pt x="432749" y="0"/>
                </a:lnTo>
                <a:lnTo>
                  <a:pt x="413014" y="0"/>
                </a:lnTo>
                <a:lnTo>
                  <a:pt x="393278" y="0"/>
                </a:lnTo>
                <a:lnTo>
                  <a:pt x="373894" y="2086"/>
                </a:lnTo>
                <a:lnTo>
                  <a:pt x="355197" y="8411"/>
                </a:lnTo>
                <a:lnTo>
                  <a:pt x="336499" y="14735"/>
                </a:lnTo>
                <a:lnTo>
                  <a:pt x="317802" y="21060"/>
                </a:lnTo>
                <a:lnTo>
                  <a:pt x="299114" y="27384"/>
                </a:lnTo>
                <a:lnTo>
                  <a:pt x="280416" y="33709"/>
                </a:lnTo>
                <a:lnTo>
                  <a:pt x="261718" y="40034"/>
                </a:lnTo>
                <a:lnTo>
                  <a:pt x="243030" y="46358"/>
                </a:lnTo>
                <a:lnTo>
                  <a:pt x="224333" y="52683"/>
                </a:lnTo>
                <a:lnTo>
                  <a:pt x="205635" y="59007"/>
                </a:lnTo>
                <a:lnTo>
                  <a:pt x="186947" y="65332"/>
                </a:lnTo>
                <a:lnTo>
                  <a:pt x="168250" y="71657"/>
                </a:lnTo>
                <a:lnTo>
                  <a:pt x="149552" y="77991"/>
                </a:lnTo>
                <a:lnTo>
                  <a:pt x="130864" y="84315"/>
                </a:lnTo>
                <a:lnTo>
                  <a:pt x="112166" y="90640"/>
                </a:lnTo>
                <a:lnTo>
                  <a:pt x="93469" y="96965"/>
                </a:lnTo>
                <a:lnTo>
                  <a:pt x="74781" y="103289"/>
                </a:lnTo>
                <a:lnTo>
                  <a:pt x="56083" y="109614"/>
                </a:lnTo>
                <a:lnTo>
                  <a:pt x="37386" y="115938"/>
                </a:lnTo>
                <a:lnTo>
                  <a:pt x="18698" y="122263"/>
                </a:lnTo>
                <a:lnTo>
                  <a:pt x="0" y="128588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4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A20270CA-0157-4E5C-B3BC-0880B235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0380" y="4455795"/>
            <a:ext cx="2182178" cy="128588"/>
          </a:xfrm>
          <a:custGeom xmlns:a="http://schemas.openxmlformats.org/drawingml/2006/main">
            <a:pathLst>
              <a:path w="2182178" h="128588">
                <a:moveTo>
                  <a:pt x="0" y="128588"/>
                </a:moveTo>
                <a:lnTo>
                  <a:pt x="18907" y="128588"/>
                </a:lnTo>
                <a:lnTo>
                  <a:pt x="37824" y="128588"/>
                </a:lnTo>
                <a:lnTo>
                  <a:pt x="56731" y="128588"/>
                </a:lnTo>
                <a:lnTo>
                  <a:pt x="75648" y="128588"/>
                </a:lnTo>
                <a:lnTo>
                  <a:pt x="94555" y="128588"/>
                </a:lnTo>
                <a:lnTo>
                  <a:pt x="113471" y="128588"/>
                </a:lnTo>
                <a:lnTo>
                  <a:pt x="132378" y="128588"/>
                </a:lnTo>
                <a:lnTo>
                  <a:pt x="151295" y="128588"/>
                </a:lnTo>
                <a:lnTo>
                  <a:pt x="170202" y="128588"/>
                </a:lnTo>
                <a:lnTo>
                  <a:pt x="189109" y="128588"/>
                </a:lnTo>
                <a:lnTo>
                  <a:pt x="208026" y="128588"/>
                </a:lnTo>
                <a:lnTo>
                  <a:pt x="226933" y="128588"/>
                </a:lnTo>
                <a:lnTo>
                  <a:pt x="245850" y="128588"/>
                </a:lnTo>
                <a:lnTo>
                  <a:pt x="264757" y="128588"/>
                </a:lnTo>
                <a:lnTo>
                  <a:pt x="283674" y="128588"/>
                </a:lnTo>
                <a:lnTo>
                  <a:pt x="302581" y="128588"/>
                </a:lnTo>
                <a:lnTo>
                  <a:pt x="321497" y="128588"/>
                </a:lnTo>
                <a:lnTo>
                  <a:pt x="340404" y="128588"/>
                </a:lnTo>
                <a:lnTo>
                  <a:pt x="359321" y="128588"/>
                </a:lnTo>
                <a:lnTo>
                  <a:pt x="378228" y="128588"/>
                </a:lnTo>
                <a:lnTo>
                  <a:pt x="397135" y="128588"/>
                </a:lnTo>
                <a:lnTo>
                  <a:pt x="416052" y="128588"/>
                </a:lnTo>
                <a:lnTo>
                  <a:pt x="434959" y="128588"/>
                </a:lnTo>
                <a:lnTo>
                  <a:pt x="453876" y="128588"/>
                </a:lnTo>
                <a:lnTo>
                  <a:pt x="472783" y="128588"/>
                </a:lnTo>
                <a:lnTo>
                  <a:pt x="491700" y="128588"/>
                </a:lnTo>
                <a:lnTo>
                  <a:pt x="510607" y="128588"/>
                </a:lnTo>
                <a:lnTo>
                  <a:pt x="529523" y="128588"/>
                </a:lnTo>
                <a:lnTo>
                  <a:pt x="548430" y="128588"/>
                </a:lnTo>
                <a:lnTo>
                  <a:pt x="567338" y="128588"/>
                </a:lnTo>
                <a:lnTo>
                  <a:pt x="586254" y="128588"/>
                </a:lnTo>
                <a:lnTo>
                  <a:pt x="605161" y="128588"/>
                </a:lnTo>
                <a:lnTo>
                  <a:pt x="624078" y="128588"/>
                </a:lnTo>
                <a:lnTo>
                  <a:pt x="642985" y="128588"/>
                </a:lnTo>
                <a:lnTo>
                  <a:pt x="661902" y="128588"/>
                </a:lnTo>
                <a:lnTo>
                  <a:pt x="680809" y="128588"/>
                </a:lnTo>
                <a:lnTo>
                  <a:pt x="699726" y="128588"/>
                </a:lnTo>
                <a:lnTo>
                  <a:pt x="718633" y="128588"/>
                </a:lnTo>
                <a:lnTo>
                  <a:pt x="737540" y="128588"/>
                </a:lnTo>
                <a:lnTo>
                  <a:pt x="756456" y="128588"/>
                </a:lnTo>
                <a:lnTo>
                  <a:pt x="775364" y="128588"/>
                </a:lnTo>
                <a:lnTo>
                  <a:pt x="794280" y="128588"/>
                </a:lnTo>
                <a:lnTo>
                  <a:pt x="813187" y="128588"/>
                </a:lnTo>
                <a:lnTo>
                  <a:pt x="832104" y="128588"/>
                </a:lnTo>
                <a:lnTo>
                  <a:pt x="851011" y="128588"/>
                </a:lnTo>
                <a:lnTo>
                  <a:pt x="869928" y="128588"/>
                </a:lnTo>
                <a:lnTo>
                  <a:pt x="888835" y="128588"/>
                </a:lnTo>
                <a:lnTo>
                  <a:pt x="907752" y="128588"/>
                </a:lnTo>
                <a:lnTo>
                  <a:pt x="926659" y="128588"/>
                </a:lnTo>
                <a:lnTo>
                  <a:pt x="945566" y="128588"/>
                </a:lnTo>
                <a:lnTo>
                  <a:pt x="964482" y="128588"/>
                </a:lnTo>
                <a:lnTo>
                  <a:pt x="983390" y="128588"/>
                </a:lnTo>
                <a:lnTo>
                  <a:pt x="1002306" y="128588"/>
                </a:lnTo>
                <a:lnTo>
                  <a:pt x="1021213" y="128588"/>
                </a:lnTo>
                <a:lnTo>
                  <a:pt x="1040130" y="128588"/>
                </a:lnTo>
                <a:lnTo>
                  <a:pt x="1059037" y="128588"/>
                </a:lnTo>
                <a:lnTo>
                  <a:pt x="1077954" y="128588"/>
                </a:lnTo>
                <a:lnTo>
                  <a:pt x="1096861" y="128588"/>
                </a:lnTo>
                <a:lnTo>
                  <a:pt x="1115768" y="128588"/>
                </a:lnTo>
                <a:lnTo>
                  <a:pt x="1134685" y="128588"/>
                </a:lnTo>
                <a:lnTo>
                  <a:pt x="1153592" y="128588"/>
                </a:lnTo>
                <a:lnTo>
                  <a:pt x="1172508" y="128588"/>
                </a:lnTo>
                <a:lnTo>
                  <a:pt x="1191416" y="128588"/>
                </a:lnTo>
                <a:lnTo>
                  <a:pt x="1210332" y="128588"/>
                </a:lnTo>
                <a:lnTo>
                  <a:pt x="1229239" y="128588"/>
                </a:lnTo>
                <a:lnTo>
                  <a:pt x="1248156" y="128588"/>
                </a:lnTo>
                <a:lnTo>
                  <a:pt x="1267063" y="128588"/>
                </a:lnTo>
                <a:lnTo>
                  <a:pt x="1285970" y="128588"/>
                </a:lnTo>
                <a:lnTo>
                  <a:pt x="1304887" y="128588"/>
                </a:lnTo>
                <a:lnTo>
                  <a:pt x="1323794" y="128588"/>
                </a:lnTo>
                <a:lnTo>
                  <a:pt x="1342711" y="128588"/>
                </a:lnTo>
                <a:lnTo>
                  <a:pt x="1361618" y="128588"/>
                </a:lnTo>
                <a:lnTo>
                  <a:pt x="1380534" y="128588"/>
                </a:lnTo>
                <a:lnTo>
                  <a:pt x="1399442" y="128588"/>
                </a:lnTo>
                <a:lnTo>
                  <a:pt x="1418358" y="128588"/>
                </a:lnTo>
                <a:lnTo>
                  <a:pt x="1437265" y="128588"/>
                </a:lnTo>
                <a:lnTo>
                  <a:pt x="1456182" y="128588"/>
                </a:lnTo>
                <a:lnTo>
                  <a:pt x="1475089" y="128588"/>
                </a:lnTo>
                <a:lnTo>
                  <a:pt x="1493996" y="128588"/>
                </a:lnTo>
                <a:lnTo>
                  <a:pt x="1512913" y="128588"/>
                </a:lnTo>
                <a:lnTo>
                  <a:pt x="1531820" y="128588"/>
                </a:lnTo>
                <a:lnTo>
                  <a:pt x="1550737" y="128588"/>
                </a:lnTo>
                <a:lnTo>
                  <a:pt x="1569644" y="128588"/>
                </a:lnTo>
                <a:lnTo>
                  <a:pt x="1588560" y="128588"/>
                </a:lnTo>
                <a:lnTo>
                  <a:pt x="1607468" y="128588"/>
                </a:lnTo>
                <a:lnTo>
                  <a:pt x="1626384" y="128588"/>
                </a:lnTo>
                <a:lnTo>
                  <a:pt x="1645291" y="128588"/>
                </a:lnTo>
                <a:lnTo>
                  <a:pt x="1664198" y="128588"/>
                </a:lnTo>
                <a:lnTo>
                  <a:pt x="1683115" y="128588"/>
                </a:lnTo>
                <a:lnTo>
                  <a:pt x="1702022" y="128588"/>
                </a:lnTo>
                <a:lnTo>
                  <a:pt x="1720939" y="128588"/>
                </a:lnTo>
                <a:lnTo>
                  <a:pt x="1739846" y="128588"/>
                </a:lnTo>
                <a:lnTo>
                  <a:pt x="1758763" y="128588"/>
                </a:lnTo>
                <a:lnTo>
                  <a:pt x="1777670" y="128588"/>
                </a:lnTo>
                <a:lnTo>
                  <a:pt x="1796586" y="128588"/>
                </a:lnTo>
                <a:lnTo>
                  <a:pt x="1815494" y="128588"/>
                </a:lnTo>
                <a:lnTo>
                  <a:pt x="1834410" y="128588"/>
                </a:lnTo>
                <a:lnTo>
                  <a:pt x="1853317" y="128588"/>
                </a:lnTo>
                <a:lnTo>
                  <a:pt x="1872224" y="128588"/>
                </a:lnTo>
                <a:lnTo>
                  <a:pt x="1891141" y="128588"/>
                </a:lnTo>
                <a:lnTo>
                  <a:pt x="1910048" y="128588"/>
                </a:lnTo>
                <a:lnTo>
                  <a:pt x="1928641" y="127235"/>
                </a:lnTo>
                <a:lnTo>
                  <a:pt x="1945548" y="118758"/>
                </a:lnTo>
                <a:lnTo>
                  <a:pt x="1962445" y="110271"/>
                </a:lnTo>
                <a:lnTo>
                  <a:pt x="1979352" y="101794"/>
                </a:lnTo>
                <a:lnTo>
                  <a:pt x="1996250" y="93307"/>
                </a:lnTo>
                <a:lnTo>
                  <a:pt x="2013156" y="84830"/>
                </a:lnTo>
                <a:lnTo>
                  <a:pt x="2030054" y="76343"/>
                </a:lnTo>
                <a:lnTo>
                  <a:pt x="2046961" y="67856"/>
                </a:lnTo>
                <a:lnTo>
                  <a:pt x="2063858" y="59379"/>
                </a:lnTo>
                <a:lnTo>
                  <a:pt x="2080765" y="50892"/>
                </a:lnTo>
                <a:lnTo>
                  <a:pt x="2097662" y="42415"/>
                </a:lnTo>
                <a:lnTo>
                  <a:pt x="2114569" y="33928"/>
                </a:lnTo>
                <a:lnTo>
                  <a:pt x="2131466" y="25451"/>
                </a:lnTo>
                <a:lnTo>
                  <a:pt x="2148373" y="16964"/>
                </a:lnTo>
                <a:lnTo>
                  <a:pt x="2165271" y="8487"/>
                </a:lnTo>
                <a:lnTo>
                  <a:pt x="21821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5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56990905-A669-46A1-8459-3652140D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15665" y="4455795"/>
            <a:ext cx="18068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6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7030B51C-0257-4DA5-A877-99006EC7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0893" y="4017578"/>
            <a:ext cx="120968" cy="208740"/>
          </a:xfrm>
          <a:custGeom xmlns:a="http://schemas.openxmlformats.org/drawingml/2006/main">
            <a:pathLst>
              <a:path w="120968" h="208740">
                <a:moveTo>
                  <a:pt x="0" y="97222"/>
                </a:moveTo>
                <a:lnTo>
                  <a:pt x="0" y="114176"/>
                </a:lnTo>
                <a:lnTo>
                  <a:pt x="0" y="131131"/>
                </a:lnTo>
                <a:lnTo>
                  <a:pt x="0" y="148085"/>
                </a:lnTo>
                <a:lnTo>
                  <a:pt x="0" y="165040"/>
                </a:lnTo>
                <a:lnTo>
                  <a:pt x="0" y="181994"/>
                </a:lnTo>
                <a:lnTo>
                  <a:pt x="0" y="198949"/>
                </a:lnTo>
                <a:lnTo>
                  <a:pt x="3372" y="208740"/>
                </a:lnTo>
                <a:lnTo>
                  <a:pt x="16440" y="197930"/>
                </a:lnTo>
                <a:lnTo>
                  <a:pt x="29508" y="187128"/>
                </a:lnTo>
                <a:lnTo>
                  <a:pt x="42567" y="176327"/>
                </a:lnTo>
                <a:lnTo>
                  <a:pt x="55636" y="165525"/>
                </a:lnTo>
                <a:lnTo>
                  <a:pt x="68704" y="154724"/>
                </a:lnTo>
                <a:lnTo>
                  <a:pt x="81772" y="143923"/>
                </a:lnTo>
                <a:lnTo>
                  <a:pt x="94831" y="133121"/>
                </a:lnTo>
                <a:lnTo>
                  <a:pt x="107899" y="122311"/>
                </a:lnTo>
                <a:lnTo>
                  <a:pt x="120968" y="111509"/>
                </a:lnTo>
                <a:lnTo>
                  <a:pt x="120968" y="94555"/>
                </a:lnTo>
                <a:lnTo>
                  <a:pt x="120968" y="77610"/>
                </a:lnTo>
                <a:lnTo>
                  <a:pt x="120968" y="60655"/>
                </a:lnTo>
                <a:lnTo>
                  <a:pt x="120968" y="43701"/>
                </a:lnTo>
                <a:lnTo>
                  <a:pt x="120968" y="26746"/>
                </a:lnTo>
                <a:lnTo>
                  <a:pt x="120968" y="9792"/>
                </a:lnTo>
                <a:lnTo>
                  <a:pt x="117596" y="0"/>
                </a:lnTo>
                <a:lnTo>
                  <a:pt x="104527" y="10801"/>
                </a:lnTo>
                <a:lnTo>
                  <a:pt x="91459" y="21603"/>
                </a:lnTo>
                <a:lnTo>
                  <a:pt x="78400" y="32404"/>
                </a:lnTo>
                <a:lnTo>
                  <a:pt x="65332" y="43215"/>
                </a:lnTo>
                <a:lnTo>
                  <a:pt x="52264" y="54016"/>
                </a:lnTo>
                <a:lnTo>
                  <a:pt x="39195" y="64818"/>
                </a:lnTo>
                <a:lnTo>
                  <a:pt x="26137" y="75619"/>
                </a:lnTo>
                <a:lnTo>
                  <a:pt x="13068" y="86420"/>
                </a:lnTo>
                <a:lnTo>
                  <a:pt x="0" y="97222"/>
                </a:lnTo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7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A6CCB221-82B6-4293-A408-EAA08F91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9203" y="4014788"/>
            <a:ext cx="2206171" cy="100013"/>
          </a:xfrm>
          <a:custGeom xmlns:a="http://schemas.openxmlformats.org/drawingml/2006/main">
            <a:pathLst>
              <a:path w="2206171" h="100013">
                <a:moveTo>
                  <a:pt x="0" y="100013"/>
                </a:moveTo>
                <a:lnTo>
                  <a:pt x="18983" y="100013"/>
                </a:lnTo>
                <a:lnTo>
                  <a:pt x="37967" y="100013"/>
                </a:lnTo>
                <a:lnTo>
                  <a:pt x="56960" y="100013"/>
                </a:lnTo>
                <a:lnTo>
                  <a:pt x="75943" y="100013"/>
                </a:lnTo>
                <a:lnTo>
                  <a:pt x="94926" y="100013"/>
                </a:lnTo>
                <a:lnTo>
                  <a:pt x="113909" y="100013"/>
                </a:lnTo>
                <a:lnTo>
                  <a:pt x="132893" y="100013"/>
                </a:lnTo>
                <a:lnTo>
                  <a:pt x="151876" y="100013"/>
                </a:lnTo>
                <a:lnTo>
                  <a:pt x="170869" y="100013"/>
                </a:lnTo>
                <a:lnTo>
                  <a:pt x="189852" y="100013"/>
                </a:lnTo>
                <a:lnTo>
                  <a:pt x="208836" y="100013"/>
                </a:lnTo>
                <a:lnTo>
                  <a:pt x="227819" y="100013"/>
                </a:lnTo>
                <a:lnTo>
                  <a:pt x="246802" y="100013"/>
                </a:lnTo>
                <a:lnTo>
                  <a:pt x="265786" y="100013"/>
                </a:lnTo>
                <a:lnTo>
                  <a:pt x="284778" y="100013"/>
                </a:lnTo>
                <a:lnTo>
                  <a:pt x="303762" y="100013"/>
                </a:lnTo>
                <a:lnTo>
                  <a:pt x="322745" y="100013"/>
                </a:lnTo>
                <a:lnTo>
                  <a:pt x="341728" y="100013"/>
                </a:lnTo>
                <a:lnTo>
                  <a:pt x="360712" y="100013"/>
                </a:lnTo>
                <a:lnTo>
                  <a:pt x="379705" y="100013"/>
                </a:lnTo>
                <a:lnTo>
                  <a:pt x="398688" y="100013"/>
                </a:lnTo>
                <a:lnTo>
                  <a:pt x="417671" y="100013"/>
                </a:lnTo>
                <a:lnTo>
                  <a:pt x="436655" y="100013"/>
                </a:lnTo>
                <a:lnTo>
                  <a:pt x="455638" y="100013"/>
                </a:lnTo>
                <a:lnTo>
                  <a:pt x="474621" y="100013"/>
                </a:lnTo>
                <a:lnTo>
                  <a:pt x="493614" y="100013"/>
                </a:lnTo>
                <a:lnTo>
                  <a:pt x="512597" y="100013"/>
                </a:lnTo>
                <a:lnTo>
                  <a:pt x="531581" y="100013"/>
                </a:lnTo>
                <a:lnTo>
                  <a:pt x="550564" y="100013"/>
                </a:lnTo>
                <a:lnTo>
                  <a:pt x="569547" y="100013"/>
                </a:lnTo>
                <a:lnTo>
                  <a:pt x="588531" y="100013"/>
                </a:lnTo>
                <a:lnTo>
                  <a:pt x="607524" y="100013"/>
                </a:lnTo>
                <a:lnTo>
                  <a:pt x="626507" y="100013"/>
                </a:lnTo>
                <a:lnTo>
                  <a:pt x="645490" y="100013"/>
                </a:lnTo>
                <a:lnTo>
                  <a:pt x="664474" y="100013"/>
                </a:lnTo>
                <a:lnTo>
                  <a:pt x="683457" y="100013"/>
                </a:lnTo>
                <a:lnTo>
                  <a:pt x="702450" y="100013"/>
                </a:lnTo>
                <a:lnTo>
                  <a:pt x="721433" y="100013"/>
                </a:lnTo>
                <a:lnTo>
                  <a:pt x="740416" y="100013"/>
                </a:lnTo>
                <a:lnTo>
                  <a:pt x="759400" y="100013"/>
                </a:lnTo>
                <a:lnTo>
                  <a:pt x="778383" y="100013"/>
                </a:lnTo>
                <a:lnTo>
                  <a:pt x="797366" y="100013"/>
                </a:lnTo>
                <a:lnTo>
                  <a:pt x="816359" y="100013"/>
                </a:lnTo>
                <a:lnTo>
                  <a:pt x="835343" y="100013"/>
                </a:lnTo>
                <a:lnTo>
                  <a:pt x="854326" y="100013"/>
                </a:lnTo>
                <a:lnTo>
                  <a:pt x="873309" y="100013"/>
                </a:lnTo>
                <a:lnTo>
                  <a:pt x="892292" y="100013"/>
                </a:lnTo>
                <a:lnTo>
                  <a:pt x="911285" y="100013"/>
                </a:lnTo>
                <a:lnTo>
                  <a:pt x="930269" y="100013"/>
                </a:lnTo>
                <a:lnTo>
                  <a:pt x="949252" y="100013"/>
                </a:lnTo>
                <a:lnTo>
                  <a:pt x="968235" y="100013"/>
                </a:lnTo>
                <a:lnTo>
                  <a:pt x="987219" y="100013"/>
                </a:lnTo>
                <a:lnTo>
                  <a:pt x="1006202" y="100013"/>
                </a:lnTo>
                <a:lnTo>
                  <a:pt x="1025195" y="100013"/>
                </a:lnTo>
                <a:lnTo>
                  <a:pt x="1044178" y="100013"/>
                </a:lnTo>
                <a:lnTo>
                  <a:pt x="1063161" y="100013"/>
                </a:lnTo>
                <a:lnTo>
                  <a:pt x="1082145" y="100013"/>
                </a:lnTo>
                <a:lnTo>
                  <a:pt x="1101128" y="100013"/>
                </a:lnTo>
                <a:lnTo>
                  <a:pt x="1120121" y="100013"/>
                </a:lnTo>
                <a:lnTo>
                  <a:pt x="1139104" y="100013"/>
                </a:lnTo>
                <a:lnTo>
                  <a:pt x="1158088" y="100013"/>
                </a:lnTo>
                <a:lnTo>
                  <a:pt x="1177071" y="100013"/>
                </a:lnTo>
                <a:lnTo>
                  <a:pt x="1196054" y="100013"/>
                </a:lnTo>
                <a:lnTo>
                  <a:pt x="1215038" y="100013"/>
                </a:lnTo>
                <a:lnTo>
                  <a:pt x="1234030" y="100013"/>
                </a:lnTo>
                <a:lnTo>
                  <a:pt x="1253014" y="100013"/>
                </a:lnTo>
                <a:lnTo>
                  <a:pt x="1271997" y="100013"/>
                </a:lnTo>
                <a:lnTo>
                  <a:pt x="1290980" y="100013"/>
                </a:lnTo>
                <a:lnTo>
                  <a:pt x="1309964" y="100013"/>
                </a:lnTo>
                <a:lnTo>
                  <a:pt x="1328947" y="100013"/>
                </a:lnTo>
                <a:lnTo>
                  <a:pt x="1347940" y="100013"/>
                </a:lnTo>
                <a:lnTo>
                  <a:pt x="1366923" y="100013"/>
                </a:lnTo>
                <a:lnTo>
                  <a:pt x="1385907" y="100013"/>
                </a:lnTo>
                <a:lnTo>
                  <a:pt x="1404890" y="100013"/>
                </a:lnTo>
                <a:lnTo>
                  <a:pt x="1423873" y="100013"/>
                </a:lnTo>
                <a:lnTo>
                  <a:pt x="1442866" y="100013"/>
                </a:lnTo>
                <a:lnTo>
                  <a:pt x="1461849" y="100013"/>
                </a:lnTo>
                <a:lnTo>
                  <a:pt x="1480833" y="100013"/>
                </a:lnTo>
                <a:lnTo>
                  <a:pt x="1499816" y="100013"/>
                </a:lnTo>
                <a:lnTo>
                  <a:pt x="1518799" y="100013"/>
                </a:lnTo>
                <a:lnTo>
                  <a:pt x="1537783" y="100013"/>
                </a:lnTo>
                <a:lnTo>
                  <a:pt x="1556776" y="100013"/>
                </a:lnTo>
                <a:lnTo>
                  <a:pt x="1575759" y="100013"/>
                </a:lnTo>
                <a:lnTo>
                  <a:pt x="1594742" y="100013"/>
                </a:lnTo>
                <a:lnTo>
                  <a:pt x="1613725" y="100013"/>
                </a:lnTo>
                <a:lnTo>
                  <a:pt x="1632709" y="100013"/>
                </a:lnTo>
                <a:lnTo>
                  <a:pt x="1651692" y="100013"/>
                </a:lnTo>
                <a:lnTo>
                  <a:pt x="1670685" y="100013"/>
                </a:lnTo>
                <a:lnTo>
                  <a:pt x="1689668" y="100013"/>
                </a:lnTo>
                <a:lnTo>
                  <a:pt x="1708652" y="100013"/>
                </a:lnTo>
                <a:lnTo>
                  <a:pt x="1727635" y="100013"/>
                </a:lnTo>
                <a:lnTo>
                  <a:pt x="1746618" y="100013"/>
                </a:lnTo>
                <a:lnTo>
                  <a:pt x="1765611" y="100013"/>
                </a:lnTo>
                <a:lnTo>
                  <a:pt x="1784594" y="100013"/>
                </a:lnTo>
                <a:lnTo>
                  <a:pt x="1803578" y="100013"/>
                </a:lnTo>
                <a:lnTo>
                  <a:pt x="1822561" y="100013"/>
                </a:lnTo>
                <a:lnTo>
                  <a:pt x="1841544" y="100013"/>
                </a:lnTo>
                <a:lnTo>
                  <a:pt x="1860528" y="100013"/>
                </a:lnTo>
                <a:lnTo>
                  <a:pt x="1879521" y="100013"/>
                </a:lnTo>
                <a:lnTo>
                  <a:pt x="1898504" y="100013"/>
                </a:lnTo>
                <a:lnTo>
                  <a:pt x="1917487" y="100013"/>
                </a:lnTo>
                <a:lnTo>
                  <a:pt x="1936471" y="100013"/>
                </a:lnTo>
                <a:lnTo>
                  <a:pt x="1955454" y="100013"/>
                </a:lnTo>
                <a:lnTo>
                  <a:pt x="1974437" y="100013"/>
                </a:lnTo>
                <a:lnTo>
                  <a:pt x="1993430" y="100013"/>
                </a:lnTo>
                <a:lnTo>
                  <a:pt x="2012413" y="100013"/>
                </a:lnTo>
                <a:lnTo>
                  <a:pt x="2031397" y="100013"/>
                </a:lnTo>
                <a:lnTo>
                  <a:pt x="2050380" y="100013"/>
                </a:lnTo>
                <a:lnTo>
                  <a:pt x="2069363" y="100013"/>
                </a:lnTo>
                <a:lnTo>
                  <a:pt x="2088356" y="100013"/>
                </a:lnTo>
                <a:lnTo>
                  <a:pt x="2103749" y="90040"/>
                </a:lnTo>
                <a:lnTo>
                  <a:pt x="2118379" y="77943"/>
                </a:lnTo>
                <a:lnTo>
                  <a:pt x="2133009" y="65846"/>
                </a:lnTo>
                <a:lnTo>
                  <a:pt x="2147649" y="53750"/>
                </a:lnTo>
                <a:lnTo>
                  <a:pt x="2162280" y="41653"/>
                </a:lnTo>
                <a:lnTo>
                  <a:pt x="2176910" y="29556"/>
                </a:lnTo>
                <a:lnTo>
                  <a:pt x="2191541" y="17459"/>
                </a:lnTo>
                <a:lnTo>
                  <a:pt x="2206171" y="5363"/>
                </a:lnTo>
                <a:lnTo>
                  <a:pt x="2202085" y="0"/>
                </a:lnTo>
                <a:lnTo>
                  <a:pt x="2183101" y="0"/>
                </a:lnTo>
                <a:lnTo>
                  <a:pt x="2164118" y="0"/>
                </a:lnTo>
                <a:lnTo>
                  <a:pt x="2145135" y="0"/>
                </a:lnTo>
                <a:lnTo>
                  <a:pt x="2126151" y="0"/>
                </a:lnTo>
                <a:lnTo>
                  <a:pt x="2107159" y="0"/>
                </a:lnTo>
                <a:lnTo>
                  <a:pt x="2088175" y="0"/>
                </a:lnTo>
                <a:lnTo>
                  <a:pt x="2069192" y="0"/>
                </a:lnTo>
                <a:lnTo>
                  <a:pt x="2050209" y="0"/>
                </a:lnTo>
                <a:lnTo>
                  <a:pt x="2031225" y="0"/>
                </a:lnTo>
                <a:lnTo>
                  <a:pt x="2012242" y="0"/>
                </a:lnTo>
                <a:lnTo>
                  <a:pt x="1993249" y="0"/>
                </a:lnTo>
                <a:lnTo>
                  <a:pt x="1974266" y="0"/>
                </a:lnTo>
                <a:lnTo>
                  <a:pt x="1955282" y="0"/>
                </a:lnTo>
                <a:lnTo>
                  <a:pt x="1936299" y="0"/>
                </a:lnTo>
                <a:lnTo>
                  <a:pt x="1917316" y="0"/>
                </a:lnTo>
                <a:lnTo>
                  <a:pt x="1898333" y="0"/>
                </a:lnTo>
                <a:lnTo>
                  <a:pt x="1879340" y="0"/>
                </a:lnTo>
                <a:lnTo>
                  <a:pt x="1860356" y="0"/>
                </a:lnTo>
                <a:lnTo>
                  <a:pt x="1841373" y="0"/>
                </a:lnTo>
                <a:lnTo>
                  <a:pt x="1822390" y="0"/>
                </a:lnTo>
                <a:lnTo>
                  <a:pt x="1803406" y="0"/>
                </a:lnTo>
                <a:lnTo>
                  <a:pt x="1784414" y="0"/>
                </a:lnTo>
                <a:lnTo>
                  <a:pt x="1765430" y="0"/>
                </a:lnTo>
                <a:lnTo>
                  <a:pt x="1746447" y="0"/>
                </a:lnTo>
                <a:lnTo>
                  <a:pt x="1727464" y="0"/>
                </a:lnTo>
                <a:lnTo>
                  <a:pt x="1708480" y="0"/>
                </a:lnTo>
                <a:lnTo>
                  <a:pt x="1689497" y="0"/>
                </a:lnTo>
                <a:lnTo>
                  <a:pt x="1670504" y="0"/>
                </a:lnTo>
                <a:lnTo>
                  <a:pt x="1651521" y="0"/>
                </a:lnTo>
                <a:lnTo>
                  <a:pt x="1632537" y="0"/>
                </a:lnTo>
                <a:lnTo>
                  <a:pt x="1613554" y="0"/>
                </a:lnTo>
                <a:lnTo>
                  <a:pt x="1594571" y="0"/>
                </a:lnTo>
                <a:lnTo>
                  <a:pt x="1575578" y="0"/>
                </a:lnTo>
                <a:lnTo>
                  <a:pt x="1556595" y="0"/>
                </a:lnTo>
                <a:lnTo>
                  <a:pt x="1537611" y="0"/>
                </a:lnTo>
                <a:lnTo>
                  <a:pt x="1518628" y="0"/>
                </a:lnTo>
                <a:lnTo>
                  <a:pt x="1499645" y="0"/>
                </a:lnTo>
                <a:lnTo>
                  <a:pt x="1480661" y="0"/>
                </a:lnTo>
                <a:lnTo>
                  <a:pt x="1461668" y="0"/>
                </a:lnTo>
                <a:lnTo>
                  <a:pt x="1442685" y="0"/>
                </a:lnTo>
                <a:lnTo>
                  <a:pt x="1423702" y="0"/>
                </a:lnTo>
                <a:lnTo>
                  <a:pt x="1404718" y="0"/>
                </a:lnTo>
                <a:lnTo>
                  <a:pt x="1385735" y="0"/>
                </a:lnTo>
                <a:lnTo>
                  <a:pt x="1366752" y="0"/>
                </a:lnTo>
                <a:lnTo>
                  <a:pt x="1347759" y="0"/>
                </a:lnTo>
                <a:lnTo>
                  <a:pt x="1328776" y="0"/>
                </a:lnTo>
                <a:lnTo>
                  <a:pt x="1309792" y="0"/>
                </a:lnTo>
                <a:lnTo>
                  <a:pt x="1290809" y="0"/>
                </a:lnTo>
                <a:lnTo>
                  <a:pt x="1271826" y="0"/>
                </a:lnTo>
                <a:lnTo>
                  <a:pt x="1252833" y="0"/>
                </a:lnTo>
                <a:lnTo>
                  <a:pt x="1233849" y="0"/>
                </a:lnTo>
                <a:lnTo>
                  <a:pt x="1214866" y="0"/>
                </a:lnTo>
                <a:lnTo>
                  <a:pt x="1195883" y="0"/>
                </a:lnTo>
                <a:lnTo>
                  <a:pt x="1176899" y="0"/>
                </a:lnTo>
                <a:lnTo>
                  <a:pt x="1157916" y="0"/>
                </a:lnTo>
                <a:lnTo>
                  <a:pt x="1138923" y="0"/>
                </a:lnTo>
                <a:lnTo>
                  <a:pt x="1119940" y="0"/>
                </a:lnTo>
                <a:lnTo>
                  <a:pt x="1100957" y="0"/>
                </a:lnTo>
                <a:lnTo>
                  <a:pt x="1081973" y="0"/>
                </a:lnTo>
                <a:lnTo>
                  <a:pt x="1062990" y="0"/>
                </a:lnTo>
                <a:lnTo>
                  <a:pt x="1043997" y="0"/>
                </a:lnTo>
                <a:lnTo>
                  <a:pt x="1025014" y="0"/>
                </a:lnTo>
                <a:lnTo>
                  <a:pt x="1006031" y="0"/>
                </a:lnTo>
                <a:lnTo>
                  <a:pt x="987047" y="0"/>
                </a:lnTo>
                <a:lnTo>
                  <a:pt x="968064" y="0"/>
                </a:lnTo>
                <a:lnTo>
                  <a:pt x="949081" y="0"/>
                </a:lnTo>
                <a:lnTo>
                  <a:pt x="930088" y="0"/>
                </a:lnTo>
                <a:lnTo>
                  <a:pt x="911104" y="0"/>
                </a:lnTo>
                <a:lnTo>
                  <a:pt x="892121" y="0"/>
                </a:lnTo>
                <a:lnTo>
                  <a:pt x="873138" y="0"/>
                </a:lnTo>
                <a:lnTo>
                  <a:pt x="854154" y="0"/>
                </a:lnTo>
                <a:lnTo>
                  <a:pt x="835171" y="0"/>
                </a:lnTo>
                <a:lnTo>
                  <a:pt x="816178" y="0"/>
                </a:lnTo>
                <a:lnTo>
                  <a:pt x="797195" y="0"/>
                </a:lnTo>
                <a:lnTo>
                  <a:pt x="778212" y="0"/>
                </a:lnTo>
                <a:lnTo>
                  <a:pt x="759228" y="0"/>
                </a:lnTo>
                <a:lnTo>
                  <a:pt x="740245" y="0"/>
                </a:lnTo>
                <a:lnTo>
                  <a:pt x="721262" y="0"/>
                </a:lnTo>
                <a:lnTo>
                  <a:pt x="702269" y="0"/>
                </a:lnTo>
                <a:lnTo>
                  <a:pt x="683285" y="0"/>
                </a:lnTo>
                <a:lnTo>
                  <a:pt x="664302" y="0"/>
                </a:lnTo>
                <a:lnTo>
                  <a:pt x="645319" y="0"/>
                </a:lnTo>
                <a:lnTo>
                  <a:pt x="626335" y="0"/>
                </a:lnTo>
                <a:lnTo>
                  <a:pt x="607343" y="0"/>
                </a:lnTo>
                <a:lnTo>
                  <a:pt x="588359" y="0"/>
                </a:lnTo>
                <a:lnTo>
                  <a:pt x="569376" y="0"/>
                </a:lnTo>
                <a:lnTo>
                  <a:pt x="550393" y="0"/>
                </a:lnTo>
                <a:lnTo>
                  <a:pt x="531409" y="0"/>
                </a:lnTo>
                <a:lnTo>
                  <a:pt x="512426" y="0"/>
                </a:lnTo>
                <a:lnTo>
                  <a:pt x="493433" y="0"/>
                </a:lnTo>
                <a:lnTo>
                  <a:pt x="474450" y="0"/>
                </a:lnTo>
                <a:lnTo>
                  <a:pt x="455466" y="0"/>
                </a:lnTo>
                <a:lnTo>
                  <a:pt x="436483" y="0"/>
                </a:lnTo>
                <a:lnTo>
                  <a:pt x="417500" y="0"/>
                </a:lnTo>
                <a:lnTo>
                  <a:pt x="398507" y="0"/>
                </a:lnTo>
                <a:lnTo>
                  <a:pt x="379524" y="0"/>
                </a:lnTo>
                <a:lnTo>
                  <a:pt x="360540" y="0"/>
                </a:lnTo>
                <a:lnTo>
                  <a:pt x="341557" y="0"/>
                </a:lnTo>
                <a:lnTo>
                  <a:pt x="322574" y="0"/>
                </a:lnTo>
                <a:lnTo>
                  <a:pt x="303590" y="0"/>
                </a:lnTo>
                <a:lnTo>
                  <a:pt x="284597" y="0"/>
                </a:lnTo>
                <a:lnTo>
                  <a:pt x="265614" y="0"/>
                </a:lnTo>
                <a:lnTo>
                  <a:pt x="246974" y="1781"/>
                </a:lnTo>
                <a:lnTo>
                  <a:pt x="229333" y="8801"/>
                </a:lnTo>
                <a:lnTo>
                  <a:pt x="211693" y="15821"/>
                </a:lnTo>
                <a:lnTo>
                  <a:pt x="194053" y="22831"/>
                </a:lnTo>
                <a:lnTo>
                  <a:pt x="176413" y="29851"/>
                </a:lnTo>
                <a:lnTo>
                  <a:pt x="158772" y="36862"/>
                </a:lnTo>
                <a:lnTo>
                  <a:pt x="141132" y="43882"/>
                </a:lnTo>
                <a:lnTo>
                  <a:pt x="123482" y="50902"/>
                </a:lnTo>
                <a:lnTo>
                  <a:pt x="105842" y="57912"/>
                </a:lnTo>
                <a:lnTo>
                  <a:pt x="88202" y="64932"/>
                </a:lnTo>
                <a:lnTo>
                  <a:pt x="70561" y="71952"/>
                </a:lnTo>
                <a:lnTo>
                  <a:pt x="52921" y="78962"/>
                </a:lnTo>
                <a:lnTo>
                  <a:pt x="35281" y="85982"/>
                </a:lnTo>
                <a:lnTo>
                  <a:pt x="17640" y="92993"/>
                </a:lnTo>
                <a:lnTo>
                  <a:pt x="0" y="100013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8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C301F2F8-E514-4358-BA67-CD2F7791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2070" y="4014788"/>
            <a:ext cx="2052638" cy="100013"/>
          </a:xfrm>
          <a:custGeom xmlns:a="http://schemas.openxmlformats.org/drawingml/2006/main">
            <a:pathLst>
              <a:path w="2052638" h="100013">
                <a:moveTo>
                  <a:pt x="0" y="100013"/>
                </a:moveTo>
                <a:lnTo>
                  <a:pt x="18974" y="100013"/>
                </a:lnTo>
                <a:lnTo>
                  <a:pt x="37948" y="100013"/>
                </a:lnTo>
                <a:lnTo>
                  <a:pt x="56931" y="100013"/>
                </a:lnTo>
                <a:lnTo>
                  <a:pt x="75905" y="100013"/>
                </a:lnTo>
                <a:lnTo>
                  <a:pt x="94879" y="100013"/>
                </a:lnTo>
                <a:lnTo>
                  <a:pt x="113852" y="100013"/>
                </a:lnTo>
                <a:lnTo>
                  <a:pt x="132836" y="100013"/>
                </a:lnTo>
                <a:lnTo>
                  <a:pt x="151809" y="100013"/>
                </a:lnTo>
                <a:lnTo>
                  <a:pt x="170783" y="100013"/>
                </a:lnTo>
                <a:lnTo>
                  <a:pt x="189757" y="100013"/>
                </a:lnTo>
                <a:lnTo>
                  <a:pt x="208740" y="100013"/>
                </a:lnTo>
                <a:lnTo>
                  <a:pt x="227714" y="100013"/>
                </a:lnTo>
                <a:lnTo>
                  <a:pt x="246688" y="100013"/>
                </a:lnTo>
                <a:lnTo>
                  <a:pt x="265662" y="100013"/>
                </a:lnTo>
                <a:lnTo>
                  <a:pt x="284636" y="100013"/>
                </a:lnTo>
                <a:lnTo>
                  <a:pt x="303619" y="100013"/>
                </a:lnTo>
                <a:lnTo>
                  <a:pt x="322593" y="100013"/>
                </a:lnTo>
                <a:lnTo>
                  <a:pt x="341567" y="100013"/>
                </a:lnTo>
                <a:lnTo>
                  <a:pt x="360540" y="100013"/>
                </a:lnTo>
                <a:lnTo>
                  <a:pt x="379524" y="100013"/>
                </a:lnTo>
                <a:lnTo>
                  <a:pt x="398497" y="100013"/>
                </a:lnTo>
                <a:lnTo>
                  <a:pt x="417471" y="100013"/>
                </a:lnTo>
                <a:lnTo>
                  <a:pt x="436445" y="100013"/>
                </a:lnTo>
                <a:lnTo>
                  <a:pt x="455419" y="100013"/>
                </a:lnTo>
                <a:lnTo>
                  <a:pt x="474402" y="100013"/>
                </a:lnTo>
                <a:lnTo>
                  <a:pt x="493376" y="100013"/>
                </a:lnTo>
                <a:lnTo>
                  <a:pt x="512350" y="100013"/>
                </a:lnTo>
                <a:lnTo>
                  <a:pt x="531324" y="100013"/>
                </a:lnTo>
                <a:lnTo>
                  <a:pt x="550307" y="100013"/>
                </a:lnTo>
                <a:lnTo>
                  <a:pt x="569281" y="100013"/>
                </a:lnTo>
                <a:lnTo>
                  <a:pt x="588254" y="100013"/>
                </a:lnTo>
                <a:lnTo>
                  <a:pt x="607228" y="100013"/>
                </a:lnTo>
                <a:lnTo>
                  <a:pt x="626212" y="100013"/>
                </a:lnTo>
                <a:lnTo>
                  <a:pt x="645185" y="100013"/>
                </a:lnTo>
                <a:lnTo>
                  <a:pt x="664159" y="100013"/>
                </a:lnTo>
                <a:lnTo>
                  <a:pt x="683133" y="100013"/>
                </a:lnTo>
                <a:lnTo>
                  <a:pt x="702107" y="100013"/>
                </a:lnTo>
                <a:lnTo>
                  <a:pt x="721090" y="100013"/>
                </a:lnTo>
                <a:lnTo>
                  <a:pt x="740064" y="100013"/>
                </a:lnTo>
                <a:lnTo>
                  <a:pt x="759038" y="100013"/>
                </a:lnTo>
                <a:lnTo>
                  <a:pt x="778012" y="100013"/>
                </a:lnTo>
                <a:lnTo>
                  <a:pt x="796995" y="100013"/>
                </a:lnTo>
                <a:lnTo>
                  <a:pt x="815969" y="100013"/>
                </a:lnTo>
                <a:lnTo>
                  <a:pt x="834942" y="100013"/>
                </a:lnTo>
                <a:lnTo>
                  <a:pt x="853916" y="100013"/>
                </a:lnTo>
                <a:lnTo>
                  <a:pt x="872900" y="100013"/>
                </a:lnTo>
                <a:lnTo>
                  <a:pt x="891873" y="100013"/>
                </a:lnTo>
                <a:lnTo>
                  <a:pt x="910847" y="100013"/>
                </a:lnTo>
                <a:lnTo>
                  <a:pt x="929821" y="100013"/>
                </a:lnTo>
                <a:lnTo>
                  <a:pt x="948795" y="100013"/>
                </a:lnTo>
                <a:lnTo>
                  <a:pt x="967778" y="100013"/>
                </a:lnTo>
                <a:lnTo>
                  <a:pt x="986752" y="100013"/>
                </a:lnTo>
                <a:lnTo>
                  <a:pt x="1005726" y="100013"/>
                </a:lnTo>
                <a:lnTo>
                  <a:pt x="1024700" y="100013"/>
                </a:lnTo>
                <a:lnTo>
                  <a:pt x="1043683" y="100013"/>
                </a:lnTo>
                <a:lnTo>
                  <a:pt x="1062657" y="100013"/>
                </a:lnTo>
                <a:lnTo>
                  <a:pt x="1081630" y="100013"/>
                </a:lnTo>
                <a:lnTo>
                  <a:pt x="1100604" y="100013"/>
                </a:lnTo>
                <a:lnTo>
                  <a:pt x="1119588" y="100013"/>
                </a:lnTo>
                <a:lnTo>
                  <a:pt x="1138561" y="100013"/>
                </a:lnTo>
                <a:lnTo>
                  <a:pt x="1157535" y="100013"/>
                </a:lnTo>
                <a:lnTo>
                  <a:pt x="1176509" y="100013"/>
                </a:lnTo>
                <a:lnTo>
                  <a:pt x="1195483" y="100013"/>
                </a:lnTo>
                <a:lnTo>
                  <a:pt x="1214466" y="100013"/>
                </a:lnTo>
                <a:lnTo>
                  <a:pt x="1233440" y="100013"/>
                </a:lnTo>
                <a:lnTo>
                  <a:pt x="1252414" y="100013"/>
                </a:lnTo>
                <a:lnTo>
                  <a:pt x="1271387" y="100013"/>
                </a:lnTo>
                <a:lnTo>
                  <a:pt x="1290371" y="100013"/>
                </a:lnTo>
                <a:lnTo>
                  <a:pt x="1309345" y="100013"/>
                </a:lnTo>
                <a:lnTo>
                  <a:pt x="1328318" y="100013"/>
                </a:lnTo>
                <a:lnTo>
                  <a:pt x="1347292" y="100013"/>
                </a:lnTo>
                <a:lnTo>
                  <a:pt x="1366266" y="100013"/>
                </a:lnTo>
                <a:lnTo>
                  <a:pt x="1385249" y="100013"/>
                </a:lnTo>
                <a:lnTo>
                  <a:pt x="1404223" y="100013"/>
                </a:lnTo>
                <a:lnTo>
                  <a:pt x="1423197" y="100013"/>
                </a:lnTo>
                <a:lnTo>
                  <a:pt x="1442171" y="100013"/>
                </a:lnTo>
                <a:lnTo>
                  <a:pt x="1461154" y="100013"/>
                </a:lnTo>
                <a:lnTo>
                  <a:pt x="1480128" y="100013"/>
                </a:lnTo>
                <a:lnTo>
                  <a:pt x="1499102" y="100013"/>
                </a:lnTo>
                <a:lnTo>
                  <a:pt x="1518075" y="100013"/>
                </a:lnTo>
                <a:lnTo>
                  <a:pt x="1537059" y="100013"/>
                </a:lnTo>
                <a:lnTo>
                  <a:pt x="1556033" y="100013"/>
                </a:lnTo>
                <a:lnTo>
                  <a:pt x="1575006" y="100013"/>
                </a:lnTo>
                <a:lnTo>
                  <a:pt x="1593980" y="100013"/>
                </a:lnTo>
                <a:lnTo>
                  <a:pt x="1612954" y="100013"/>
                </a:lnTo>
                <a:lnTo>
                  <a:pt x="1631937" y="100013"/>
                </a:lnTo>
                <a:lnTo>
                  <a:pt x="1650911" y="100013"/>
                </a:lnTo>
                <a:lnTo>
                  <a:pt x="1669885" y="100013"/>
                </a:lnTo>
                <a:lnTo>
                  <a:pt x="1688859" y="100013"/>
                </a:lnTo>
                <a:lnTo>
                  <a:pt x="1707842" y="100013"/>
                </a:lnTo>
                <a:lnTo>
                  <a:pt x="1726816" y="100013"/>
                </a:lnTo>
                <a:lnTo>
                  <a:pt x="1745790" y="100013"/>
                </a:lnTo>
                <a:lnTo>
                  <a:pt x="1764763" y="100013"/>
                </a:lnTo>
                <a:lnTo>
                  <a:pt x="1783747" y="100013"/>
                </a:lnTo>
                <a:lnTo>
                  <a:pt x="1802721" y="100013"/>
                </a:lnTo>
                <a:lnTo>
                  <a:pt x="1821694" y="100013"/>
                </a:lnTo>
                <a:lnTo>
                  <a:pt x="1840668" y="100013"/>
                </a:lnTo>
                <a:lnTo>
                  <a:pt x="1859642" y="100013"/>
                </a:lnTo>
                <a:lnTo>
                  <a:pt x="1878625" y="100013"/>
                </a:lnTo>
                <a:lnTo>
                  <a:pt x="1897599" y="100013"/>
                </a:lnTo>
                <a:lnTo>
                  <a:pt x="1916573" y="100013"/>
                </a:lnTo>
                <a:lnTo>
                  <a:pt x="1933489" y="94069"/>
                </a:lnTo>
                <a:lnTo>
                  <a:pt x="1948377" y="82306"/>
                </a:lnTo>
                <a:lnTo>
                  <a:pt x="1963274" y="70552"/>
                </a:lnTo>
                <a:lnTo>
                  <a:pt x="1978171" y="58788"/>
                </a:lnTo>
                <a:lnTo>
                  <a:pt x="1993059" y="47034"/>
                </a:lnTo>
                <a:lnTo>
                  <a:pt x="2007956" y="35271"/>
                </a:lnTo>
                <a:lnTo>
                  <a:pt x="2022853" y="23517"/>
                </a:lnTo>
                <a:lnTo>
                  <a:pt x="2037740" y="11754"/>
                </a:lnTo>
                <a:lnTo>
                  <a:pt x="20526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9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6C521F1B-A924-43C0-B57B-5A3A717B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7815" y="4014788"/>
            <a:ext cx="18068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0" name="recordable-text-heading">
            <a:extLst xmlns:a="http://schemas.openxmlformats.org/drawingml/2006/main">
              <a:ext uri="{FF2B5EF4-FFF2-40B4-BE49-F238E27FC236}">
                <a16:creationId xmlns:a16="http://schemas.microsoft.com/office/drawing/2014/main" id="{850B9BE8-E4B4-4EE5-AC9F-4E1C34FD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2052" y="4243092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可记录</a:t>
            </a:r>
          </a:p>
        </p:txBody>
      </p:sp>
      <p:sp>
        <p:nvSpPr>
          <p:cNvPr id="31" name="recordable-text-body">
            <a:extLst xmlns:a="http://schemas.openxmlformats.org/drawingml/2006/main">
              <a:ext uri="{FF2B5EF4-FFF2-40B4-BE49-F238E27FC236}">
                <a16:creationId xmlns:a16="http://schemas.microsoft.com/office/drawing/2014/main" id="{390B8E56-6112-4A6C-B765-6A010CFC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2052" y="4502496"/>
            <a:ext cx="1005926" cy="170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基本台账齐全</a:t>
            </a:r>
          </a:p>
        </p:txBody>
      </p:sp>
      <p:sp>
        <p:nvSpPr>
          <p:cNvPr id="32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F5EC4581-CA9C-4950-97E6-197AE5E8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74952" y="4815335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3" name="traceable-text-heading">
            <a:extLst xmlns:a="http://schemas.openxmlformats.org/drawingml/2006/main">
              <a:ext uri="{FF2B5EF4-FFF2-40B4-BE49-F238E27FC236}">
                <a16:creationId xmlns:a16="http://schemas.microsoft.com/office/drawing/2014/main" id="{80890BD6-52DC-4316-98B7-0574F875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8495" y="3617271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34" name="traceable-text-body">
            <a:extLst xmlns:a="http://schemas.openxmlformats.org/drawingml/2006/main">
              <a:ext uri="{FF2B5EF4-FFF2-40B4-BE49-F238E27FC236}">
                <a16:creationId xmlns:a16="http://schemas.microsoft.com/office/drawing/2014/main" id="{BCC738E5-A79E-492E-BDD6-3490CF65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8495" y="3876675"/>
            <a:ext cx="1005926" cy="341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来源参数输出相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互关联</a:t>
            </a:r>
          </a:p>
        </p:txBody>
      </p:sp>
      <p:sp>
        <p:nvSpPr>
          <p:cNvPr id="35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8F11A258-FC59-4F0A-984A-947B3955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1395" y="4360069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6" name="reusable-text-heading">
            <a:extLst xmlns:a="http://schemas.openxmlformats.org/drawingml/2006/main">
              <a:ext uri="{FF2B5EF4-FFF2-40B4-BE49-F238E27FC236}">
                <a16:creationId xmlns:a16="http://schemas.microsoft.com/office/drawing/2014/main" id="{BD877FEB-28A6-42B7-9F01-A73D82E0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4939" y="3161852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可复用</a:t>
            </a:r>
          </a:p>
        </p:txBody>
      </p:sp>
      <p:sp>
        <p:nvSpPr>
          <p:cNvPr id="37" name="reusable-text-body">
            <a:extLst xmlns:a="http://schemas.openxmlformats.org/drawingml/2006/main">
              <a:ext uri="{FF2B5EF4-FFF2-40B4-BE49-F238E27FC236}">
                <a16:creationId xmlns:a16="http://schemas.microsoft.com/office/drawing/2014/main" id="{9923429F-80BC-4BC9-81A5-A87BE63C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4939" y="3421266"/>
            <a:ext cx="1005926" cy="341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关键步骤复核且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边界明确</a:t>
            </a:r>
          </a:p>
        </p:txBody>
      </p:sp>
      <p:sp>
        <p:nvSpPr>
          <p:cNvPr id="38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A1D11C18-A03F-4733-A2BC-5EED30F4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27839" y="3904659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675E57-88CD-4F2B-9B43-3DE8522B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573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能力门槛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53296C-FD50-424C-951F-914EA3B2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62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能力阶梯与扩围边界分别核对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D1B7BB-203C-4AB9-ABA1-24A06F2C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657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扩围评审的并列边界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1E3F389-C904-42BA-8C65-2CCDC62D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9621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三项条件同时具备，才讨论增加项目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81B8FE4-E72D-4AEA-8EF9-5B3F7B2D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419350"/>
            <a:ext cx="34099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11430">
            <a:solidFill>
              <a:srgbClr val="AFC6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481F264-8700-45F2-A00B-5B35F7CB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5050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人员条件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9416AB9-6258-449E-9D66-BF8BE1BE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51460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责任人可持续履职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DC55668-5C0D-466E-A994-22AC2EE6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200400"/>
            <a:ext cx="34099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11430">
            <a:solidFill>
              <a:srgbClr val="AFC6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2F37834-E4D6-4866-A888-F3490398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28612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资源条件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25CF73-8779-46D5-93AA-1C81FC51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2956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设备与支持能力可覆盖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0B0EF11-3AB1-4575-AEF0-5CE99680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981450"/>
            <a:ext cx="34099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11430">
            <a:solidFill>
              <a:srgbClr val="2F5EA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3A066C4-F6DA-4B7D-A5B3-010518AD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0671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方法条件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1854D0A-2184-451C-9644-E1E53C35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07670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适用范围与例外清楚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4DFEF24-4C15-4E66-A87E-F116A7E1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838700"/>
            <a:ext cx="34099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13335">
            <a:solidFill>
              <a:srgbClr val="4C88E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97BCA5B-8FFC-48DA-A248-2908A7F8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962525"/>
            <a:ext cx="3105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任一边界无法满足，</a:t>
            </a:r>
          </a:p>
          <a:p xmlns:a="http://schemas.openxmlformats.org/drawingml/2006/main">
            <a:pPr algn="l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暂停扩围，保留当前试点规模，</a:t>
            </a:r>
          </a:p>
          <a:p xmlns:a="http://schemas.openxmlformats.org/drawingml/2006/main">
            <a:pPr algn="l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明确补齐任务。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A09BB8C-207E-4485-B2E4-B41DEBAF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15000"/>
            <a:ext cx="7429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9BC3EC0-DFA5-4F06-B489-7A99A69F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781675"/>
            <a:ext cx="712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达到可复用前不宣称跨项目可推广。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2026-09-08T23:45:11.3680000Z</dcterms:created>
  <dcterms:modified xsi:type="dcterms:W3CDTF">2026-09-08T23:45:11.3680000Z</dcterms:modified>
</coreProperties>
</file>