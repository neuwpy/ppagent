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15bed0fe864145" /><Relationship Type="http://schemas.openxmlformats.org/officeDocument/2006/relationships/extended-properties" Target="/docProps/app.xml" Id="R9927165b249a45c2" /><Relationship Type="http://schemas.openxmlformats.org/officeDocument/2006/relationships/officeDocument" Target="/ppt/presentation.xml" Id="Re3e8a86c49a547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d153aa7f2e46d9"/>
    <p:sldMasterId xmlns:r="http://schemas.openxmlformats.org/officeDocument/2006/relationships" id="2147483660" r:id="R7ffd64a3c5234a29"/>
    <p:sldMasterId xmlns:r="http://schemas.openxmlformats.org/officeDocument/2006/relationships" id="2147483663" r:id="R1c5b9ac37fec41a7"/>
  </p:sldMasterIdLst>
  <p:notesMasterIdLst>
    <p:notesMasterId xmlns:r="http://schemas.openxmlformats.org/officeDocument/2006/relationships" r:id="R61259049d9214d13"/>
  </p:notesMasterIdLst>
  <p:sldIdLst>
    <p:sldId xmlns:r="http://schemas.openxmlformats.org/officeDocument/2006/relationships" id="256" r:id="Rbf08c650f1be4111"/>
    <p:sldId xmlns:r="http://schemas.openxmlformats.org/officeDocument/2006/relationships" id="257" r:id="R447b295538ec44d5"/>
    <p:sldId xmlns:r="http://schemas.openxmlformats.org/officeDocument/2006/relationships" id="258" r:id="Rc6d59061d29a4c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2a652a7207468c" /><Relationship Type="http://schemas.openxmlformats.org/officeDocument/2006/relationships/slideMaster" Target="/ppt/slideMasters/slideMaster1.xml" Id="R92d153aa7f2e46d9" /><Relationship Type="http://schemas.openxmlformats.org/officeDocument/2006/relationships/slideMaster" Target="/ppt/slideMasters/slideMaster2.xml" Id="R7ffd64a3c5234a29" /><Relationship Type="http://schemas.openxmlformats.org/officeDocument/2006/relationships/slideMaster" Target="/ppt/slideMasters/slideMaster3.xml" Id="R1c5b9ac37fec41a7" /><Relationship Type="http://schemas.openxmlformats.org/officeDocument/2006/relationships/notesMaster" Target="/ppt/notesMasters/notesMaster1.xml" Id="R61259049d9214d13" /><Relationship Type="http://schemas.openxmlformats.org/officeDocument/2006/relationships/presProps" Target="/ppt/presProps.xml" Id="R2cc1f47d5a9a48aa" /><Relationship Type="http://schemas.openxmlformats.org/officeDocument/2006/relationships/viewProps" Target="/ppt/viewProps.xml" Id="Ra8c8e891d46f4812" /><Relationship Type="http://schemas.openxmlformats.org/officeDocument/2006/relationships/tableStyles" Target="/ppt/tableStyles.xml" Id="R806b26ddda7449b3" /><Relationship Type="http://schemas.openxmlformats.org/officeDocument/2006/relationships/slide" Target="/ppt/slides/slide1.xml" Id="Rbf08c650f1be4111" /><Relationship Type="http://schemas.openxmlformats.org/officeDocument/2006/relationships/slide" Target="/ppt/slides/slide2.xml" Id="R447b295538ec44d5" /><Relationship Type="http://schemas.openxmlformats.org/officeDocument/2006/relationships/slide" Target="/ppt/slides/slide3.xml" Id="Rc6d59061d29a4c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e7b9c42675f4a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8e693293ec4d5f" /><Relationship Type="http://schemas.openxmlformats.org/officeDocument/2006/relationships/notesMaster" Target="/ppt/notesMasters/notesMaster1.xml" Id="R326537db1e4742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2bb6874e494d63" /><Relationship Type="http://schemas.openxmlformats.org/officeDocument/2006/relationships/notesMaster" Target="/ppt/notesMasters/notesMaster1.xml" Id="R104e356b18b843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9977b3262e4653" /><Relationship Type="http://schemas.openxmlformats.org/officeDocument/2006/relationships/notesMaster" Target="/ppt/notesMasters/notesMaster1.xml" Id="R4882dff7498344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结构调用：本页按稿件关系自主原生编排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结构调用：本页按稿件关系自主原生编排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</a:t>
            </a:r>
            <a:endParaRPr/>
          </a:p>
          <a:p xmlns:a="http://schemas.openxmlformats.org/drawingml/2006/main">
            <a:r>
              <a:t>- 结构调用：success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cd091f77d409f" /><Relationship Type="http://schemas.openxmlformats.org/officeDocument/2006/relationships/image" Target="/ppt/media/image.jpeg" Id="Rb01397921f884f9a" /><Relationship Type="http://schemas.openxmlformats.org/officeDocument/2006/relationships/image" Target="/ppt/media/image.png" Id="Rdabb2c9382fd47a1" /><Relationship Type="http://schemas.openxmlformats.org/officeDocument/2006/relationships/image" Target="/ppt/media/image2.png" Id="Rf294bde99cfb44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57fe0401f47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1cd9221104d1b" /><Relationship Type="http://schemas.openxmlformats.org/officeDocument/2006/relationships/image" Target="/ppt/media/image3.png" Id="Rf74dd5783e224c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adca16415432c" /><Relationship Type="http://schemas.openxmlformats.org/officeDocument/2006/relationships/image" Target="/ppt/media/image4.png" Id="R1472f5007b844f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45ea435124c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3911dc12c4b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bd8f4152240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f7057e7ac448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eba424ef5443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a881856bc4e9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ea19ca3dc4f7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4a693fc2344c88" /><Relationship Type="http://schemas.openxmlformats.org/officeDocument/2006/relationships/image" Target="/ppt/media/image5.png" Id="Rf9430b1548f541d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235282fb38d486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3ec13ea189c4588" /><Relationship Type="http://schemas.openxmlformats.org/officeDocument/2006/relationships/image" Target="/ppt/media/image5.png" Id="R26d6b44f723b4eb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64248b03c0494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397921f884f9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b2c9382fd47a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4bde99cfb44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dd5783e224c0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2f5007b844f38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30b1548f541d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6b44f723b4eb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0f4cf857d94b6b" /><Relationship Type="http://schemas.openxmlformats.org/officeDocument/2006/relationships/slideLayout" Target="/ppt/slideLayouts/slideLayout1.xml" Id="R6b811ed376a444ef" /><Relationship Type="http://schemas.openxmlformats.org/officeDocument/2006/relationships/slideLayout" Target="/ppt/slideLayouts/slideLayout2.xml" Id="R7f9af2cab0924935" /><Relationship Type="http://schemas.openxmlformats.org/officeDocument/2006/relationships/slideLayout" Target="/ppt/slideLayouts/slideLayout3.xml" Id="R10836e59f0154e67" /><Relationship Type="http://schemas.openxmlformats.org/officeDocument/2006/relationships/slideLayout" Target="/ppt/slideLayouts/slideLayout4.xml" Id="R0d6b002c129940b0" /><Relationship Type="http://schemas.openxmlformats.org/officeDocument/2006/relationships/slideLayout" Target="/ppt/slideLayouts/slideLayout5.xml" Id="Rab2c7bc8ed9c4937" /><Relationship Type="http://schemas.openxmlformats.org/officeDocument/2006/relationships/slideLayout" Target="/ppt/slideLayouts/slideLayout6.xml" Id="Rfda41da817b24892" /><Relationship Type="http://schemas.openxmlformats.org/officeDocument/2006/relationships/slideLayout" Target="/ppt/slideLayouts/slideLayout7.xml" Id="R230e8f4ad128420f" /><Relationship Type="http://schemas.openxmlformats.org/officeDocument/2006/relationships/slideLayout" Target="/ppt/slideLayouts/slideLayout8.xml" Id="R38247600efeb4e88" /><Relationship Type="http://schemas.openxmlformats.org/officeDocument/2006/relationships/slideLayout" Target="/ppt/slideLayouts/slideLayout9.xml" Id="Rd369aa75f2c44a88" /><Relationship Type="http://schemas.openxmlformats.org/officeDocument/2006/relationships/slideLayout" Target="/ppt/slideLayouts/slideLayout10.xml" Id="R58a9294a5b9e4655" /><Relationship Type="http://schemas.openxmlformats.org/officeDocument/2006/relationships/slideLayout" Target="/ppt/slideLayouts/slideLayout11.xml" Id="Rea856a58434742f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1f40f467bc841f4" /><Relationship Type="http://schemas.openxmlformats.org/officeDocument/2006/relationships/slideLayout" Target="/ppt/slideLayouts/slideLayout12.xml" Id="R84c66a4da3ac4fb5" /><Relationship Type="http://schemas.openxmlformats.org/officeDocument/2006/relationships/slideLayout" Target="/ppt/slideLayouts/slideLayout13.xml" Id="Rd0cef47b612845b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08ae9da59a746d9" /><Relationship Type="http://schemas.openxmlformats.org/officeDocument/2006/relationships/slideLayout" Target="/ppt/slideLayouts/slideLayout14.xml" Id="Ra2431021930d4e84" /><Relationship Type="http://schemas.openxmlformats.org/officeDocument/2006/relationships/slideLayout" Target="/ppt/slideLayouts/slideLayout15.xml" Id="R60c01d6c514045f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811ed376a444ef"/>
    <p:sldLayoutId xmlns:r="http://schemas.openxmlformats.org/officeDocument/2006/relationships" id="2147483650" r:id="R7f9af2cab0924935"/>
    <p:sldLayoutId xmlns:r="http://schemas.openxmlformats.org/officeDocument/2006/relationships" id="2147483651" r:id="R10836e59f0154e67"/>
    <p:sldLayoutId xmlns:r="http://schemas.openxmlformats.org/officeDocument/2006/relationships" id="2147483652" r:id="R0d6b002c129940b0"/>
    <p:sldLayoutId xmlns:r="http://schemas.openxmlformats.org/officeDocument/2006/relationships" id="2147483653" r:id="Rab2c7bc8ed9c4937"/>
    <p:sldLayoutId xmlns:r="http://schemas.openxmlformats.org/officeDocument/2006/relationships" id="2147483654" r:id="Rfda41da817b24892"/>
    <p:sldLayoutId xmlns:r="http://schemas.openxmlformats.org/officeDocument/2006/relationships" id="2147483655" r:id="R230e8f4ad128420f"/>
    <p:sldLayoutId xmlns:r="http://schemas.openxmlformats.org/officeDocument/2006/relationships" id="2147483656" r:id="R38247600efeb4e88"/>
    <p:sldLayoutId xmlns:r="http://schemas.openxmlformats.org/officeDocument/2006/relationships" id="2147483657" r:id="Rd369aa75f2c44a88"/>
    <p:sldLayoutId xmlns:r="http://schemas.openxmlformats.org/officeDocument/2006/relationships" id="2147483658" r:id="R58a9294a5b9e4655"/>
    <p:sldLayoutId xmlns:r="http://schemas.openxmlformats.org/officeDocument/2006/relationships" id="2147483659" r:id="Rea856a58434742f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4c66a4da3ac4fb5"/>
    <p:sldLayoutId xmlns:r="http://schemas.openxmlformats.org/officeDocument/2006/relationships" id="2147483662" r:id="Rd0cef47b612845b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2431021930d4e84"/>
    <p:sldLayoutId xmlns:r="http://schemas.openxmlformats.org/officeDocument/2006/relationships" id="2147483665" r:id="R60c01d6c514045f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ce9e7ac6ac48f7" /><Relationship Type="http://schemas.openxmlformats.org/officeDocument/2006/relationships/notesSlide" Target="/ppt/notesSlides/notesSlide1.xml" Id="R53d7c309f1204d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b9921e334348f2" /><Relationship Type="http://schemas.openxmlformats.org/officeDocument/2006/relationships/notesSlide" Target="/ppt/notesSlides/notesSlide2.xml" Id="Rca501c4432eb48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d5360935b4e45c7" /><Relationship Type="http://schemas.openxmlformats.org/officeDocument/2006/relationships/notesSlide" Target="/ppt/notesSlides/notesSlide3.xml" Id="R4c37cfd2236245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准入先核对，推进看证据，开放再逐步扩大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准入与推进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425B2-139E-44D7-AFE0-B0AC0B47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准入核对与证据推进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E2745-5AD3-4104-82F2-79F0105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申请可来自课题自荐、平台推荐与合作项目，三类来源共享同一核对口径。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645F3-167D-4900-8384-1A90678F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384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核对项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ACB54-4DFD-4915-B9B7-82AA0F12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38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需要的依据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CD206-EAB9-41A9-8963-A15EA8C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384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缺失动作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860E7-7A3A-40DE-BBAB-EE1F0076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81300"/>
            <a:ext cx="7334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B124B-2C2A-4364-8F01-179016DB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7A6F2-30E5-482E-A964-5A46B391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718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资格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34671-5BE5-434C-86EB-8061A65E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956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设备使用条件明确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32666-6CF4-416E-90D3-8DB03FAD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718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暂缓进入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B687C-B7B1-4063-A386-09FB84E8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00450"/>
            <a:ext cx="7334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107E7-5E56-476B-A67D-32FBF91F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30C31-A109-4AD9-A6F8-7CEF6BE6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909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责任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37DDC4-8F6D-47B9-8C7B-DE93E8E6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147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一位明确负责人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162FB-95CA-43FE-A2F6-7D298E94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9095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暂缓进入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794CCD-F545-4E30-8F9B-2E305EC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9600"/>
            <a:ext cx="7334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ACA4D-3646-452B-B5D6-8F7DD348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5E2F3B-A0A5-4074-AD48-6F4F2FA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101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278ECD-C661-4FEE-AF5F-DBC6729C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5339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能保存任务来源、执行参数和输出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165DAA-5990-4FD4-B0B0-2B3E564B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0100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暂缓进入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1F97BF-63D5-4542-A0AB-31AC0F15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缺一项则暂缓，筛选解决谁能进入。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4F1440-FED2-4C9C-B3C2-772B9BC9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76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进入后的证据递进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9DAAC3-6600-40AB-8D35-74EE80AC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81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前一阶段证据具备，才进入下一阶段。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F084D1-435B-4419-A8EA-0AD87123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241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7436F2-7A01-4FB2-BC14-823876FF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647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188CDE-53D8-4913-A374-88475E91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952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4674D9-3DC6-49C2-89B9-0487ACDE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91525" y="32194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402FC9-2A9F-4C98-B36D-FAE4E5E2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6195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B5E5E2-2DE1-4BDC-9100-1E889891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543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2440DE-9A6E-4DF7-B144-45F3D195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48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关联来源、参数与输出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2698A4-01EA-4A58-AB75-607321FE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91525" y="41148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88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1A3457-E6EE-4367-9349-83A4AB16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148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491951-A239-4084-AE62-C087035F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438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E4BD12-8BE5-4CA6-8372-724EECF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743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复核后沉淀复用方法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AD2403-111E-4796-9F45-D7832895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391150"/>
            <a:ext cx="3409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37CF30-4663-4AB3-AF02-101786DF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5816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通过筛选不等于立即全面开放。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完整记录与分级处置共同防止异常失去责任归属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记录与处置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89D7F0-6483-48BC-A088-8587B28B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7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四类记录必须并列保留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90F60-27F5-4988-AEED-C6E53B6A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四类信息互相补足，不能用一类替代另一类。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CE8DA-409D-4D33-86E1-BAE678F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7239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55FCC9-1A6D-47F1-B57F-072E1858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EE6E9-F98B-43C7-BC82-A3470321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09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必须保留的证据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58D32-6384-4754-8D26-40FEA350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7219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C531A7-EAB3-4B87-9A59-64AF35D1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申请来源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CFCA2-3F90-45B6-B2D8-A39B377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956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申请人与任务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BF635-2239-404C-95CC-785B2442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35147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F81E51-C1B9-4E23-A2EA-01A7BBE0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审批依据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BBE74-CA94-44B8-9DF2-314C4FD4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责任人与时间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8D74D-422A-4083-983B-2619BF5D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418147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D2FD4-83E8-4863-8FE9-85BBFFC4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7219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44488-1E53-4383-B8DA-9F60925E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291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4DA47-8566-4B66-89D1-90406A1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291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参数与输出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778E6C-953A-459A-9D00-20A2CC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375" y="4848225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3D77C2-25AD-4CFD-9D33-5C74305E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8EEADE-3954-40E1-8ECB-E7E2536B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9587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原因与结论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C3BFE1-4390-44E6-BDE2-932BEB70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67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记录内容保证有据可查。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6716E7-029B-43DC-AD0A-05F01C17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764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关闭与责任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02D18D-5D76-4E24-8EFB-B97CCC4F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81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三道关口决定是否可以关闭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352692-31DE-4B7E-85D1-0C9224FD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193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AB1C71-E99D-4C3A-93C7-E5FFD2E6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19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C01A62-1638-4E85-917A-F9268F2B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419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缺项先补齐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17305E-0A8E-4A6E-930D-DBA8014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3875" y="28194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05CF8C-08A4-4625-B5DA-91F2A1A2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48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FD347-CB42-475C-9E77-CF03FF90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480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C11B44-37E0-418E-9E3E-A3C71F54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480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确认归属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B5E753-9D38-4D2C-9198-39CFEE09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3875" y="34480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4082BF-AF25-4D94-A51D-03A3B87C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766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579B73-A117-445A-A941-8A6FE2BD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766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49FA28-31BA-414F-A021-BED31BA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6766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确认结论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330422-F96D-43C8-BEB5-F2D32AD7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62450"/>
            <a:ext cx="3409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1430">
            <a:solidFill>
              <a:srgbClr val="4C88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D872D1-4F32-4BDA-B700-AAC04286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48627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任一关口不满足：补齐后再提交，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不直接关闭异常。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21A5F7-97F6-4212-98B2-3F45CB56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43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课题负责人：确认事实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2206A3-5D8D-49C6-9E97-0BBE6A76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483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平台管理者：复核处理结论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6FD2C9-CD24-4368-ABAE-B3C34F9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753100"/>
            <a:ext cx="34099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A0DA07-A41A-44A0-A8DF-02962AE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800725"/>
            <a:ext cx="3219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意见不一致：保留异常状态</a:t>
            </a:r>
          </a:p>
          <a:p xmlns:a="http://schemas.openxmlformats.org/drawingml/2006/main">
            <a:pPr algn="l">
              <a:defRPr sz="1350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C5A18"/>
                </a:solidFill>
                <a:latin typeface="Microsoft YaHei"/>
                <a:ea typeface="Microsoft YaHei"/>
                <a:cs typeface="Microsoft YaHei"/>
              </a:rPr>
              <a:t>并提交协调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扩围应以能力达标为门槛，并保留明确的暂停条件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能力与扩围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759ED780-AE1D-448F-8BEF-6BFD7E29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4449" y="3941616"/>
            <a:ext cx="1203027" cy="867518"/>
          </a:xfrm>
          <a:custGeom xmlns:a="http://schemas.openxmlformats.org/drawingml/2006/main">
            <a:pathLst>
              <a:path w="1203027" h="867518">
                <a:moveTo>
                  <a:pt x="70514" y="121749"/>
                </a:moveTo>
                <a:lnTo>
                  <a:pt x="89392" y="119720"/>
                </a:lnTo>
                <a:lnTo>
                  <a:pt x="108271" y="117691"/>
                </a:lnTo>
                <a:lnTo>
                  <a:pt x="127149" y="115653"/>
                </a:lnTo>
                <a:lnTo>
                  <a:pt x="146028" y="113624"/>
                </a:lnTo>
                <a:lnTo>
                  <a:pt x="164906" y="111595"/>
                </a:lnTo>
                <a:lnTo>
                  <a:pt x="183785" y="109557"/>
                </a:lnTo>
                <a:lnTo>
                  <a:pt x="202663" y="107528"/>
                </a:lnTo>
                <a:lnTo>
                  <a:pt x="221542" y="105489"/>
                </a:lnTo>
                <a:lnTo>
                  <a:pt x="240421" y="103461"/>
                </a:lnTo>
                <a:lnTo>
                  <a:pt x="259299" y="101432"/>
                </a:lnTo>
                <a:lnTo>
                  <a:pt x="278178" y="99393"/>
                </a:lnTo>
                <a:lnTo>
                  <a:pt x="297056" y="97365"/>
                </a:lnTo>
                <a:lnTo>
                  <a:pt x="315935" y="95336"/>
                </a:lnTo>
                <a:lnTo>
                  <a:pt x="334813" y="93297"/>
                </a:lnTo>
                <a:lnTo>
                  <a:pt x="353692" y="91269"/>
                </a:lnTo>
                <a:lnTo>
                  <a:pt x="372570" y="89240"/>
                </a:lnTo>
                <a:lnTo>
                  <a:pt x="391449" y="87201"/>
                </a:lnTo>
                <a:lnTo>
                  <a:pt x="410327" y="85173"/>
                </a:lnTo>
                <a:lnTo>
                  <a:pt x="429206" y="83134"/>
                </a:lnTo>
                <a:lnTo>
                  <a:pt x="448085" y="81105"/>
                </a:lnTo>
                <a:lnTo>
                  <a:pt x="466963" y="79077"/>
                </a:lnTo>
                <a:lnTo>
                  <a:pt x="485832" y="77038"/>
                </a:lnTo>
                <a:lnTo>
                  <a:pt x="504711" y="75009"/>
                </a:lnTo>
                <a:lnTo>
                  <a:pt x="523589" y="72981"/>
                </a:lnTo>
                <a:lnTo>
                  <a:pt x="542468" y="70942"/>
                </a:lnTo>
                <a:lnTo>
                  <a:pt x="561346" y="68913"/>
                </a:lnTo>
                <a:lnTo>
                  <a:pt x="580225" y="66885"/>
                </a:lnTo>
                <a:lnTo>
                  <a:pt x="599103" y="64846"/>
                </a:lnTo>
                <a:lnTo>
                  <a:pt x="617982" y="62817"/>
                </a:lnTo>
                <a:lnTo>
                  <a:pt x="636861" y="60779"/>
                </a:lnTo>
                <a:lnTo>
                  <a:pt x="655739" y="58750"/>
                </a:lnTo>
                <a:lnTo>
                  <a:pt x="674618" y="56721"/>
                </a:lnTo>
                <a:lnTo>
                  <a:pt x="693496" y="54683"/>
                </a:lnTo>
                <a:lnTo>
                  <a:pt x="712375" y="52654"/>
                </a:lnTo>
                <a:lnTo>
                  <a:pt x="731253" y="50625"/>
                </a:lnTo>
                <a:lnTo>
                  <a:pt x="750132" y="48587"/>
                </a:lnTo>
                <a:lnTo>
                  <a:pt x="769010" y="46558"/>
                </a:lnTo>
                <a:lnTo>
                  <a:pt x="787889" y="44529"/>
                </a:lnTo>
                <a:lnTo>
                  <a:pt x="806768" y="42491"/>
                </a:lnTo>
                <a:lnTo>
                  <a:pt x="825646" y="40462"/>
                </a:lnTo>
                <a:lnTo>
                  <a:pt x="844525" y="38424"/>
                </a:lnTo>
                <a:lnTo>
                  <a:pt x="863403" y="36395"/>
                </a:lnTo>
                <a:lnTo>
                  <a:pt x="882282" y="34366"/>
                </a:lnTo>
                <a:lnTo>
                  <a:pt x="901160" y="32328"/>
                </a:lnTo>
                <a:lnTo>
                  <a:pt x="920039" y="30299"/>
                </a:lnTo>
                <a:lnTo>
                  <a:pt x="938908" y="28270"/>
                </a:lnTo>
                <a:lnTo>
                  <a:pt x="957786" y="26232"/>
                </a:lnTo>
                <a:lnTo>
                  <a:pt x="976665" y="24203"/>
                </a:lnTo>
                <a:lnTo>
                  <a:pt x="995543" y="22174"/>
                </a:lnTo>
                <a:lnTo>
                  <a:pt x="1014422" y="20136"/>
                </a:lnTo>
                <a:lnTo>
                  <a:pt x="1033301" y="18107"/>
                </a:lnTo>
                <a:lnTo>
                  <a:pt x="1052179" y="16069"/>
                </a:lnTo>
                <a:lnTo>
                  <a:pt x="1071058" y="14040"/>
                </a:lnTo>
                <a:lnTo>
                  <a:pt x="1089936" y="12011"/>
                </a:lnTo>
                <a:lnTo>
                  <a:pt x="1108815" y="9973"/>
                </a:lnTo>
                <a:lnTo>
                  <a:pt x="1127693" y="7944"/>
                </a:lnTo>
                <a:lnTo>
                  <a:pt x="1146572" y="5915"/>
                </a:lnTo>
                <a:lnTo>
                  <a:pt x="1165450" y="3877"/>
                </a:lnTo>
                <a:lnTo>
                  <a:pt x="1184329" y="1848"/>
                </a:lnTo>
                <a:lnTo>
                  <a:pt x="1203027" y="0"/>
                </a:lnTo>
                <a:lnTo>
                  <a:pt x="1201198" y="18898"/>
                </a:lnTo>
                <a:lnTo>
                  <a:pt x="1199359" y="37795"/>
                </a:lnTo>
                <a:lnTo>
                  <a:pt x="1197531" y="56693"/>
                </a:lnTo>
                <a:lnTo>
                  <a:pt x="1195702" y="75600"/>
                </a:lnTo>
                <a:lnTo>
                  <a:pt x="1193873" y="94498"/>
                </a:lnTo>
                <a:lnTo>
                  <a:pt x="1192044" y="113395"/>
                </a:lnTo>
                <a:lnTo>
                  <a:pt x="1190215" y="132293"/>
                </a:lnTo>
                <a:lnTo>
                  <a:pt x="1188387" y="151190"/>
                </a:lnTo>
                <a:lnTo>
                  <a:pt x="1186558" y="170088"/>
                </a:lnTo>
                <a:lnTo>
                  <a:pt x="1184729" y="188986"/>
                </a:lnTo>
                <a:lnTo>
                  <a:pt x="1182900" y="207883"/>
                </a:lnTo>
                <a:lnTo>
                  <a:pt x="1181071" y="226790"/>
                </a:lnTo>
                <a:lnTo>
                  <a:pt x="1179233" y="245688"/>
                </a:lnTo>
                <a:lnTo>
                  <a:pt x="1177404" y="264585"/>
                </a:lnTo>
                <a:lnTo>
                  <a:pt x="1175576" y="283483"/>
                </a:lnTo>
                <a:lnTo>
                  <a:pt x="1173747" y="302381"/>
                </a:lnTo>
                <a:lnTo>
                  <a:pt x="1171918" y="321278"/>
                </a:lnTo>
                <a:lnTo>
                  <a:pt x="1170089" y="340176"/>
                </a:lnTo>
                <a:lnTo>
                  <a:pt x="1168260" y="359083"/>
                </a:lnTo>
                <a:lnTo>
                  <a:pt x="1166432" y="377981"/>
                </a:lnTo>
                <a:lnTo>
                  <a:pt x="1164603" y="396878"/>
                </a:lnTo>
                <a:lnTo>
                  <a:pt x="1162774" y="415776"/>
                </a:lnTo>
                <a:lnTo>
                  <a:pt x="1160936" y="434673"/>
                </a:lnTo>
                <a:lnTo>
                  <a:pt x="1159107" y="453571"/>
                </a:lnTo>
                <a:lnTo>
                  <a:pt x="1157278" y="472469"/>
                </a:lnTo>
                <a:lnTo>
                  <a:pt x="1155449" y="491366"/>
                </a:lnTo>
                <a:lnTo>
                  <a:pt x="1153620" y="510273"/>
                </a:lnTo>
                <a:lnTo>
                  <a:pt x="1151792" y="529171"/>
                </a:lnTo>
                <a:lnTo>
                  <a:pt x="1149963" y="548069"/>
                </a:lnTo>
                <a:lnTo>
                  <a:pt x="1148134" y="566966"/>
                </a:lnTo>
                <a:lnTo>
                  <a:pt x="1146305" y="585864"/>
                </a:lnTo>
                <a:lnTo>
                  <a:pt x="1144476" y="604761"/>
                </a:lnTo>
                <a:lnTo>
                  <a:pt x="1142648" y="623659"/>
                </a:lnTo>
                <a:lnTo>
                  <a:pt x="1140809" y="642566"/>
                </a:lnTo>
                <a:lnTo>
                  <a:pt x="1138980" y="661464"/>
                </a:lnTo>
                <a:lnTo>
                  <a:pt x="1137152" y="680361"/>
                </a:lnTo>
                <a:lnTo>
                  <a:pt x="1135323" y="699259"/>
                </a:lnTo>
                <a:lnTo>
                  <a:pt x="1133494" y="718156"/>
                </a:lnTo>
                <a:lnTo>
                  <a:pt x="1131665" y="737054"/>
                </a:lnTo>
                <a:lnTo>
                  <a:pt x="1122245" y="748446"/>
                </a:lnTo>
                <a:lnTo>
                  <a:pt x="1103366" y="750465"/>
                </a:lnTo>
                <a:lnTo>
                  <a:pt x="1084488" y="752475"/>
                </a:lnTo>
                <a:lnTo>
                  <a:pt x="1065609" y="754494"/>
                </a:lnTo>
                <a:lnTo>
                  <a:pt x="1046731" y="756514"/>
                </a:lnTo>
                <a:lnTo>
                  <a:pt x="1027852" y="758533"/>
                </a:lnTo>
                <a:lnTo>
                  <a:pt x="1008974" y="760552"/>
                </a:lnTo>
                <a:lnTo>
                  <a:pt x="990086" y="762572"/>
                </a:lnTo>
                <a:lnTo>
                  <a:pt x="971207" y="764591"/>
                </a:lnTo>
                <a:lnTo>
                  <a:pt x="952329" y="766610"/>
                </a:lnTo>
                <a:lnTo>
                  <a:pt x="933450" y="768629"/>
                </a:lnTo>
                <a:lnTo>
                  <a:pt x="914571" y="770649"/>
                </a:lnTo>
                <a:lnTo>
                  <a:pt x="895693" y="772658"/>
                </a:lnTo>
                <a:lnTo>
                  <a:pt x="876814" y="774678"/>
                </a:lnTo>
                <a:lnTo>
                  <a:pt x="857936" y="776697"/>
                </a:lnTo>
                <a:lnTo>
                  <a:pt x="839057" y="778716"/>
                </a:lnTo>
                <a:lnTo>
                  <a:pt x="820169" y="780736"/>
                </a:lnTo>
                <a:lnTo>
                  <a:pt x="801291" y="782755"/>
                </a:lnTo>
                <a:lnTo>
                  <a:pt x="782412" y="784774"/>
                </a:lnTo>
                <a:lnTo>
                  <a:pt x="763534" y="786794"/>
                </a:lnTo>
                <a:lnTo>
                  <a:pt x="744655" y="788813"/>
                </a:lnTo>
                <a:lnTo>
                  <a:pt x="725776" y="790823"/>
                </a:lnTo>
                <a:lnTo>
                  <a:pt x="706898" y="792842"/>
                </a:lnTo>
                <a:lnTo>
                  <a:pt x="688019" y="794861"/>
                </a:lnTo>
                <a:lnTo>
                  <a:pt x="669131" y="796881"/>
                </a:lnTo>
                <a:lnTo>
                  <a:pt x="650253" y="798900"/>
                </a:lnTo>
                <a:lnTo>
                  <a:pt x="631374" y="800919"/>
                </a:lnTo>
                <a:lnTo>
                  <a:pt x="612496" y="802938"/>
                </a:lnTo>
                <a:lnTo>
                  <a:pt x="593617" y="804958"/>
                </a:lnTo>
                <a:lnTo>
                  <a:pt x="574739" y="806977"/>
                </a:lnTo>
                <a:lnTo>
                  <a:pt x="555860" y="808987"/>
                </a:lnTo>
                <a:lnTo>
                  <a:pt x="536981" y="811006"/>
                </a:lnTo>
                <a:lnTo>
                  <a:pt x="518103" y="813025"/>
                </a:lnTo>
                <a:lnTo>
                  <a:pt x="499215" y="815045"/>
                </a:lnTo>
                <a:lnTo>
                  <a:pt x="480336" y="817064"/>
                </a:lnTo>
                <a:lnTo>
                  <a:pt x="461458" y="819083"/>
                </a:lnTo>
                <a:lnTo>
                  <a:pt x="442579" y="821103"/>
                </a:lnTo>
                <a:lnTo>
                  <a:pt x="423701" y="823122"/>
                </a:lnTo>
                <a:lnTo>
                  <a:pt x="404822" y="825141"/>
                </a:lnTo>
                <a:lnTo>
                  <a:pt x="385943" y="827161"/>
                </a:lnTo>
                <a:lnTo>
                  <a:pt x="367065" y="829170"/>
                </a:lnTo>
                <a:lnTo>
                  <a:pt x="348177" y="831190"/>
                </a:lnTo>
                <a:lnTo>
                  <a:pt x="329298" y="833209"/>
                </a:lnTo>
                <a:lnTo>
                  <a:pt x="310420" y="835228"/>
                </a:lnTo>
                <a:lnTo>
                  <a:pt x="291541" y="837248"/>
                </a:lnTo>
                <a:lnTo>
                  <a:pt x="272663" y="839267"/>
                </a:lnTo>
                <a:lnTo>
                  <a:pt x="253784" y="841286"/>
                </a:lnTo>
                <a:lnTo>
                  <a:pt x="234906" y="843305"/>
                </a:lnTo>
                <a:lnTo>
                  <a:pt x="216027" y="845325"/>
                </a:lnTo>
                <a:lnTo>
                  <a:pt x="197148" y="847334"/>
                </a:lnTo>
                <a:lnTo>
                  <a:pt x="178260" y="849354"/>
                </a:lnTo>
                <a:lnTo>
                  <a:pt x="159382" y="851373"/>
                </a:lnTo>
                <a:lnTo>
                  <a:pt x="140503" y="853392"/>
                </a:lnTo>
                <a:lnTo>
                  <a:pt x="121625" y="855412"/>
                </a:lnTo>
                <a:lnTo>
                  <a:pt x="102746" y="857431"/>
                </a:lnTo>
                <a:lnTo>
                  <a:pt x="83868" y="859450"/>
                </a:lnTo>
                <a:lnTo>
                  <a:pt x="64989" y="861470"/>
                </a:lnTo>
                <a:lnTo>
                  <a:pt x="46111" y="863489"/>
                </a:lnTo>
                <a:lnTo>
                  <a:pt x="27222" y="865499"/>
                </a:lnTo>
                <a:lnTo>
                  <a:pt x="8344" y="867518"/>
                </a:lnTo>
                <a:lnTo>
                  <a:pt x="0" y="858888"/>
                </a:lnTo>
                <a:lnTo>
                  <a:pt x="1810" y="839991"/>
                </a:lnTo>
                <a:lnTo>
                  <a:pt x="3620" y="821084"/>
                </a:lnTo>
                <a:lnTo>
                  <a:pt x="5420" y="802186"/>
                </a:lnTo>
                <a:lnTo>
                  <a:pt x="7229" y="783288"/>
                </a:lnTo>
                <a:lnTo>
                  <a:pt x="9039" y="764381"/>
                </a:lnTo>
                <a:lnTo>
                  <a:pt x="10849" y="745484"/>
                </a:lnTo>
                <a:lnTo>
                  <a:pt x="12659" y="726586"/>
                </a:lnTo>
                <a:lnTo>
                  <a:pt x="14468" y="707679"/>
                </a:lnTo>
                <a:lnTo>
                  <a:pt x="16269" y="688781"/>
                </a:lnTo>
                <a:lnTo>
                  <a:pt x="18078" y="669884"/>
                </a:lnTo>
                <a:lnTo>
                  <a:pt x="19888" y="650977"/>
                </a:lnTo>
                <a:lnTo>
                  <a:pt x="21698" y="632079"/>
                </a:lnTo>
                <a:lnTo>
                  <a:pt x="23508" y="613181"/>
                </a:lnTo>
                <a:lnTo>
                  <a:pt x="25317" y="594274"/>
                </a:lnTo>
                <a:lnTo>
                  <a:pt x="27118" y="575377"/>
                </a:lnTo>
                <a:lnTo>
                  <a:pt x="28927" y="556479"/>
                </a:lnTo>
                <a:lnTo>
                  <a:pt x="30737" y="537572"/>
                </a:lnTo>
                <a:lnTo>
                  <a:pt x="32547" y="518674"/>
                </a:lnTo>
                <a:lnTo>
                  <a:pt x="34357" y="499767"/>
                </a:lnTo>
                <a:lnTo>
                  <a:pt x="36166" y="480870"/>
                </a:lnTo>
                <a:lnTo>
                  <a:pt x="37967" y="461972"/>
                </a:lnTo>
                <a:lnTo>
                  <a:pt x="39776" y="443065"/>
                </a:lnTo>
                <a:lnTo>
                  <a:pt x="41586" y="424167"/>
                </a:lnTo>
                <a:lnTo>
                  <a:pt x="43396" y="405270"/>
                </a:lnTo>
                <a:lnTo>
                  <a:pt x="45206" y="386363"/>
                </a:lnTo>
                <a:lnTo>
                  <a:pt x="47015" y="367465"/>
                </a:lnTo>
                <a:lnTo>
                  <a:pt x="48816" y="348567"/>
                </a:lnTo>
                <a:lnTo>
                  <a:pt x="50625" y="329660"/>
                </a:lnTo>
                <a:lnTo>
                  <a:pt x="52435" y="310763"/>
                </a:lnTo>
                <a:lnTo>
                  <a:pt x="54245" y="291865"/>
                </a:lnTo>
                <a:lnTo>
                  <a:pt x="56055" y="272958"/>
                </a:lnTo>
                <a:lnTo>
                  <a:pt x="57864" y="254060"/>
                </a:lnTo>
                <a:lnTo>
                  <a:pt x="59665" y="235163"/>
                </a:lnTo>
                <a:lnTo>
                  <a:pt x="61474" y="216256"/>
                </a:lnTo>
                <a:lnTo>
                  <a:pt x="63284" y="197358"/>
                </a:lnTo>
                <a:lnTo>
                  <a:pt x="65094" y="178451"/>
                </a:lnTo>
                <a:lnTo>
                  <a:pt x="66904" y="159553"/>
                </a:lnTo>
                <a:lnTo>
                  <a:pt x="68713" y="140656"/>
                </a:lnTo>
                <a:lnTo>
                  <a:pt x="70514" y="121749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DF9DEE3F-A10D-498B-876C-DB51DFF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0455" y="348700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3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39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82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9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7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1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9F7E01EC-EB68-4B41-9BCF-0218572A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346" y="3030865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15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5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FE11E0E1-AA9A-46A2-B570-37EE2FC8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465" y="4455824"/>
            <a:ext cx="380048" cy="599094"/>
          </a:xfrm>
          <a:custGeom xmlns:a="http://schemas.openxmlformats.org/drawingml/2006/main">
            <a:pathLst>
              <a:path w="380048" h="599094">
                <a:moveTo>
                  <a:pt x="0" y="599094"/>
                </a:moveTo>
                <a:lnTo>
                  <a:pt x="0" y="580149"/>
                </a:lnTo>
                <a:lnTo>
                  <a:pt x="0" y="561194"/>
                </a:lnTo>
                <a:lnTo>
                  <a:pt x="0" y="542249"/>
                </a:lnTo>
                <a:lnTo>
                  <a:pt x="0" y="523304"/>
                </a:lnTo>
                <a:lnTo>
                  <a:pt x="0" y="504349"/>
                </a:lnTo>
                <a:lnTo>
                  <a:pt x="0" y="485404"/>
                </a:lnTo>
                <a:lnTo>
                  <a:pt x="0" y="466449"/>
                </a:lnTo>
                <a:lnTo>
                  <a:pt x="0" y="447504"/>
                </a:lnTo>
                <a:lnTo>
                  <a:pt x="0" y="428549"/>
                </a:lnTo>
                <a:lnTo>
                  <a:pt x="0" y="409604"/>
                </a:lnTo>
                <a:lnTo>
                  <a:pt x="0" y="390658"/>
                </a:lnTo>
                <a:lnTo>
                  <a:pt x="0" y="371704"/>
                </a:lnTo>
                <a:lnTo>
                  <a:pt x="0" y="352758"/>
                </a:lnTo>
                <a:lnTo>
                  <a:pt x="0" y="333804"/>
                </a:lnTo>
                <a:lnTo>
                  <a:pt x="0" y="314858"/>
                </a:lnTo>
                <a:lnTo>
                  <a:pt x="0" y="295913"/>
                </a:lnTo>
                <a:lnTo>
                  <a:pt x="0" y="276958"/>
                </a:lnTo>
                <a:lnTo>
                  <a:pt x="0" y="258013"/>
                </a:lnTo>
                <a:lnTo>
                  <a:pt x="0" y="239058"/>
                </a:lnTo>
                <a:lnTo>
                  <a:pt x="0" y="220113"/>
                </a:lnTo>
                <a:lnTo>
                  <a:pt x="0" y="201158"/>
                </a:lnTo>
                <a:lnTo>
                  <a:pt x="0" y="182213"/>
                </a:lnTo>
                <a:lnTo>
                  <a:pt x="0" y="163268"/>
                </a:lnTo>
                <a:lnTo>
                  <a:pt x="0" y="144313"/>
                </a:lnTo>
                <a:lnTo>
                  <a:pt x="3029" y="127540"/>
                </a:lnTo>
                <a:lnTo>
                  <a:pt x="20974" y="121463"/>
                </a:lnTo>
                <a:lnTo>
                  <a:pt x="38929" y="115395"/>
                </a:lnTo>
                <a:lnTo>
                  <a:pt x="56874" y="109318"/>
                </a:lnTo>
                <a:lnTo>
                  <a:pt x="74828" y="103241"/>
                </a:lnTo>
                <a:lnTo>
                  <a:pt x="92774" y="97174"/>
                </a:lnTo>
                <a:lnTo>
                  <a:pt x="110728" y="91097"/>
                </a:lnTo>
                <a:lnTo>
                  <a:pt x="128673" y="85020"/>
                </a:lnTo>
                <a:lnTo>
                  <a:pt x="146628" y="78953"/>
                </a:lnTo>
                <a:lnTo>
                  <a:pt x="164573" y="72876"/>
                </a:lnTo>
                <a:lnTo>
                  <a:pt x="182528" y="66808"/>
                </a:lnTo>
                <a:lnTo>
                  <a:pt x="200473" y="60731"/>
                </a:lnTo>
                <a:lnTo>
                  <a:pt x="218427" y="54654"/>
                </a:lnTo>
                <a:lnTo>
                  <a:pt x="236372" y="48587"/>
                </a:lnTo>
                <a:lnTo>
                  <a:pt x="254327" y="42510"/>
                </a:lnTo>
                <a:lnTo>
                  <a:pt x="272272" y="36443"/>
                </a:lnTo>
                <a:lnTo>
                  <a:pt x="290217" y="30366"/>
                </a:lnTo>
                <a:lnTo>
                  <a:pt x="308172" y="24289"/>
                </a:lnTo>
                <a:lnTo>
                  <a:pt x="326117" y="18221"/>
                </a:lnTo>
                <a:lnTo>
                  <a:pt x="344072" y="12144"/>
                </a:lnTo>
                <a:lnTo>
                  <a:pt x="362017" y="6077"/>
                </a:lnTo>
                <a:lnTo>
                  <a:pt x="379971" y="0"/>
                </a:lnTo>
                <a:lnTo>
                  <a:pt x="380048" y="18840"/>
                </a:lnTo>
                <a:lnTo>
                  <a:pt x="380048" y="37795"/>
                </a:lnTo>
                <a:lnTo>
                  <a:pt x="380048" y="56740"/>
                </a:lnTo>
                <a:lnTo>
                  <a:pt x="380048" y="75686"/>
                </a:lnTo>
                <a:lnTo>
                  <a:pt x="380048" y="94640"/>
                </a:lnTo>
                <a:lnTo>
                  <a:pt x="380048" y="113586"/>
                </a:lnTo>
                <a:lnTo>
                  <a:pt x="380048" y="132540"/>
                </a:lnTo>
                <a:lnTo>
                  <a:pt x="380048" y="151486"/>
                </a:lnTo>
                <a:lnTo>
                  <a:pt x="380048" y="170431"/>
                </a:lnTo>
                <a:lnTo>
                  <a:pt x="380048" y="189386"/>
                </a:lnTo>
                <a:lnTo>
                  <a:pt x="380048" y="208331"/>
                </a:lnTo>
                <a:lnTo>
                  <a:pt x="380048" y="227286"/>
                </a:lnTo>
                <a:lnTo>
                  <a:pt x="380048" y="246231"/>
                </a:lnTo>
                <a:lnTo>
                  <a:pt x="380048" y="265186"/>
                </a:lnTo>
                <a:lnTo>
                  <a:pt x="380048" y="284131"/>
                </a:lnTo>
                <a:lnTo>
                  <a:pt x="380048" y="303076"/>
                </a:lnTo>
                <a:lnTo>
                  <a:pt x="380048" y="322031"/>
                </a:lnTo>
                <a:lnTo>
                  <a:pt x="380048" y="340976"/>
                </a:lnTo>
                <a:lnTo>
                  <a:pt x="380048" y="359931"/>
                </a:lnTo>
                <a:lnTo>
                  <a:pt x="380048" y="378876"/>
                </a:lnTo>
                <a:lnTo>
                  <a:pt x="380048" y="397831"/>
                </a:lnTo>
                <a:lnTo>
                  <a:pt x="380048" y="416776"/>
                </a:lnTo>
                <a:lnTo>
                  <a:pt x="380048" y="435721"/>
                </a:lnTo>
                <a:lnTo>
                  <a:pt x="367408" y="446237"/>
                </a:lnTo>
                <a:lnTo>
                  <a:pt x="349910" y="453523"/>
                </a:lnTo>
                <a:lnTo>
                  <a:pt x="332413" y="460800"/>
                </a:lnTo>
                <a:lnTo>
                  <a:pt x="314916" y="468078"/>
                </a:lnTo>
                <a:lnTo>
                  <a:pt x="297428" y="475355"/>
                </a:lnTo>
                <a:lnTo>
                  <a:pt x="279930" y="482632"/>
                </a:lnTo>
                <a:lnTo>
                  <a:pt x="262433" y="489918"/>
                </a:lnTo>
                <a:lnTo>
                  <a:pt x="244935" y="497195"/>
                </a:lnTo>
                <a:lnTo>
                  <a:pt x="227438" y="504473"/>
                </a:lnTo>
                <a:lnTo>
                  <a:pt x="209950" y="511750"/>
                </a:lnTo>
                <a:lnTo>
                  <a:pt x="192453" y="519027"/>
                </a:lnTo>
                <a:lnTo>
                  <a:pt x="174955" y="526304"/>
                </a:lnTo>
                <a:lnTo>
                  <a:pt x="157458" y="533591"/>
                </a:lnTo>
                <a:lnTo>
                  <a:pt x="139960" y="540868"/>
                </a:lnTo>
                <a:lnTo>
                  <a:pt x="122472" y="548145"/>
                </a:lnTo>
                <a:lnTo>
                  <a:pt x="104975" y="555422"/>
                </a:lnTo>
                <a:lnTo>
                  <a:pt x="87478" y="562699"/>
                </a:lnTo>
                <a:lnTo>
                  <a:pt x="69980" y="569986"/>
                </a:lnTo>
                <a:lnTo>
                  <a:pt x="52483" y="577263"/>
                </a:lnTo>
                <a:lnTo>
                  <a:pt x="34995" y="584540"/>
                </a:lnTo>
                <a:lnTo>
                  <a:pt x="17497" y="591817"/>
                </a:lnTo>
                <a:lnTo>
                  <a:pt x="0" y="599094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F08AAEE7-4520-46BC-A848-0F3797E5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4896803"/>
            <a:ext cx="2468204" cy="158115"/>
          </a:xfrm>
          <a:custGeom xmlns:a="http://schemas.openxmlformats.org/drawingml/2006/main">
            <a:pathLst>
              <a:path w="2468204" h="158115">
                <a:moveTo>
                  <a:pt x="0" y="158115"/>
                </a:moveTo>
                <a:lnTo>
                  <a:pt x="20831" y="158115"/>
                </a:lnTo>
                <a:lnTo>
                  <a:pt x="41662" y="158115"/>
                </a:lnTo>
                <a:lnTo>
                  <a:pt x="62484" y="158115"/>
                </a:lnTo>
                <a:lnTo>
                  <a:pt x="83315" y="158115"/>
                </a:lnTo>
                <a:lnTo>
                  <a:pt x="104146" y="158115"/>
                </a:lnTo>
                <a:lnTo>
                  <a:pt x="124978" y="158115"/>
                </a:lnTo>
                <a:lnTo>
                  <a:pt x="145799" y="158115"/>
                </a:lnTo>
                <a:lnTo>
                  <a:pt x="166630" y="158115"/>
                </a:lnTo>
                <a:lnTo>
                  <a:pt x="187462" y="158115"/>
                </a:lnTo>
                <a:lnTo>
                  <a:pt x="208293" y="158115"/>
                </a:lnTo>
                <a:lnTo>
                  <a:pt x="229124" y="158115"/>
                </a:lnTo>
                <a:lnTo>
                  <a:pt x="249946" y="158115"/>
                </a:lnTo>
                <a:lnTo>
                  <a:pt x="270777" y="158115"/>
                </a:lnTo>
                <a:lnTo>
                  <a:pt x="291608" y="158115"/>
                </a:lnTo>
                <a:lnTo>
                  <a:pt x="312439" y="158115"/>
                </a:lnTo>
                <a:lnTo>
                  <a:pt x="333261" y="158115"/>
                </a:lnTo>
                <a:lnTo>
                  <a:pt x="354092" y="158115"/>
                </a:lnTo>
                <a:lnTo>
                  <a:pt x="374923" y="158115"/>
                </a:lnTo>
                <a:lnTo>
                  <a:pt x="395754" y="158115"/>
                </a:lnTo>
                <a:lnTo>
                  <a:pt x="416585" y="158115"/>
                </a:lnTo>
                <a:lnTo>
                  <a:pt x="437407" y="158115"/>
                </a:lnTo>
                <a:lnTo>
                  <a:pt x="458238" y="158115"/>
                </a:lnTo>
                <a:lnTo>
                  <a:pt x="479069" y="158115"/>
                </a:lnTo>
                <a:lnTo>
                  <a:pt x="499901" y="158115"/>
                </a:lnTo>
                <a:lnTo>
                  <a:pt x="520722" y="158115"/>
                </a:lnTo>
                <a:lnTo>
                  <a:pt x="541553" y="158115"/>
                </a:lnTo>
                <a:lnTo>
                  <a:pt x="562385" y="158115"/>
                </a:lnTo>
                <a:lnTo>
                  <a:pt x="583216" y="158115"/>
                </a:lnTo>
                <a:lnTo>
                  <a:pt x="604047" y="158115"/>
                </a:lnTo>
                <a:lnTo>
                  <a:pt x="624869" y="158115"/>
                </a:lnTo>
                <a:lnTo>
                  <a:pt x="645700" y="158115"/>
                </a:lnTo>
                <a:lnTo>
                  <a:pt x="666531" y="158115"/>
                </a:lnTo>
                <a:lnTo>
                  <a:pt x="687362" y="158115"/>
                </a:lnTo>
                <a:lnTo>
                  <a:pt x="708193" y="158115"/>
                </a:lnTo>
                <a:lnTo>
                  <a:pt x="729015" y="158115"/>
                </a:lnTo>
                <a:lnTo>
                  <a:pt x="749846" y="158115"/>
                </a:lnTo>
                <a:lnTo>
                  <a:pt x="770677" y="158115"/>
                </a:lnTo>
                <a:lnTo>
                  <a:pt x="791508" y="158115"/>
                </a:lnTo>
                <a:lnTo>
                  <a:pt x="812330" y="158115"/>
                </a:lnTo>
                <a:lnTo>
                  <a:pt x="833161" y="158115"/>
                </a:lnTo>
                <a:lnTo>
                  <a:pt x="853992" y="158115"/>
                </a:lnTo>
                <a:lnTo>
                  <a:pt x="874824" y="158115"/>
                </a:lnTo>
                <a:lnTo>
                  <a:pt x="895655" y="158115"/>
                </a:lnTo>
                <a:lnTo>
                  <a:pt x="916476" y="158115"/>
                </a:lnTo>
                <a:lnTo>
                  <a:pt x="937308" y="158115"/>
                </a:lnTo>
                <a:lnTo>
                  <a:pt x="958139" y="158115"/>
                </a:lnTo>
                <a:lnTo>
                  <a:pt x="978970" y="158115"/>
                </a:lnTo>
                <a:lnTo>
                  <a:pt x="999792" y="158115"/>
                </a:lnTo>
                <a:lnTo>
                  <a:pt x="1020623" y="158115"/>
                </a:lnTo>
                <a:lnTo>
                  <a:pt x="1041454" y="158115"/>
                </a:lnTo>
                <a:lnTo>
                  <a:pt x="1062285" y="158115"/>
                </a:lnTo>
                <a:lnTo>
                  <a:pt x="1083116" y="158115"/>
                </a:lnTo>
                <a:lnTo>
                  <a:pt x="1103938" y="158115"/>
                </a:lnTo>
                <a:lnTo>
                  <a:pt x="1124769" y="158115"/>
                </a:lnTo>
                <a:lnTo>
                  <a:pt x="1145600" y="158115"/>
                </a:lnTo>
                <a:lnTo>
                  <a:pt x="1166432" y="158115"/>
                </a:lnTo>
                <a:lnTo>
                  <a:pt x="1187253" y="158115"/>
                </a:lnTo>
                <a:lnTo>
                  <a:pt x="1208084" y="158115"/>
                </a:lnTo>
                <a:lnTo>
                  <a:pt x="1228916" y="158115"/>
                </a:lnTo>
                <a:lnTo>
                  <a:pt x="1249747" y="158115"/>
                </a:lnTo>
                <a:lnTo>
                  <a:pt x="1270578" y="158115"/>
                </a:lnTo>
                <a:lnTo>
                  <a:pt x="1291400" y="158115"/>
                </a:lnTo>
                <a:lnTo>
                  <a:pt x="1312231" y="158115"/>
                </a:lnTo>
                <a:lnTo>
                  <a:pt x="1333062" y="158115"/>
                </a:lnTo>
                <a:lnTo>
                  <a:pt x="1353893" y="158115"/>
                </a:lnTo>
                <a:lnTo>
                  <a:pt x="1374715" y="158115"/>
                </a:lnTo>
                <a:lnTo>
                  <a:pt x="1395546" y="158115"/>
                </a:lnTo>
                <a:lnTo>
                  <a:pt x="1416377" y="158115"/>
                </a:lnTo>
                <a:lnTo>
                  <a:pt x="1437208" y="158115"/>
                </a:lnTo>
                <a:lnTo>
                  <a:pt x="1458039" y="158115"/>
                </a:lnTo>
                <a:lnTo>
                  <a:pt x="1478861" y="158115"/>
                </a:lnTo>
                <a:lnTo>
                  <a:pt x="1499692" y="158115"/>
                </a:lnTo>
                <a:lnTo>
                  <a:pt x="1520523" y="158115"/>
                </a:lnTo>
                <a:lnTo>
                  <a:pt x="1541355" y="158115"/>
                </a:lnTo>
                <a:lnTo>
                  <a:pt x="1562176" y="158115"/>
                </a:lnTo>
                <a:lnTo>
                  <a:pt x="1583007" y="158115"/>
                </a:lnTo>
                <a:lnTo>
                  <a:pt x="1603839" y="158115"/>
                </a:lnTo>
                <a:lnTo>
                  <a:pt x="1624670" y="158115"/>
                </a:lnTo>
                <a:lnTo>
                  <a:pt x="1645501" y="158115"/>
                </a:lnTo>
                <a:lnTo>
                  <a:pt x="1666323" y="158115"/>
                </a:lnTo>
                <a:lnTo>
                  <a:pt x="1687154" y="158115"/>
                </a:lnTo>
                <a:lnTo>
                  <a:pt x="1707985" y="158115"/>
                </a:lnTo>
                <a:lnTo>
                  <a:pt x="1728816" y="158115"/>
                </a:lnTo>
                <a:lnTo>
                  <a:pt x="1749638" y="158115"/>
                </a:lnTo>
                <a:lnTo>
                  <a:pt x="1770469" y="158115"/>
                </a:lnTo>
                <a:lnTo>
                  <a:pt x="1791300" y="158115"/>
                </a:lnTo>
                <a:lnTo>
                  <a:pt x="1812131" y="158115"/>
                </a:lnTo>
                <a:lnTo>
                  <a:pt x="1832962" y="158115"/>
                </a:lnTo>
                <a:lnTo>
                  <a:pt x="1853784" y="158115"/>
                </a:lnTo>
                <a:lnTo>
                  <a:pt x="1874615" y="158115"/>
                </a:lnTo>
                <a:lnTo>
                  <a:pt x="1895446" y="158115"/>
                </a:lnTo>
                <a:lnTo>
                  <a:pt x="1916278" y="158115"/>
                </a:lnTo>
                <a:lnTo>
                  <a:pt x="1937099" y="158115"/>
                </a:lnTo>
                <a:lnTo>
                  <a:pt x="1957930" y="158115"/>
                </a:lnTo>
                <a:lnTo>
                  <a:pt x="1978762" y="158115"/>
                </a:lnTo>
                <a:lnTo>
                  <a:pt x="1999593" y="158115"/>
                </a:lnTo>
                <a:lnTo>
                  <a:pt x="2020424" y="158115"/>
                </a:lnTo>
                <a:lnTo>
                  <a:pt x="2041246" y="158115"/>
                </a:lnTo>
                <a:lnTo>
                  <a:pt x="2062077" y="158115"/>
                </a:lnTo>
                <a:lnTo>
                  <a:pt x="2082908" y="158115"/>
                </a:lnTo>
                <a:lnTo>
                  <a:pt x="2102815" y="153486"/>
                </a:lnTo>
                <a:lnTo>
                  <a:pt x="2122046" y="145485"/>
                </a:lnTo>
                <a:lnTo>
                  <a:pt x="2141277" y="137484"/>
                </a:lnTo>
                <a:lnTo>
                  <a:pt x="2160508" y="129483"/>
                </a:lnTo>
                <a:lnTo>
                  <a:pt x="2179739" y="121482"/>
                </a:lnTo>
                <a:lnTo>
                  <a:pt x="2198970" y="113481"/>
                </a:lnTo>
                <a:lnTo>
                  <a:pt x="2218201" y="105480"/>
                </a:lnTo>
                <a:lnTo>
                  <a:pt x="2237432" y="97479"/>
                </a:lnTo>
                <a:lnTo>
                  <a:pt x="2256663" y="89478"/>
                </a:lnTo>
                <a:lnTo>
                  <a:pt x="2275894" y="81477"/>
                </a:lnTo>
                <a:lnTo>
                  <a:pt x="2295125" y="73476"/>
                </a:lnTo>
                <a:lnTo>
                  <a:pt x="2314356" y="65475"/>
                </a:lnTo>
                <a:lnTo>
                  <a:pt x="2333587" y="57474"/>
                </a:lnTo>
                <a:lnTo>
                  <a:pt x="2352818" y="49473"/>
                </a:lnTo>
                <a:lnTo>
                  <a:pt x="2372049" y="41472"/>
                </a:lnTo>
                <a:lnTo>
                  <a:pt x="2391280" y="33471"/>
                </a:lnTo>
                <a:lnTo>
                  <a:pt x="2410511" y="25470"/>
                </a:lnTo>
                <a:lnTo>
                  <a:pt x="2429742" y="17469"/>
                </a:lnTo>
                <a:lnTo>
                  <a:pt x="2448973" y="9468"/>
                </a:lnTo>
                <a:lnTo>
                  <a:pt x="2468204" y="1467"/>
                </a:lnTo>
                <a:lnTo>
                  <a:pt x="2454735" y="0"/>
                </a:lnTo>
                <a:lnTo>
                  <a:pt x="2433904" y="0"/>
                </a:lnTo>
                <a:lnTo>
                  <a:pt x="2413083" y="0"/>
                </a:lnTo>
                <a:lnTo>
                  <a:pt x="2392251" y="0"/>
                </a:lnTo>
                <a:lnTo>
                  <a:pt x="2371420" y="0"/>
                </a:lnTo>
                <a:lnTo>
                  <a:pt x="2350589" y="0"/>
                </a:lnTo>
                <a:lnTo>
                  <a:pt x="2329758" y="0"/>
                </a:lnTo>
                <a:lnTo>
                  <a:pt x="2308936" y="0"/>
                </a:lnTo>
                <a:lnTo>
                  <a:pt x="2288105" y="0"/>
                </a:lnTo>
                <a:lnTo>
                  <a:pt x="2267274" y="0"/>
                </a:lnTo>
                <a:lnTo>
                  <a:pt x="2246443" y="0"/>
                </a:lnTo>
                <a:lnTo>
                  <a:pt x="2225612" y="0"/>
                </a:lnTo>
                <a:lnTo>
                  <a:pt x="2204790" y="0"/>
                </a:lnTo>
                <a:lnTo>
                  <a:pt x="2183959" y="0"/>
                </a:lnTo>
                <a:lnTo>
                  <a:pt x="2163128" y="0"/>
                </a:lnTo>
                <a:lnTo>
                  <a:pt x="2142296" y="0"/>
                </a:lnTo>
                <a:lnTo>
                  <a:pt x="2121475" y="0"/>
                </a:lnTo>
                <a:lnTo>
                  <a:pt x="2100644" y="0"/>
                </a:lnTo>
                <a:lnTo>
                  <a:pt x="2079812" y="0"/>
                </a:lnTo>
                <a:lnTo>
                  <a:pt x="2058981" y="0"/>
                </a:lnTo>
                <a:lnTo>
                  <a:pt x="2038150" y="0"/>
                </a:lnTo>
                <a:lnTo>
                  <a:pt x="2017328" y="0"/>
                </a:lnTo>
                <a:lnTo>
                  <a:pt x="1996497" y="0"/>
                </a:lnTo>
                <a:lnTo>
                  <a:pt x="1975666" y="0"/>
                </a:lnTo>
                <a:lnTo>
                  <a:pt x="1954835" y="0"/>
                </a:lnTo>
                <a:lnTo>
                  <a:pt x="1934013" y="0"/>
                </a:lnTo>
                <a:lnTo>
                  <a:pt x="1913182" y="0"/>
                </a:lnTo>
                <a:lnTo>
                  <a:pt x="1892351" y="0"/>
                </a:lnTo>
                <a:lnTo>
                  <a:pt x="1871520" y="0"/>
                </a:lnTo>
                <a:lnTo>
                  <a:pt x="1850688" y="0"/>
                </a:lnTo>
                <a:lnTo>
                  <a:pt x="1829867" y="0"/>
                </a:lnTo>
                <a:lnTo>
                  <a:pt x="1809036" y="0"/>
                </a:lnTo>
                <a:lnTo>
                  <a:pt x="1788204" y="0"/>
                </a:lnTo>
                <a:lnTo>
                  <a:pt x="1767373" y="0"/>
                </a:lnTo>
                <a:lnTo>
                  <a:pt x="1746552" y="0"/>
                </a:lnTo>
                <a:lnTo>
                  <a:pt x="1725720" y="0"/>
                </a:lnTo>
                <a:lnTo>
                  <a:pt x="1704889" y="0"/>
                </a:lnTo>
                <a:lnTo>
                  <a:pt x="1684058" y="0"/>
                </a:lnTo>
                <a:lnTo>
                  <a:pt x="1663227" y="0"/>
                </a:lnTo>
                <a:lnTo>
                  <a:pt x="1642405" y="0"/>
                </a:lnTo>
                <a:lnTo>
                  <a:pt x="1621574" y="0"/>
                </a:lnTo>
                <a:lnTo>
                  <a:pt x="1600743" y="0"/>
                </a:lnTo>
                <a:lnTo>
                  <a:pt x="1579912" y="0"/>
                </a:lnTo>
                <a:lnTo>
                  <a:pt x="1559090" y="0"/>
                </a:lnTo>
                <a:lnTo>
                  <a:pt x="1538259" y="0"/>
                </a:lnTo>
                <a:lnTo>
                  <a:pt x="1517428" y="0"/>
                </a:lnTo>
                <a:lnTo>
                  <a:pt x="1496597" y="0"/>
                </a:lnTo>
                <a:lnTo>
                  <a:pt x="1475765" y="0"/>
                </a:lnTo>
                <a:lnTo>
                  <a:pt x="1454944" y="0"/>
                </a:lnTo>
                <a:lnTo>
                  <a:pt x="1434113" y="0"/>
                </a:lnTo>
                <a:lnTo>
                  <a:pt x="1413281" y="0"/>
                </a:lnTo>
                <a:lnTo>
                  <a:pt x="1392450" y="0"/>
                </a:lnTo>
                <a:lnTo>
                  <a:pt x="1371629" y="0"/>
                </a:lnTo>
                <a:lnTo>
                  <a:pt x="1350797" y="0"/>
                </a:lnTo>
                <a:lnTo>
                  <a:pt x="1329966" y="0"/>
                </a:lnTo>
                <a:lnTo>
                  <a:pt x="1309135" y="0"/>
                </a:lnTo>
                <a:lnTo>
                  <a:pt x="1288304" y="0"/>
                </a:lnTo>
                <a:lnTo>
                  <a:pt x="1267482" y="0"/>
                </a:lnTo>
                <a:lnTo>
                  <a:pt x="1246651" y="0"/>
                </a:lnTo>
                <a:lnTo>
                  <a:pt x="1225820" y="0"/>
                </a:lnTo>
                <a:lnTo>
                  <a:pt x="1204989" y="0"/>
                </a:lnTo>
                <a:lnTo>
                  <a:pt x="1184167" y="0"/>
                </a:lnTo>
                <a:lnTo>
                  <a:pt x="1163336" y="0"/>
                </a:lnTo>
                <a:lnTo>
                  <a:pt x="1142505" y="0"/>
                </a:lnTo>
                <a:lnTo>
                  <a:pt x="1121674" y="0"/>
                </a:lnTo>
                <a:lnTo>
                  <a:pt x="1100842" y="0"/>
                </a:lnTo>
                <a:lnTo>
                  <a:pt x="1080021" y="0"/>
                </a:lnTo>
                <a:lnTo>
                  <a:pt x="1059190" y="0"/>
                </a:lnTo>
                <a:lnTo>
                  <a:pt x="1038358" y="0"/>
                </a:lnTo>
                <a:lnTo>
                  <a:pt x="1017527" y="0"/>
                </a:lnTo>
                <a:lnTo>
                  <a:pt x="996706" y="0"/>
                </a:lnTo>
                <a:lnTo>
                  <a:pt x="975874" y="0"/>
                </a:lnTo>
                <a:lnTo>
                  <a:pt x="955043" y="0"/>
                </a:lnTo>
                <a:lnTo>
                  <a:pt x="934212" y="0"/>
                </a:lnTo>
                <a:lnTo>
                  <a:pt x="913381" y="0"/>
                </a:lnTo>
                <a:lnTo>
                  <a:pt x="892559" y="0"/>
                </a:lnTo>
                <a:lnTo>
                  <a:pt x="871728" y="0"/>
                </a:lnTo>
                <a:lnTo>
                  <a:pt x="850897" y="0"/>
                </a:lnTo>
                <a:lnTo>
                  <a:pt x="830066" y="0"/>
                </a:lnTo>
                <a:lnTo>
                  <a:pt x="809244" y="0"/>
                </a:lnTo>
                <a:lnTo>
                  <a:pt x="788413" y="0"/>
                </a:lnTo>
                <a:lnTo>
                  <a:pt x="767582" y="0"/>
                </a:lnTo>
                <a:lnTo>
                  <a:pt x="746750" y="0"/>
                </a:lnTo>
                <a:lnTo>
                  <a:pt x="725919" y="0"/>
                </a:lnTo>
                <a:lnTo>
                  <a:pt x="705098" y="0"/>
                </a:lnTo>
                <a:lnTo>
                  <a:pt x="684266" y="0"/>
                </a:lnTo>
                <a:lnTo>
                  <a:pt x="663435" y="0"/>
                </a:lnTo>
                <a:lnTo>
                  <a:pt x="642604" y="0"/>
                </a:lnTo>
                <a:lnTo>
                  <a:pt x="621773" y="0"/>
                </a:lnTo>
                <a:lnTo>
                  <a:pt x="600951" y="0"/>
                </a:lnTo>
                <a:lnTo>
                  <a:pt x="580120" y="0"/>
                </a:lnTo>
                <a:lnTo>
                  <a:pt x="559289" y="0"/>
                </a:lnTo>
                <a:lnTo>
                  <a:pt x="538458" y="0"/>
                </a:lnTo>
                <a:lnTo>
                  <a:pt x="517636" y="0"/>
                </a:lnTo>
                <a:lnTo>
                  <a:pt x="497415" y="4067"/>
                </a:lnTo>
                <a:lnTo>
                  <a:pt x="477517" y="10230"/>
                </a:lnTo>
                <a:lnTo>
                  <a:pt x="457629" y="16393"/>
                </a:lnTo>
                <a:lnTo>
                  <a:pt x="437731" y="22546"/>
                </a:lnTo>
                <a:lnTo>
                  <a:pt x="417833" y="28708"/>
                </a:lnTo>
                <a:lnTo>
                  <a:pt x="397935" y="34871"/>
                </a:lnTo>
                <a:lnTo>
                  <a:pt x="378038" y="41034"/>
                </a:lnTo>
                <a:lnTo>
                  <a:pt x="358140" y="47196"/>
                </a:lnTo>
                <a:lnTo>
                  <a:pt x="338242" y="53359"/>
                </a:lnTo>
                <a:lnTo>
                  <a:pt x="318345" y="59522"/>
                </a:lnTo>
                <a:lnTo>
                  <a:pt x="298447" y="65684"/>
                </a:lnTo>
                <a:lnTo>
                  <a:pt x="278549" y="71847"/>
                </a:lnTo>
                <a:lnTo>
                  <a:pt x="258661" y="78010"/>
                </a:lnTo>
                <a:lnTo>
                  <a:pt x="238763" y="84172"/>
                </a:lnTo>
                <a:lnTo>
                  <a:pt x="218865" y="90335"/>
                </a:lnTo>
                <a:lnTo>
                  <a:pt x="198968" y="96498"/>
                </a:lnTo>
                <a:lnTo>
                  <a:pt x="179070" y="102660"/>
                </a:lnTo>
                <a:lnTo>
                  <a:pt x="159172" y="108823"/>
                </a:lnTo>
                <a:lnTo>
                  <a:pt x="139275" y="114976"/>
                </a:lnTo>
                <a:lnTo>
                  <a:pt x="119377" y="121139"/>
                </a:lnTo>
                <a:lnTo>
                  <a:pt x="99479" y="127302"/>
                </a:lnTo>
                <a:lnTo>
                  <a:pt x="79591" y="133464"/>
                </a:lnTo>
                <a:lnTo>
                  <a:pt x="59693" y="139627"/>
                </a:lnTo>
                <a:lnTo>
                  <a:pt x="39795" y="145790"/>
                </a:lnTo>
                <a:lnTo>
                  <a:pt x="19898" y="151952"/>
                </a:lnTo>
                <a:lnTo>
                  <a:pt x="0" y="158115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68A0A3AD-40EB-4A62-A9FE-372E2AF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3" y="4896803"/>
            <a:ext cx="2311718" cy="158115"/>
          </a:xfrm>
          <a:custGeom xmlns:a="http://schemas.openxmlformats.org/drawingml/2006/main">
            <a:pathLst>
              <a:path w="2311718" h="158115">
                <a:moveTo>
                  <a:pt x="0" y="158115"/>
                </a:moveTo>
                <a:lnTo>
                  <a:pt x="19050" y="158115"/>
                </a:lnTo>
                <a:lnTo>
                  <a:pt x="38100" y="158115"/>
                </a:lnTo>
                <a:lnTo>
                  <a:pt x="57140" y="158115"/>
                </a:lnTo>
                <a:lnTo>
                  <a:pt x="76190" y="158115"/>
                </a:lnTo>
                <a:lnTo>
                  <a:pt x="95240" y="158115"/>
                </a:lnTo>
                <a:lnTo>
                  <a:pt x="114290" y="158115"/>
                </a:lnTo>
                <a:lnTo>
                  <a:pt x="133331" y="158115"/>
                </a:lnTo>
                <a:lnTo>
                  <a:pt x="152381" y="158115"/>
                </a:lnTo>
                <a:lnTo>
                  <a:pt x="171431" y="158115"/>
                </a:lnTo>
                <a:lnTo>
                  <a:pt x="190481" y="158115"/>
                </a:lnTo>
                <a:lnTo>
                  <a:pt x="209521" y="158115"/>
                </a:lnTo>
                <a:lnTo>
                  <a:pt x="228571" y="158115"/>
                </a:lnTo>
                <a:lnTo>
                  <a:pt x="247621" y="158115"/>
                </a:lnTo>
                <a:lnTo>
                  <a:pt x="266671" y="158115"/>
                </a:lnTo>
                <a:lnTo>
                  <a:pt x="285712" y="158115"/>
                </a:lnTo>
                <a:lnTo>
                  <a:pt x="304762" y="158115"/>
                </a:lnTo>
                <a:lnTo>
                  <a:pt x="323812" y="158115"/>
                </a:lnTo>
                <a:lnTo>
                  <a:pt x="342862" y="158115"/>
                </a:lnTo>
                <a:lnTo>
                  <a:pt x="361902" y="158115"/>
                </a:lnTo>
                <a:lnTo>
                  <a:pt x="380952" y="158115"/>
                </a:lnTo>
                <a:lnTo>
                  <a:pt x="400002" y="158115"/>
                </a:lnTo>
                <a:lnTo>
                  <a:pt x="419052" y="158115"/>
                </a:lnTo>
                <a:lnTo>
                  <a:pt x="438093" y="158115"/>
                </a:lnTo>
                <a:lnTo>
                  <a:pt x="457143" y="158115"/>
                </a:lnTo>
                <a:lnTo>
                  <a:pt x="476193" y="158115"/>
                </a:lnTo>
                <a:lnTo>
                  <a:pt x="495243" y="158115"/>
                </a:lnTo>
                <a:lnTo>
                  <a:pt x="514283" y="158115"/>
                </a:lnTo>
                <a:lnTo>
                  <a:pt x="533333" y="158115"/>
                </a:lnTo>
                <a:lnTo>
                  <a:pt x="552383" y="158115"/>
                </a:lnTo>
                <a:lnTo>
                  <a:pt x="571433" y="158115"/>
                </a:lnTo>
                <a:lnTo>
                  <a:pt x="590474" y="158115"/>
                </a:lnTo>
                <a:lnTo>
                  <a:pt x="609524" y="158115"/>
                </a:lnTo>
                <a:lnTo>
                  <a:pt x="628574" y="158115"/>
                </a:lnTo>
                <a:lnTo>
                  <a:pt x="647624" y="158115"/>
                </a:lnTo>
                <a:lnTo>
                  <a:pt x="666664" y="158115"/>
                </a:lnTo>
                <a:lnTo>
                  <a:pt x="685714" y="158115"/>
                </a:lnTo>
                <a:lnTo>
                  <a:pt x="704764" y="158115"/>
                </a:lnTo>
                <a:lnTo>
                  <a:pt x="723814" y="158115"/>
                </a:lnTo>
                <a:lnTo>
                  <a:pt x="742855" y="158115"/>
                </a:lnTo>
                <a:lnTo>
                  <a:pt x="761905" y="158115"/>
                </a:lnTo>
                <a:lnTo>
                  <a:pt x="780955" y="158115"/>
                </a:lnTo>
                <a:lnTo>
                  <a:pt x="800005" y="158115"/>
                </a:lnTo>
                <a:lnTo>
                  <a:pt x="819045" y="158115"/>
                </a:lnTo>
                <a:lnTo>
                  <a:pt x="838095" y="158115"/>
                </a:lnTo>
                <a:lnTo>
                  <a:pt x="857145" y="158115"/>
                </a:lnTo>
                <a:lnTo>
                  <a:pt x="876195" y="158115"/>
                </a:lnTo>
                <a:lnTo>
                  <a:pt x="895245" y="158115"/>
                </a:lnTo>
                <a:lnTo>
                  <a:pt x="914286" y="158115"/>
                </a:lnTo>
                <a:lnTo>
                  <a:pt x="933336" y="158115"/>
                </a:lnTo>
                <a:lnTo>
                  <a:pt x="952386" y="158115"/>
                </a:lnTo>
                <a:lnTo>
                  <a:pt x="971436" y="158115"/>
                </a:lnTo>
                <a:lnTo>
                  <a:pt x="990476" y="158115"/>
                </a:lnTo>
                <a:lnTo>
                  <a:pt x="1009526" y="158115"/>
                </a:lnTo>
                <a:lnTo>
                  <a:pt x="1028576" y="158115"/>
                </a:lnTo>
                <a:lnTo>
                  <a:pt x="1047626" y="158115"/>
                </a:lnTo>
                <a:lnTo>
                  <a:pt x="1066667" y="158115"/>
                </a:lnTo>
                <a:lnTo>
                  <a:pt x="1085717" y="158115"/>
                </a:lnTo>
                <a:lnTo>
                  <a:pt x="1104767" y="158115"/>
                </a:lnTo>
                <a:lnTo>
                  <a:pt x="1123817" y="158115"/>
                </a:lnTo>
                <a:lnTo>
                  <a:pt x="1142857" y="158115"/>
                </a:lnTo>
                <a:lnTo>
                  <a:pt x="1161907" y="158115"/>
                </a:lnTo>
                <a:lnTo>
                  <a:pt x="1180957" y="158115"/>
                </a:lnTo>
                <a:lnTo>
                  <a:pt x="1200007" y="158115"/>
                </a:lnTo>
                <a:lnTo>
                  <a:pt x="1219048" y="158115"/>
                </a:lnTo>
                <a:lnTo>
                  <a:pt x="1238098" y="158115"/>
                </a:lnTo>
                <a:lnTo>
                  <a:pt x="1257148" y="158115"/>
                </a:lnTo>
                <a:lnTo>
                  <a:pt x="1276198" y="158115"/>
                </a:lnTo>
                <a:lnTo>
                  <a:pt x="1295238" y="158115"/>
                </a:lnTo>
                <a:lnTo>
                  <a:pt x="1314288" y="158115"/>
                </a:lnTo>
                <a:lnTo>
                  <a:pt x="1333338" y="158115"/>
                </a:lnTo>
                <a:lnTo>
                  <a:pt x="1352388" y="158115"/>
                </a:lnTo>
                <a:lnTo>
                  <a:pt x="1371429" y="158115"/>
                </a:lnTo>
                <a:lnTo>
                  <a:pt x="1390479" y="158115"/>
                </a:lnTo>
                <a:lnTo>
                  <a:pt x="1409529" y="158115"/>
                </a:lnTo>
                <a:lnTo>
                  <a:pt x="1428579" y="158115"/>
                </a:lnTo>
                <a:lnTo>
                  <a:pt x="1447619" y="158115"/>
                </a:lnTo>
                <a:lnTo>
                  <a:pt x="1466669" y="158115"/>
                </a:lnTo>
                <a:lnTo>
                  <a:pt x="1485719" y="158115"/>
                </a:lnTo>
                <a:lnTo>
                  <a:pt x="1504769" y="158115"/>
                </a:lnTo>
                <a:lnTo>
                  <a:pt x="1523810" y="158115"/>
                </a:lnTo>
                <a:lnTo>
                  <a:pt x="1542860" y="158115"/>
                </a:lnTo>
                <a:lnTo>
                  <a:pt x="1561910" y="158115"/>
                </a:lnTo>
                <a:lnTo>
                  <a:pt x="1580960" y="158115"/>
                </a:lnTo>
                <a:lnTo>
                  <a:pt x="1600000" y="158115"/>
                </a:lnTo>
                <a:lnTo>
                  <a:pt x="1619050" y="158115"/>
                </a:lnTo>
                <a:lnTo>
                  <a:pt x="1638100" y="158115"/>
                </a:lnTo>
                <a:lnTo>
                  <a:pt x="1657150" y="158115"/>
                </a:lnTo>
                <a:lnTo>
                  <a:pt x="1676200" y="158115"/>
                </a:lnTo>
                <a:lnTo>
                  <a:pt x="1695240" y="158115"/>
                </a:lnTo>
                <a:lnTo>
                  <a:pt x="1714290" y="158115"/>
                </a:lnTo>
                <a:lnTo>
                  <a:pt x="1733340" y="158115"/>
                </a:lnTo>
                <a:lnTo>
                  <a:pt x="1752390" y="158115"/>
                </a:lnTo>
                <a:lnTo>
                  <a:pt x="1771431" y="158115"/>
                </a:lnTo>
                <a:lnTo>
                  <a:pt x="1790481" y="158115"/>
                </a:lnTo>
                <a:lnTo>
                  <a:pt x="1809531" y="158115"/>
                </a:lnTo>
                <a:lnTo>
                  <a:pt x="1828581" y="158115"/>
                </a:lnTo>
                <a:lnTo>
                  <a:pt x="1847621" y="158115"/>
                </a:lnTo>
                <a:lnTo>
                  <a:pt x="1866671" y="158115"/>
                </a:lnTo>
                <a:lnTo>
                  <a:pt x="1885721" y="158115"/>
                </a:lnTo>
                <a:lnTo>
                  <a:pt x="1904771" y="158115"/>
                </a:lnTo>
                <a:lnTo>
                  <a:pt x="1923812" y="158115"/>
                </a:lnTo>
                <a:lnTo>
                  <a:pt x="1941595" y="151705"/>
                </a:lnTo>
                <a:lnTo>
                  <a:pt x="1959226" y="144475"/>
                </a:lnTo>
                <a:lnTo>
                  <a:pt x="1976847" y="137255"/>
                </a:lnTo>
                <a:lnTo>
                  <a:pt x="1994478" y="130035"/>
                </a:lnTo>
                <a:lnTo>
                  <a:pt x="2012099" y="122806"/>
                </a:lnTo>
                <a:lnTo>
                  <a:pt x="2029720" y="115586"/>
                </a:lnTo>
                <a:lnTo>
                  <a:pt x="2047351" y="108356"/>
                </a:lnTo>
                <a:lnTo>
                  <a:pt x="2064972" y="101136"/>
                </a:lnTo>
                <a:lnTo>
                  <a:pt x="2082594" y="93907"/>
                </a:lnTo>
                <a:lnTo>
                  <a:pt x="2100224" y="86687"/>
                </a:lnTo>
                <a:lnTo>
                  <a:pt x="2117846" y="79467"/>
                </a:lnTo>
                <a:lnTo>
                  <a:pt x="2135467" y="72238"/>
                </a:lnTo>
                <a:lnTo>
                  <a:pt x="2153098" y="65018"/>
                </a:lnTo>
                <a:lnTo>
                  <a:pt x="2170719" y="57788"/>
                </a:lnTo>
                <a:lnTo>
                  <a:pt x="2188340" y="50568"/>
                </a:lnTo>
                <a:lnTo>
                  <a:pt x="2205971" y="43348"/>
                </a:lnTo>
                <a:lnTo>
                  <a:pt x="2223592" y="36119"/>
                </a:lnTo>
                <a:lnTo>
                  <a:pt x="2241223" y="28899"/>
                </a:lnTo>
                <a:lnTo>
                  <a:pt x="2258844" y="21669"/>
                </a:lnTo>
                <a:lnTo>
                  <a:pt x="2276465" y="14449"/>
                </a:lnTo>
                <a:lnTo>
                  <a:pt x="2294096" y="7220"/>
                </a:lnTo>
                <a:lnTo>
                  <a:pt x="23117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F76CA856-7BB1-462B-A4F4-15F976EE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4468" y="4896803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A86F2DD5-0EDB-4DA3-8F5D-EF40EC5B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015911"/>
            <a:ext cx="251460" cy="568471"/>
          </a:xfrm>
          <a:custGeom xmlns:a="http://schemas.openxmlformats.org/drawingml/2006/main">
            <a:pathLst>
              <a:path w="251460" h="568471">
                <a:moveTo>
                  <a:pt x="0" y="568471"/>
                </a:moveTo>
                <a:lnTo>
                  <a:pt x="0" y="549469"/>
                </a:lnTo>
                <a:lnTo>
                  <a:pt x="0" y="530457"/>
                </a:lnTo>
                <a:lnTo>
                  <a:pt x="0" y="511445"/>
                </a:lnTo>
                <a:lnTo>
                  <a:pt x="0" y="492443"/>
                </a:lnTo>
                <a:lnTo>
                  <a:pt x="0" y="473431"/>
                </a:lnTo>
                <a:lnTo>
                  <a:pt x="0" y="454419"/>
                </a:lnTo>
                <a:lnTo>
                  <a:pt x="0" y="435416"/>
                </a:lnTo>
                <a:lnTo>
                  <a:pt x="0" y="416404"/>
                </a:lnTo>
                <a:lnTo>
                  <a:pt x="0" y="397402"/>
                </a:lnTo>
                <a:lnTo>
                  <a:pt x="0" y="378390"/>
                </a:lnTo>
                <a:lnTo>
                  <a:pt x="0" y="359378"/>
                </a:lnTo>
                <a:lnTo>
                  <a:pt x="0" y="340376"/>
                </a:lnTo>
                <a:lnTo>
                  <a:pt x="0" y="321364"/>
                </a:lnTo>
                <a:lnTo>
                  <a:pt x="0" y="302352"/>
                </a:lnTo>
                <a:lnTo>
                  <a:pt x="0" y="283350"/>
                </a:lnTo>
                <a:lnTo>
                  <a:pt x="0" y="264338"/>
                </a:lnTo>
                <a:lnTo>
                  <a:pt x="0" y="245335"/>
                </a:lnTo>
                <a:lnTo>
                  <a:pt x="0" y="226324"/>
                </a:lnTo>
                <a:lnTo>
                  <a:pt x="0" y="207312"/>
                </a:lnTo>
                <a:lnTo>
                  <a:pt x="0" y="188309"/>
                </a:lnTo>
                <a:lnTo>
                  <a:pt x="0" y="169297"/>
                </a:lnTo>
                <a:lnTo>
                  <a:pt x="0" y="150285"/>
                </a:lnTo>
                <a:lnTo>
                  <a:pt x="0" y="131283"/>
                </a:lnTo>
                <a:lnTo>
                  <a:pt x="0" y="112271"/>
                </a:lnTo>
                <a:lnTo>
                  <a:pt x="5229" y="96812"/>
                </a:lnTo>
                <a:lnTo>
                  <a:pt x="22889" y="89783"/>
                </a:lnTo>
                <a:lnTo>
                  <a:pt x="40548" y="82763"/>
                </a:lnTo>
                <a:lnTo>
                  <a:pt x="58217" y="75733"/>
                </a:lnTo>
                <a:lnTo>
                  <a:pt x="75876" y="68713"/>
                </a:lnTo>
                <a:lnTo>
                  <a:pt x="93536" y="61684"/>
                </a:lnTo>
                <a:lnTo>
                  <a:pt x="111204" y="54664"/>
                </a:lnTo>
                <a:lnTo>
                  <a:pt x="128864" y="47635"/>
                </a:lnTo>
                <a:lnTo>
                  <a:pt x="146523" y="40615"/>
                </a:lnTo>
                <a:lnTo>
                  <a:pt x="164192" y="33585"/>
                </a:lnTo>
                <a:lnTo>
                  <a:pt x="181851" y="26565"/>
                </a:lnTo>
                <a:lnTo>
                  <a:pt x="199511" y="19536"/>
                </a:lnTo>
                <a:lnTo>
                  <a:pt x="217180" y="12516"/>
                </a:lnTo>
                <a:lnTo>
                  <a:pt x="234839" y="5486"/>
                </a:lnTo>
                <a:lnTo>
                  <a:pt x="251460" y="0"/>
                </a:lnTo>
                <a:lnTo>
                  <a:pt x="251460" y="19012"/>
                </a:lnTo>
                <a:lnTo>
                  <a:pt x="251460" y="38014"/>
                </a:lnTo>
                <a:lnTo>
                  <a:pt x="251460" y="57026"/>
                </a:lnTo>
                <a:lnTo>
                  <a:pt x="251460" y="76029"/>
                </a:lnTo>
                <a:lnTo>
                  <a:pt x="251460" y="95040"/>
                </a:lnTo>
                <a:lnTo>
                  <a:pt x="251460" y="114052"/>
                </a:lnTo>
                <a:lnTo>
                  <a:pt x="251460" y="133055"/>
                </a:lnTo>
                <a:lnTo>
                  <a:pt x="251460" y="152067"/>
                </a:lnTo>
                <a:lnTo>
                  <a:pt x="251460" y="171079"/>
                </a:lnTo>
                <a:lnTo>
                  <a:pt x="251460" y="190081"/>
                </a:lnTo>
                <a:lnTo>
                  <a:pt x="251460" y="209093"/>
                </a:lnTo>
                <a:lnTo>
                  <a:pt x="251460" y="228095"/>
                </a:lnTo>
                <a:lnTo>
                  <a:pt x="251460" y="247107"/>
                </a:lnTo>
                <a:lnTo>
                  <a:pt x="251460" y="266119"/>
                </a:lnTo>
                <a:lnTo>
                  <a:pt x="251460" y="285121"/>
                </a:lnTo>
                <a:lnTo>
                  <a:pt x="251460" y="304133"/>
                </a:lnTo>
                <a:lnTo>
                  <a:pt x="251460" y="323145"/>
                </a:lnTo>
                <a:lnTo>
                  <a:pt x="251460" y="342148"/>
                </a:lnTo>
                <a:lnTo>
                  <a:pt x="251460" y="361159"/>
                </a:lnTo>
                <a:lnTo>
                  <a:pt x="251460" y="380162"/>
                </a:lnTo>
                <a:lnTo>
                  <a:pt x="251460" y="399174"/>
                </a:lnTo>
                <a:lnTo>
                  <a:pt x="251460" y="418186"/>
                </a:lnTo>
                <a:lnTo>
                  <a:pt x="251460" y="437188"/>
                </a:lnTo>
                <a:lnTo>
                  <a:pt x="236934" y="447313"/>
                </a:lnTo>
                <a:lnTo>
                  <a:pt x="220008" y="455971"/>
                </a:lnTo>
                <a:lnTo>
                  <a:pt x="203083" y="464620"/>
                </a:lnTo>
                <a:lnTo>
                  <a:pt x="186166" y="473278"/>
                </a:lnTo>
                <a:lnTo>
                  <a:pt x="169240" y="481927"/>
                </a:lnTo>
                <a:lnTo>
                  <a:pt x="152314" y="490585"/>
                </a:lnTo>
                <a:lnTo>
                  <a:pt x="135388" y="499234"/>
                </a:lnTo>
                <a:lnTo>
                  <a:pt x="118472" y="507892"/>
                </a:lnTo>
                <a:lnTo>
                  <a:pt x="101546" y="516550"/>
                </a:lnTo>
                <a:lnTo>
                  <a:pt x="84620" y="525199"/>
                </a:lnTo>
                <a:lnTo>
                  <a:pt x="67694" y="533857"/>
                </a:lnTo>
                <a:lnTo>
                  <a:pt x="50768" y="542506"/>
                </a:lnTo>
                <a:lnTo>
                  <a:pt x="33852" y="551164"/>
                </a:lnTo>
                <a:lnTo>
                  <a:pt x="16926" y="559822"/>
                </a:lnTo>
                <a:lnTo>
                  <a:pt x="0" y="568471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E887D0CE-4B6E-4EFE-B1EF-4C8786F7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465" y="4455795"/>
            <a:ext cx="2337835" cy="128588"/>
          </a:xfrm>
          <a:custGeom xmlns:a="http://schemas.openxmlformats.org/drawingml/2006/main">
            <a:pathLst>
              <a:path w="2337835" h="128588">
                <a:moveTo>
                  <a:pt x="0" y="128588"/>
                </a:moveTo>
                <a:lnTo>
                  <a:pt x="19736" y="128588"/>
                </a:lnTo>
                <a:lnTo>
                  <a:pt x="39472" y="128588"/>
                </a:lnTo>
                <a:lnTo>
                  <a:pt x="59207" y="128588"/>
                </a:lnTo>
                <a:lnTo>
                  <a:pt x="78943" y="128588"/>
                </a:lnTo>
                <a:lnTo>
                  <a:pt x="98679" y="128588"/>
                </a:lnTo>
                <a:lnTo>
                  <a:pt x="118415" y="128588"/>
                </a:lnTo>
                <a:lnTo>
                  <a:pt x="138151" y="128588"/>
                </a:lnTo>
                <a:lnTo>
                  <a:pt x="157886" y="128588"/>
                </a:lnTo>
                <a:lnTo>
                  <a:pt x="177622" y="128588"/>
                </a:lnTo>
                <a:lnTo>
                  <a:pt x="197358" y="128588"/>
                </a:lnTo>
                <a:lnTo>
                  <a:pt x="217094" y="128588"/>
                </a:lnTo>
                <a:lnTo>
                  <a:pt x="236830" y="128588"/>
                </a:lnTo>
                <a:lnTo>
                  <a:pt x="256565" y="128588"/>
                </a:lnTo>
                <a:lnTo>
                  <a:pt x="276301" y="128588"/>
                </a:lnTo>
                <a:lnTo>
                  <a:pt x="296037" y="128588"/>
                </a:lnTo>
                <a:lnTo>
                  <a:pt x="315773" y="128588"/>
                </a:lnTo>
                <a:lnTo>
                  <a:pt x="335509" y="128588"/>
                </a:lnTo>
                <a:lnTo>
                  <a:pt x="355244" y="128588"/>
                </a:lnTo>
                <a:lnTo>
                  <a:pt x="374971" y="128588"/>
                </a:lnTo>
                <a:lnTo>
                  <a:pt x="394706" y="128588"/>
                </a:lnTo>
                <a:lnTo>
                  <a:pt x="414442" y="128588"/>
                </a:lnTo>
                <a:lnTo>
                  <a:pt x="434178" y="128588"/>
                </a:lnTo>
                <a:lnTo>
                  <a:pt x="453914" y="128588"/>
                </a:lnTo>
                <a:lnTo>
                  <a:pt x="473650" y="128588"/>
                </a:lnTo>
                <a:lnTo>
                  <a:pt x="493385" y="128588"/>
                </a:lnTo>
                <a:lnTo>
                  <a:pt x="513121" y="128588"/>
                </a:lnTo>
                <a:lnTo>
                  <a:pt x="532857" y="128588"/>
                </a:lnTo>
                <a:lnTo>
                  <a:pt x="552593" y="128588"/>
                </a:lnTo>
                <a:lnTo>
                  <a:pt x="572329" y="128588"/>
                </a:lnTo>
                <a:lnTo>
                  <a:pt x="592064" y="128588"/>
                </a:lnTo>
                <a:lnTo>
                  <a:pt x="611800" y="128588"/>
                </a:lnTo>
                <a:lnTo>
                  <a:pt x="631536" y="128588"/>
                </a:lnTo>
                <a:lnTo>
                  <a:pt x="651272" y="128588"/>
                </a:lnTo>
                <a:lnTo>
                  <a:pt x="671008" y="128588"/>
                </a:lnTo>
                <a:lnTo>
                  <a:pt x="690743" y="128588"/>
                </a:lnTo>
                <a:lnTo>
                  <a:pt x="710479" y="128588"/>
                </a:lnTo>
                <a:lnTo>
                  <a:pt x="730215" y="128588"/>
                </a:lnTo>
                <a:lnTo>
                  <a:pt x="749951" y="128588"/>
                </a:lnTo>
                <a:lnTo>
                  <a:pt x="769687" y="128588"/>
                </a:lnTo>
                <a:lnTo>
                  <a:pt x="789422" y="128588"/>
                </a:lnTo>
                <a:lnTo>
                  <a:pt x="809158" y="128588"/>
                </a:lnTo>
                <a:lnTo>
                  <a:pt x="828894" y="128588"/>
                </a:lnTo>
                <a:lnTo>
                  <a:pt x="848630" y="128588"/>
                </a:lnTo>
                <a:lnTo>
                  <a:pt x="868366" y="128588"/>
                </a:lnTo>
                <a:lnTo>
                  <a:pt x="888101" y="128588"/>
                </a:lnTo>
                <a:lnTo>
                  <a:pt x="907837" y="128588"/>
                </a:lnTo>
                <a:lnTo>
                  <a:pt x="927573" y="128588"/>
                </a:lnTo>
                <a:lnTo>
                  <a:pt x="947309" y="128588"/>
                </a:lnTo>
                <a:lnTo>
                  <a:pt x="967045" y="128588"/>
                </a:lnTo>
                <a:lnTo>
                  <a:pt x="986780" y="128588"/>
                </a:lnTo>
                <a:lnTo>
                  <a:pt x="1006516" y="128588"/>
                </a:lnTo>
                <a:lnTo>
                  <a:pt x="1026252" y="128588"/>
                </a:lnTo>
                <a:lnTo>
                  <a:pt x="1045988" y="128588"/>
                </a:lnTo>
                <a:lnTo>
                  <a:pt x="1065724" y="128588"/>
                </a:lnTo>
                <a:lnTo>
                  <a:pt x="1085450" y="128588"/>
                </a:lnTo>
                <a:lnTo>
                  <a:pt x="1105186" y="128588"/>
                </a:lnTo>
                <a:lnTo>
                  <a:pt x="1124922" y="128588"/>
                </a:lnTo>
                <a:lnTo>
                  <a:pt x="1144657" y="128588"/>
                </a:lnTo>
                <a:lnTo>
                  <a:pt x="1164393" y="128588"/>
                </a:lnTo>
                <a:lnTo>
                  <a:pt x="1184129" y="128588"/>
                </a:lnTo>
                <a:lnTo>
                  <a:pt x="1203865" y="128588"/>
                </a:lnTo>
                <a:lnTo>
                  <a:pt x="1223601" y="128588"/>
                </a:lnTo>
                <a:lnTo>
                  <a:pt x="1243336" y="128588"/>
                </a:lnTo>
                <a:lnTo>
                  <a:pt x="1263072" y="128588"/>
                </a:lnTo>
                <a:lnTo>
                  <a:pt x="1282808" y="128588"/>
                </a:lnTo>
                <a:lnTo>
                  <a:pt x="1302544" y="128588"/>
                </a:lnTo>
                <a:lnTo>
                  <a:pt x="1322280" y="128588"/>
                </a:lnTo>
                <a:lnTo>
                  <a:pt x="1342015" y="128588"/>
                </a:lnTo>
                <a:lnTo>
                  <a:pt x="1361751" y="128588"/>
                </a:lnTo>
                <a:lnTo>
                  <a:pt x="1381487" y="128588"/>
                </a:lnTo>
                <a:lnTo>
                  <a:pt x="1401223" y="128588"/>
                </a:lnTo>
                <a:lnTo>
                  <a:pt x="1420959" y="128588"/>
                </a:lnTo>
                <a:lnTo>
                  <a:pt x="1440694" y="128588"/>
                </a:lnTo>
                <a:lnTo>
                  <a:pt x="1460430" y="128588"/>
                </a:lnTo>
                <a:lnTo>
                  <a:pt x="1480166" y="128588"/>
                </a:lnTo>
                <a:lnTo>
                  <a:pt x="1499902" y="128588"/>
                </a:lnTo>
                <a:lnTo>
                  <a:pt x="1519638" y="128588"/>
                </a:lnTo>
                <a:lnTo>
                  <a:pt x="1539373" y="128588"/>
                </a:lnTo>
                <a:lnTo>
                  <a:pt x="1559109" y="128588"/>
                </a:lnTo>
                <a:lnTo>
                  <a:pt x="1578845" y="128588"/>
                </a:lnTo>
                <a:lnTo>
                  <a:pt x="1598581" y="128588"/>
                </a:lnTo>
                <a:lnTo>
                  <a:pt x="1618317" y="128588"/>
                </a:lnTo>
                <a:lnTo>
                  <a:pt x="1638052" y="128588"/>
                </a:lnTo>
                <a:lnTo>
                  <a:pt x="1657788" y="128588"/>
                </a:lnTo>
                <a:lnTo>
                  <a:pt x="1677524" y="128588"/>
                </a:lnTo>
                <a:lnTo>
                  <a:pt x="1697260" y="128588"/>
                </a:lnTo>
                <a:lnTo>
                  <a:pt x="1716996" y="128588"/>
                </a:lnTo>
                <a:lnTo>
                  <a:pt x="1736731" y="128588"/>
                </a:lnTo>
                <a:lnTo>
                  <a:pt x="1756467" y="128588"/>
                </a:lnTo>
                <a:lnTo>
                  <a:pt x="1776203" y="128588"/>
                </a:lnTo>
                <a:lnTo>
                  <a:pt x="1795939" y="128588"/>
                </a:lnTo>
                <a:lnTo>
                  <a:pt x="1815665" y="128588"/>
                </a:lnTo>
                <a:lnTo>
                  <a:pt x="1835401" y="128588"/>
                </a:lnTo>
                <a:lnTo>
                  <a:pt x="1855137" y="128588"/>
                </a:lnTo>
                <a:lnTo>
                  <a:pt x="1874872" y="128588"/>
                </a:lnTo>
                <a:lnTo>
                  <a:pt x="1894608" y="128588"/>
                </a:lnTo>
                <a:lnTo>
                  <a:pt x="1914344" y="128588"/>
                </a:lnTo>
                <a:lnTo>
                  <a:pt x="1934080" y="128588"/>
                </a:lnTo>
                <a:lnTo>
                  <a:pt x="1953816" y="128588"/>
                </a:lnTo>
                <a:lnTo>
                  <a:pt x="1973551" y="128588"/>
                </a:lnTo>
                <a:lnTo>
                  <a:pt x="1993287" y="128588"/>
                </a:lnTo>
                <a:lnTo>
                  <a:pt x="2013023" y="128588"/>
                </a:lnTo>
                <a:lnTo>
                  <a:pt x="2032759" y="128588"/>
                </a:lnTo>
                <a:lnTo>
                  <a:pt x="2052495" y="128588"/>
                </a:lnTo>
                <a:lnTo>
                  <a:pt x="2072230" y="128588"/>
                </a:lnTo>
                <a:lnTo>
                  <a:pt x="2091833" y="128026"/>
                </a:lnTo>
                <a:lnTo>
                  <a:pt x="2109407" y="119043"/>
                </a:lnTo>
                <a:lnTo>
                  <a:pt x="2126971" y="110061"/>
                </a:lnTo>
                <a:lnTo>
                  <a:pt x="2144544" y="101070"/>
                </a:lnTo>
                <a:lnTo>
                  <a:pt x="2162118" y="92088"/>
                </a:lnTo>
                <a:lnTo>
                  <a:pt x="2179691" y="83096"/>
                </a:lnTo>
                <a:lnTo>
                  <a:pt x="2197265" y="74114"/>
                </a:lnTo>
                <a:lnTo>
                  <a:pt x="2214829" y="65132"/>
                </a:lnTo>
                <a:lnTo>
                  <a:pt x="2232403" y="56140"/>
                </a:lnTo>
                <a:lnTo>
                  <a:pt x="2249976" y="47158"/>
                </a:lnTo>
                <a:lnTo>
                  <a:pt x="2267550" y="38176"/>
                </a:lnTo>
                <a:lnTo>
                  <a:pt x="2285114" y="29185"/>
                </a:lnTo>
                <a:lnTo>
                  <a:pt x="2302688" y="20203"/>
                </a:lnTo>
                <a:lnTo>
                  <a:pt x="2320261" y="11220"/>
                </a:lnTo>
                <a:lnTo>
                  <a:pt x="2337835" y="2229"/>
                </a:lnTo>
                <a:lnTo>
                  <a:pt x="2327367" y="0"/>
                </a:lnTo>
                <a:lnTo>
                  <a:pt x="2307631" y="0"/>
                </a:lnTo>
                <a:lnTo>
                  <a:pt x="2287895" y="0"/>
                </a:lnTo>
                <a:lnTo>
                  <a:pt x="2268160" y="0"/>
                </a:lnTo>
                <a:lnTo>
                  <a:pt x="2248424" y="0"/>
                </a:lnTo>
                <a:lnTo>
                  <a:pt x="2228688" y="0"/>
                </a:lnTo>
                <a:lnTo>
                  <a:pt x="2208952" y="0"/>
                </a:lnTo>
                <a:lnTo>
                  <a:pt x="2189216" y="0"/>
                </a:lnTo>
                <a:lnTo>
                  <a:pt x="2169481" y="0"/>
                </a:lnTo>
                <a:lnTo>
                  <a:pt x="2149745" y="0"/>
                </a:lnTo>
                <a:lnTo>
                  <a:pt x="2130009" y="0"/>
                </a:lnTo>
                <a:lnTo>
                  <a:pt x="2110273" y="0"/>
                </a:lnTo>
                <a:lnTo>
                  <a:pt x="2090537" y="0"/>
                </a:lnTo>
                <a:lnTo>
                  <a:pt x="2070802" y="0"/>
                </a:lnTo>
                <a:lnTo>
                  <a:pt x="2051066" y="0"/>
                </a:lnTo>
                <a:lnTo>
                  <a:pt x="2031330" y="0"/>
                </a:lnTo>
                <a:lnTo>
                  <a:pt x="2011594" y="0"/>
                </a:lnTo>
                <a:lnTo>
                  <a:pt x="1991858" y="0"/>
                </a:lnTo>
                <a:lnTo>
                  <a:pt x="1972123" y="0"/>
                </a:lnTo>
                <a:lnTo>
                  <a:pt x="1952387" y="0"/>
                </a:lnTo>
                <a:lnTo>
                  <a:pt x="1932651" y="0"/>
                </a:lnTo>
                <a:lnTo>
                  <a:pt x="1912915" y="0"/>
                </a:lnTo>
                <a:lnTo>
                  <a:pt x="1893179" y="0"/>
                </a:lnTo>
                <a:lnTo>
                  <a:pt x="1873444" y="0"/>
                </a:lnTo>
                <a:lnTo>
                  <a:pt x="1853708" y="0"/>
                </a:lnTo>
                <a:lnTo>
                  <a:pt x="1833972" y="0"/>
                </a:lnTo>
                <a:lnTo>
                  <a:pt x="1814236" y="0"/>
                </a:lnTo>
                <a:lnTo>
                  <a:pt x="1794510" y="0"/>
                </a:lnTo>
                <a:lnTo>
                  <a:pt x="1774774" y="0"/>
                </a:lnTo>
                <a:lnTo>
                  <a:pt x="1755038" y="0"/>
                </a:lnTo>
                <a:lnTo>
                  <a:pt x="1735303" y="0"/>
                </a:lnTo>
                <a:lnTo>
                  <a:pt x="1715567" y="0"/>
                </a:lnTo>
                <a:lnTo>
                  <a:pt x="1695831" y="0"/>
                </a:lnTo>
                <a:lnTo>
                  <a:pt x="1676095" y="0"/>
                </a:lnTo>
                <a:lnTo>
                  <a:pt x="1656359" y="0"/>
                </a:lnTo>
                <a:lnTo>
                  <a:pt x="1636624" y="0"/>
                </a:lnTo>
                <a:lnTo>
                  <a:pt x="1616888" y="0"/>
                </a:lnTo>
                <a:lnTo>
                  <a:pt x="1597152" y="0"/>
                </a:lnTo>
                <a:lnTo>
                  <a:pt x="1577416" y="0"/>
                </a:lnTo>
                <a:lnTo>
                  <a:pt x="1557680" y="0"/>
                </a:lnTo>
                <a:lnTo>
                  <a:pt x="1537945" y="0"/>
                </a:lnTo>
                <a:lnTo>
                  <a:pt x="1518209" y="0"/>
                </a:lnTo>
                <a:lnTo>
                  <a:pt x="1498473" y="0"/>
                </a:lnTo>
                <a:lnTo>
                  <a:pt x="1478737" y="0"/>
                </a:lnTo>
                <a:lnTo>
                  <a:pt x="1459001" y="0"/>
                </a:lnTo>
                <a:lnTo>
                  <a:pt x="1439266" y="0"/>
                </a:lnTo>
                <a:lnTo>
                  <a:pt x="1419530" y="0"/>
                </a:lnTo>
                <a:lnTo>
                  <a:pt x="1399794" y="0"/>
                </a:lnTo>
                <a:lnTo>
                  <a:pt x="1380058" y="0"/>
                </a:lnTo>
                <a:lnTo>
                  <a:pt x="1360322" y="0"/>
                </a:lnTo>
                <a:lnTo>
                  <a:pt x="1340587" y="0"/>
                </a:lnTo>
                <a:lnTo>
                  <a:pt x="1320851" y="0"/>
                </a:lnTo>
                <a:lnTo>
                  <a:pt x="1301115" y="0"/>
                </a:lnTo>
                <a:lnTo>
                  <a:pt x="1281379" y="0"/>
                </a:lnTo>
                <a:lnTo>
                  <a:pt x="1261643" y="0"/>
                </a:lnTo>
                <a:lnTo>
                  <a:pt x="1241908" y="0"/>
                </a:lnTo>
                <a:lnTo>
                  <a:pt x="1222172" y="0"/>
                </a:lnTo>
                <a:lnTo>
                  <a:pt x="1202436" y="0"/>
                </a:lnTo>
                <a:lnTo>
                  <a:pt x="1182700" y="0"/>
                </a:lnTo>
                <a:lnTo>
                  <a:pt x="1162964" y="0"/>
                </a:lnTo>
                <a:lnTo>
                  <a:pt x="1143229" y="0"/>
                </a:lnTo>
                <a:lnTo>
                  <a:pt x="1123493" y="0"/>
                </a:lnTo>
                <a:lnTo>
                  <a:pt x="1103757" y="0"/>
                </a:lnTo>
                <a:lnTo>
                  <a:pt x="1084031" y="0"/>
                </a:lnTo>
                <a:lnTo>
                  <a:pt x="1064295" y="0"/>
                </a:lnTo>
                <a:lnTo>
                  <a:pt x="1044559" y="0"/>
                </a:lnTo>
                <a:lnTo>
                  <a:pt x="1024823" y="0"/>
                </a:lnTo>
                <a:lnTo>
                  <a:pt x="1005088" y="0"/>
                </a:lnTo>
                <a:lnTo>
                  <a:pt x="985352" y="0"/>
                </a:lnTo>
                <a:lnTo>
                  <a:pt x="965616" y="0"/>
                </a:lnTo>
                <a:lnTo>
                  <a:pt x="945880" y="0"/>
                </a:lnTo>
                <a:lnTo>
                  <a:pt x="926144" y="0"/>
                </a:lnTo>
                <a:lnTo>
                  <a:pt x="906409" y="0"/>
                </a:lnTo>
                <a:lnTo>
                  <a:pt x="886673" y="0"/>
                </a:lnTo>
                <a:lnTo>
                  <a:pt x="866937" y="0"/>
                </a:lnTo>
                <a:lnTo>
                  <a:pt x="847201" y="0"/>
                </a:lnTo>
                <a:lnTo>
                  <a:pt x="827465" y="0"/>
                </a:lnTo>
                <a:lnTo>
                  <a:pt x="807730" y="0"/>
                </a:lnTo>
                <a:lnTo>
                  <a:pt x="787994" y="0"/>
                </a:lnTo>
                <a:lnTo>
                  <a:pt x="768258" y="0"/>
                </a:lnTo>
                <a:lnTo>
                  <a:pt x="748522" y="0"/>
                </a:lnTo>
                <a:lnTo>
                  <a:pt x="728786" y="0"/>
                </a:lnTo>
                <a:lnTo>
                  <a:pt x="709051" y="0"/>
                </a:lnTo>
                <a:lnTo>
                  <a:pt x="689315" y="0"/>
                </a:lnTo>
                <a:lnTo>
                  <a:pt x="669579" y="0"/>
                </a:lnTo>
                <a:lnTo>
                  <a:pt x="649843" y="0"/>
                </a:lnTo>
                <a:lnTo>
                  <a:pt x="630107" y="0"/>
                </a:lnTo>
                <a:lnTo>
                  <a:pt x="610372" y="0"/>
                </a:lnTo>
                <a:lnTo>
                  <a:pt x="590636" y="0"/>
                </a:lnTo>
                <a:lnTo>
                  <a:pt x="570900" y="0"/>
                </a:lnTo>
                <a:lnTo>
                  <a:pt x="551164" y="0"/>
                </a:lnTo>
                <a:lnTo>
                  <a:pt x="531428" y="0"/>
                </a:lnTo>
                <a:lnTo>
                  <a:pt x="511693" y="0"/>
                </a:lnTo>
                <a:lnTo>
                  <a:pt x="491957" y="0"/>
                </a:lnTo>
                <a:lnTo>
                  <a:pt x="472221" y="0"/>
                </a:lnTo>
                <a:lnTo>
                  <a:pt x="452485" y="0"/>
                </a:lnTo>
                <a:lnTo>
                  <a:pt x="432749" y="0"/>
                </a:lnTo>
                <a:lnTo>
                  <a:pt x="413014" y="0"/>
                </a:lnTo>
                <a:lnTo>
                  <a:pt x="393278" y="0"/>
                </a:lnTo>
                <a:lnTo>
                  <a:pt x="373894" y="2086"/>
                </a:lnTo>
                <a:lnTo>
                  <a:pt x="355197" y="8411"/>
                </a:lnTo>
                <a:lnTo>
                  <a:pt x="336499" y="14735"/>
                </a:lnTo>
                <a:lnTo>
                  <a:pt x="317802" y="21060"/>
                </a:lnTo>
                <a:lnTo>
                  <a:pt x="299114" y="27384"/>
                </a:lnTo>
                <a:lnTo>
                  <a:pt x="280416" y="33709"/>
                </a:lnTo>
                <a:lnTo>
                  <a:pt x="261718" y="40034"/>
                </a:lnTo>
                <a:lnTo>
                  <a:pt x="243030" y="46358"/>
                </a:lnTo>
                <a:lnTo>
                  <a:pt x="224333" y="52683"/>
                </a:lnTo>
                <a:lnTo>
                  <a:pt x="205635" y="59007"/>
                </a:lnTo>
                <a:lnTo>
                  <a:pt x="186947" y="65332"/>
                </a:lnTo>
                <a:lnTo>
                  <a:pt x="168250" y="71657"/>
                </a:lnTo>
                <a:lnTo>
                  <a:pt x="149552" y="77991"/>
                </a:lnTo>
                <a:lnTo>
                  <a:pt x="130864" y="84315"/>
                </a:lnTo>
                <a:lnTo>
                  <a:pt x="112166" y="90640"/>
                </a:lnTo>
                <a:lnTo>
                  <a:pt x="93469" y="96965"/>
                </a:lnTo>
                <a:lnTo>
                  <a:pt x="74781" y="103289"/>
                </a:lnTo>
                <a:lnTo>
                  <a:pt x="56083" y="109614"/>
                </a:lnTo>
                <a:lnTo>
                  <a:pt x="37386" y="115938"/>
                </a:lnTo>
                <a:lnTo>
                  <a:pt x="18698" y="122263"/>
                </a:lnTo>
                <a:lnTo>
                  <a:pt x="0" y="128588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C9798BFE-379F-4918-988D-C31E557F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380" y="4455795"/>
            <a:ext cx="2182178" cy="128588"/>
          </a:xfrm>
          <a:custGeom xmlns:a="http://schemas.openxmlformats.org/drawingml/2006/main">
            <a:pathLst>
              <a:path w="2182178" h="128588">
                <a:moveTo>
                  <a:pt x="0" y="128588"/>
                </a:moveTo>
                <a:lnTo>
                  <a:pt x="18907" y="128588"/>
                </a:lnTo>
                <a:lnTo>
                  <a:pt x="37824" y="128588"/>
                </a:lnTo>
                <a:lnTo>
                  <a:pt x="56731" y="128588"/>
                </a:lnTo>
                <a:lnTo>
                  <a:pt x="75648" y="128588"/>
                </a:lnTo>
                <a:lnTo>
                  <a:pt x="94555" y="128588"/>
                </a:lnTo>
                <a:lnTo>
                  <a:pt x="113471" y="128588"/>
                </a:lnTo>
                <a:lnTo>
                  <a:pt x="132378" y="128588"/>
                </a:lnTo>
                <a:lnTo>
                  <a:pt x="151295" y="128588"/>
                </a:lnTo>
                <a:lnTo>
                  <a:pt x="170202" y="128588"/>
                </a:lnTo>
                <a:lnTo>
                  <a:pt x="189109" y="128588"/>
                </a:lnTo>
                <a:lnTo>
                  <a:pt x="208026" y="128588"/>
                </a:lnTo>
                <a:lnTo>
                  <a:pt x="226933" y="128588"/>
                </a:lnTo>
                <a:lnTo>
                  <a:pt x="245850" y="128588"/>
                </a:lnTo>
                <a:lnTo>
                  <a:pt x="264757" y="128588"/>
                </a:lnTo>
                <a:lnTo>
                  <a:pt x="283674" y="128588"/>
                </a:lnTo>
                <a:lnTo>
                  <a:pt x="302581" y="128588"/>
                </a:lnTo>
                <a:lnTo>
                  <a:pt x="321497" y="128588"/>
                </a:lnTo>
                <a:lnTo>
                  <a:pt x="340404" y="128588"/>
                </a:lnTo>
                <a:lnTo>
                  <a:pt x="359321" y="128588"/>
                </a:lnTo>
                <a:lnTo>
                  <a:pt x="378228" y="128588"/>
                </a:lnTo>
                <a:lnTo>
                  <a:pt x="397135" y="128588"/>
                </a:lnTo>
                <a:lnTo>
                  <a:pt x="416052" y="128588"/>
                </a:lnTo>
                <a:lnTo>
                  <a:pt x="434959" y="128588"/>
                </a:lnTo>
                <a:lnTo>
                  <a:pt x="453876" y="128588"/>
                </a:lnTo>
                <a:lnTo>
                  <a:pt x="472783" y="128588"/>
                </a:lnTo>
                <a:lnTo>
                  <a:pt x="491700" y="128588"/>
                </a:lnTo>
                <a:lnTo>
                  <a:pt x="510607" y="128588"/>
                </a:lnTo>
                <a:lnTo>
                  <a:pt x="529523" y="128588"/>
                </a:lnTo>
                <a:lnTo>
                  <a:pt x="548430" y="128588"/>
                </a:lnTo>
                <a:lnTo>
                  <a:pt x="567338" y="128588"/>
                </a:lnTo>
                <a:lnTo>
                  <a:pt x="586254" y="128588"/>
                </a:lnTo>
                <a:lnTo>
                  <a:pt x="605161" y="128588"/>
                </a:lnTo>
                <a:lnTo>
                  <a:pt x="624078" y="128588"/>
                </a:lnTo>
                <a:lnTo>
                  <a:pt x="642985" y="128588"/>
                </a:lnTo>
                <a:lnTo>
                  <a:pt x="661902" y="128588"/>
                </a:lnTo>
                <a:lnTo>
                  <a:pt x="680809" y="128588"/>
                </a:lnTo>
                <a:lnTo>
                  <a:pt x="699726" y="128588"/>
                </a:lnTo>
                <a:lnTo>
                  <a:pt x="718633" y="128588"/>
                </a:lnTo>
                <a:lnTo>
                  <a:pt x="737540" y="128588"/>
                </a:lnTo>
                <a:lnTo>
                  <a:pt x="756456" y="128588"/>
                </a:lnTo>
                <a:lnTo>
                  <a:pt x="775364" y="128588"/>
                </a:lnTo>
                <a:lnTo>
                  <a:pt x="794280" y="128588"/>
                </a:lnTo>
                <a:lnTo>
                  <a:pt x="813187" y="128588"/>
                </a:lnTo>
                <a:lnTo>
                  <a:pt x="832104" y="128588"/>
                </a:lnTo>
                <a:lnTo>
                  <a:pt x="851011" y="128588"/>
                </a:lnTo>
                <a:lnTo>
                  <a:pt x="869928" y="128588"/>
                </a:lnTo>
                <a:lnTo>
                  <a:pt x="888835" y="128588"/>
                </a:lnTo>
                <a:lnTo>
                  <a:pt x="907752" y="128588"/>
                </a:lnTo>
                <a:lnTo>
                  <a:pt x="926659" y="128588"/>
                </a:lnTo>
                <a:lnTo>
                  <a:pt x="945566" y="128588"/>
                </a:lnTo>
                <a:lnTo>
                  <a:pt x="964482" y="128588"/>
                </a:lnTo>
                <a:lnTo>
                  <a:pt x="983390" y="128588"/>
                </a:lnTo>
                <a:lnTo>
                  <a:pt x="1002306" y="128588"/>
                </a:lnTo>
                <a:lnTo>
                  <a:pt x="1021213" y="128588"/>
                </a:lnTo>
                <a:lnTo>
                  <a:pt x="1040130" y="128588"/>
                </a:lnTo>
                <a:lnTo>
                  <a:pt x="1059037" y="128588"/>
                </a:lnTo>
                <a:lnTo>
                  <a:pt x="1077954" y="128588"/>
                </a:lnTo>
                <a:lnTo>
                  <a:pt x="1096861" y="128588"/>
                </a:lnTo>
                <a:lnTo>
                  <a:pt x="1115768" y="128588"/>
                </a:lnTo>
                <a:lnTo>
                  <a:pt x="1134685" y="128588"/>
                </a:lnTo>
                <a:lnTo>
                  <a:pt x="1153592" y="128588"/>
                </a:lnTo>
                <a:lnTo>
                  <a:pt x="1172508" y="128588"/>
                </a:lnTo>
                <a:lnTo>
                  <a:pt x="1191416" y="128588"/>
                </a:lnTo>
                <a:lnTo>
                  <a:pt x="1210332" y="128588"/>
                </a:lnTo>
                <a:lnTo>
                  <a:pt x="1229239" y="128588"/>
                </a:lnTo>
                <a:lnTo>
                  <a:pt x="1248156" y="128588"/>
                </a:lnTo>
                <a:lnTo>
                  <a:pt x="1267063" y="128588"/>
                </a:lnTo>
                <a:lnTo>
                  <a:pt x="1285970" y="128588"/>
                </a:lnTo>
                <a:lnTo>
                  <a:pt x="1304887" y="128588"/>
                </a:lnTo>
                <a:lnTo>
                  <a:pt x="1323794" y="128588"/>
                </a:lnTo>
                <a:lnTo>
                  <a:pt x="1342711" y="128588"/>
                </a:lnTo>
                <a:lnTo>
                  <a:pt x="1361618" y="128588"/>
                </a:lnTo>
                <a:lnTo>
                  <a:pt x="1380534" y="128588"/>
                </a:lnTo>
                <a:lnTo>
                  <a:pt x="1399442" y="128588"/>
                </a:lnTo>
                <a:lnTo>
                  <a:pt x="1418358" y="128588"/>
                </a:lnTo>
                <a:lnTo>
                  <a:pt x="1437265" y="128588"/>
                </a:lnTo>
                <a:lnTo>
                  <a:pt x="1456182" y="128588"/>
                </a:lnTo>
                <a:lnTo>
                  <a:pt x="1475089" y="128588"/>
                </a:lnTo>
                <a:lnTo>
                  <a:pt x="1493996" y="128588"/>
                </a:lnTo>
                <a:lnTo>
                  <a:pt x="1512913" y="128588"/>
                </a:lnTo>
                <a:lnTo>
                  <a:pt x="1531820" y="128588"/>
                </a:lnTo>
                <a:lnTo>
                  <a:pt x="1550737" y="128588"/>
                </a:lnTo>
                <a:lnTo>
                  <a:pt x="1569644" y="128588"/>
                </a:lnTo>
                <a:lnTo>
                  <a:pt x="1588560" y="128588"/>
                </a:lnTo>
                <a:lnTo>
                  <a:pt x="1607468" y="128588"/>
                </a:lnTo>
                <a:lnTo>
                  <a:pt x="1626384" y="128588"/>
                </a:lnTo>
                <a:lnTo>
                  <a:pt x="1645291" y="128588"/>
                </a:lnTo>
                <a:lnTo>
                  <a:pt x="1664198" y="128588"/>
                </a:lnTo>
                <a:lnTo>
                  <a:pt x="1683115" y="128588"/>
                </a:lnTo>
                <a:lnTo>
                  <a:pt x="1702022" y="128588"/>
                </a:lnTo>
                <a:lnTo>
                  <a:pt x="1720939" y="128588"/>
                </a:lnTo>
                <a:lnTo>
                  <a:pt x="1739846" y="128588"/>
                </a:lnTo>
                <a:lnTo>
                  <a:pt x="1758763" y="128588"/>
                </a:lnTo>
                <a:lnTo>
                  <a:pt x="1777670" y="128588"/>
                </a:lnTo>
                <a:lnTo>
                  <a:pt x="1796586" y="128588"/>
                </a:lnTo>
                <a:lnTo>
                  <a:pt x="1815494" y="128588"/>
                </a:lnTo>
                <a:lnTo>
                  <a:pt x="1834410" y="128588"/>
                </a:lnTo>
                <a:lnTo>
                  <a:pt x="1853317" y="128588"/>
                </a:lnTo>
                <a:lnTo>
                  <a:pt x="1872224" y="128588"/>
                </a:lnTo>
                <a:lnTo>
                  <a:pt x="1891141" y="128588"/>
                </a:lnTo>
                <a:lnTo>
                  <a:pt x="1910048" y="128588"/>
                </a:lnTo>
                <a:lnTo>
                  <a:pt x="1928641" y="127235"/>
                </a:lnTo>
                <a:lnTo>
                  <a:pt x="1945548" y="118758"/>
                </a:lnTo>
                <a:lnTo>
                  <a:pt x="1962445" y="110271"/>
                </a:lnTo>
                <a:lnTo>
                  <a:pt x="1979352" y="101794"/>
                </a:lnTo>
                <a:lnTo>
                  <a:pt x="1996250" y="93307"/>
                </a:lnTo>
                <a:lnTo>
                  <a:pt x="2013156" y="84830"/>
                </a:lnTo>
                <a:lnTo>
                  <a:pt x="2030054" y="76343"/>
                </a:lnTo>
                <a:lnTo>
                  <a:pt x="2046961" y="67856"/>
                </a:lnTo>
                <a:lnTo>
                  <a:pt x="2063858" y="59379"/>
                </a:lnTo>
                <a:lnTo>
                  <a:pt x="2080765" y="50892"/>
                </a:lnTo>
                <a:lnTo>
                  <a:pt x="2097662" y="42415"/>
                </a:lnTo>
                <a:lnTo>
                  <a:pt x="2114569" y="33928"/>
                </a:lnTo>
                <a:lnTo>
                  <a:pt x="2131466" y="25451"/>
                </a:lnTo>
                <a:lnTo>
                  <a:pt x="2148373" y="16964"/>
                </a:lnTo>
                <a:lnTo>
                  <a:pt x="2165271" y="8487"/>
                </a:lnTo>
                <a:lnTo>
                  <a:pt x="21821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C6323FFC-AC00-4B0B-84F5-B93254BD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5665" y="4455795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1A2EA69D-3996-48A8-88F7-F380C617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0893" y="4017578"/>
            <a:ext cx="120968" cy="208740"/>
          </a:xfrm>
          <a:custGeom xmlns:a="http://schemas.openxmlformats.org/drawingml/2006/main">
            <a:pathLst>
              <a:path w="120968" h="208740">
                <a:moveTo>
                  <a:pt x="0" y="97222"/>
                </a:moveTo>
                <a:lnTo>
                  <a:pt x="0" y="114176"/>
                </a:lnTo>
                <a:lnTo>
                  <a:pt x="0" y="131131"/>
                </a:lnTo>
                <a:lnTo>
                  <a:pt x="0" y="148085"/>
                </a:lnTo>
                <a:lnTo>
                  <a:pt x="0" y="165040"/>
                </a:lnTo>
                <a:lnTo>
                  <a:pt x="0" y="181994"/>
                </a:lnTo>
                <a:lnTo>
                  <a:pt x="0" y="198949"/>
                </a:lnTo>
                <a:lnTo>
                  <a:pt x="3372" y="208740"/>
                </a:lnTo>
                <a:lnTo>
                  <a:pt x="16440" y="197930"/>
                </a:lnTo>
                <a:lnTo>
                  <a:pt x="29508" y="187128"/>
                </a:lnTo>
                <a:lnTo>
                  <a:pt x="42567" y="176327"/>
                </a:lnTo>
                <a:lnTo>
                  <a:pt x="55636" y="165525"/>
                </a:lnTo>
                <a:lnTo>
                  <a:pt x="68704" y="154724"/>
                </a:lnTo>
                <a:lnTo>
                  <a:pt x="81772" y="143923"/>
                </a:lnTo>
                <a:lnTo>
                  <a:pt x="94831" y="133121"/>
                </a:lnTo>
                <a:lnTo>
                  <a:pt x="107899" y="122311"/>
                </a:lnTo>
                <a:lnTo>
                  <a:pt x="120968" y="111509"/>
                </a:lnTo>
                <a:lnTo>
                  <a:pt x="120968" y="94555"/>
                </a:lnTo>
                <a:lnTo>
                  <a:pt x="120968" y="77610"/>
                </a:lnTo>
                <a:lnTo>
                  <a:pt x="120968" y="60655"/>
                </a:lnTo>
                <a:lnTo>
                  <a:pt x="120968" y="43701"/>
                </a:lnTo>
                <a:lnTo>
                  <a:pt x="120968" y="26746"/>
                </a:lnTo>
                <a:lnTo>
                  <a:pt x="120968" y="9792"/>
                </a:lnTo>
                <a:lnTo>
                  <a:pt x="117596" y="0"/>
                </a:lnTo>
                <a:lnTo>
                  <a:pt x="104527" y="10801"/>
                </a:lnTo>
                <a:lnTo>
                  <a:pt x="91459" y="21603"/>
                </a:lnTo>
                <a:lnTo>
                  <a:pt x="78400" y="32404"/>
                </a:lnTo>
                <a:lnTo>
                  <a:pt x="65332" y="43215"/>
                </a:lnTo>
                <a:lnTo>
                  <a:pt x="52264" y="54016"/>
                </a:lnTo>
                <a:lnTo>
                  <a:pt x="39195" y="64818"/>
                </a:lnTo>
                <a:lnTo>
                  <a:pt x="26137" y="75619"/>
                </a:lnTo>
                <a:lnTo>
                  <a:pt x="13068" y="86420"/>
                </a:lnTo>
                <a:lnTo>
                  <a:pt x="0" y="97222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87FAB2EA-0D97-48DF-AD7F-59FECF36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014788"/>
            <a:ext cx="2206171" cy="100013"/>
          </a:xfrm>
          <a:custGeom xmlns:a="http://schemas.openxmlformats.org/drawingml/2006/main">
            <a:pathLst>
              <a:path w="2206171" h="100013">
                <a:moveTo>
                  <a:pt x="0" y="100013"/>
                </a:moveTo>
                <a:lnTo>
                  <a:pt x="18983" y="100013"/>
                </a:lnTo>
                <a:lnTo>
                  <a:pt x="37967" y="100013"/>
                </a:lnTo>
                <a:lnTo>
                  <a:pt x="56960" y="100013"/>
                </a:lnTo>
                <a:lnTo>
                  <a:pt x="75943" y="100013"/>
                </a:lnTo>
                <a:lnTo>
                  <a:pt x="94926" y="100013"/>
                </a:lnTo>
                <a:lnTo>
                  <a:pt x="113909" y="100013"/>
                </a:lnTo>
                <a:lnTo>
                  <a:pt x="132893" y="100013"/>
                </a:lnTo>
                <a:lnTo>
                  <a:pt x="151876" y="100013"/>
                </a:lnTo>
                <a:lnTo>
                  <a:pt x="170869" y="100013"/>
                </a:lnTo>
                <a:lnTo>
                  <a:pt x="189852" y="100013"/>
                </a:lnTo>
                <a:lnTo>
                  <a:pt x="208836" y="100013"/>
                </a:lnTo>
                <a:lnTo>
                  <a:pt x="227819" y="100013"/>
                </a:lnTo>
                <a:lnTo>
                  <a:pt x="246802" y="100013"/>
                </a:lnTo>
                <a:lnTo>
                  <a:pt x="265786" y="100013"/>
                </a:lnTo>
                <a:lnTo>
                  <a:pt x="284778" y="100013"/>
                </a:lnTo>
                <a:lnTo>
                  <a:pt x="303762" y="100013"/>
                </a:lnTo>
                <a:lnTo>
                  <a:pt x="322745" y="100013"/>
                </a:lnTo>
                <a:lnTo>
                  <a:pt x="341728" y="100013"/>
                </a:lnTo>
                <a:lnTo>
                  <a:pt x="360712" y="100013"/>
                </a:lnTo>
                <a:lnTo>
                  <a:pt x="379705" y="100013"/>
                </a:lnTo>
                <a:lnTo>
                  <a:pt x="398688" y="100013"/>
                </a:lnTo>
                <a:lnTo>
                  <a:pt x="417671" y="100013"/>
                </a:lnTo>
                <a:lnTo>
                  <a:pt x="436655" y="100013"/>
                </a:lnTo>
                <a:lnTo>
                  <a:pt x="455638" y="100013"/>
                </a:lnTo>
                <a:lnTo>
                  <a:pt x="474621" y="100013"/>
                </a:lnTo>
                <a:lnTo>
                  <a:pt x="493614" y="100013"/>
                </a:lnTo>
                <a:lnTo>
                  <a:pt x="512597" y="100013"/>
                </a:lnTo>
                <a:lnTo>
                  <a:pt x="531581" y="100013"/>
                </a:lnTo>
                <a:lnTo>
                  <a:pt x="550564" y="100013"/>
                </a:lnTo>
                <a:lnTo>
                  <a:pt x="569547" y="100013"/>
                </a:lnTo>
                <a:lnTo>
                  <a:pt x="588531" y="100013"/>
                </a:lnTo>
                <a:lnTo>
                  <a:pt x="607524" y="100013"/>
                </a:lnTo>
                <a:lnTo>
                  <a:pt x="626507" y="100013"/>
                </a:lnTo>
                <a:lnTo>
                  <a:pt x="645490" y="100013"/>
                </a:lnTo>
                <a:lnTo>
                  <a:pt x="664474" y="100013"/>
                </a:lnTo>
                <a:lnTo>
                  <a:pt x="683457" y="100013"/>
                </a:lnTo>
                <a:lnTo>
                  <a:pt x="702450" y="100013"/>
                </a:lnTo>
                <a:lnTo>
                  <a:pt x="721433" y="100013"/>
                </a:lnTo>
                <a:lnTo>
                  <a:pt x="740416" y="100013"/>
                </a:lnTo>
                <a:lnTo>
                  <a:pt x="759400" y="100013"/>
                </a:lnTo>
                <a:lnTo>
                  <a:pt x="778383" y="100013"/>
                </a:lnTo>
                <a:lnTo>
                  <a:pt x="797366" y="100013"/>
                </a:lnTo>
                <a:lnTo>
                  <a:pt x="816359" y="100013"/>
                </a:lnTo>
                <a:lnTo>
                  <a:pt x="835343" y="100013"/>
                </a:lnTo>
                <a:lnTo>
                  <a:pt x="854326" y="100013"/>
                </a:lnTo>
                <a:lnTo>
                  <a:pt x="873309" y="100013"/>
                </a:lnTo>
                <a:lnTo>
                  <a:pt x="892292" y="100013"/>
                </a:lnTo>
                <a:lnTo>
                  <a:pt x="911285" y="100013"/>
                </a:lnTo>
                <a:lnTo>
                  <a:pt x="930269" y="100013"/>
                </a:lnTo>
                <a:lnTo>
                  <a:pt x="949252" y="100013"/>
                </a:lnTo>
                <a:lnTo>
                  <a:pt x="968235" y="100013"/>
                </a:lnTo>
                <a:lnTo>
                  <a:pt x="987219" y="100013"/>
                </a:lnTo>
                <a:lnTo>
                  <a:pt x="1006202" y="100013"/>
                </a:lnTo>
                <a:lnTo>
                  <a:pt x="1025195" y="100013"/>
                </a:lnTo>
                <a:lnTo>
                  <a:pt x="1044178" y="100013"/>
                </a:lnTo>
                <a:lnTo>
                  <a:pt x="1063161" y="100013"/>
                </a:lnTo>
                <a:lnTo>
                  <a:pt x="1082145" y="100013"/>
                </a:lnTo>
                <a:lnTo>
                  <a:pt x="1101128" y="100013"/>
                </a:lnTo>
                <a:lnTo>
                  <a:pt x="1120121" y="100013"/>
                </a:lnTo>
                <a:lnTo>
                  <a:pt x="1139104" y="100013"/>
                </a:lnTo>
                <a:lnTo>
                  <a:pt x="1158088" y="100013"/>
                </a:lnTo>
                <a:lnTo>
                  <a:pt x="1177071" y="100013"/>
                </a:lnTo>
                <a:lnTo>
                  <a:pt x="1196054" y="100013"/>
                </a:lnTo>
                <a:lnTo>
                  <a:pt x="1215038" y="100013"/>
                </a:lnTo>
                <a:lnTo>
                  <a:pt x="1234030" y="100013"/>
                </a:lnTo>
                <a:lnTo>
                  <a:pt x="1253014" y="100013"/>
                </a:lnTo>
                <a:lnTo>
                  <a:pt x="1271997" y="100013"/>
                </a:lnTo>
                <a:lnTo>
                  <a:pt x="1290980" y="100013"/>
                </a:lnTo>
                <a:lnTo>
                  <a:pt x="1309964" y="100013"/>
                </a:lnTo>
                <a:lnTo>
                  <a:pt x="1328947" y="100013"/>
                </a:lnTo>
                <a:lnTo>
                  <a:pt x="1347940" y="100013"/>
                </a:lnTo>
                <a:lnTo>
                  <a:pt x="1366923" y="100013"/>
                </a:lnTo>
                <a:lnTo>
                  <a:pt x="1385907" y="100013"/>
                </a:lnTo>
                <a:lnTo>
                  <a:pt x="1404890" y="100013"/>
                </a:lnTo>
                <a:lnTo>
                  <a:pt x="1423873" y="100013"/>
                </a:lnTo>
                <a:lnTo>
                  <a:pt x="1442866" y="100013"/>
                </a:lnTo>
                <a:lnTo>
                  <a:pt x="1461849" y="100013"/>
                </a:lnTo>
                <a:lnTo>
                  <a:pt x="1480833" y="100013"/>
                </a:lnTo>
                <a:lnTo>
                  <a:pt x="1499816" y="100013"/>
                </a:lnTo>
                <a:lnTo>
                  <a:pt x="1518799" y="100013"/>
                </a:lnTo>
                <a:lnTo>
                  <a:pt x="1537783" y="100013"/>
                </a:lnTo>
                <a:lnTo>
                  <a:pt x="1556776" y="100013"/>
                </a:lnTo>
                <a:lnTo>
                  <a:pt x="1575759" y="100013"/>
                </a:lnTo>
                <a:lnTo>
                  <a:pt x="1594742" y="100013"/>
                </a:lnTo>
                <a:lnTo>
                  <a:pt x="1613725" y="100013"/>
                </a:lnTo>
                <a:lnTo>
                  <a:pt x="1632709" y="100013"/>
                </a:lnTo>
                <a:lnTo>
                  <a:pt x="1651692" y="100013"/>
                </a:lnTo>
                <a:lnTo>
                  <a:pt x="1670685" y="100013"/>
                </a:lnTo>
                <a:lnTo>
                  <a:pt x="1689668" y="100013"/>
                </a:lnTo>
                <a:lnTo>
                  <a:pt x="1708652" y="100013"/>
                </a:lnTo>
                <a:lnTo>
                  <a:pt x="1727635" y="100013"/>
                </a:lnTo>
                <a:lnTo>
                  <a:pt x="1746618" y="100013"/>
                </a:lnTo>
                <a:lnTo>
                  <a:pt x="1765611" y="100013"/>
                </a:lnTo>
                <a:lnTo>
                  <a:pt x="1784594" y="100013"/>
                </a:lnTo>
                <a:lnTo>
                  <a:pt x="1803578" y="100013"/>
                </a:lnTo>
                <a:lnTo>
                  <a:pt x="1822561" y="100013"/>
                </a:lnTo>
                <a:lnTo>
                  <a:pt x="1841544" y="100013"/>
                </a:lnTo>
                <a:lnTo>
                  <a:pt x="1860528" y="100013"/>
                </a:lnTo>
                <a:lnTo>
                  <a:pt x="1879521" y="100013"/>
                </a:lnTo>
                <a:lnTo>
                  <a:pt x="1898504" y="100013"/>
                </a:lnTo>
                <a:lnTo>
                  <a:pt x="1917487" y="100013"/>
                </a:lnTo>
                <a:lnTo>
                  <a:pt x="1936471" y="100013"/>
                </a:lnTo>
                <a:lnTo>
                  <a:pt x="1955454" y="100013"/>
                </a:lnTo>
                <a:lnTo>
                  <a:pt x="1974437" y="100013"/>
                </a:lnTo>
                <a:lnTo>
                  <a:pt x="1993430" y="100013"/>
                </a:lnTo>
                <a:lnTo>
                  <a:pt x="2012413" y="100013"/>
                </a:lnTo>
                <a:lnTo>
                  <a:pt x="2031397" y="100013"/>
                </a:lnTo>
                <a:lnTo>
                  <a:pt x="2050380" y="100013"/>
                </a:lnTo>
                <a:lnTo>
                  <a:pt x="2069363" y="100013"/>
                </a:lnTo>
                <a:lnTo>
                  <a:pt x="2088356" y="100013"/>
                </a:lnTo>
                <a:lnTo>
                  <a:pt x="2103749" y="90040"/>
                </a:lnTo>
                <a:lnTo>
                  <a:pt x="2118379" y="77943"/>
                </a:lnTo>
                <a:lnTo>
                  <a:pt x="2133009" y="65846"/>
                </a:lnTo>
                <a:lnTo>
                  <a:pt x="2147649" y="53750"/>
                </a:lnTo>
                <a:lnTo>
                  <a:pt x="2162280" y="41653"/>
                </a:lnTo>
                <a:lnTo>
                  <a:pt x="2176910" y="29556"/>
                </a:lnTo>
                <a:lnTo>
                  <a:pt x="2191541" y="17459"/>
                </a:lnTo>
                <a:lnTo>
                  <a:pt x="2206171" y="5363"/>
                </a:lnTo>
                <a:lnTo>
                  <a:pt x="2202085" y="0"/>
                </a:lnTo>
                <a:lnTo>
                  <a:pt x="2183101" y="0"/>
                </a:lnTo>
                <a:lnTo>
                  <a:pt x="2164118" y="0"/>
                </a:lnTo>
                <a:lnTo>
                  <a:pt x="2145135" y="0"/>
                </a:lnTo>
                <a:lnTo>
                  <a:pt x="2126151" y="0"/>
                </a:lnTo>
                <a:lnTo>
                  <a:pt x="2107159" y="0"/>
                </a:lnTo>
                <a:lnTo>
                  <a:pt x="2088175" y="0"/>
                </a:lnTo>
                <a:lnTo>
                  <a:pt x="2069192" y="0"/>
                </a:lnTo>
                <a:lnTo>
                  <a:pt x="2050209" y="0"/>
                </a:lnTo>
                <a:lnTo>
                  <a:pt x="2031225" y="0"/>
                </a:lnTo>
                <a:lnTo>
                  <a:pt x="2012242" y="0"/>
                </a:lnTo>
                <a:lnTo>
                  <a:pt x="1993249" y="0"/>
                </a:lnTo>
                <a:lnTo>
                  <a:pt x="1974266" y="0"/>
                </a:lnTo>
                <a:lnTo>
                  <a:pt x="1955282" y="0"/>
                </a:lnTo>
                <a:lnTo>
                  <a:pt x="1936299" y="0"/>
                </a:lnTo>
                <a:lnTo>
                  <a:pt x="1917316" y="0"/>
                </a:lnTo>
                <a:lnTo>
                  <a:pt x="1898333" y="0"/>
                </a:lnTo>
                <a:lnTo>
                  <a:pt x="1879340" y="0"/>
                </a:lnTo>
                <a:lnTo>
                  <a:pt x="1860356" y="0"/>
                </a:lnTo>
                <a:lnTo>
                  <a:pt x="1841373" y="0"/>
                </a:lnTo>
                <a:lnTo>
                  <a:pt x="1822390" y="0"/>
                </a:lnTo>
                <a:lnTo>
                  <a:pt x="1803406" y="0"/>
                </a:lnTo>
                <a:lnTo>
                  <a:pt x="1784414" y="0"/>
                </a:lnTo>
                <a:lnTo>
                  <a:pt x="1765430" y="0"/>
                </a:lnTo>
                <a:lnTo>
                  <a:pt x="1746447" y="0"/>
                </a:lnTo>
                <a:lnTo>
                  <a:pt x="1727464" y="0"/>
                </a:lnTo>
                <a:lnTo>
                  <a:pt x="1708480" y="0"/>
                </a:lnTo>
                <a:lnTo>
                  <a:pt x="1689497" y="0"/>
                </a:lnTo>
                <a:lnTo>
                  <a:pt x="1670504" y="0"/>
                </a:lnTo>
                <a:lnTo>
                  <a:pt x="1651521" y="0"/>
                </a:lnTo>
                <a:lnTo>
                  <a:pt x="1632537" y="0"/>
                </a:lnTo>
                <a:lnTo>
                  <a:pt x="1613554" y="0"/>
                </a:lnTo>
                <a:lnTo>
                  <a:pt x="1594571" y="0"/>
                </a:lnTo>
                <a:lnTo>
                  <a:pt x="1575578" y="0"/>
                </a:lnTo>
                <a:lnTo>
                  <a:pt x="1556595" y="0"/>
                </a:lnTo>
                <a:lnTo>
                  <a:pt x="1537611" y="0"/>
                </a:lnTo>
                <a:lnTo>
                  <a:pt x="1518628" y="0"/>
                </a:lnTo>
                <a:lnTo>
                  <a:pt x="1499645" y="0"/>
                </a:lnTo>
                <a:lnTo>
                  <a:pt x="1480661" y="0"/>
                </a:lnTo>
                <a:lnTo>
                  <a:pt x="1461668" y="0"/>
                </a:lnTo>
                <a:lnTo>
                  <a:pt x="1442685" y="0"/>
                </a:lnTo>
                <a:lnTo>
                  <a:pt x="1423702" y="0"/>
                </a:lnTo>
                <a:lnTo>
                  <a:pt x="1404718" y="0"/>
                </a:lnTo>
                <a:lnTo>
                  <a:pt x="1385735" y="0"/>
                </a:lnTo>
                <a:lnTo>
                  <a:pt x="1366752" y="0"/>
                </a:lnTo>
                <a:lnTo>
                  <a:pt x="1347759" y="0"/>
                </a:lnTo>
                <a:lnTo>
                  <a:pt x="1328776" y="0"/>
                </a:lnTo>
                <a:lnTo>
                  <a:pt x="1309792" y="0"/>
                </a:lnTo>
                <a:lnTo>
                  <a:pt x="1290809" y="0"/>
                </a:lnTo>
                <a:lnTo>
                  <a:pt x="1271826" y="0"/>
                </a:lnTo>
                <a:lnTo>
                  <a:pt x="1252833" y="0"/>
                </a:lnTo>
                <a:lnTo>
                  <a:pt x="1233849" y="0"/>
                </a:lnTo>
                <a:lnTo>
                  <a:pt x="1214866" y="0"/>
                </a:lnTo>
                <a:lnTo>
                  <a:pt x="1195883" y="0"/>
                </a:lnTo>
                <a:lnTo>
                  <a:pt x="1176899" y="0"/>
                </a:lnTo>
                <a:lnTo>
                  <a:pt x="1157916" y="0"/>
                </a:lnTo>
                <a:lnTo>
                  <a:pt x="1138923" y="0"/>
                </a:lnTo>
                <a:lnTo>
                  <a:pt x="1119940" y="0"/>
                </a:lnTo>
                <a:lnTo>
                  <a:pt x="1100957" y="0"/>
                </a:lnTo>
                <a:lnTo>
                  <a:pt x="1081973" y="0"/>
                </a:lnTo>
                <a:lnTo>
                  <a:pt x="1062990" y="0"/>
                </a:lnTo>
                <a:lnTo>
                  <a:pt x="1043997" y="0"/>
                </a:lnTo>
                <a:lnTo>
                  <a:pt x="1025014" y="0"/>
                </a:lnTo>
                <a:lnTo>
                  <a:pt x="1006031" y="0"/>
                </a:lnTo>
                <a:lnTo>
                  <a:pt x="987047" y="0"/>
                </a:lnTo>
                <a:lnTo>
                  <a:pt x="968064" y="0"/>
                </a:lnTo>
                <a:lnTo>
                  <a:pt x="949081" y="0"/>
                </a:lnTo>
                <a:lnTo>
                  <a:pt x="930088" y="0"/>
                </a:lnTo>
                <a:lnTo>
                  <a:pt x="911104" y="0"/>
                </a:lnTo>
                <a:lnTo>
                  <a:pt x="892121" y="0"/>
                </a:lnTo>
                <a:lnTo>
                  <a:pt x="873138" y="0"/>
                </a:lnTo>
                <a:lnTo>
                  <a:pt x="854154" y="0"/>
                </a:lnTo>
                <a:lnTo>
                  <a:pt x="835171" y="0"/>
                </a:lnTo>
                <a:lnTo>
                  <a:pt x="816178" y="0"/>
                </a:lnTo>
                <a:lnTo>
                  <a:pt x="797195" y="0"/>
                </a:lnTo>
                <a:lnTo>
                  <a:pt x="778212" y="0"/>
                </a:lnTo>
                <a:lnTo>
                  <a:pt x="759228" y="0"/>
                </a:lnTo>
                <a:lnTo>
                  <a:pt x="740245" y="0"/>
                </a:lnTo>
                <a:lnTo>
                  <a:pt x="721262" y="0"/>
                </a:lnTo>
                <a:lnTo>
                  <a:pt x="702269" y="0"/>
                </a:lnTo>
                <a:lnTo>
                  <a:pt x="683285" y="0"/>
                </a:lnTo>
                <a:lnTo>
                  <a:pt x="664302" y="0"/>
                </a:lnTo>
                <a:lnTo>
                  <a:pt x="645319" y="0"/>
                </a:lnTo>
                <a:lnTo>
                  <a:pt x="626335" y="0"/>
                </a:lnTo>
                <a:lnTo>
                  <a:pt x="607343" y="0"/>
                </a:lnTo>
                <a:lnTo>
                  <a:pt x="588359" y="0"/>
                </a:lnTo>
                <a:lnTo>
                  <a:pt x="569376" y="0"/>
                </a:lnTo>
                <a:lnTo>
                  <a:pt x="550393" y="0"/>
                </a:lnTo>
                <a:lnTo>
                  <a:pt x="531409" y="0"/>
                </a:lnTo>
                <a:lnTo>
                  <a:pt x="512426" y="0"/>
                </a:lnTo>
                <a:lnTo>
                  <a:pt x="493433" y="0"/>
                </a:lnTo>
                <a:lnTo>
                  <a:pt x="474450" y="0"/>
                </a:lnTo>
                <a:lnTo>
                  <a:pt x="455466" y="0"/>
                </a:lnTo>
                <a:lnTo>
                  <a:pt x="436483" y="0"/>
                </a:lnTo>
                <a:lnTo>
                  <a:pt x="417500" y="0"/>
                </a:lnTo>
                <a:lnTo>
                  <a:pt x="398507" y="0"/>
                </a:lnTo>
                <a:lnTo>
                  <a:pt x="379524" y="0"/>
                </a:lnTo>
                <a:lnTo>
                  <a:pt x="360540" y="0"/>
                </a:lnTo>
                <a:lnTo>
                  <a:pt x="341557" y="0"/>
                </a:lnTo>
                <a:lnTo>
                  <a:pt x="322574" y="0"/>
                </a:lnTo>
                <a:lnTo>
                  <a:pt x="303590" y="0"/>
                </a:lnTo>
                <a:lnTo>
                  <a:pt x="284597" y="0"/>
                </a:lnTo>
                <a:lnTo>
                  <a:pt x="265614" y="0"/>
                </a:lnTo>
                <a:lnTo>
                  <a:pt x="246974" y="1781"/>
                </a:lnTo>
                <a:lnTo>
                  <a:pt x="229333" y="8801"/>
                </a:lnTo>
                <a:lnTo>
                  <a:pt x="211693" y="15821"/>
                </a:lnTo>
                <a:lnTo>
                  <a:pt x="194053" y="22831"/>
                </a:lnTo>
                <a:lnTo>
                  <a:pt x="176413" y="29851"/>
                </a:lnTo>
                <a:lnTo>
                  <a:pt x="158772" y="36862"/>
                </a:lnTo>
                <a:lnTo>
                  <a:pt x="141132" y="43882"/>
                </a:lnTo>
                <a:lnTo>
                  <a:pt x="123482" y="50902"/>
                </a:lnTo>
                <a:lnTo>
                  <a:pt x="105842" y="57912"/>
                </a:lnTo>
                <a:lnTo>
                  <a:pt x="88202" y="64932"/>
                </a:lnTo>
                <a:lnTo>
                  <a:pt x="70561" y="71952"/>
                </a:lnTo>
                <a:lnTo>
                  <a:pt x="52921" y="78962"/>
                </a:lnTo>
                <a:lnTo>
                  <a:pt x="35281" y="85982"/>
                </a:lnTo>
                <a:lnTo>
                  <a:pt x="17640" y="92993"/>
                </a:lnTo>
                <a:lnTo>
                  <a:pt x="0" y="10001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E6D013A2-42C3-4B28-BC0D-5641BCC4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070" y="4014788"/>
            <a:ext cx="2052638" cy="100013"/>
          </a:xfrm>
          <a:custGeom xmlns:a="http://schemas.openxmlformats.org/drawingml/2006/main">
            <a:pathLst>
              <a:path w="2052638" h="100013">
                <a:moveTo>
                  <a:pt x="0" y="100013"/>
                </a:moveTo>
                <a:lnTo>
                  <a:pt x="18974" y="100013"/>
                </a:lnTo>
                <a:lnTo>
                  <a:pt x="37948" y="100013"/>
                </a:lnTo>
                <a:lnTo>
                  <a:pt x="56931" y="100013"/>
                </a:lnTo>
                <a:lnTo>
                  <a:pt x="75905" y="100013"/>
                </a:lnTo>
                <a:lnTo>
                  <a:pt x="94879" y="100013"/>
                </a:lnTo>
                <a:lnTo>
                  <a:pt x="113852" y="100013"/>
                </a:lnTo>
                <a:lnTo>
                  <a:pt x="132836" y="100013"/>
                </a:lnTo>
                <a:lnTo>
                  <a:pt x="151809" y="100013"/>
                </a:lnTo>
                <a:lnTo>
                  <a:pt x="170783" y="100013"/>
                </a:lnTo>
                <a:lnTo>
                  <a:pt x="189757" y="100013"/>
                </a:lnTo>
                <a:lnTo>
                  <a:pt x="208740" y="100013"/>
                </a:lnTo>
                <a:lnTo>
                  <a:pt x="227714" y="100013"/>
                </a:lnTo>
                <a:lnTo>
                  <a:pt x="246688" y="100013"/>
                </a:lnTo>
                <a:lnTo>
                  <a:pt x="265662" y="100013"/>
                </a:lnTo>
                <a:lnTo>
                  <a:pt x="284636" y="100013"/>
                </a:lnTo>
                <a:lnTo>
                  <a:pt x="303619" y="100013"/>
                </a:lnTo>
                <a:lnTo>
                  <a:pt x="322593" y="100013"/>
                </a:lnTo>
                <a:lnTo>
                  <a:pt x="341567" y="100013"/>
                </a:lnTo>
                <a:lnTo>
                  <a:pt x="360540" y="100013"/>
                </a:lnTo>
                <a:lnTo>
                  <a:pt x="379524" y="100013"/>
                </a:lnTo>
                <a:lnTo>
                  <a:pt x="398497" y="100013"/>
                </a:lnTo>
                <a:lnTo>
                  <a:pt x="417471" y="100013"/>
                </a:lnTo>
                <a:lnTo>
                  <a:pt x="436445" y="100013"/>
                </a:lnTo>
                <a:lnTo>
                  <a:pt x="455419" y="100013"/>
                </a:lnTo>
                <a:lnTo>
                  <a:pt x="474402" y="100013"/>
                </a:lnTo>
                <a:lnTo>
                  <a:pt x="493376" y="100013"/>
                </a:lnTo>
                <a:lnTo>
                  <a:pt x="512350" y="100013"/>
                </a:lnTo>
                <a:lnTo>
                  <a:pt x="531324" y="100013"/>
                </a:lnTo>
                <a:lnTo>
                  <a:pt x="550307" y="100013"/>
                </a:lnTo>
                <a:lnTo>
                  <a:pt x="569281" y="100013"/>
                </a:lnTo>
                <a:lnTo>
                  <a:pt x="588254" y="100013"/>
                </a:lnTo>
                <a:lnTo>
                  <a:pt x="607228" y="100013"/>
                </a:lnTo>
                <a:lnTo>
                  <a:pt x="626212" y="100013"/>
                </a:lnTo>
                <a:lnTo>
                  <a:pt x="645185" y="100013"/>
                </a:lnTo>
                <a:lnTo>
                  <a:pt x="664159" y="100013"/>
                </a:lnTo>
                <a:lnTo>
                  <a:pt x="683133" y="100013"/>
                </a:lnTo>
                <a:lnTo>
                  <a:pt x="702107" y="100013"/>
                </a:lnTo>
                <a:lnTo>
                  <a:pt x="721090" y="100013"/>
                </a:lnTo>
                <a:lnTo>
                  <a:pt x="740064" y="100013"/>
                </a:lnTo>
                <a:lnTo>
                  <a:pt x="759038" y="100013"/>
                </a:lnTo>
                <a:lnTo>
                  <a:pt x="778012" y="100013"/>
                </a:lnTo>
                <a:lnTo>
                  <a:pt x="796995" y="100013"/>
                </a:lnTo>
                <a:lnTo>
                  <a:pt x="815969" y="100013"/>
                </a:lnTo>
                <a:lnTo>
                  <a:pt x="834942" y="100013"/>
                </a:lnTo>
                <a:lnTo>
                  <a:pt x="853916" y="100013"/>
                </a:lnTo>
                <a:lnTo>
                  <a:pt x="872900" y="100013"/>
                </a:lnTo>
                <a:lnTo>
                  <a:pt x="891873" y="100013"/>
                </a:lnTo>
                <a:lnTo>
                  <a:pt x="910847" y="100013"/>
                </a:lnTo>
                <a:lnTo>
                  <a:pt x="929821" y="100013"/>
                </a:lnTo>
                <a:lnTo>
                  <a:pt x="948795" y="100013"/>
                </a:lnTo>
                <a:lnTo>
                  <a:pt x="967778" y="100013"/>
                </a:lnTo>
                <a:lnTo>
                  <a:pt x="986752" y="100013"/>
                </a:lnTo>
                <a:lnTo>
                  <a:pt x="1005726" y="100013"/>
                </a:lnTo>
                <a:lnTo>
                  <a:pt x="1024700" y="100013"/>
                </a:lnTo>
                <a:lnTo>
                  <a:pt x="1043683" y="100013"/>
                </a:lnTo>
                <a:lnTo>
                  <a:pt x="1062657" y="100013"/>
                </a:lnTo>
                <a:lnTo>
                  <a:pt x="1081630" y="100013"/>
                </a:lnTo>
                <a:lnTo>
                  <a:pt x="1100604" y="100013"/>
                </a:lnTo>
                <a:lnTo>
                  <a:pt x="1119588" y="100013"/>
                </a:lnTo>
                <a:lnTo>
                  <a:pt x="1138561" y="100013"/>
                </a:lnTo>
                <a:lnTo>
                  <a:pt x="1157535" y="100013"/>
                </a:lnTo>
                <a:lnTo>
                  <a:pt x="1176509" y="100013"/>
                </a:lnTo>
                <a:lnTo>
                  <a:pt x="1195483" y="100013"/>
                </a:lnTo>
                <a:lnTo>
                  <a:pt x="1214466" y="100013"/>
                </a:lnTo>
                <a:lnTo>
                  <a:pt x="1233440" y="100013"/>
                </a:lnTo>
                <a:lnTo>
                  <a:pt x="1252414" y="100013"/>
                </a:lnTo>
                <a:lnTo>
                  <a:pt x="1271387" y="100013"/>
                </a:lnTo>
                <a:lnTo>
                  <a:pt x="1290371" y="100013"/>
                </a:lnTo>
                <a:lnTo>
                  <a:pt x="1309345" y="100013"/>
                </a:lnTo>
                <a:lnTo>
                  <a:pt x="1328318" y="100013"/>
                </a:lnTo>
                <a:lnTo>
                  <a:pt x="1347292" y="100013"/>
                </a:lnTo>
                <a:lnTo>
                  <a:pt x="1366266" y="100013"/>
                </a:lnTo>
                <a:lnTo>
                  <a:pt x="1385249" y="100013"/>
                </a:lnTo>
                <a:lnTo>
                  <a:pt x="1404223" y="100013"/>
                </a:lnTo>
                <a:lnTo>
                  <a:pt x="1423197" y="100013"/>
                </a:lnTo>
                <a:lnTo>
                  <a:pt x="1442171" y="100013"/>
                </a:lnTo>
                <a:lnTo>
                  <a:pt x="1461154" y="100013"/>
                </a:lnTo>
                <a:lnTo>
                  <a:pt x="1480128" y="100013"/>
                </a:lnTo>
                <a:lnTo>
                  <a:pt x="1499102" y="100013"/>
                </a:lnTo>
                <a:lnTo>
                  <a:pt x="1518075" y="100013"/>
                </a:lnTo>
                <a:lnTo>
                  <a:pt x="1537059" y="100013"/>
                </a:lnTo>
                <a:lnTo>
                  <a:pt x="1556033" y="100013"/>
                </a:lnTo>
                <a:lnTo>
                  <a:pt x="1575006" y="100013"/>
                </a:lnTo>
                <a:lnTo>
                  <a:pt x="1593980" y="100013"/>
                </a:lnTo>
                <a:lnTo>
                  <a:pt x="1612954" y="100013"/>
                </a:lnTo>
                <a:lnTo>
                  <a:pt x="1631937" y="100013"/>
                </a:lnTo>
                <a:lnTo>
                  <a:pt x="1650911" y="100013"/>
                </a:lnTo>
                <a:lnTo>
                  <a:pt x="1669885" y="100013"/>
                </a:lnTo>
                <a:lnTo>
                  <a:pt x="1688859" y="100013"/>
                </a:lnTo>
                <a:lnTo>
                  <a:pt x="1707842" y="100013"/>
                </a:lnTo>
                <a:lnTo>
                  <a:pt x="1726816" y="100013"/>
                </a:lnTo>
                <a:lnTo>
                  <a:pt x="1745790" y="100013"/>
                </a:lnTo>
                <a:lnTo>
                  <a:pt x="1764763" y="100013"/>
                </a:lnTo>
                <a:lnTo>
                  <a:pt x="1783747" y="100013"/>
                </a:lnTo>
                <a:lnTo>
                  <a:pt x="1802721" y="100013"/>
                </a:lnTo>
                <a:lnTo>
                  <a:pt x="1821694" y="100013"/>
                </a:lnTo>
                <a:lnTo>
                  <a:pt x="1840668" y="100013"/>
                </a:lnTo>
                <a:lnTo>
                  <a:pt x="1859642" y="100013"/>
                </a:lnTo>
                <a:lnTo>
                  <a:pt x="1878625" y="100013"/>
                </a:lnTo>
                <a:lnTo>
                  <a:pt x="1897599" y="100013"/>
                </a:lnTo>
                <a:lnTo>
                  <a:pt x="1916573" y="100013"/>
                </a:lnTo>
                <a:lnTo>
                  <a:pt x="1933489" y="94069"/>
                </a:lnTo>
                <a:lnTo>
                  <a:pt x="1948377" y="82306"/>
                </a:lnTo>
                <a:lnTo>
                  <a:pt x="1963274" y="70552"/>
                </a:lnTo>
                <a:lnTo>
                  <a:pt x="1978171" y="58788"/>
                </a:lnTo>
                <a:lnTo>
                  <a:pt x="1993059" y="47034"/>
                </a:lnTo>
                <a:lnTo>
                  <a:pt x="2007956" y="35271"/>
                </a:lnTo>
                <a:lnTo>
                  <a:pt x="2022853" y="23517"/>
                </a:lnTo>
                <a:lnTo>
                  <a:pt x="2037740" y="11754"/>
                </a:lnTo>
                <a:lnTo>
                  <a:pt x="20526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89E65ADE-DF62-44FA-85BC-EFE83C68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7815" y="4014788"/>
            <a:ext cx="1806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recordable-text-heading">
            <a:extLst xmlns:a="http://schemas.openxmlformats.org/drawingml/2006/main">
              <a:ext uri="{FF2B5EF4-FFF2-40B4-BE49-F238E27FC236}">
                <a16:creationId xmlns:a16="http://schemas.microsoft.com/office/drawing/2014/main" id="{0A85CDAB-CE2A-4642-895A-8EBE6A45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52" y="424309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recordable-text-body">
            <a:extLst xmlns:a="http://schemas.openxmlformats.org/drawingml/2006/main">
              <a:ext uri="{FF2B5EF4-FFF2-40B4-BE49-F238E27FC236}">
                <a16:creationId xmlns:a16="http://schemas.microsoft.com/office/drawing/2014/main" id="{B4C9F8E2-FE20-4FE5-8328-BF9DC6BA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2052" y="4502496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7FB50157-6F96-4D0D-819C-D2A661BF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4952" y="4815335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traceable-text-heading">
            <a:extLst xmlns:a="http://schemas.openxmlformats.org/drawingml/2006/main">
              <a:ext uri="{FF2B5EF4-FFF2-40B4-BE49-F238E27FC236}">
                <a16:creationId xmlns:a16="http://schemas.microsoft.com/office/drawing/2014/main" id="{CD1AD77C-796E-4CFC-AE52-6E60A24B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495" y="3617271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4" name="traceable-text-body">
            <a:extLst xmlns:a="http://schemas.openxmlformats.org/drawingml/2006/main">
              <a:ext uri="{FF2B5EF4-FFF2-40B4-BE49-F238E27FC236}">
                <a16:creationId xmlns:a16="http://schemas.microsoft.com/office/drawing/2014/main" id="{1E126043-C144-47F2-8026-637F2184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8495" y="3876675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来源参数输出相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互关联</a:t>
            </a:r>
          </a:p>
        </p:txBody>
      </p:sp>
      <p:sp>
        <p:nvSpPr>
          <p:cNvPr id="3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A8A8EABB-B1BA-49D6-B5FF-BD42FD22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1395" y="436006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reusable-text-heading">
            <a:extLst xmlns:a="http://schemas.openxmlformats.org/drawingml/2006/main">
              <a:ext uri="{FF2B5EF4-FFF2-40B4-BE49-F238E27FC236}">
                <a16:creationId xmlns:a16="http://schemas.microsoft.com/office/drawing/2014/main" id="{A845B1B2-906E-4095-BB89-82E3528B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4939" y="316185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7" name="reusable-text-body">
            <a:extLst xmlns:a="http://schemas.openxmlformats.org/drawingml/2006/main">
              <a:ext uri="{FF2B5EF4-FFF2-40B4-BE49-F238E27FC236}">
                <a16:creationId xmlns:a16="http://schemas.microsoft.com/office/drawing/2014/main" id="{814DBCAF-75FA-4AE9-A4EF-3934150B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4939" y="3421266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关键步骤复核且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3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05A0B8FF-9666-4348-B3F7-C71E9FE2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7839" y="3904659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78E982-D5C5-4DDF-9B7E-8A33FD1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能力门槛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198736-029C-4D42-9D03-C644FCCA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62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能力阶梯与扩围边界分别核对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0892C7-455E-4B9E-AB48-4B8E8804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57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扩围评审的并列边界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FD130F-005B-4C9C-82CD-36706AAB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621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三项条件同时具备，才讨论增加项目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7C2AEA-BA76-478A-93C3-D86AD919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1935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0300C1-DD4A-49F4-9B78-97A97FF9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5050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人员条件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B81D22-F7B2-4C97-BB52-283DC92C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146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责任人可持续履职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232728-CBA5-42E4-9B00-F377B0FE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0040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29E411-C26F-4BC9-894F-B902F0EA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861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资源条件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997AFA-531B-42FA-A2D4-0DF4AF2E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95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设备与支持能力可覆盖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2EF5F2-8B97-44DE-9FB6-1406E4E8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81450"/>
            <a:ext cx="34099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AFC6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E702CA-FB2A-417F-898D-6F2815A5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671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方法条件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D9FAAF-F904-4336-B299-1F5163C8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适用范围与例外清楚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5C6932-14F6-47F2-B89F-C5CB1399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387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1FC"/>
          </a:solidFill>
          <a:ln xmlns:a="http://schemas.openxmlformats.org/drawingml/2006/main" w="13335">
            <a:solidFill>
              <a:srgbClr val="4C88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DEF979-D517-418D-AE11-445AB962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962525"/>
            <a:ext cx="3105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任一边界无法满足，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暂停扩围，保留当前试点规模，</a:t>
            </a:r>
          </a:p>
          <a:p xmlns:a="http://schemas.openxmlformats.org/drawingml/2006/main">
            <a:pPr algn="l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明确补齐任务。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3F6ACA-FC39-4B67-9810-F6FAA644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7429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6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4841CB-3D6E-47AD-AC2B-667D9FEB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81675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达到可复用前不宣称跨项目可推广。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2026-09-08T23:52:08.8390000Z</dcterms:created>
  <dcterms:modified xsi:type="dcterms:W3CDTF">2026-09-08T23:52:08.8390000Z</dcterms:modified>
</coreProperties>
</file>