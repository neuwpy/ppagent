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4197c8aafd48e8" /><Relationship Type="http://schemas.openxmlformats.org/officeDocument/2006/relationships/extended-properties" Target="/docProps/app.xml" Id="Rcb8cd168f7bd446e" /><Relationship Type="http://schemas.openxmlformats.org/officeDocument/2006/relationships/officeDocument" Target="/ppt/presentation.xml" Id="Rdb4aad3c13364d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993b34731b4424"/>
    <p:sldMasterId xmlns:r="http://schemas.openxmlformats.org/officeDocument/2006/relationships" id="2147483660" r:id="R525e045b2cc249cc"/>
    <p:sldMasterId xmlns:r="http://schemas.openxmlformats.org/officeDocument/2006/relationships" id="2147483663" r:id="R7c06f8e404b749d4"/>
  </p:sldMasterIdLst>
  <p:notesMasterIdLst>
    <p:notesMasterId xmlns:r="http://schemas.openxmlformats.org/officeDocument/2006/relationships" r:id="R39770db0c6034a2b"/>
  </p:notesMasterIdLst>
  <p:sldIdLst>
    <p:sldId xmlns:r="http://schemas.openxmlformats.org/officeDocument/2006/relationships" id="256" r:id="Rbffdf6d1ff23494b"/>
    <p:sldId xmlns:r="http://schemas.openxmlformats.org/officeDocument/2006/relationships" id="257" r:id="R64ba1910a0344bdd"/>
    <p:sldId xmlns:r="http://schemas.openxmlformats.org/officeDocument/2006/relationships" id="258" r:id="Rc1742608ba3c44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4a6695e9c409c" /><Relationship Type="http://schemas.openxmlformats.org/officeDocument/2006/relationships/slideMaster" Target="/ppt/slideMasters/slideMaster1.xml" Id="Rb4993b34731b4424" /><Relationship Type="http://schemas.openxmlformats.org/officeDocument/2006/relationships/slideMaster" Target="/ppt/slideMasters/slideMaster2.xml" Id="R525e045b2cc249cc" /><Relationship Type="http://schemas.openxmlformats.org/officeDocument/2006/relationships/slideMaster" Target="/ppt/slideMasters/slideMaster3.xml" Id="R7c06f8e404b749d4" /><Relationship Type="http://schemas.openxmlformats.org/officeDocument/2006/relationships/notesMaster" Target="/ppt/notesMasters/notesMaster1.xml" Id="R39770db0c6034a2b" /><Relationship Type="http://schemas.openxmlformats.org/officeDocument/2006/relationships/presProps" Target="/ppt/presProps.xml" Id="R0be39b739a634caa" /><Relationship Type="http://schemas.openxmlformats.org/officeDocument/2006/relationships/viewProps" Target="/ppt/viewProps.xml" Id="R832de83e9633476b" /><Relationship Type="http://schemas.openxmlformats.org/officeDocument/2006/relationships/tableStyles" Target="/ppt/tableStyles.xml" Id="R4846355f254e4333" /><Relationship Type="http://schemas.openxmlformats.org/officeDocument/2006/relationships/slide" Target="/ppt/slides/slide1.xml" Id="Rbffdf6d1ff23494b" /><Relationship Type="http://schemas.openxmlformats.org/officeDocument/2006/relationships/slide" Target="/ppt/slides/slide2.xml" Id="R64ba1910a0344bdd" /><Relationship Type="http://schemas.openxmlformats.org/officeDocument/2006/relationships/slide" Target="/ppt/slides/slide3.xml" Id="Rc1742608ba3c44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b8b245d7799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9da521aa74bc7" /><Relationship Type="http://schemas.openxmlformats.org/officeDocument/2006/relationships/notesMaster" Target="/ppt/notesMasters/notesMaster1.xml" Id="R5eee95dbf13c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4179a8dbc4c7c" /><Relationship Type="http://schemas.openxmlformats.org/officeDocument/2006/relationships/notesMaster" Target="/ppt/notesMasters/notesMaster1.xml" Id="R2243153c7ed04b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42b5e679ef46b6" /><Relationship Type="http://schemas.openxmlformats.org/officeDocument/2006/relationships/notesMaster" Target="/ppt/notesMasters/notesMaster1.xml" Id="Rbb727ec4bb224f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ca72517944701" /><Relationship Type="http://schemas.openxmlformats.org/officeDocument/2006/relationships/image" Target="/ppt/media/image.jpeg" Id="R5ffe188efb374cc8" /><Relationship Type="http://schemas.openxmlformats.org/officeDocument/2006/relationships/image" Target="/ppt/media/image.png" Id="R6efdbd1b31104115" /><Relationship Type="http://schemas.openxmlformats.org/officeDocument/2006/relationships/image" Target="/ppt/media/image2.png" Id="R3d04719f45324e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d2b1dcd4247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06c9884bd4f7e" /><Relationship Type="http://schemas.openxmlformats.org/officeDocument/2006/relationships/image" Target="/ppt/media/image3.png" Id="R49c3cf5949b94e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1e420fa0f41ed" /><Relationship Type="http://schemas.openxmlformats.org/officeDocument/2006/relationships/image" Target="/ppt/media/image4.png" Id="R9e6151f94fe343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031e21f9d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9f5f8929346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008c3367b47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29224dae54d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084ea9e3f45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17321160e4b3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6004ef61445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43a5fa3bc94837" /><Relationship Type="http://schemas.openxmlformats.org/officeDocument/2006/relationships/image" Target="/ppt/media/image5.png" Id="R7b873e313e4844b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4e9a0bf68e4e1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039ea8fe29945f9" /><Relationship Type="http://schemas.openxmlformats.org/officeDocument/2006/relationships/image" Target="/ppt/media/image5.png" Id="Rd575065708cc4cd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f86ca823c9941f9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e188efb374cc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dbd1b3110411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4719f45324e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3cf5949b94e7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151f94fe343a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73e313e4844b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5065708cc4cd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2d25a001fe4d37" /><Relationship Type="http://schemas.openxmlformats.org/officeDocument/2006/relationships/slideLayout" Target="/ppt/slideLayouts/slideLayout1.xml" Id="Rd38418d298064dc3" /><Relationship Type="http://schemas.openxmlformats.org/officeDocument/2006/relationships/slideLayout" Target="/ppt/slideLayouts/slideLayout2.xml" Id="Rb005c65a39bf4208" /><Relationship Type="http://schemas.openxmlformats.org/officeDocument/2006/relationships/slideLayout" Target="/ppt/slideLayouts/slideLayout3.xml" Id="Rd05fea85f1e24746" /><Relationship Type="http://schemas.openxmlformats.org/officeDocument/2006/relationships/slideLayout" Target="/ppt/slideLayouts/slideLayout4.xml" Id="R6ae830a8144a4cd8" /><Relationship Type="http://schemas.openxmlformats.org/officeDocument/2006/relationships/slideLayout" Target="/ppt/slideLayouts/slideLayout5.xml" Id="R88da47a9978643ae" /><Relationship Type="http://schemas.openxmlformats.org/officeDocument/2006/relationships/slideLayout" Target="/ppt/slideLayouts/slideLayout6.xml" Id="Ree14e5c42bbc4b3f" /><Relationship Type="http://schemas.openxmlformats.org/officeDocument/2006/relationships/slideLayout" Target="/ppt/slideLayouts/slideLayout7.xml" Id="Rf69f997c96ef451c" /><Relationship Type="http://schemas.openxmlformats.org/officeDocument/2006/relationships/slideLayout" Target="/ppt/slideLayouts/slideLayout8.xml" Id="R27f3b4356fe549f4" /><Relationship Type="http://schemas.openxmlformats.org/officeDocument/2006/relationships/slideLayout" Target="/ppt/slideLayouts/slideLayout9.xml" Id="R7975ae2433894852" /><Relationship Type="http://schemas.openxmlformats.org/officeDocument/2006/relationships/slideLayout" Target="/ppt/slideLayouts/slideLayout10.xml" Id="R7f007b4200f94e9a" /><Relationship Type="http://schemas.openxmlformats.org/officeDocument/2006/relationships/slideLayout" Target="/ppt/slideLayouts/slideLayout11.xml" Id="R7d27ef0843c74db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0c7032abddc4a14" /><Relationship Type="http://schemas.openxmlformats.org/officeDocument/2006/relationships/slideLayout" Target="/ppt/slideLayouts/slideLayout12.xml" Id="Rde87d910912c47b6" /><Relationship Type="http://schemas.openxmlformats.org/officeDocument/2006/relationships/slideLayout" Target="/ppt/slideLayouts/slideLayout13.xml" Id="R9e3452e477c941c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fab72a085654751" /><Relationship Type="http://schemas.openxmlformats.org/officeDocument/2006/relationships/slideLayout" Target="/ppt/slideLayouts/slideLayout14.xml" Id="Re578159c9cb34b06" /><Relationship Type="http://schemas.openxmlformats.org/officeDocument/2006/relationships/slideLayout" Target="/ppt/slideLayouts/slideLayout15.xml" Id="Rfb5467d44c8a4d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418d298064dc3"/>
    <p:sldLayoutId xmlns:r="http://schemas.openxmlformats.org/officeDocument/2006/relationships" id="2147483650" r:id="Rb005c65a39bf4208"/>
    <p:sldLayoutId xmlns:r="http://schemas.openxmlformats.org/officeDocument/2006/relationships" id="2147483651" r:id="Rd05fea85f1e24746"/>
    <p:sldLayoutId xmlns:r="http://schemas.openxmlformats.org/officeDocument/2006/relationships" id="2147483652" r:id="R6ae830a8144a4cd8"/>
    <p:sldLayoutId xmlns:r="http://schemas.openxmlformats.org/officeDocument/2006/relationships" id="2147483653" r:id="R88da47a9978643ae"/>
    <p:sldLayoutId xmlns:r="http://schemas.openxmlformats.org/officeDocument/2006/relationships" id="2147483654" r:id="Ree14e5c42bbc4b3f"/>
    <p:sldLayoutId xmlns:r="http://schemas.openxmlformats.org/officeDocument/2006/relationships" id="2147483655" r:id="Rf69f997c96ef451c"/>
    <p:sldLayoutId xmlns:r="http://schemas.openxmlformats.org/officeDocument/2006/relationships" id="2147483656" r:id="R27f3b4356fe549f4"/>
    <p:sldLayoutId xmlns:r="http://schemas.openxmlformats.org/officeDocument/2006/relationships" id="2147483657" r:id="R7975ae2433894852"/>
    <p:sldLayoutId xmlns:r="http://schemas.openxmlformats.org/officeDocument/2006/relationships" id="2147483658" r:id="R7f007b4200f94e9a"/>
    <p:sldLayoutId xmlns:r="http://schemas.openxmlformats.org/officeDocument/2006/relationships" id="2147483659" r:id="R7d27ef0843c74d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e87d910912c47b6"/>
    <p:sldLayoutId xmlns:r="http://schemas.openxmlformats.org/officeDocument/2006/relationships" id="2147483662" r:id="R9e3452e477c941c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578159c9cb34b06"/>
    <p:sldLayoutId xmlns:r="http://schemas.openxmlformats.org/officeDocument/2006/relationships" id="2147483665" r:id="Rfb5467d44c8a4d1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5264ae223242a6" /><Relationship Type="http://schemas.openxmlformats.org/officeDocument/2006/relationships/image" Target="/ppt/media/image6.png" Id="R729bbe8b9c28440f" /><Relationship Type="http://schemas.openxmlformats.org/officeDocument/2006/relationships/notesSlide" Target="/ppt/notesSlides/notesSlide1.xml" Id="R6a6ac9f0d7cb49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f2d6c34ae64680" /><Relationship Type="http://schemas.openxmlformats.org/officeDocument/2006/relationships/image" Target="/ppt/media/image6.png" Id="Re7b3985c7c2f4c5a" /><Relationship Type="http://schemas.openxmlformats.org/officeDocument/2006/relationships/notesSlide" Target="/ppt/notesSlides/notesSlide2.xml" Id="Rd6c6123402e0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82fed0500c4646" /><Relationship Type="http://schemas.openxmlformats.org/officeDocument/2006/relationships/image" Target="/ppt/media/image6.png" Id="R5ee0c5ad63e446d4" /><Relationship Type="http://schemas.openxmlformats.org/officeDocument/2006/relationships/notesSlide" Target="/ppt/notesSlides/notesSlide3.xml" Id="R66e0474fb3684a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bbe8b9c28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3985c7c2f4c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0c5ad63e446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2026-09-08T23:52:06.1510000Z</dcterms:created>
  <dcterms:modified xsi:type="dcterms:W3CDTF">2026-09-08T23:52:06.1510000Z</dcterms:modified>
</coreProperties>
</file>