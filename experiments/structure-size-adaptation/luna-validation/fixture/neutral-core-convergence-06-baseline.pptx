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500236a8844c9" /><Relationship Type="http://schemas.openxmlformats.org/officeDocument/2006/relationships/extended-properties" Target="/docProps/app.xml" Id="R1816884e9bd74bd0" /><Relationship Type="http://schemas.openxmlformats.org/officeDocument/2006/relationships/officeDocument" Target="/ppt/presentation.xml" Id="R4f46c04663b44c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46c8ccb7864031"/>
  </p:sldMasterIdLst>
  <p:notesMasterIdLst>
    <p:notesMasterId xmlns:r="http://schemas.openxmlformats.org/officeDocument/2006/relationships" r:id="R61098305d926415d"/>
  </p:notesMasterIdLst>
  <p:sldIdLst>
    <p:sldId xmlns:r="http://schemas.openxmlformats.org/officeDocument/2006/relationships" id="256" r:id="Ra0488d2151824e4e"/>
    <p:sldId xmlns:r="http://schemas.openxmlformats.org/officeDocument/2006/relationships" id="257" r:id="R9e998b28336c4bae"/>
    <p:sldId xmlns:r="http://schemas.openxmlformats.org/officeDocument/2006/relationships" id="258" r:id="R876fd4d942d646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9bb10c2de4912" /><Relationship Type="http://schemas.openxmlformats.org/officeDocument/2006/relationships/slideMaster" Target="/ppt/slideMasters/slideMaster1.xml" Id="R3a46c8ccb7864031" /><Relationship Type="http://schemas.openxmlformats.org/officeDocument/2006/relationships/notesMaster" Target="/ppt/notesMasters/notesMaster1.xml" Id="R61098305d926415d" /><Relationship Type="http://schemas.openxmlformats.org/officeDocument/2006/relationships/presProps" Target="/ppt/presProps.xml" Id="Rb2eb90832eb446a6" /><Relationship Type="http://schemas.openxmlformats.org/officeDocument/2006/relationships/tableStyles" Target="/ppt/tableStyles.xml" Id="R3059456b0f014f06" /><Relationship Type="http://schemas.openxmlformats.org/officeDocument/2006/relationships/slide" Target="/ppt/slides/slide1.xml" Id="Ra0488d2151824e4e" /><Relationship Type="http://schemas.openxmlformats.org/officeDocument/2006/relationships/slide" Target="/ppt/slides/slide2.xml" Id="R9e998b28336c4bae" /><Relationship Type="http://schemas.openxmlformats.org/officeDocument/2006/relationships/slide" Target="/ppt/slides/slide3.xml" Id="R876fd4d942d6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2f4c4ced5c47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0612b946524d28" /><Relationship Type="http://schemas.openxmlformats.org/officeDocument/2006/relationships/notesMaster" Target="/ppt/notesMasters/notesMaster1.xml" Id="R7880c682c58341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840fa08d34a2d" /><Relationship Type="http://schemas.openxmlformats.org/officeDocument/2006/relationships/notesMaster" Target="/ppt/notesMasters/notesMaster1.xml" Id="Rfe858316ac9e4e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3249706a564d4f" /><Relationship Type="http://schemas.openxmlformats.org/officeDocument/2006/relationships/notesMaster" Target="/ppt/notesMasters/notesMaster1.xml" Id="Rb43f2bd5d77849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来源：experiments/neutral-structure-luna-batch-04/inputs/01-convergence.md。</a:t>
            </a:r>
          </a:p>
          <a:p xmlns:a="http://schemas.openxmlformats.org/drawingml/2006/main">
            <a:r>
              <a:t>本页使用 experiments/neutral-core-convergence-06/adapter.mjs 的 planConvergence；仅绘制其返回的节点与曲线。</a:t>
            </a:r>
          </a:p>
          <a:p xmlns:a="http://schemas.openxmlformats.org/drawingml/2006/main">
            <a:r>
              <a:t>几何核心为本实验独立的 core.mjs，未调用正式结构库，也不将本页表达写入核心资产。</a:t>
            </a:r>
          </a:p>
          <a:p xmlns:a="http://schemas.openxmlformats.org/drawingml/2006/main">
            <a:r>
              <a:t>页面内容保留三路资料共同进入维修交接单的事实边界，不宣称故障已经排除，也没有时间节约或完成率数据。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来源：experiments/neutral-structure-luna-batch-04/inputs/01-convergence.md。</a:t>
            </a:r>
          </a:p>
          <a:p xmlns:a="http://schemas.openxmlformats.org/drawingml/2006/main">
            <a:r>
              <a:t>本页使用 experiments/neutral-core-convergence-06/adapter.mjs 的 planConvergence；仅绘制其返回的节点与曲线。</a:t>
            </a:r>
          </a:p>
          <a:p xmlns:a="http://schemas.openxmlformats.org/drawingml/2006/main">
            <a:r>
              <a:t>几何核心为本实验独立的 core.mjs，未调用正式结构库，也不将本页表达写入核心资产。</a:t>
            </a:r>
          </a:p>
          <a:p xmlns:a="http://schemas.openxmlformats.org/drawingml/2006/main">
            <a:r>
              <a:t>页面内容保留三路资料共同进入维修交接单的事实边界，不宣称故障已经排除，也没有时间节约或完成率数据。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来源：experiments/neutral-structure-luna-batch-04/inputs/01-convergence.md。</a:t>
            </a:r>
          </a:p>
          <a:p xmlns:a="http://schemas.openxmlformats.org/drawingml/2006/main">
            <a:r>
              <a:t>本页使用 experiments/neutral-core-convergence-06/adapter.mjs 的 planConvergence；仅绘制其返回的节点与曲线。</a:t>
            </a:r>
          </a:p>
          <a:p xmlns:a="http://schemas.openxmlformats.org/drawingml/2006/main">
            <a:r>
              <a:t>几何核心为本实验独立的 core.mjs，未调用正式结构库，也不将本页表达写入核心资产。</a:t>
            </a:r>
          </a:p>
          <a:p xmlns:a="http://schemas.openxmlformats.org/drawingml/2006/main">
            <a:r>
              <a:t>页面内容保留三路资料共同进入维修交接单的事实边界，不宣称故障已经排除，也没有时间节约或完成率数据。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2504067004c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1754586a7452e" /><Relationship Type="http://schemas.openxmlformats.org/officeDocument/2006/relationships/slideLayout" Target="/ppt/slideLayouts/slideLayout1.xml" Id="R6b049c341bc446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049c341bc446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2f2ffa7c6435d" /><Relationship Type="http://schemas.openxmlformats.org/officeDocument/2006/relationships/notesSlide" Target="/ppt/notesSlides/notesSlide1.xml" Id="R58e0b54aa20b42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112f7acac4320" /><Relationship Type="http://schemas.openxmlformats.org/officeDocument/2006/relationships/notesSlide" Target="/ppt/notesSlides/notesSlide2.xml" Id="R0198d96acee14a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05f37fbb54a61" /><Relationship Type="http://schemas.openxmlformats.org/officeDocument/2006/relationships/notesSlide" Target="/ppt/notesSlides/notesSlide3.xml" Id="R83ecc89f1a8e4f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ge-1-chapter">
            <a:extLst xmlns:a="http://schemas.openxmlformats.org/drawingml/2006/main">
              <a:ext uri="{FF2B5EF4-FFF2-40B4-BE49-F238E27FC236}">
                <a16:creationId xmlns:a16="http://schemas.microsoft.com/office/drawing/2014/main" id="{65D1F2A2-24F8-48EA-BACC-F80A0F7A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1-title">
            <a:extLst xmlns:a="http://schemas.openxmlformats.org/drawingml/2006/main">
              <a:ext uri="{FF2B5EF4-FFF2-40B4-BE49-F238E27FC236}">
                <a16:creationId xmlns:a16="http://schemas.microsoft.com/office/drawing/2014/main" id="{68B86274-8E47-4912-B466-75308BC9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三路资料汇成一份维修交接单</a:t>
            </a:r>
          </a:p>
        </p:txBody>
      </p:sp>
      <p:sp>
        <p:nvSpPr>
          <p:cNvPr id="3" name="page-1-title-rule">
            <a:extLst xmlns:a="http://schemas.openxmlformats.org/drawingml/2006/main">
              <a:ext uri="{FF2B5EF4-FFF2-40B4-BE49-F238E27FC236}">
                <a16:creationId xmlns:a16="http://schemas.microsoft.com/office/drawing/2014/main" id="{28B993B9-BD97-4766-8ED1-F5DCC124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0" y="600075"/>
            <a:ext cx="621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1-lead">
            <a:extLst xmlns:a="http://schemas.openxmlformats.org/drawingml/2006/main">
              <a:ext uri="{FF2B5EF4-FFF2-40B4-BE49-F238E27FC236}">
                <a16:creationId xmlns:a16="http://schemas.microsoft.com/office/drawing/2014/main" id="{82674B88-A2BF-490A-8F33-F7B7D8B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交接质量取决于三路信息能否共同进入一份交接单</a:t>
            </a:r>
          </a:p>
        </p:txBody>
      </p:sp>
      <p:sp>
        <p:nvSpPr>
          <p:cNvPr id="5" name="page-1-folio">
            <a:extLst xmlns:a="http://schemas.openxmlformats.org/drawingml/2006/main">
              <a:ext uri="{FF2B5EF4-FFF2-40B4-BE49-F238E27FC236}">
                <a16:creationId xmlns:a16="http://schemas.microsoft.com/office/drawing/2014/main" id="{E8814375-C54F-42EE-87A7-0503E024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" name="convergence-1-lane-1">
            <a:extLst xmlns:a="http://schemas.openxmlformats.org/drawingml/2006/main">
              <a:ext uri="{FF2B5EF4-FFF2-40B4-BE49-F238E27FC236}">
                <a16:creationId xmlns:a16="http://schemas.microsoft.com/office/drawing/2014/main" id="{A6576E36-EFDE-4ECB-9686-82B6071D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28850"/>
            <a:ext cx="5486400" cy="1533525"/>
          </a:xfrm>
          <a:custGeom xmlns:a="http://schemas.openxmlformats.org/drawingml/2006/main">
            <a:pathLst>
              <a:path w="5486400" h="1533525">
                <a:moveTo>
                  <a:pt x="0" y="0"/>
                </a:moveTo>
                <a:lnTo>
                  <a:pt x="92107" y="1111"/>
                </a:lnTo>
                <a:lnTo>
                  <a:pt x="183284" y="4399"/>
                </a:lnTo>
                <a:lnTo>
                  <a:pt x="273567" y="9793"/>
                </a:lnTo>
                <a:lnTo>
                  <a:pt x="362992" y="17222"/>
                </a:lnTo>
                <a:lnTo>
                  <a:pt x="451592" y="26617"/>
                </a:lnTo>
                <a:lnTo>
                  <a:pt x="539404" y="37908"/>
                </a:lnTo>
                <a:lnTo>
                  <a:pt x="626463" y="51023"/>
                </a:lnTo>
                <a:lnTo>
                  <a:pt x="712803" y="65894"/>
                </a:lnTo>
                <a:lnTo>
                  <a:pt x="798461" y="82449"/>
                </a:lnTo>
                <a:lnTo>
                  <a:pt x="883470" y="100619"/>
                </a:lnTo>
                <a:lnTo>
                  <a:pt x="967866" y="120333"/>
                </a:lnTo>
                <a:lnTo>
                  <a:pt x="1051685" y="141522"/>
                </a:lnTo>
                <a:lnTo>
                  <a:pt x="1134961" y="164114"/>
                </a:lnTo>
                <a:lnTo>
                  <a:pt x="1217730" y="188040"/>
                </a:lnTo>
                <a:lnTo>
                  <a:pt x="1300027" y="213230"/>
                </a:lnTo>
                <a:lnTo>
                  <a:pt x="1381887" y="239613"/>
                </a:lnTo>
                <a:lnTo>
                  <a:pt x="1463345" y="267120"/>
                </a:lnTo>
                <a:lnTo>
                  <a:pt x="1544436" y="295679"/>
                </a:lnTo>
                <a:lnTo>
                  <a:pt x="1625196" y="325221"/>
                </a:lnTo>
                <a:lnTo>
                  <a:pt x="1705660" y="355676"/>
                </a:lnTo>
                <a:lnTo>
                  <a:pt x="1785862" y="386973"/>
                </a:lnTo>
                <a:lnTo>
                  <a:pt x="1865838" y="419042"/>
                </a:lnTo>
                <a:lnTo>
                  <a:pt x="1945623" y="451814"/>
                </a:lnTo>
                <a:lnTo>
                  <a:pt x="2025253" y="485217"/>
                </a:lnTo>
                <a:lnTo>
                  <a:pt x="2104762" y="519182"/>
                </a:lnTo>
                <a:lnTo>
                  <a:pt x="2184186" y="553638"/>
                </a:lnTo>
                <a:lnTo>
                  <a:pt x="2263559" y="588515"/>
                </a:lnTo>
                <a:lnTo>
                  <a:pt x="2342918" y="623743"/>
                </a:lnTo>
                <a:lnTo>
                  <a:pt x="2422296" y="659252"/>
                </a:lnTo>
                <a:lnTo>
                  <a:pt x="2501730" y="694972"/>
                </a:lnTo>
                <a:lnTo>
                  <a:pt x="2581254" y="730832"/>
                </a:lnTo>
                <a:lnTo>
                  <a:pt x="2660904" y="766763"/>
                </a:lnTo>
                <a:lnTo>
                  <a:pt x="2740714" y="802693"/>
                </a:lnTo>
                <a:lnTo>
                  <a:pt x="2820721" y="838553"/>
                </a:lnTo>
                <a:lnTo>
                  <a:pt x="2900958" y="874273"/>
                </a:lnTo>
                <a:lnTo>
                  <a:pt x="2981462" y="909782"/>
                </a:lnTo>
                <a:lnTo>
                  <a:pt x="3062267" y="945010"/>
                </a:lnTo>
                <a:lnTo>
                  <a:pt x="3143409" y="979887"/>
                </a:lnTo>
                <a:lnTo>
                  <a:pt x="3224922" y="1014343"/>
                </a:lnTo>
                <a:lnTo>
                  <a:pt x="3306842" y="1048308"/>
                </a:lnTo>
                <a:lnTo>
                  <a:pt x="3389204" y="1081711"/>
                </a:lnTo>
                <a:lnTo>
                  <a:pt x="3472043" y="1114483"/>
                </a:lnTo>
                <a:lnTo>
                  <a:pt x="3555395" y="1146552"/>
                </a:lnTo>
                <a:lnTo>
                  <a:pt x="3639294" y="1177849"/>
                </a:lnTo>
                <a:lnTo>
                  <a:pt x="3723776" y="1208304"/>
                </a:lnTo>
                <a:lnTo>
                  <a:pt x="3808876" y="1237846"/>
                </a:lnTo>
                <a:lnTo>
                  <a:pt x="3894628" y="1266405"/>
                </a:lnTo>
                <a:lnTo>
                  <a:pt x="3981069" y="1293912"/>
                </a:lnTo>
                <a:lnTo>
                  <a:pt x="4068233" y="1320295"/>
                </a:lnTo>
                <a:lnTo>
                  <a:pt x="4156156" y="1345485"/>
                </a:lnTo>
                <a:lnTo>
                  <a:pt x="4244872" y="1369411"/>
                </a:lnTo>
                <a:lnTo>
                  <a:pt x="4334417" y="1392003"/>
                </a:lnTo>
                <a:lnTo>
                  <a:pt x="4424826" y="1413192"/>
                </a:lnTo>
                <a:lnTo>
                  <a:pt x="4516134" y="1432906"/>
                </a:lnTo>
                <a:lnTo>
                  <a:pt x="4608376" y="1451076"/>
                </a:lnTo>
                <a:lnTo>
                  <a:pt x="4701588" y="1467631"/>
                </a:lnTo>
                <a:lnTo>
                  <a:pt x="4795804" y="1482502"/>
                </a:lnTo>
                <a:lnTo>
                  <a:pt x="4891060" y="1495617"/>
                </a:lnTo>
                <a:lnTo>
                  <a:pt x="4987391" y="1506908"/>
                </a:lnTo>
                <a:lnTo>
                  <a:pt x="5084832" y="1516303"/>
                </a:lnTo>
                <a:lnTo>
                  <a:pt x="5183418" y="1523732"/>
                </a:lnTo>
                <a:lnTo>
                  <a:pt x="5283185" y="1529126"/>
                </a:lnTo>
                <a:lnTo>
                  <a:pt x="5384167" y="1532414"/>
                </a:lnTo>
                <a:lnTo>
                  <a:pt x="5486400" y="1533525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DCC1BA"/>
            </a:solidFill>
            <a:prstDash val="solid"/>
          </a:ln>
        </p:spPr>
      </p:sp>
      <p:sp>
        <p:nvSpPr>
          <p:cNvPr id="7" name="convergence-1-lane-2">
            <a:extLst xmlns:a="http://schemas.openxmlformats.org/drawingml/2006/main">
              <a:ext uri="{FF2B5EF4-FFF2-40B4-BE49-F238E27FC236}">
                <a16:creationId xmlns:a16="http://schemas.microsoft.com/office/drawing/2014/main" id="{5A8AD404-719D-4047-8B59-64FC9891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62375"/>
            <a:ext cx="5486400" cy="9525"/>
          </a:xfrm>
          <a:custGeom xmlns:a="http://schemas.openxmlformats.org/drawingml/2006/main">
            <a:pathLst>
              <a:path w="5486400" h="9525">
                <a:moveTo>
                  <a:pt x="0" y="0"/>
                </a:moveTo>
                <a:lnTo>
                  <a:pt x="92107" y="0"/>
                </a:lnTo>
                <a:lnTo>
                  <a:pt x="183284" y="0"/>
                </a:lnTo>
                <a:lnTo>
                  <a:pt x="273567" y="0"/>
                </a:lnTo>
                <a:lnTo>
                  <a:pt x="362992" y="0"/>
                </a:lnTo>
                <a:lnTo>
                  <a:pt x="451592" y="0"/>
                </a:lnTo>
                <a:lnTo>
                  <a:pt x="539404" y="0"/>
                </a:lnTo>
                <a:lnTo>
                  <a:pt x="626463" y="0"/>
                </a:lnTo>
                <a:lnTo>
                  <a:pt x="712803" y="0"/>
                </a:lnTo>
                <a:lnTo>
                  <a:pt x="798461" y="0"/>
                </a:lnTo>
                <a:lnTo>
                  <a:pt x="883470" y="0"/>
                </a:lnTo>
                <a:lnTo>
                  <a:pt x="967866" y="0"/>
                </a:lnTo>
                <a:lnTo>
                  <a:pt x="1051685" y="0"/>
                </a:lnTo>
                <a:lnTo>
                  <a:pt x="1134961" y="0"/>
                </a:lnTo>
                <a:lnTo>
                  <a:pt x="1217730" y="0"/>
                </a:lnTo>
                <a:lnTo>
                  <a:pt x="1300027" y="0"/>
                </a:lnTo>
                <a:lnTo>
                  <a:pt x="1381887" y="0"/>
                </a:lnTo>
                <a:lnTo>
                  <a:pt x="1463345" y="0"/>
                </a:lnTo>
                <a:lnTo>
                  <a:pt x="1544436" y="0"/>
                </a:lnTo>
                <a:lnTo>
                  <a:pt x="1625196" y="0"/>
                </a:lnTo>
                <a:lnTo>
                  <a:pt x="1705660" y="0"/>
                </a:lnTo>
                <a:lnTo>
                  <a:pt x="1785862" y="0"/>
                </a:lnTo>
                <a:lnTo>
                  <a:pt x="1865838" y="0"/>
                </a:lnTo>
                <a:lnTo>
                  <a:pt x="1945623" y="0"/>
                </a:lnTo>
                <a:lnTo>
                  <a:pt x="2025253" y="0"/>
                </a:lnTo>
                <a:lnTo>
                  <a:pt x="2104762" y="0"/>
                </a:lnTo>
                <a:lnTo>
                  <a:pt x="2184186" y="0"/>
                </a:lnTo>
                <a:lnTo>
                  <a:pt x="2263559" y="0"/>
                </a:lnTo>
                <a:lnTo>
                  <a:pt x="2342918" y="0"/>
                </a:lnTo>
                <a:lnTo>
                  <a:pt x="2422296" y="0"/>
                </a:lnTo>
                <a:lnTo>
                  <a:pt x="2501730" y="0"/>
                </a:lnTo>
                <a:lnTo>
                  <a:pt x="2581254" y="0"/>
                </a:lnTo>
                <a:lnTo>
                  <a:pt x="2660904" y="0"/>
                </a:lnTo>
                <a:lnTo>
                  <a:pt x="2740714" y="0"/>
                </a:lnTo>
                <a:lnTo>
                  <a:pt x="2820721" y="0"/>
                </a:lnTo>
                <a:lnTo>
                  <a:pt x="2900958" y="0"/>
                </a:lnTo>
                <a:lnTo>
                  <a:pt x="2981462" y="0"/>
                </a:lnTo>
                <a:lnTo>
                  <a:pt x="3062267" y="0"/>
                </a:lnTo>
                <a:lnTo>
                  <a:pt x="3143409" y="0"/>
                </a:lnTo>
                <a:lnTo>
                  <a:pt x="3224922" y="0"/>
                </a:lnTo>
                <a:lnTo>
                  <a:pt x="3306842" y="0"/>
                </a:lnTo>
                <a:lnTo>
                  <a:pt x="3389204" y="0"/>
                </a:lnTo>
                <a:lnTo>
                  <a:pt x="3472043" y="0"/>
                </a:lnTo>
                <a:lnTo>
                  <a:pt x="3555395" y="0"/>
                </a:lnTo>
                <a:lnTo>
                  <a:pt x="3639294" y="0"/>
                </a:lnTo>
                <a:lnTo>
                  <a:pt x="3723776" y="0"/>
                </a:lnTo>
                <a:lnTo>
                  <a:pt x="3808876" y="0"/>
                </a:lnTo>
                <a:lnTo>
                  <a:pt x="3894628" y="0"/>
                </a:lnTo>
                <a:lnTo>
                  <a:pt x="3981069" y="0"/>
                </a:lnTo>
                <a:lnTo>
                  <a:pt x="4068233" y="0"/>
                </a:lnTo>
                <a:lnTo>
                  <a:pt x="4156156" y="0"/>
                </a:lnTo>
                <a:lnTo>
                  <a:pt x="4244872" y="0"/>
                </a:lnTo>
                <a:lnTo>
                  <a:pt x="4334417" y="0"/>
                </a:lnTo>
                <a:lnTo>
                  <a:pt x="4424826" y="0"/>
                </a:lnTo>
                <a:lnTo>
                  <a:pt x="4516134" y="0"/>
                </a:lnTo>
                <a:lnTo>
                  <a:pt x="4608376" y="0"/>
                </a:lnTo>
                <a:lnTo>
                  <a:pt x="4701588" y="0"/>
                </a:lnTo>
                <a:lnTo>
                  <a:pt x="4795804" y="0"/>
                </a:lnTo>
                <a:lnTo>
                  <a:pt x="4891060" y="0"/>
                </a:lnTo>
                <a:lnTo>
                  <a:pt x="4987391" y="0"/>
                </a:lnTo>
                <a:lnTo>
                  <a:pt x="5084832" y="0"/>
                </a:lnTo>
                <a:lnTo>
                  <a:pt x="5183418" y="0"/>
                </a:lnTo>
                <a:lnTo>
                  <a:pt x="5283185" y="0"/>
                </a:lnTo>
                <a:lnTo>
                  <a:pt x="5384167" y="0"/>
                </a:lnTo>
                <a:lnTo>
                  <a:pt x="5486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2948B"/>
            </a:solidFill>
            <a:prstDash val="solid"/>
          </a:ln>
        </p:spPr>
      </p:sp>
      <p:sp>
        <p:nvSpPr>
          <p:cNvPr id="8" name="convergence-1-lane-3">
            <a:extLst xmlns:a="http://schemas.openxmlformats.org/drawingml/2006/main">
              <a:ext uri="{FF2B5EF4-FFF2-40B4-BE49-F238E27FC236}">
                <a16:creationId xmlns:a16="http://schemas.microsoft.com/office/drawing/2014/main" id="{E6118535-C111-401E-B38C-BB836111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62375"/>
            <a:ext cx="5486400" cy="1533525"/>
          </a:xfrm>
          <a:custGeom xmlns:a="http://schemas.openxmlformats.org/drawingml/2006/main">
            <a:pathLst>
              <a:path w="5486400" h="1533525">
                <a:moveTo>
                  <a:pt x="0" y="1533525"/>
                </a:moveTo>
                <a:lnTo>
                  <a:pt x="92107" y="1532414"/>
                </a:lnTo>
                <a:lnTo>
                  <a:pt x="183284" y="1529126"/>
                </a:lnTo>
                <a:lnTo>
                  <a:pt x="273567" y="1523732"/>
                </a:lnTo>
                <a:lnTo>
                  <a:pt x="362992" y="1516303"/>
                </a:lnTo>
                <a:lnTo>
                  <a:pt x="451592" y="1506908"/>
                </a:lnTo>
                <a:lnTo>
                  <a:pt x="539404" y="1495617"/>
                </a:lnTo>
                <a:lnTo>
                  <a:pt x="626463" y="1482502"/>
                </a:lnTo>
                <a:lnTo>
                  <a:pt x="712803" y="1467631"/>
                </a:lnTo>
                <a:lnTo>
                  <a:pt x="798461" y="1451076"/>
                </a:lnTo>
                <a:lnTo>
                  <a:pt x="883470" y="1432906"/>
                </a:lnTo>
                <a:lnTo>
                  <a:pt x="967866" y="1413192"/>
                </a:lnTo>
                <a:lnTo>
                  <a:pt x="1051685" y="1392003"/>
                </a:lnTo>
                <a:lnTo>
                  <a:pt x="1134961" y="1369411"/>
                </a:lnTo>
                <a:lnTo>
                  <a:pt x="1217730" y="1345485"/>
                </a:lnTo>
                <a:lnTo>
                  <a:pt x="1300027" y="1320295"/>
                </a:lnTo>
                <a:lnTo>
                  <a:pt x="1381887" y="1293912"/>
                </a:lnTo>
                <a:lnTo>
                  <a:pt x="1463345" y="1266405"/>
                </a:lnTo>
                <a:lnTo>
                  <a:pt x="1544436" y="1237846"/>
                </a:lnTo>
                <a:lnTo>
                  <a:pt x="1625196" y="1208304"/>
                </a:lnTo>
                <a:lnTo>
                  <a:pt x="1705660" y="1177849"/>
                </a:lnTo>
                <a:lnTo>
                  <a:pt x="1785862" y="1146552"/>
                </a:lnTo>
                <a:lnTo>
                  <a:pt x="1865838" y="1114483"/>
                </a:lnTo>
                <a:lnTo>
                  <a:pt x="1945623" y="1081711"/>
                </a:lnTo>
                <a:lnTo>
                  <a:pt x="2025253" y="1048308"/>
                </a:lnTo>
                <a:lnTo>
                  <a:pt x="2104762" y="1014343"/>
                </a:lnTo>
                <a:lnTo>
                  <a:pt x="2184186" y="979887"/>
                </a:lnTo>
                <a:lnTo>
                  <a:pt x="2263559" y="945010"/>
                </a:lnTo>
                <a:lnTo>
                  <a:pt x="2342918" y="909782"/>
                </a:lnTo>
                <a:lnTo>
                  <a:pt x="2422296" y="874273"/>
                </a:lnTo>
                <a:lnTo>
                  <a:pt x="2501730" y="838553"/>
                </a:lnTo>
                <a:lnTo>
                  <a:pt x="2581254" y="802693"/>
                </a:lnTo>
                <a:lnTo>
                  <a:pt x="2660904" y="766763"/>
                </a:lnTo>
                <a:lnTo>
                  <a:pt x="2740714" y="730832"/>
                </a:lnTo>
                <a:lnTo>
                  <a:pt x="2820721" y="694972"/>
                </a:lnTo>
                <a:lnTo>
                  <a:pt x="2900958" y="659252"/>
                </a:lnTo>
                <a:lnTo>
                  <a:pt x="2981462" y="623743"/>
                </a:lnTo>
                <a:lnTo>
                  <a:pt x="3062267" y="588515"/>
                </a:lnTo>
                <a:lnTo>
                  <a:pt x="3143409" y="553638"/>
                </a:lnTo>
                <a:lnTo>
                  <a:pt x="3224922" y="519182"/>
                </a:lnTo>
                <a:lnTo>
                  <a:pt x="3306842" y="485217"/>
                </a:lnTo>
                <a:lnTo>
                  <a:pt x="3389204" y="451814"/>
                </a:lnTo>
                <a:lnTo>
                  <a:pt x="3472043" y="419042"/>
                </a:lnTo>
                <a:lnTo>
                  <a:pt x="3555395" y="386973"/>
                </a:lnTo>
                <a:lnTo>
                  <a:pt x="3639294" y="355676"/>
                </a:lnTo>
                <a:lnTo>
                  <a:pt x="3723776" y="325221"/>
                </a:lnTo>
                <a:lnTo>
                  <a:pt x="3808876" y="295679"/>
                </a:lnTo>
                <a:lnTo>
                  <a:pt x="3894628" y="267120"/>
                </a:lnTo>
                <a:lnTo>
                  <a:pt x="3981069" y="239613"/>
                </a:lnTo>
                <a:lnTo>
                  <a:pt x="4068233" y="213230"/>
                </a:lnTo>
                <a:lnTo>
                  <a:pt x="4156156" y="188040"/>
                </a:lnTo>
                <a:lnTo>
                  <a:pt x="4244872" y="164114"/>
                </a:lnTo>
                <a:lnTo>
                  <a:pt x="4334417" y="141522"/>
                </a:lnTo>
                <a:lnTo>
                  <a:pt x="4424826" y="120333"/>
                </a:lnTo>
                <a:lnTo>
                  <a:pt x="4516134" y="100619"/>
                </a:lnTo>
                <a:lnTo>
                  <a:pt x="4608376" y="82449"/>
                </a:lnTo>
                <a:lnTo>
                  <a:pt x="4701588" y="65894"/>
                </a:lnTo>
                <a:lnTo>
                  <a:pt x="4795804" y="51023"/>
                </a:lnTo>
                <a:lnTo>
                  <a:pt x="4891060" y="37908"/>
                </a:lnTo>
                <a:lnTo>
                  <a:pt x="4987391" y="26617"/>
                </a:lnTo>
                <a:lnTo>
                  <a:pt x="5084832" y="17222"/>
                </a:lnTo>
                <a:lnTo>
                  <a:pt x="5183418" y="9793"/>
                </a:lnTo>
                <a:lnTo>
                  <a:pt x="5283185" y="4399"/>
                </a:lnTo>
                <a:lnTo>
                  <a:pt x="5384167" y="1111"/>
                </a:lnTo>
                <a:lnTo>
                  <a:pt x="5486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A35D4F"/>
            </a:solidFill>
            <a:prstDash val="solid"/>
          </a:ln>
        </p:spPr>
      </p:sp>
      <p:sp>
        <p:nvSpPr>
          <p:cNvPr id="9" name="convergence-1-input-1-box">
            <a:extLst xmlns:a="http://schemas.openxmlformats.org/drawingml/2006/main">
              <a:ext uri="{FF2B5EF4-FFF2-40B4-BE49-F238E27FC236}">
                <a16:creationId xmlns:a16="http://schemas.microsoft.com/office/drawing/2014/main" id="{37E51C96-57D6-4D26-BD85-0B555957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convergence-1-input-1-title">
            <a:extLst xmlns:a="http://schemas.openxmlformats.org/drawingml/2006/main">
              <a:ext uri="{FF2B5EF4-FFF2-40B4-BE49-F238E27FC236}">
                <a16:creationId xmlns:a16="http://schemas.microsoft.com/office/drawing/2014/main" id="{67747035-C86C-463A-98B3-7B1DC6C7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现场记录</a:t>
            </a:r>
          </a:p>
        </p:txBody>
      </p:sp>
      <p:sp>
        <p:nvSpPr>
          <p:cNvPr id="11" name="convergence-1-input-1-body">
            <a:extLst xmlns:a="http://schemas.openxmlformats.org/drawingml/2006/main">
              <a:ext uri="{FF2B5EF4-FFF2-40B4-BE49-F238E27FC236}">
                <a16:creationId xmlns:a16="http://schemas.microsoft.com/office/drawing/2014/main" id="{3B6F21F3-6E70-4BC4-B8D3-B6E71A5D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故障现象与发生时间</a:t>
            </a:r>
          </a:p>
        </p:txBody>
      </p:sp>
      <p:sp>
        <p:nvSpPr>
          <p:cNvPr id="12" name="convergence-1-input-2-box">
            <a:extLst xmlns:a="http://schemas.openxmlformats.org/drawingml/2006/main">
              <a:ext uri="{FF2B5EF4-FFF2-40B4-BE49-F238E27FC236}">
                <a16:creationId xmlns:a16="http://schemas.microsoft.com/office/drawing/2014/main" id="{79AE8010-1A9F-4A1A-92AA-C624594B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43275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convergence-1-input-2-title">
            <a:extLst xmlns:a="http://schemas.openxmlformats.org/drawingml/2006/main">
              <a:ext uri="{FF2B5EF4-FFF2-40B4-BE49-F238E27FC236}">
                <a16:creationId xmlns:a16="http://schemas.microsoft.com/office/drawing/2014/main" id="{9B8DCAB7-3030-45FC-ABA1-37A35F5E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检测记录</a:t>
            </a:r>
          </a:p>
        </p:txBody>
      </p:sp>
      <p:sp>
        <p:nvSpPr>
          <p:cNvPr id="14" name="convergence-1-input-2-body">
            <a:extLst xmlns:a="http://schemas.openxmlformats.org/drawingml/2006/main">
              <a:ext uri="{FF2B5EF4-FFF2-40B4-BE49-F238E27FC236}">
                <a16:creationId xmlns:a16="http://schemas.microsoft.com/office/drawing/2014/main" id="{5A923F6A-1116-4E21-AAE6-5D1F878D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测量读数与测试条件</a:t>
            </a:r>
          </a:p>
        </p:txBody>
      </p:sp>
      <p:sp>
        <p:nvSpPr>
          <p:cNvPr id="15" name="convergence-1-input-3-box">
            <a:extLst xmlns:a="http://schemas.openxmlformats.org/drawingml/2006/main">
              <a:ext uri="{FF2B5EF4-FFF2-40B4-BE49-F238E27FC236}">
                <a16:creationId xmlns:a16="http://schemas.microsoft.com/office/drawing/2014/main" id="{E5E32EAF-A9DF-4911-A5D3-57D254A6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convergence-1-input-3-title">
            <a:extLst xmlns:a="http://schemas.openxmlformats.org/drawingml/2006/main">
              <a:ext uri="{FF2B5EF4-FFF2-40B4-BE49-F238E27FC236}">
                <a16:creationId xmlns:a16="http://schemas.microsoft.com/office/drawing/2014/main" id="{363DF4D6-4DC5-46AF-9084-916729F2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备件记录</a:t>
            </a:r>
          </a:p>
        </p:txBody>
      </p:sp>
      <p:sp>
        <p:nvSpPr>
          <p:cNvPr id="17" name="convergence-1-input-3-body">
            <a:extLst xmlns:a="http://schemas.openxmlformats.org/drawingml/2006/main">
              <a:ext uri="{FF2B5EF4-FFF2-40B4-BE49-F238E27FC236}">
                <a16:creationId xmlns:a16="http://schemas.microsoft.com/office/drawing/2014/main" id="{26E5DC80-3748-4DA0-9EBD-1BF02785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替换型号与领用数量</a:t>
            </a:r>
          </a:p>
        </p:txBody>
      </p:sp>
      <p:sp>
        <p:nvSpPr>
          <p:cNvPr id="18" name="convergence-1-result-1-box">
            <a:extLst xmlns:a="http://schemas.openxmlformats.org/drawingml/2006/main">
              <a:ext uri="{FF2B5EF4-FFF2-40B4-BE49-F238E27FC236}">
                <a16:creationId xmlns:a16="http://schemas.microsoft.com/office/drawing/2014/main" id="{00D0E0C3-2384-48EC-A7C9-F03A017D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43275"/>
            <a:ext cx="26670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9" name="convergence-1-result-1-title">
            <a:extLst xmlns:a="http://schemas.openxmlformats.org/drawingml/2006/main">
              <a:ext uri="{FF2B5EF4-FFF2-40B4-BE49-F238E27FC236}">
                <a16:creationId xmlns:a16="http://schemas.microsoft.com/office/drawing/2014/main" id="{CF782FD0-7270-4DCB-B8E5-B8F72106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维修交接单</a:t>
            </a:r>
          </a:p>
        </p:txBody>
      </p:sp>
      <p:sp>
        <p:nvSpPr>
          <p:cNvPr id="20" name="convergence-1-result-1-body">
            <a:extLst xmlns:a="http://schemas.openxmlformats.org/drawingml/2006/main">
              <a:ext uri="{FF2B5EF4-FFF2-40B4-BE49-F238E27FC236}">
                <a16:creationId xmlns:a16="http://schemas.microsoft.com/office/drawing/2014/main" id="{E28CC165-062B-4D88-A514-5163A941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004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让接班人员追溯本次处理</a:t>
            </a:r>
          </a:p>
        </p:txBody>
      </p:sp>
      <p:sp>
        <p:nvSpPr>
          <p:cNvPr id="21" name="page-1-footer">
            <a:extLst xmlns:a="http://schemas.openxmlformats.org/drawingml/2006/main">
              <a:ext uri="{FF2B5EF4-FFF2-40B4-BE49-F238E27FC236}">
                <a16:creationId xmlns:a16="http://schemas.microsoft.com/office/drawing/2014/main" id="{1BC2C0AD-3407-499B-A826-C0981A13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三路资料地位相同，独立准备后共同进入交接单。</a:t>
            </a:r>
          </a:p>
        </p:txBody>
      </p:sp>
    </p:spTree>
    <p:extLst>
      <p:ext uri="{BB962C8B-B14F-4D97-AF65-F5344CB8AC3E}">
        <p14:creationId xmlns:p14="http://schemas.microsoft.com/office/powerpoint/2010/main" val="403521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2-chapter">
            <a:extLst xmlns:a="http://schemas.openxmlformats.org/drawingml/2006/main">
              <a:ext uri="{FF2B5EF4-FFF2-40B4-BE49-F238E27FC236}">
                <a16:creationId xmlns:a16="http://schemas.microsoft.com/office/drawing/2014/main" id="{DBEFBF88-80CC-4E5D-B5AC-7F9198DC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page-2-title">
            <a:extLst xmlns:a="http://schemas.openxmlformats.org/drawingml/2006/main">
              <a:ext uri="{FF2B5EF4-FFF2-40B4-BE49-F238E27FC236}">
                <a16:creationId xmlns:a16="http://schemas.microsoft.com/office/drawing/2014/main" id="{2AD37CED-09DC-4FDB-B155-D44BF8F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信息先并行准备，再交给接班人</a:t>
            </a:r>
          </a:p>
        </p:txBody>
      </p:sp>
      <p:sp>
        <p:nvSpPr>
          <p:cNvPr id="3" name="page-2-title-rule">
            <a:extLst xmlns:a="http://schemas.openxmlformats.org/drawingml/2006/main">
              <a:ext uri="{FF2B5EF4-FFF2-40B4-BE49-F238E27FC236}">
                <a16:creationId xmlns:a16="http://schemas.microsoft.com/office/drawing/2014/main" id="{0CC35068-441F-4F17-A447-1A33B612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0" y="600075"/>
            <a:ext cx="621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2-lead">
            <a:extLst xmlns:a="http://schemas.openxmlformats.org/drawingml/2006/main">
              <a:ext uri="{FF2B5EF4-FFF2-40B4-BE49-F238E27FC236}">
                <a16:creationId xmlns:a16="http://schemas.microsoft.com/office/drawing/2014/main" id="{CE4FF52C-1D82-460F-B30D-37541E13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三路资料没有先后筛选，也没有中间归纳阶段</a:t>
            </a:r>
          </a:p>
        </p:txBody>
      </p:sp>
      <p:sp>
        <p:nvSpPr>
          <p:cNvPr id="5" name="page-2-folio">
            <a:extLst xmlns:a="http://schemas.openxmlformats.org/drawingml/2006/main">
              <a:ext uri="{FF2B5EF4-FFF2-40B4-BE49-F238E27FC236}">
                <a16:creationId xmlns:a16="http://schemas.microsoft.com/office/drawing/2014/main" id="{274B658C-6CD1-41FC-BAFB-BBDD158B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convergence-2-lane-1">
            <a:extLst xmlns:a="http://schemas.openxmlformats.org/drawingml/2006/main">
              <a:ext uri="{FF2B5EF4-FFF2-40B4-BE49-F238E27FC236}">
                <a16:creationId xmlns:a16="http://schemas.microsoft.com/office/drawing/2014/main" id="{C95422E8-F5F1-4406-B9A2-E774DB3D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33600"/>
            <a:ext cx="2952750" cy="1485900"/>
          </a:xfrm>
          <a:custGeom xmlns:a="http://schemas.openxmlformats.org/drawingml/2006/main">
            <a:pathLst>
              <a:path w="2952750" h="1485900">
                <a:moveTo>
                  <a:pt x="0" y="0"/>
                </a:moveTo>
                <a:lnTo>
                  <a:pt x="49571" y="1077"/>
                </a:lnTo>
                <a:lnTo>
                  <a:pt x="98642" y="4263"/>
                </a:lnTo>
                <a:lnTo>
                  <a:pt x="147232" y="9489"/>
                </a:lnTo>
                <a:lnTo>
                  <a:pt x="195360" y="16687"/>
                </a:lnTo>
                <a:lnTo>
                  <a:pt x="243045" y="25791"/>
                </a:lnTo>
                <a:lnTo>
                  <a:pt x="290304" y="36730"/>
                </a:lnTo>
                <a:lnTo>
                  <a:pt x="337159" y="49439"/>
                </a:lnTo>
                <a:lnTo>
                  <a:pt x="383627" y="63847"/>
                </a:lnTo>
                <a:lnTo>
                  <a:pt x="429727" y="79888"/>
                </a:lnTo>
                <a:lnTo>
                  <a:pt x="475479" y="97494"/>
                </a:lnTo>
                <a:lnTo>
                  <a:pt x="520900" y="116596"/>
                </a:lnTo>
                <a:lnTo>
                  <a:pt x="566011" y="137127"/>
                </a:lnTo>
                <a:lnTo>
                  <a:pt x="610830" y="159017"/>
                </a:lnTo>
                <a:lnTo>
                  <a:pt x="655376" y="182201"/>
                </a:lnTo>
                <a:lnTo>
                  <a:pt x="699667" y="206608"/>
                </a:lnTo>
                <a:lnTo>
                  <a:pt x="743724" y="232172"/>
                </a:lnTo>
                <a:lnTo>
                  <a:pt x="787564" y="258824"/>
                </a:lnTo>
                <a:lnTo>
                  <a:pt x="831207" y="286496"/>
                </a:lnTo>
                <a:lnTo>
                  <a:pt x="874672" y="315121"/>
                </a:lnTo>
                <a:lnTo>
                  <a:pt x="917977" y="344630"/>
                </a:lnTo>
                <a:lnTo>
                  <a:pt x="961141" y="374955"/>
                </a:lnTo>
                <a:lnTo>
                  <a:pt x="1004184" y="406029"/>
                </a:lnTo>
                <a:lnTo>
                  <a:pt x="1047124" y="437782"/>
                </a:lnTo>
                <a:lnTo>
                  <a:pt x="1089980" y="470148"/>
                </a:lnTo>
                <a:lnTo>
                  <a:pt x="1132771" y="503058"/>
                </a:lnTo>
                <a:lnTo>
                  <a:pt x="1175517" y="536444"/>
                </a:lnTo>
                <a:lnTo>
                  <a:pt x="1218235" y="570238"/>
                </a:lnTo>
                <a:lnTo>
                  <a:pt x="1260945" y="604372"/>
                </a:lnTo>
                <a:lnTo>
                  <a:pt x="1303666" y="638779"/>
                </a:lnTo>
                <a:lnTo>
                  <a:pt x="1346417" y="673389"/>
                </a:lnTo>
                <a:lnTo>
                  <a:pt x="1389217" y="708136"/>
                </a:lnTo>
                <a:lnTo>
                  <a:pt x="1432084" y="742950"/>
                </a:lnTo>
                <a:lnTo>
                  <a:pt x="1475037" y="777764"/>
                </a:lnTo>
                <a:lnTo>
                  <a:pt x="1518096" y="812511"/>
                </a:lnTo>
                <a:lnTo>
                  <a:pt x="1561280" y="847121"/>
                </a:lnTo>
                <a:lnTo>
                  <a:pt x="1604606" y="881528"/>
                </a:lnTo>
                <a:lnTo>
                  <a:pt x="1648095" y="915662"/>
                </a:lnTo>
                <a:lnTo>
                  <a:pt x="1691765" y="949456"/>
                </a:lnTo>
                <a:lnTo>
                  <a:pt x="1735635" y="982842"/>
                </a:lnTo>
                <a:lnTo>
                  <a:pt x="1779724" y="1015752"/>
                </a:lnTo>
                <a:lnTo>
                  <a:pt x="1824051" y="1048118"/>
                </a:lnTo>
                <a:lnTo>
                  <a:pt x="1868634" y="1079871"/>
                </a:lnTo>
                <a:lnTo>
                  <a:pt x="1913494" y="1110945"/>
                </a:lnTo>
                <a:lnTo>
                  <a:pt x="1958648" y="1141270"/>
                </a:lnTo>
                <a:lnTo>
                  <a:pt x="2004116" y="1170779"/>
                </a:lnTo>
                <a:lnTo>
                  <a:pt x="2049916" y="1199404"/>
                </a:lnTo>
                <a:lnTo>
                  <a:pt x="2096067" y="1227076"/>
                </a:lnTo>
                <a:lnTo>
                  <a:pt x="2142589" y="1253728"/>
                </a:lnTo>
                <a:lnTo>
                  <a:pt x="2189500" y="1279292"/>
                </a:lnTo>
                <a:lnTo>
                  <a:pt x="2236820" y="1303699"/>
                </a:lnTo>
                <a:lnTo>
                  <a:pt x="2284566" y="1326883"/>
                </a:lnTo>
                <a:lnTo>
                  <a:pt x="2332759" y="1348773"/>
                </a:lnTo>
                <a:lnTo>
                  <a:pt x="2381417" y="1369304"/>
                </a:lnTo>
                <a:lnTo>
                  <a:pt x="2430558" y="1388406"/>
                </a:lnTo>
                <a:lnTo>
                  <a:pt x="2480202" y="1406012"/>
                </a:lnTo>
                <a:lnTo>
                  <a:pt x="2530368" y="1422053"/>
                </a:lnTo>
                <a:lnTo>
                  <a:pt x="2581075" y="1436461"/>
                </a:lnTo>
                <a:lnTo>
                  <a:pt x="2632341" y="1449170"/>
                </a:lnTo>
                <a:lnTo>
                  <a:pt x="2684186" y="1460109"/>
                </a:lnTo>
                <a:lnTo>
                  <a:pt x="2736628" y="1469213"/>
                </a:lnTo>
                <a:lnTo>
                  <a:pt x="2789687" y="1476411"/>
                </a:lnTo>
                <a:lnTo>
                  <a:pt x="2843381" y="1481637"/>
                </a:lnTo>
                <a:lnTo>
                  <a:pt x="2897729" y="1484823"/>
                </a:lnTo>
                <a:lnTo>
                  <a:pt x="2952750" y="148590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DCC1BA"/>
            </a:solidFill>
            <a:prstDash val="solid"/>
          </a:ln>
        </p:spPr>
      </p:sp>
      <p:sp>
        <p:nvSpPr>
          <p:cNvPr id="7" name="convergence-2-lane-2">
            <a:extLst xmlns:a="http://schemas.openxmlformats.org/drawingml/2006/main">
              <a:ext uri="{FF2B5EF4-FFF2-40B4-BE49-F238E27FC236}">
                <a16:creationId xmlns:a16="http://schemas.microsoft.com/office/drawing/2014/main" id="{7BE79906-9156-45C1-95B0-162AD336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2952750" cy="9525"/>
          </a:xfrm>
          <a:custGeom xmlns:a="http://schemas.openxmlformats.org/drawingml/2006/main">
            <a:pathLst>
              <a:path w="2952750" h="9525">
                <a:moveTo>
                  <a:pt x="0" y="0"/>
                </a:moveTo>
                <a:lnTo>
                  <a:pt x="49571" y="0"/>
                </a:lnTo>
                <a:lnTo>
                  <a:pt x="98642" y="0"/>
                </a:lnTo>
                <a:lnTo>
                  <a:pt x="147232" y="0"/>
                </a:lnTo>
                <a:lnTo>
                  <a:pt x="195360" y="0"/>
                </a:lnTo>
                <a:lnTo>
                  <a:pt x="243045" y="0"/>
                </a:lnTo>
                <a:lnTo>
                  <a:pt x="290304" y="0"/>
                </a:lnTo>
                <a:lnTo>
                  <a:pt x="337159" y="0"/>
                </a:lnTo>
                <a:lnTo>
                  <a:pt x="383627" y="0"/>
                </a:lnTo>
                <a:lnTo>
                  <a:pt x="429727" y="0"/>
                </a:lnTo>
                <a:lnTo>
                  <a:pt x="475479" y="0"/>
                </a:lnTo>
                <a:lnTo>
                  <a:pt x="520900" y="0"/>
                </a:lnTo>
                <a:lnTo>
                  <a:pt x="566011" y="0"/>
                </a:lnTo>
                <a:lnTo>
                  <a:pt x="610830" y="0"/>
                </a:lnTo>
                <a:lnTo>
                  <a:pt x="655376" y="0"/>
                </a:lnTo>
                <a:lnTo>
                  <a:pt x="699667" y="0"/>
                </a:lnTo>
                <a:lnTo>
                  <a:pt x="743724" y="0"/>
                </a:lnTo>
                <a:lnTo>
                  <a:pt x="787564" y="0"/>
                </a:lnTo>
                <a:lnTo>
                  <a:pt x="831207" y="0"/>
                </a:lnTo>
                <a:lnTo>
                  <a:pt x="874672" y="0"/>
                </a:lnTo>
                <a:lnTo>
                  <a:pt x="917977" y="0"/>
                </a:lnTo>
                <a:lnTo>
                  <a:pt x="961141" y="0"/>
                </a:lnTo>
                <a:lnTo>
                  <a:pt x="1004184" y="0"/>
                </a:lnTo>
                <a:lnTo>
                  <a:pt x="1047124" y="0"/>
                </a:lnTo>
                <a:lnTo>
                  <a:pt x="1089980" y="0"/>
                </a:lnTo>
                <a:lnTo>
                  <a:pt x="1132771" y="0"/>
                </a:lnTo>
                <a:lnTo>
                  <a:pt x="1175517" y="0"/>
                </a:lnTo>
                <a:lnTo>
                  <a:pt x="1218235" y="0"/>
                </a:lnTo>
                <a:lnTo>
                  <a:pt x="1260945" y="0"/>
                </a:lnTo>
                <a:lnTo>
                  <a:pt x="1303666" y="0"/>
                </a:lnTo>
                <a:lnTo>
                  <a:pt x="1346417" y="0"/>
                </a:lnTo>
                <a:lnTo>
                  <a:pt x="1389217" y="0"/>
                </a:lnTo>
                <a:lnTo>
                  <a:pt x="1432084" y="0"/>
                </a:lnTo>
                <a:lnTo>
                  <a:pt x="1475037" y="0"/>
                </a:lnTo>
                <a:lnTo>
                  <a:pt x="1518096" y="0"/>
                </a:lnTo>
                <a:lnTo>
                  <a:pt x="1561280" y="0"/>
                </a:lnTo>
                <a:lnTo>
                  <a:pt x="1604606" y="0"/>
                </a:lnTo>
                <a:lnTo>
                  <a:pt x="1648095" y="0"/>
                </a:lnTo>
                <a:lnTo>
                  <a:pt x="1691765" y="0"/>
                </a:lnTo>
                <a:lnTo>
                  <a:pt x="1735635" y="0"/>
                </a:lnTo>
                <a:lnTo>
                  <a:pt x="1779724" y="0"/>
                </a:lnTo>
                <a:lnTo>
                  <a:pt x="1824051" y="0"/>
                </a:lnTo>
                <a:lnTo>
                  <a:pt x="1868634" y="0"/>
                </a:lnTo>
                <a:lnTo>
                  <a:pt x="1913494" y="0"/>
                </a:lnTo>
                <a:lnTo>
                  <a:pt x="1958648" y="0"/>
                </a:lnTo>
                <a:lnTo>
                  <a:pt x="2004116" y="0"/>
                </a:lnTo>
                <a:lnTo>
                  <a:pt x="2049916" y="0"/>
                </a:lnTo>
                <a:lnTo>
                  <a:pt x="2096067" y="0"/>
                </a:lnTo>
                <a:lnTo>
                  <a:pt x="2142589" y="0"/>
                </a:lnTo>
                <a:lnTo>
                  <a:pt x="2189500" y="0"/>
                </a:lnTo>
                <a:lnTo>
                  <a:pt x="2236820" y="0"/>
                </a:lnTo>
                <a:lnTo>
                  <a:pt x="2284566" y="0"/>
                </a:lnTo>
                <a:lnTo>
                  <a:pt x="2332759" y="0"/>
                </a:lnTo>
                <a:lnTo>
                  <a:pt x="2381417" y="0"/>
                </a:lnTo>
                <a:lnTo>
                  <a:pt x="2430558" y="0"/>
                </a:lnTo>
                <a:lnTo>
                  <a:pt x="2480202" y="0"/>
                </a:lnTo>
                <a:lnTo>
                  <a:pt x="2530368" y="0"/>
                </a:lnTo>
                <a:lnTo>
                  <a:pt x="2581075" y="0"/>
                </a:lnTo>
                <a:lnTo>
                  <a:pt x="2632341" y="0"/>
                </a:lnTo>
                <a:lnTo>
                  <a:pt x="2684186" y="0"/>
                </a:lnTo>
                <a:lnTo>
                  <a:pt x="2736628" y="0"/>
                </a:lnTo>
                <a:lnTo>
                  <a:pt x="2789687" y="0"/>
                </a:lnTo>
                <a:lnTo>
                  <a:pt x="2843381" y="0"/>
                </a:lnTo>
                <a:lnTo>
                  <a:pt x="2897729" y="0"/>
                </a:lnTo>
                <a:lnTo>
                  <a:pt x="2952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2948B"/>
            </a:solidFill>
            <a:prstDash val="solid"/>
          </a:ln>
        </p:spPr>
      </p:sp>
      <p:sp>
        <p:nvSpPr>
          <p:cNvPr id="8" name="convergence-2-lane-3">
            <a:extLst xmlns:a="http://schemas.openxmlformats.org/drawingml/2006/main">
              <a:ext uri="{FF2B5EF4-FFF2-40B4-BE49-F238E27FC236}">
                <a16:creationId xmlns:a16="http://schemas.microsoft.com/office/drawing/2014/main" id="{F7130BA3-BE94-4AE6-91E0-0715610D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19500"/>
            <a:ext cx="2952750" cy="1485900"/>
          </a:xfrm>
          <a:custGeom xmlns:a="http://schemas.openxmlformats.org/drawingml/2006/main">
            <a:pathLst>
              <a:path w="2952750" h="1485900">
                <a:moveTo>
                  <a:pt x="0" y="1485900"/>
                </a:moveTo>
                <a:lnTo>
                  <a:pt x="49571" y="1484823"/>
                </a:lnTo>
                <a:lnTo>
                  <a:pt x="98642" y="1481637"/>
                </a:lnTo>
                <a:lnTo>
                  <a:pt x="147232" y="1476411"/>
                </a:lnTo>
                <a:lnTo>
                  <a:pt x="195360" y="1469213"/>
                </a:lnTo>
                <a:lnTo>
                  <a:pt x="243045" y="1460109"/>
                </a:lnTo>
                <a:lnTo>
                  <a:pt x="290304" y="1449170"/>
                </a:lnTo>
                <a:lnTo>
                  <a:pt x="337159" y="1436461"/>
                </a:lnTo>
                <a:lnTo>
                  <a:pt x="383627" y="1422053"/>
                </a:lnTo>
                <a:lnTo>
                  <a:pt x="429727" y="1406012"/>
                </a:lnTo>
                <a:lnTo>
                  <a:pt x="475479" y="1388406"/>
                </a:lnTo>
                <a:lnTo>
                  <a:pt x="520900" y="1369304"/>
                </a:lnTo>
                <a:lnTo>
                  <a:pt x="566011" y="1348773"/>
                </a:lnTo>
                <a:lnTo>
                  <a:pt x="610830" y="1326883"/>
                </a:lnTo>
                <a:lnTo>
                  <a:pt x="655376" y="1303699"/>
                </a:lnTo>
                <a:lnTo>
                  <a:pt x="699667" y="1279292"/>
                </a:lnTo>
                <a:lnTo>
                  <a:pt x="743724" y="1253728"/>
                </a:lnTo>
                <a:lnTo>
                  <a:pt x="787564" y="1227076"/>
                </a:lnTo>
                <a:lnTo>
                  <a:pt x="831207" y="1199404"/>
                </a:lnTo>
                <a:lnTo>
                  <a:pt x="874672" y="1170779"/>
                </a:lnTo>
                <a:lnTo>
                  <a:pt x="917977" y="1141270"/>
                </a:lnTo>
                <a:lnTo>
                  <a:pt x="961141" y="1110945"/>
                </a:lnTo>
                <a:lnTo>
                  <a:pt x="1004184" y="1079871"/>
                </a:lnTo>
                <a:lnTo>
                  <a:pt x="1047124" y="1048118"/>
                </a:lnTo>
                <a:lnTo>
                  <a:pt x="1089980" y="1015752"/>
                </a:lnTo>
                <a:lnTo>
                  <a:pt x="1132771" y="982842"/>
                </a:lnTo>
                <a:lnTo>
                  <a:pt x="1175517" y="949456"/>
                </a:lnTo>
                <a:lnTo>
                  <a:pt x="1218235" y="915662"/>
                </a:lnTo>
                <a:lnTo>
                  <a:pt x="1260945" y="881528"/>
                </a:lnTo>
                <a:lnTo>
                  <a:pt x="1303666" y="847121"/>
                </a:lnTo>
                <a:lnTo>
                  <a:pt x="1346417" y="812511"/>
                </a:lnTo>
                <a:lnTo>
                  <a:pt x="1389217" y="777764"/>
                </a:lnTo>
                <a:lnTo>
                  <a:pt x="1432084" y="742950"/>
                </a:lnTo>
                <a:lnTo>
                  <a:pt x="1475037" y="708136"/>
                </a:lnTo>
                <a:lnTo>
                  <a:pt x="1518096" y="673389"/>
                </a:lnTo>
                <a:lnTo>
                  <a:pt x="1561280" y="638779"/>
                </a:lnTo>
                <a:lnTo>
                  <a:pt x="1604606" y="604372"/>
                </a:lnTo>
                <a:lnTo>
                  <a:pt x="1648095" y="570238"/>
                </a:lnTo>
                <a:lnTo>
                  <a:pt x="1691765" y="536444"/>
                </a:lnTo>
                <a:lnTo>
                  <a:pt x="1735635" y="503058"/>
                </a:lnTo>
                <a:lnTo>
                  <a:pt x="1779724" y="470148"/>
                </a:lnTo>
                <a:lnTo>
                  <a:pt x="1824051" y="437782"/>
                </a:lnTo>
                <a:lnTo>
                  <a:pt x="1868634" y="406029"/>
                </a:lnTo>
                <a:lnTo>
                  <a:pt x="1913494" y="374955"/>
                </a:lnTo>
                <a:lnTo>
                  <a:pt x="1958648" y="344630"/>
                </a:lnTo>
                <a:lnTo>
                  <a:pt x="2004116" y="315121"/>
                </a:lnTo>
                <a:lnTo>
                  <a:pt x="2049916" y="286496"/>
                </a:lnTo>
                <a:lnTo>
                  <a:pt x="2096067" y="258824"/>
                </a:lnTo>
                <a:lnTo>
                  <a:pt x="2142589" y="232172"/>
                </a:lnTo>
                <a:lnTo>
                  <a:pt x="2189500" y="206608"/>
                </a:lnTo>
                <a:lnTo>
                  <a:pt x="2236820" y="182201"/>
                </a:lnTo>
                <a:lnTo>
                  <a:pt x="2284566" y="159017"/>
                </a:lnTo>
                <a:lnTo>
                  <a:pt x="2332759" y="137127"/>
                </a:lnTo>
                <a:lnTo>
                  <a:pt x="2381417" y="116596"/>
                </a:lnTo>
                <a:lnTo>
                  <a:pt x="2430558" y="97494"/>
                </a:lnTo>
                <a:lnTo>
                  <a:pt x="2480202" y="79888"/>
                </a:lnTo>
                <a:lnTo>
                  <a:pt x="2530368" y="63847"/>
                </a:lnTo>
                <a:lnTo>
                  <a:pt x="2581075" y="49439"/>
                </a:lnTo>
                <a:lnTo>
                  <a:pt x="2632341" y="36730"/>
                </a:lnTo>
                <a:lnTo>
                  <a:pt x="2684186" y="25791"/>
                </a:lnTo>
                <a:lnTo>
                  <a:pt x="2736628" y="16687"/>
                </a:lnTo>
                <a:lnTo>
                  <a:pt x="2789687" y="9489"/>
                </a:lnTo>
                <a:lnTo>
                  <a:pt x="2843381" y="4263"/>
                </a:lnTo>
                <a:lnTo>
                  <a:pt x="2897729" y="1077"/>
                </a:lnTo>
                <a:lnTo>
                  <a:pt x="2952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A35D4F"/>
            </a:solidFill>
            <a:prstDash val="solid"/>
          </a:ln>
        </p:spPr>
      </p:sp>
      <p:sp>
        <p:nvSpPr>
          <p:cNvPr id="9" name="convergence-2-input-1-box">
            <a:extLst xmlns:a="http://schemas.openxmlformats.org/drawingml/2006/main">
              <a:ext uri="{FF2B5EF4-FFF2-40B4-BE49-F238E27FC236}">
                <a16:creationId xmlns:a16="http://schemas.microsoft.com/office/drawing/2014/main" id="{175D323F-50FE-4D9B-8D30-A139F1E8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2000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convergence-2-input-1-title">
            <a:extLst xmlns:a="http://schemas.openxmlformats.org/drawingml/2006/main">
              <a:ext uri="{FF2B5EF4-FFF2-40B4-BE49-F238E27FC236}">
                <a16:creationId xmlns:a16="http://schemas.microsoft.com/office/drawing/2014/main" id="{D4B5D048-8BB8-4519-A758-07AD296D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478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现场记录</a:t>
            </a:r>
          </a:p>
        </p:txBody>
      </p:sp>
      <p:sp>
        <p:nvSpPr>
          <p:cNvPr id="11" name="convergence-2-input-1-body">
            <a:extLst xmlns:a="http://schemas.openxmlformats.org/drawingml/2006/main">
              <a:ext uri="{FF2B5EF4-FFF2-40B4-BE49-F238E27FC236}">
                <a16:creationId xmlns:a16="http://schemas.microsoft.com/office/drawing/2014/main" id="{FFB27483-2875-40E8-B575-AD52E0EE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故障现象、发生时间</a:t>
            </a:r>
          </a:p>
        </p:txBody>
      </p:sp>
      <p:sp>
        <p:nvSpPr>
          <p:cNvPr id="12" name="convergence-2-input-2-box">
            <a:extLst xmlns:a="http://schemas.openxmlformats.org/drawingml/2006/main">
              <a:ext uri="{FF2B5EF4-FFF2-40B4-BE49-F238E27FC236}">
                <a16:creationId xmlns:a16="http://schemas.microsoft.com/office/drawing/2014/main" id="{99750D29-A649-4809-AF04-D8F3B80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2000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convergence-2-input-2-title">
            <a:extLst xmlns:a="http://schemas.openxmlformats.org/drawingml/2006/main">
              <a:ext uri="{FF2B5EF4-FFF2-40B4-BE49-F238E27FC236}">
                <a16:creationId xmlns:a16="http://schemas.microsoft.com/office/drawing/2014/main" id="{1E52F115-07D8-4BF5-B972-790FC308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检测记录</a:t>
            </a:r>
          </a:p>
        </p:txBody>
      </p:sp>
      <p:sp>
        <p:nvSpPr>
          <p:cNvPr id="14" name="convergence-2-input-2-body">
            <a:extLst xmlns:a="http://schemas.openxmlformats.org/drawingml/2006/main">
              <a:ext uri="{FF2B5EF4-FFF2-40B4-BE49-F238E27FC236}">
                <a16:creationId xmlns:a16="http://schemas.microsoft.com/office/drawing/2014/main" id="{A83988EB-7F42-4E90-8B4F-18EEE79A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读数、测试条件</a:t>
            </a:r>
          </a:p>
        </p:txBody>
      </p:sp>
      <p:sp>
        <p:nvSpPr>
          <p:cNvPr id="15" name="convergence-2-input-3-box">
            <a:extLst xmlns:a="http://schemas.openxmlformats.org/drawingml/2006/main">
              <a:ext uri="{FF2B5EF4-FFF2-40B4-BE49-F238E27FC236}">
                <a16:creationId xmlns:a16="http://schemas.microsoft.com/office/drawing/2014/main" id="{620A44C8-770D-4B11-9D14-A3D0713F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2000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convergence-2-input-3-title">
            <a:extLst xmlns:a="http://schemas.openxmlformats.org/drawingml/2006/main">
              <a:ext uri="{FF2B5EF4-FFF2-40B4-BE49-F238E27FC236}">
                <a16:creationId xmlns:a16="http://schemas.microsoft.com/office/drawing/2014/main" id="{30DFB0A5-7A81-4B26-A131-CE1AB31F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备件记录</a:t>
            </a:r>
          </a:p>
        </p:txBody>
      </p:sp>
      <p:sp>
        <p:nvSpPr>
          <p:cNvPr id="17" name="convergence-2-input-3-body">
            <a:extLst xmlns:a="http://schemas.openxmlformats.org/drawingml/2006/main">
              <a:ext uri="{FF2B5EF4-FFF2-40B4-BE49-F238E27FC236}">
                <a16:creationId xmlns:a16="http://schemas.microsoft.com/office/drawing/2014/main" id="{DEC066C2-5E30-460D-B244-4A211F55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型号、领用数量</a:t>
            </a:r>
          </a:p>
        </p:txBody>
      </p:sp>
      <p:sp>
        <p:nvSpPr>
          <p:cNvPr id="18" name="convergence-2-result-1-box">
            <a:extLst xmlns:a="http://schemas.openxmlformats.org/drawingml/2006/main">
              <a:ext uri="{FF2B5EF4-FFF2-40B4-BE49-F238E27FC236}">
                <a16:creationId xmlns:a16="http://schemas.microsoft.com/office/drawing/2014/main" id="{C75A4AD2-BA56-4E89-A5F8-73F31CD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200400"/>
            <a:ext cx="1714500" cy="838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9" name="convergence-2-result-1-title">
            <a:extLst xmlns:a="http://schemas.openxmlformats.org/drawingml/2006/main">
              <a:ext uri="{FF2B5EF4-FFF2-40B4-BE49-F238E27FC236}">
                <a16:creationId xmlns:a16="http://schemas.microsoft.com/office/drawing/2014/main" id="{B8189B52-5058-4E56-A74F-79436FB9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维修交接单</a:t>
            </a:r>
          </a:p>
        </p:txBody>
      </p:sp>
      <p:sp>
        <p:nvSpPr>
          <p:cNvPr id="20" name="convergence-2-result-1-body">
            <a:extLst xmlns:a="http://schemas.openxmlformats.org/drawingml/2006/main">
              <a:ext uri="{FF2B5EF4-FFF2-40B4-BE49-F238E27FC236}">
                <a16:creationId xmlns:a16="http://schemas.microsoft.com/office/drawing/2014/main" id="{FBB82A57-2B30-4C78-BDD9-04B1CE03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576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交接双方共同确认</a:t>
            </a:r>
          </a:p>
        </p:txBody>
      </p:sp>
      <p:sp>
        <p:nvSpPr>
          <p:cNvPr id="21" name="page-2-column-divider">
            <a:extLst xmlns:a="http://schemas.openxmlformats.org/drawingml/2006/main">
              <a:ext uri="{FF2B5EF4-FFF2-40B4-BE49-F238E27FC236}">
                <a16:creationId xmlns:a16="http://schemas.microsoft.com/office/drawing/2014/main" id="{CEA8B082-177F-4509-B3D7-8C4AF9D4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1428750"/>
            <a:ext cx="0" cy="453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page-2-notes-title">
            <a:extLst xmlns:a="http://schemas.openxmlformats.org/drawingml/2006/main">
              <a:ext uri="{FF2B5EF4-FFF2-40B4-BE49-F238E27FC236}">
                <a16:creationId xmlns:a16="http://schemas.microsoft.com/office/drawing/2014/main" id="{8156CD0F-6F92-4F73-BC65-9CDEAECB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交接使用边界</a:t>
            </a:r>
          </a:p>
        </p:txBody>
      </p:sp>
      <p:sp>
        <p:nvSpPr>
          <p:cNvPr id="23" name="page-2-notes-intro">
            <a:extLst xmlns:a="http://schemas.openxmlformats.org/drawingml/2006/main">
              <a:ext uri="{FF2B5EF4-FFF2-40B4-BE49-F238E27FC236}">
                <a16:creationId xmlns:a16="http://schemas.microsoft.com/office/drawing/2014/main" id="{DFAC6867-D17C-4747-9AD6-F7C6D03F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共同结果进入交接环节前，仍需保留确认动作与事实边界。</a:t>
            </a:r>
          </a:p>
        </p:txBody>
      </p:sp>
      <p:sp>
        <p:nvSpPr>
          <p:cNvPr id="24" name="page-2-notes-rule">
            <a:extLst xmlns:a="http://schemas.openxmlformats.org/drawingml/2006/main">
              <a:ext uri="{FF2B5EF4-FFF2-40B4-BE49-F238E27FC236}">
                <a16:creationId xmlns:a16="http://schemas.microsoft.com/office/drawing/2014/main" id="{95BD6152-302E-4862-BCAC-32DAAAE2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2638425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page-2-note-1-index">
            <a:extLst xmlns:a="http://schemas.openxmlformats.org/drawingml/2006/main">
              <a:ext uri="{FF2B5EF4-FFF2-40B4-BE49-F238E27FC236}">
                <a16:creationId xmlns:a16="http://schemas.microsoft.com/office/drawing/2014/main" id="{F1AC8400-6BA5-4404-BB54-124034DB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6" name="page-2-note-1-title">
            <a:extLst xmlns:a="http://schemas.openxmlformats.org/drawingml/2006/main">
              <a:ext uri="{FF2B5EF4-FFF2-40B4-BE49-F238E27FC236}">
                <a16:creationId xmlns:a16="http://schemas.microsoft.com/office/drawing/2014/main" id="{DF02C210-8E6F-4F79-B61E-1E8FE1A3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交接确认</a:t>
            </a:r>
          </a:p>
        </p:txBody>
      </p:sp>
      <p:sp>
        <p:nvSpPr>
          <p:cNvPr id="27" name="page-2-note-1-body">
            <a:extLst xmlns:a="http://schemas.openxmlformats.org/drawingml/2006/main">
              <a:ext uri="{FF2B5EF4-FFF2-40B4-BE49-F238E27FC236}">
                <a16:creationId xmlns:a16="http://schemas.microsoft.com/office/drawing/2014/main" id="{AF80101E-D096-4E94-878E-2C7131F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337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交接单仍需由交接双方确认。</a:t>
            </a:r>
          </a:p>
        </p:txBody>
      </p:sp>
      <p:sp>
        <p:nvSpPr>
          <p:cNvPr id="28" name="page-2-note-1-rule">
            <a:extLst xmlns:a="http://schemas.openxmlformats.org/drawingml/2006/main">
              <a:ext uri="{FF2B5EF4-FFF2-40B4-BE49-F238E27FC236}">
                <a16:creationId xmlns:a16="http://schemas.microsoft.com/office/drawing/2014/main" id="{4997872A-E1FB-4425-B813-FF70A078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36766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page-2-note-2-index">
            <a:extLst xmlns:a="http://schemas.openxmlformats.org/drawingml/2006/main">
              <a:ext uri="{FF2B5EF4-FFF2-40B4-BE49-F238E27FC236}">
                <a16:creationId xmlns:a16="http://schemas.microsoft.com/office/drawing/2014/main" id="{93029E54-E9B0-4974-B897-0F2B34D4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0" name="page-2-note-2-title">
            <a:extLst xmlns:a="http://schemas.openxmlformats.org/drawingml/2006/main">
              <a:ext uri="{FF2B5EF4-FFF2-40B4-BE49-F238E27FC236}">
                <a16:creationId xmlns:a16="http://schemas.microsoft.com/office/drawing/2014/main" id="{4D973D86-94AD-4F19-8F71-F3F4EC03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1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缺失待补</a:t>
            </a:r>
          </a:p>
        </p:txBody>
      </p:sp>
      <p:sp>
        <p:nvSpPr>
          <p:cNvPr id="31" name="page-2-note-2-body">
            <a:extLst xmlns:a="http://schemas.openxmlformats.org/drawingml/2006/main">
              <a:ext uri="{FF2B5EF4-FFF2-40B4-BE49-F238E27FC236}">
                <a16:creationId xmlns:a16="http://schemas.microsoft.com/office/drawing/2014/main" id="{A0367432-38C3-4E15-B4A5-4F8D6F4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243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材料缺失时，标注“待补”。</a:t>
            </a:r>
          </a:p>
        </p:txBody>
      </p:sp>
      <p:sp>
        <p:nvSpPr>
          <p:cNvPr id="32" name="page-2-note-2-rule">
            <a:extLst xmlns:a="http://schemas.openxmlformats.org/drawingml/2006/main">
              <a:ext uri="{FF2B5EF4-FFF2-40B4-BE49-F238E27FC236}">
                <a16:creationId xmlns:a16="http://schemas.microsoft.com/office/drawing/2014/main" id="{5B1F8A58-35A3-4886-BE99-1C18FDE7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46672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3" name="page-2-note-3-index">
            <a:extLst xmlns:a="http://schemas.openxmlformats.org/drawingml/2006/main">
              <a:ext uri="{FF2B5EF4-FFF2-40B4-BE49-F238E27FC236}">
                <a16:creationId xmlns:a16="http://schemas.microsoft.com/office/drawing/2014/main" id="{1229E578-2E06-4058-AC0D-B27D3951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96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4" name="page-2-note-3-title">
            <a:extLst xmlns:a="http://schemas.openxmlformats.org/drawingml/2006/main">
              <a:ext uri="{FF2B5EF4-FFF2-40B4-BE49-F238E27FC236}">
                <a16:creationId xmlns:a16="http://schemas.microsoft.com/office/drawing/2014/main" id="{B9700367-0F4A-4752-B0AD-2B6DC1EF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00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事实边界</a:t>
            </a:r>
          </a:p>
        </p:txBody>
      </p:sp>
      <p:sp>
        <p:nvSpPr>
          <p:cNvPr id="35" name="page-2-note-3-body">
            <a:extLst xmlns:a="http://schemas.openxmlformats.org/drawingml/2006/main">
              <a:ext uri="{FF2B5EF4-FFF2-40B4-BE49-F238E27FC236}">
                <a16:creationId xmlns:a16="http://schemas.microsoft.com/office/drawing/2014/main" id="{288123EB-530F-40E7-AD6A-DBB97E95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149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待补内容不能当作已核实事实。</a:t>
            </a:r>
          </a:p>
        </p:txBody>
      </p:sp>
    </p:spTree>
    <p:extLst>
      <p:ext uri="{BB962C8B-B14F-4D97-AF65-F5344CB8AC3E}">
        <p14:creationId xmlns:p14="http://schemas.microsoft.com/office/powerpoint/2010/main" val="565372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ge-3-chapter">
            <a:extLst xmlns:a="http://schemas.openxmlformats.org/drawingml/2006/main">
              <a:ext uri="{FF2B5EF4-FFF2-40B4-BE49-F238E27FC236}">
                <a16:creationId xmlns:a16="http://schemas.microsoft.com/office/drawing/2014/main" id="{D836798B-A062-4F05-A39C-159F8D88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page-3-title">
            <a:extLst xmlns:a="http://schemas.openxmlformats.org/drawingml/2006/main">
              <a:ext uri="{FF2B5EF4-FFF2-40B4-BE49-F238E27FC236}">
                <a16:creationId xmlns:a16="http://schemas.microsoft.com/office/drawing/2014/main" id="{B2C11534-95C9-4E89-B77C-99E9A6C6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长文字也要保留在同一份交接单里</a:t>
            </a:r>
          </a:p>
        </p:txBody>
      </p:sp>
      <p:sp>
        <p:nvSpPr>
          <p:cNvPr id="3" name="page-3-title-rule">
            <a:extLst xmlns:a="http://schemas.openxmlformats.org/drawingml/2006/main">
              <a:ext uri="{FF2B5EF4-FFF2-40B4-BE49-F238E27FC236}">
                <a16:creationId xmlns:a16="http://schemas.microsoft.com/office/drawing/2014/main" id="{AB806192-E1B5-4B88-94D9-CA0B17AF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0" y="600075"/>
            <a:ext cx="6210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3-lead">
            <a:extLst xmlns:a="http://schemas.openxmlformats.org/drawingml/2006/main">
              <a:ext uri="{FF2B5EF4-FFF2-40B4-BE49-F238E27FC236}">
                <a16:creationId xmlns:a16="http://schemas.microsoft.com/office/drawing/2014/main" id="{A6EBED89-1AAA-4330-8821-AFCD1DBC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信息更完整时，结构仍保留三路并行与唯一结果</a:t>
            </a:r>
          </a:p>
        </p:txBody>
      </p:sp>
      <p:sp>
        <p:nvSpPr>
          <p:cNvPr id="5" name="page-3-folio">
            <a:extLst xmlns:a="http://schemas.openxmlformats.org/drawingml/2006/main">
              <a:ext uri="{FF2B5EF4-FFF2-40B4-BE49-F238E27FC236}">
                <a16:creationId xmlns:a16="http://schemas.microsoft.com/office/drawing/2014/main" id="{15F7FB9A-85D0-4CF2-8BB9-13849DF1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convergence-3-lane-1">
            <a:extLst xmlns:a="http://schemas.openxmlformats.org/drawingml/2006/main">
              <a:ext uri="{FF2B5EF4-FFF2-40B4-BE49-F238E27FC236}">
                <a16:creationId xmlns:a16="http://schemas.microsoft.com/office/drawing/2014/main" id="{9A17209C-4076-42B1-9D60-3AC37E74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3048000" cy="1657350"/>
          </a:xfrm>
          <a:custGeom xmlns:a="http://schemas.openxmlformats.org/drawingml/2006/main">
            <a:pathLst>
              <a:path w="3048000" h="1657350">
                <a:moveTo>
                  <a:pt x="0" y="0"/>
                </a:moveTo>
                <a:lnTo>
                  <a:pt x="51170" y="1201"/>
                </a:lnTo>
                <a:lnTo>
                  <a:pt x="101824" y="4754"/>
                </a:lnTo>
                <a:lnTo>
                  <a:pt x="151982" y="10584"/>
                </a:lnTo>
                <a:lnTo>
                  <a:pt x="201662" y="18613"/>
                </a:lnTo>
                <a:lnTo>
                  <a:pt x="250885" y="28766"/>
                </a:lnTo>
                <a:lnTo>
                  <a:pt x="299669" y="40968"/>
                </a:lnTo>
                <a:lnTo>
                  <a:pt x="348035" y="55143"/>
                </a:lnTo>
                <a:lnTo>
                  <a:pt x="396002" y="71214"/>
                </a:lnTo>
                <a:lnTo>
                  <a:pt x="443589" y="89106"/>
                </a:lnTo>
                <a:lnTo>
                  <a:pt x="490817" y="108743"/>
                </a:lnTo>
                <a:lnTo>
                  <a:pt x="537703" y="130049"/>
                </a:lnTo>
                <a:lnTo>
                  <a:pt x="584269" y="152949"/>
                </a:lnTo>
                <a:lnTo>
                  <a:pt x="630534" y="177365"/>
                </a:lnTo>
                <a:lnTo>
                  <a:pt x="676517" y="203224"/>
                </a:lnTo>
                <a:lnTo>
                  <a:pt x="722237" y="230447"/>
                </a:lnTo>
                <a:lnTo>
                  <a:pt x="767715" y="258961"/>
                </a:lnTo>
                <a:lnTo>
                  <a:pt x="812969" y="288688"/>
                </a:lnTo>
                <a:lnTo>
                  <a:pt x="858020" y="319554"/>
                </a:lnTo>
                <a:lnTo>
                  <a:pt x="902887" y="351481"/>
                </a:lnTo>
                <a:lnTo>
                  <a:pt x="947589" y="384395"/>
                </a:lnTo>
                <a:lnTo>
                  <a:pt x="992145" y="418219"/>
                </a:lnTo>
                <a:lnTo>
                  <a:pt x="1036577" y="452878"/>
                </a:lnTo>
                <a:lnTo>
                  <a:pt x="1080902" y="488296"/>
                </a:lnTo>
                <a:lnTo>
                  <a:pt x="1125141" y="524396"/>
                </a:lnTo>
                <a:lnTo>
                  <a:pt x="1169312" y="561103"/>
                </a:lnTo>
                <a:lnTo>
                  <a:pt x="1213437" y="598341"/>
                </a:lnTo>
                <a:lnTo>
                  <a:pt x="1257533" y="636035"/>
                </a:lnTo>
                <a:lnTo>
                  <a:pt x="1301621" y="674108"/>
                </a:lnTo>
                <a:lnTo>
                  <a:pt x="1345720" y="712484"/>
                </a:lnTo>
                <a:lnTo>
                  <a:pt x="1389850" y="751088"/>
                </a:lnTo>
                <a:lnTo>
                  <a:pt x="1434030" y="789844"/>
                </a:lnTo>
                <a:lnTo>
                  <a:pt x="1478280" y="828675"/>
                </a:lnTo>
                <a:lnTo>
                  <a:pt x="1522619" y="867506"/>
                </a:lnTo>
                <a:lnTo>
                  <a:pt x="1567067" y="906262"/>
                </a:lnTo>
                <a:lnTo>
                  <a:pt x="1611643" y="944866"/>
                </a:lnTo>
                <a:lnTo>
                  <a:pt x="1656368" y="983242"/>
                </a:lnTo>
                <a:lnTo>
                  <a:pt x="1701259" y="1021315"/>
                </a:lnTo>
                <a:lnTo>
                  <a:pt x="1746338" y="1059009"/>
                </a:lnTo>
                <a:lnTo>
                  <a:pt x="1791623" y="1096247"/>
                </a:lnTo>
                <a:lnTo>
                  <a:pt x="1837134" y="1132954"/>
                </a:lnTo>
                <a:lnTo>
                  <a:pt x="1882891" y="1169054"/>
                </a:lnTo>
                <a:lnTo>
                  <a:pt x="1928913" y="1204472"/>
                </a:lnTo>
                <a:lnTo>
                  <a:pt x="1975219" y="1239131"/>
                </a:lnTo>
                <a:lnTo>
                  <a:pt x="2021830" y="1272955"/>
                </a:lnTo>
                <a:lnTo>
                  <a:pt x="2068764" y="1305869"/>
                </a:lnTo>
                <a:lnTo>
                  <a:pt x="2116042" y="1337796"/>
                </a:lnTo>
                <a:lnTo>
                  <a:pt x="2163682" y="1368662"/>
                </a:lnTo>
                <a:lnTo>
                  <a:pt x="2211705" y="1398389"/>
                </a:lnTo>
                <a:lnTo>
                  <a:pt x="2260129" y="1426903"/>
                </a:lnTo>
                <a:lnTo>
                  <a:pt x="2308975" y="1454126"/>
                </a:lnTo>
                <a:lnTo>
                  <a:pt x="2358262" y="1479985"/>
                </a:lnTo>
                <a:lnTo>
                  <a:pt x="2408009" y="1504401"/>
                </a:lnTo>
                <a:lnTo>
                  <a:pt x="2458236" y="1527301"/>
                </a:lnTo>
                <a:lnTo>
                  <a:pt x="2508963" y="1548607"/>
                </a:lnTo>
                <a:lnTo>
                  <a:pt x="2560209" y="1568244"/>
                </a:lnTo>
                <a:lnTo>
                  <a:pt x="2611993" y="1586136"/>
                </a:lnTo>
                <a:lnTo>
                  <a:pt x="2664336" y="1602207"/>
                </a:lnTo>
                <a:lnTo>
                  <a:pt x="2717256" y="1616382"/>
                </a:lnTo>
                <a:lnTo>
                  <a:pt x="2770773" y="1628584"/>
                </a:lnTo>
                <a:lnTo>
                  <a:pt x="2824907" y="1638737"/>
                </a:lnTo>
                <a:lnTo>
                  <a:pt x="2879677" y="1646766"/>
                </a:lnTo>
                <a:lnTo>
                  <a:pt x="2935103" y="1652596"/>
                </a:lnTo>
                <a:lnTo>
                  <a:pt x="2991204" y="1656149"/>
                </a:lnTo>
                <a:lnTo>
                  <a:pt x="3048000" y="165735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DCC1BA"/>
            </a:solidFill>
            <a:prstDash val="solid"/>
          </a:ln>
        </p:spPr>
      </p:sp>
      <p:sp>
        <p:nvSpPr>
          <p:cNvPr id="7" name="convergence-3-lane-2">
            <a:extLst xmlns:a="http://schemas.openxmlformats.org/drawingml/2006/main">
              <a:ext uri="{FF2B5EF4-FFF2-40B4-BE49-F238E27FC236}">
                <a16:creationId xmlns:a16="http://schemas.microsoft.com/office/drawing/2014/main" id="{40CB0144-A0BA-451D-AF27-39BD20E0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90950"/>
            <a:ext cx="3048000" cy="9525"/>
          </a:xfrm>
          <a:custGeom xmlns:a="http://schemas.openxmlformats.org/drawingml/2006/main">
            <a:pathLst>
              <a:path w="3048000" h="9525">
                <a:moveTo>
                  <a:pt x="0" y="0"/>
                </a:moveTo>
                <a:lnTo>
                  <a:pt x="51170" y="0"/>
                </a:lnTo>
                <a:lnTo>
                  <a:pt x="101824" y="0"/>
                </a:lnTo>
                <a:lnTo>
                  <a:pt x="151982" y="0"/>
                </a:lnTo>
                <a:lnTo>
                  <a:pt x="201662" y="0"/>
                </a:lnTo>
                <a:lnTo>
                  <a:pt x="250885" y="0"/>
                </a:lnTo>
                <a:lnTo>
                  <a:pt x="299669" y="0"/>
                </a:lnTo>
                <a:lnTo>
                  <a:pt x="348035" y="0"/>
                </a:lnTo>
                <a:lnTo>
                  <a:pt x="396002" y="0"/>
                </a:lnTo>
                <a:lnTo>
                  <a:pt x="443589" y="0"/>
                </a:lnTo>
                <a:lnTo>
                  <a:pt x="490817" y="0"/>
                </a:lnTo>
                <a:lnTo>
                  <a:pt x="537703" y="0"/>
                </a:lnTo>
                <a:lnTo>
                  <a:pt x="584269" y="0"/>
                </a:lnTo>
                <a:lnTo>
                  <a:pt x="630534" y="0"/>
                </a:lnTo>
                <a:lnTo>
                  <a:pt x="676517" y="0"/>
                </a:lnTo>
                <a:lnTo>
                  <a:pt x="722237" y="0"/>
                </a:lnTo>
                <a:lnTo>
                  <a:pt x="767715" y="0"/>
                </a:lnTo>
                <a:lnTo>
                  <a:pt x="812969" y="0"/>
                </a:lnTo>
                <a:lnTo>
                  <a:pt x="858020" y="0"/>
                </a:lnTo>
                <a:lnTo>
                  <a:pt x="902887" y="0"/>
                </a:lnTo>
                <a:lnTo>
                  <a:pt x="947589" y="0"/>
                </a:lnTo>
                <a:lnTo>
                  <a:pt x="992145" y="0"/>
                </a:lnTo>
                <a:lnTo>
                  <a:pt x="1036577" y="0"/>
                </a:lnTo>
                <a:lnTo>
                  <a:pt x="1080902" y="0"/>
                </a:lnTo>
                <a:lnTo>
                  <a:pt x="1125141" y="0"/>
                </a:lnTo>
                <a:lnTo>
                  <a:pt x="1169312" y="0"/>
                </a:lnTo>
                <a:lnTo>
                  <a:pt x="1213437" y="0"/>
                </a:lnTo>
                <a:lnTo>
                  <a:pt x="1257533" y="0"/>
                </a:lnTo>
                <a:lnTo>
                  <a:pt x="1301621" y="0"/>
                </a:lnTo>
                <a:lnTo>
                  <a:pt x="1345720" y="0"/>
                </a:lnTo>
                <a:lnTo>
                  <a:pt x="1389850" y="0"/>
                </a:lnTo>
                <a:lnTo>
                  <a:pt x="1434030" y="0"/>
                </a:lnTo>
                <a:lnTo>
                  <a:pt x="1478280" y="0"/>
                </a:lnTo>
                <a:lnTo>
                  <a:pt x="1522619" y="0"/>
                </a:lnTo>
                <a:lnTo>
                  <a:pt x="1567067" y="0"/>
                </a:lnTo>
                <a:lnTo>
                  <a:pt x="1611643" y="0"/>
                </a:lnTo>
                <a:lnTo>
                  <a:pt x="1656368" y="0"/>
                </a:lnTo>
                <a:lnTo>
                  <a:pt x="1701259" y="0"/>
                </a:lnTo>
                <a:lnTo>
                  <a:pt x="1746338" y="0"/>
                </a:lnTo>
                <a:lnTo>
                  <a:pt x="1791623" y="0"/>
                </a:lnTo>
                <a:lnTo>
                  <a:pt x="1837134" y="0"/>
                </a:lnTo>
                <a:lnTo>
                  <a:pt x="1882891" y="0"/>
                </a:lnTo>
                <a:lnTo>
                  <a:pt x="1928913" y="0"/>
                </a:lnTo>
                <a:lnTo>
                  <a:pt x="1975219" y="0"/>
                </a:lnTo>
                <a:lnTo>
                  <a:pt x="2021830" y="0"/>
                </a:lnTo>
                <a:lnTo>
                  <a:pt x="2068764" y="0"/>
                </a:lnTo>
                <a:lnTo>
                  <a:pt x="2116042" y="0"/>
                </a:lnTo>
                <a:lnTo>
                  <a:pt x="2163682" y="0"/>
                </a:lnTo>
                <a:lnTo>
                  <a:pt x="2211705" y="0"/>
                </a:lnTo>
                <a:lnTo>
                  <a:pt x="2260129" y="0"/>
                </a:lnTo>
                <a:lnTo>
                  <a:pt x="2308975" y="0"/>
                </a:lnTo>
                <a:lnTo>
                  <a:pt x="2358262" y="0"/>
                </a:lnTo>
                <a:lnTo>
                  <a:pt x="2408009" y="0"/>
                </a:lnTo>
                <a:lnTo>
                  <a:pt x="2458236" y="0"/>
                </a:lnTo>
                <a:lnTo>
                  <a:pt x="2508963" y="0"/>
                </a:lnTo>
                <a:lnTo>
                  <a:pt x="2560209" y="0"/>
                </a:lnTo>
                <a:lnTo>
                  <a:pt x="2611993" y="0"/>
                </a:lnTo>
                <a:lnTo>
                  <a:pt x="2664336" y="0"/>
                </a:lnTo>
                <a:lnTo>
                  <a:pt x="2717256" y="0"/>
                </a:lnTo>
                <a:lnTo>
                  <a:pt x="2770773" y="0"/>
                </a:lnTo>
                <a:lnTo>
                  <a:pt x="2824907" y="0"/>
                </a:lnTo>
                <a:lnTo>
                  <a:pt x="2879677" y="0"/>
                </a:lnTo>
                <a:lnTo>
                  <a:pt x="2935103" y="0"/>
                </a:lnTo>
                <a:lnTo>
                  <a:pt x="2991204" y="0"/>
                </a:ln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C2948B"/>
            </a:solidFill>
            <a:prstDash val="solid"/>
          </a:ln>
        </p:spPr>
      </p:sp>
      <p:sp>
        <p:nvSpPr>
          <p:cNvPr id="8" name="convergence-3-lane-3">
            <a:extLst xmlns:a="http://schemas.openxmlformats.org/drawingml/2006/main">
              <a:ext uri="{FF2B5EF4-FFF2-40B4-BE49-F238E27FC236}">
                <a16:creationId xmlns:a16="http://schemas.microsoft.com/office/drawing/2014/main" id="{D80D5D46-1827-42C5-803E-B83380C7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90950"/>
            <a:ext cx="3048000" cy="1657350"/>
          </a:xfrm>
          <a:custGeom xmlns:a="http://schemas.openxmlformats.org/drawingml/2006/main">
            <a:pathLst>
              <a:path w="3048000" h="1657350">
                <a:moveTo>
                  <a:pt x="0" y="1657350"/>
                </a:moveTo>
                <a:lnTo>
                  <a:pt x="51170" y="1656149"/>
                </a:lnTo>
                <a:lnTo>
                  <a:pt x="101824" y="1652596"/>
                </a:lnTo>
                <a:lnTo>
                  <a:pt x="151982" y="1646766"/>
                </a:lnTo>
                <a:lnTo>
                  <a:pt x="201662" y="1638737"/>
                </a:lnTo>
                <a:lnTo>
                  <a:pt x="250885" y="1628584"/>
                </a:lnTo>
                <a:lnTo>
                  <a:pt x="299669" y="1616382"/>
                </a:lnTo>
                <a:lnTo>
                  <a:pt x="348035" y="1602207"/>
                </a:lnTo>
                <a:lnTo>
                  <a:pt x="396002" y="1586136"/>
                </a:lnTo>
                <a:lnTo>
                  <a:pt x="443589" y="1568244"/>
                </a:lnTo>
                <a:lnTo>
                  <a:pt x="490817" y="1548607"/>
                </a:lnTo>
                <a:lnTo>
                  <a:pt x="537703" y="1527301"/>
                </a:lnTo>
                <a:lnTo>
                  <a:pt x="584269" y="1504401"/>
                </a:lnTo>
                <a:lnTo>
                  <a:pt x="630534" y="1479985"/>
                </a:lnTo>
                <a:lnTo>
                  <a:pt x="676517" y="1454126"/>
                </a:lnTo>
                <a:lnTo>
                  <a:pt x="722237" y="1426903"/>
                </a:lnTo>
                <a:lnTo>
                  <a:pt x="767715" y="1398389"/>
                </a:lnTo>
                <a:lnTo>
                  <a:pt x="812969" y="1368662"/>
                </a:lnTo>
                <a:lnTo>
                  <a:pt x="858020" y="1337796"/>
                </a:lnTo>
                <a:lnTo>
                  <a:pt x="902887" y="1305869"/>
                </a:lnTo>
                <a:lnTo>
                  <a:pt x="947589" y="1272955"/>
                </a:lnTo>
                <a:lnTo>
                  <a:pt x="992145" y="1239131"/>
                </a:lnTo>
                <a:lnTo>
                  <a:pt x="1036577" y="1204472"/>
                </a:lnTo>
                <a:lnTo>
                  <a:pt x="1080902" y="1169054"/>
                </a:lnTo>
                <a:lnTo>
                  <a:pt x="1125141" y="1132954"/>
                </a:lnTo>
                <a:lnTo>
                  <a:pt x="1169312" y="1096247"/>
                </a:lnTo>
                <a:lnTo>
                  <a:pt x="1213437" y="1059009"/>
                </a:lnTo>
                <a:lnTo>
                  <a:pt x="1257533" y="1021315"/>
                </a:lnTo>
                <a:lnTo>
                  <a:pt x="1301621" y="983242"/>
                </a:lnTo>
                <a:lnTo>
                  <a:pt x="1345720" y="944866"/>
                </a:lnTo>
                <a:lnTo>
                  <a:pt x="1389850" y="906262"/>
                </a:lnTo>
                <a:lnTo>
                  <a:pt x="1434030" y="867506"/>
                </a:lnTo>
                <a:lnTo>
                  <a:pt x="1478280" y="828675"/>
                </a:lnTo>
                <a:lnTo>
                  <a:pt x="1522619" y="789844"/>
                </a:lnTo>
                <a:lnTo>
                  <a:pt x="1567067" y="751088"/>
                </a:lnTo>
                <a:lnTo>
                  <a:pt x="1611643" y="712484"/>
                </a:lnTo>
                <a:lnTo>
                  <a:pt x="1656368" y="674108"/>
                </a:lnTo>
                <a:lnTo>
                  <a:pt x="1701259" y="636035"/>
                </a:lnTo>
                <a:lnTo>
                  <a:pt x="1746338" y="598341"/>
                </a:lnTo>
                <a:lnTo>
                  <a:pt x="1791623" y="561103"/>
                </a:lnTo>
                <a:lnTo>
                  <a:pt x="1837134" y="524396"/>
                </a:lnTo>
                <a:lnTo>
                  <a:pt x="1882891" y="488296"/>
                </a:lnTo>
                <a:lnTo>
                  <a:pt x="1928913" y="452878"/>
                </a:lnTo>
                <a:lnTo>
                  <a:pt x="1975219" y="418219"/>
                </a:lnTo>
                <a:lnTo>
                  <a:pt x="2021830" y="384395"/>
                </a:lnTo>
                <a:lnTo>
                  <a:pt x="2068764" y="351481"/>
                </a:lnTo>
                <a:lnTo>
                  <a:pt x="2116042" y="319554"/>
                </a:lnTo>
                <a:lnTo>
                  <a:pt x="2163682" y="288688"/>
                </a:lnTo>
                <a:lnTo>
                  <a:pt x="2211705" y="258961"/>
                </a:lnTo>
                <a:lnTo>
                  <a:pt x="2260129" y="230447"/>
                </a:lnTo>
                <a:lnTo>
                  <a:pt x="2308975" y="203224"/>
                </a:lnTo>
                <a:lnTo>
                  <a:pt x="2358262" y="177365"/>
                </a:lnTo>
                <a:lnTo>
                  <a:pt x="2408009" y="152949"/>
                </a:lnTo>
                <a:lnTo>
                  <a:pt x="2458236" y="130049"/>
                </a:lnTo>
                <a:lnTo>
                  <a:pt x="2508963" y="108743"/>
                </a:lnTo>
                <a:lnTo>
                  <a:pt x="2560209" y="89106"/>
                </a:lnTo>
                <a:lnTo>
                  <a:pt x="2611993" y="71214"/>
                </a:lnTo>
                <a:lnTo>
                  <a:pt x="2664336" y="55143"/>
                </a:lnTo>
                <a:lnTo>
                  <a:pt x="2717256" y="40968"/>
                </a:lnTo>
                <a:lnTo>
                  <a:pt x="2770773" y="28766"/>
                </a:lnTo>
                <a:lnTo>
                  <a:pt x="2824907" y="18613"/>
                </a:lnTo>
                <a:lnTo>
                  <a:pt x="2879677" y="10584"/>
                </a:lnTo>
                <a:lnTo>
                  <a:pt x="2935103" y="4754"/>
                </a:lnTo>
                <a:lnTo>
                  <a:pt x="2991204" y="1201"/>
                </a:ln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0">
            <a:solidFill>
              <a:srgbClr val="A35D4F"/>
            </a:solidFill>
            <a:prstDash val="solid"/>
          </a:ln>
        </p:spPr>
      </p:sp>
      <p:sp>
        <p:nvSpPr>
          <p:cNvPr id="9" name="convergence-3-input-1-box">
            <a:extLst xmlns:a="http://schemas.openxmlformats.org/drawingml/2006/main">
              <a:ext uri="{FF2B5EF4-FFF2-40B4-BE49-F238E27FC236}">
                <a16:creationId xmlns:a16="http://schemas.microsoft.com/office/drawing/2014/main" id="{750C84E3-2325-44BA-8F3B-117A432C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convergence-3-input-1-title">
            <a:extLst xmlns:a="http://schemas.openxmlformats.org/drawingml/2006/main">
              <a:ext uri="{FF2B5EF4-FFF2-40B4-BE49-F238E27FC236}">
                <a16:creationId xmlns:a16="http://schemas.microsoft.com/office/drawing/2014/main" id="{E17153D1-AA30-4F95-95AF-A731008B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现场记录</a:t>
            </a:r>
          </a:p>
        </p:txBody>
      </p:sp>
      <p:sp>
        <p:nvSpPr>
          <p:cNvPr id="11" name="convergence-3-input-1-body">
            <a:extLst xmlns:a="http://schemas.openxmlformats.org/drawingml/2006/main">
              <a:ext uri="{FF2B5EF4-FFF2-40B4-BE49-F238E27FC236}">
                <a16:creationId xmlns:a16="http://schemas.microsoft.com/office/drawing/2014/main" id="{A68B9BF9-71E2-46B7-98F5-19EC2CE3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记录故障现象、发生时间，以及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当班人员观察到的异常表现</a:t>
            </a:r>
          </a:p>
        </p:txBody>
      </p:sp>
      <p:sp>
        <p:nvSpPr>
          <p:cNvPr id="12" name="convergence-3-input-2-box">
            <a:extLst xmlns:a="http://schemas.openxmlformats.org/drawingml/2006/main">
              <a:ext uri="{FF2B5EF4-FFF2-40B4-BE49-F238E27FC236}">
                <a16:creationId xmlns:a16="http://schemas.microsoft.com/office/drawing/2014/main" id="{A20AB7C8-7227-4900-AEFA-30C2C5A6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convergence-3-input-2-title">
            <a:extLst xmlns:a="http://schemas.openxmlformats.org/drawingml/2006/main">
              <a:ext uri="{FF2B5EF4-FFF2-40B4-BE49-F238E27FC236}">
                <a16:creationId xmlns:a16="http://schemas.microsoft.com/office/drawing/2014/main" id="{A09E4C8F-A976-42CB-8C8C-A30BD996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检测记录</a:t>
            </a:r>
          </a:p>
        </p:txBody>
      </p:sp>
      <p:sp>
        <p:nvSpPr>
          <p:cNvPr id="14" name="convergence-3-input-2-body">
            <a:extLst xmlns:a="http://schemas.openxmlformats.org/drawingml/2006/main">
              <a:ext uri="{FF2B5EF4-FFF2-40B4-BE49-F238E27FC236}">
                <a16:creationId xmlns:a16="http://schemas.microsoft.com/office/drawing/2014/main" id="{88A2DE00-4E4D-43F4-A7E0-B3E0D86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保留测量读数、测试条件，以及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无法复现时的检查范围</a:t>
            </a:r>
          </a:p>
        </p:txBody>
      </p:sp>
      <p:sp>
        <p:nvSpPr>
          <p:cNvPr id="15" name="convergence-3-input-3-box">
            <a:extLst xmlns:a="http://schemas.openxmlformats.org/drawingml/2006/main">
              <a:ext uri="{FF2B5EF4-FFF2-40B4-BE49-F238E27FC236}">
                <a16:creationId xmlns:a16="http://schemas.microsoft.com/office/drawing/2014/main" id="{7EBB498E-C01E-4878-A12C-A4614C16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convergence-3-input-3-title">
            <a:extLst xmlns:a="http://schemas.openxmlformats.org/drawingml/2006/main">
              <a:ext uri="{FF2B5EF4-FFF2-40B4-BE49-F238E27FC236}">
                <a16:creationId xmlns:a16="http://schemas.microsoft.com/office/drawing/2014/main" id="{4D6F9A0D-C161-46B9-B1C0-3AC2AA37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备件记录</a:t>
            </a:r>
          </a:p>
        </p:txBody>
      </p:sp>
      <p:sp>
        <p:nvSpPr>
          <p:cNvPr id="17" name="convergence-3-input-3-body">
            <a:extLst xmlns:a="http://schemas.openxmlformats.org/drawingml/2006/main">
              <a:ext uri="{FF2B5EF4-FFF2-40B4-BE49-F238E27FC236}">
                <a16:creationId xmlns:a16="http://schemas.microsoft.com/office/drawing/2014/main" id="{F4CBF796-4F8C-4CB4-A6EE-30FC2FE2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2324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写清替换型号、领用数量，并注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明是否完成旧件回收</a:t>
            </a:r>
          </a:p>
        </p:txBody>
      </p:sp>
      <p:sp>
        <p:nvSpPr>
          <p:cNvPr id="18" name="convergence-3-result-1-box">
            <a:extLst xmlns:a="http://schemas.openxmlformats.org/drawingml/2006/main">
              <a:ext uri="{FF2B5EF4-FFF2-40B4-BE49-F238E27FC236}">
                <a16:creationId xmlns:a16="http://schemas.microsoft.com/office/drawing/2014/main" id="{55969747-5EA5-44EC-B48B-EF1BC238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2095500" cy="1295400"/>
          </a:xfrm>
          <a:prstGeom xmlns:a="http://schemas.openxmlformats.org/drawingml/2006/main" prst="roundRect">
            <a:avLst>
              <a:gd name="adj" fmla="val 16176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9" name="convergence-3-result-1-title">
            <a:extLst xmlns:a="http://schemas.openxmlformats.org/drawingml/2006/main">
              <a:ext uri="{FF2B5EF4-FFF2-40B4-BE49-F238E27FC236}">
                <a16:creationId xmlns:a16="http://schemas.microsoft.com/office/drawing/2014/main" id="{ECF4433C-4A1F-40BB-BB86-6764ED9C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维修交接单</a:t>
            </a:r>
          </a:p>
        </p:txBody>
      </p:sp>
      <p:sp>
        <p:nvSpPr>
          <p:cNvPr id="20" name="convergence-3-result-1-body">
            <a:extLst xmlns:a="http://schemas.openxmlformats.org/drawingml/2006/main">
              <a:ext uri="{FF2B5EF4-FFF2-40B4-BE49-F238E27FC236}">
                <a16:creationId xmlns:a16="http://schemas.microsoft.com/office/drawing/2014/main" id="{A8781FB2-6C0C-4773-97D2-6D65F4A7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00450"/>
            <a:ext cx="1752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让接班人员知道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发生了什么、怎样检查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以及换过什么</a:t>
            </a:r>
          </a:p>
        </p:txBody>
      </p:sp>
      <p:sp>
        <p:nvSpPr>
          <p:cNvPr id="21" name="page-3-column-divider">
            <a:extLst xmlns:a="http://schemas.openxmlformats.org/drawingml/2006/main">
              <a:ext uri="{FF2B5EF4-FFF2-40B4-BE49-F238E27FC236}">
                <a16:creationId xmlns:a16="http://schemas.microsoft.com/office/drawing/2014/main" id="{42072E5A-3FD0-4D27-9F5A-732391FC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1428750"/>
            <a:ext cx="0" cy="453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page-3-notes-title">
            <a:extLst xmlns:a="http://schemas.openxmlformats.org/drawingml/2006/main">
              <a:ext uri="{FF2B5EF4-FFF2-40B4-BE49-F238E27FC236}">
                <a16:creationId xmlns:a16="http://schemas.microsoft.com/office/drawing/2014/main" id="{8D712A71-1AB4-4C12-8383-D6BBB02D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002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交接后的复查</a:t>
            </a:r>
          </a:p>
        </p:txBody>
      </p:sp>
      <p:sp>
        <p:nvSpPr>
          <p:cNvPr id="23" name="page-3-notes-intro">
            <a:extLst xmlns:a="http://schemas.openxmlformats.org/drawingml/2006/main">
              <a:ext uri="{FF2B5EF4-FFF2-40B4-BE49-F238E27FC236}">
                <a16:creationId xmlns:a16="http://schemas.microsoft.com/office/drawing/2014/main" id="{EC4969AB-76EC-40AB-806F-61C8B0FE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接班人员根据记录复查，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未确认的事项继续保留。</a:t>
            </a:r>
          </a:p>
        </p:txBody>
      </p:sp>
      <p:sp>
        <p:nvSpPr>
          <p:cNvPr id="24" name="page-3-notes-rule">
            <a:extLst xmlns:a="http://schemas.openxmlformats.org/drawingml/2006/main">
              <a:ext uri="{FF2B5EF4-FFF2-40B4-BE49-F238E27FC236}">
                <a16:creationId xmlns:a16="http://schemas.microsoft.com/office/drawing/2014/main" id="{66BA727F-1C31-43C9-8D15-E8E9B243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2638425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page-3-note-1-index">
            <a:extLst xmlns:a="http://schemas.openxmlformats.org/drawingml/2006/main">
              <a:ext uri="{FF2B5EF4-FFF2-40B4-BE49-F238E27FC236}">
                <a16:creationId xmlns:a16="http://schemas.microsoft.com/office/drawing/2014/main" id="{4F1C979F-D4B7-47FB-984D-6D555A6D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6" name="page-3-note-1-title">
            <a:extLst xmlns:a="http://schemas.openxmlformats.org/drawingml/2006/main">
              <a:ext uri="{FF2B5EF4-FFF2-40B4-BE49-F238E27FC236}">
                <a16:creationId xmlns:a16="http://schemas.microsoft.com/office/drawing/2014/main" id="{54098B4D-3A31-4ABF-AD0A-97FD86AC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19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内容关系</a:t>
            </a:r>
          </a:p>
        </p:txBody>
      </p:sp>
      <p:sp>
        <p:nvSpPr>
          <p:cNvPr id="27" name="page-3-note-1-body">
            <a:extLst xmlns:a="http://schemas.openxmlformats.org/drawingml/2006/main">
              <a:ext uri="{FF2B5EF4-FFF2-40B4-BE49-F238E27FC236}">
                <a16:creationId xmlns:a16="http://schemas.microsoft.com/office/drawing/2014/main" id="{1D3B38A1-ED2B-404F-85AC-D6C795C4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337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三路资料地位相同，均为交接单的输入。</a:t>
            </a:r>
          </a:p>
        </p:txBody>
      </p:sp>
      <p:sp>
        <p:nvSpPr>
          <p:cNvPr id="28" name="page-3-note-1-rule">
            <a:extLst xmlns:a="http://schemas.openxmlformats.org/drawingml/2006/main">
              <a:ext uri="{FF2B5EF4-FFF2-40B4-BE49-F238E27FC236}">
                <a16:creationId xmlns:a16="http://schemas.microsoft.com/office/drawing/2014/main" id="{BF7AE069-423E-47CC-B7D3-3B5A9DBF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53500" y="367665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page-3-note-2-index">
            <a:extLst xmlns:a="http://schemas.openxmlformats.org/drawingml/2006/main">
              <a:ext uri="{FF2B5EF4-FFF2-40B4-BE49-F238E27FC236}">
                <a16:creationId xmlns:a16="http://schemas.microsoft.com/office/drawing/2014/main" id="{283918B1-B630-4FE3-9BF5-85C1BCA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0" name="page-3-note-2-title">
            <a:extLst xmlns:a="http://schemas.openxmlformats.org/drawingml/2006/main">
              <a:ext uri="{FF2B5EF4-FFF2-40B4-BE49-F238E27FC236}">
                <a16:creationId xmlns:a16="http://schemas.microsoft.com/office/drawing/2014/main" id="{20475DA7-9344-4C90-AEB7-B1EE8F8F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1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事实边界</a:t>
            </a:r>
          </a:p>
        </p:txBody>
      </p:sp>
      <p:sp>
        <p:nvSpPr>
          <p:cNvPr id="31" name="page-3-note-2-body">
            <a:extLst xmlns:a="http://schemas.openxmlformats.org/drawingml/2006/main">
              <a:ext uri="{FF2B5EF4-FFF2-40B4-BE49-F238E27FC236}">
                <a16:creationId xmlns:a16="http://schemas.microsoft.com/office/drawing/2014/main" id="{582DD000-A77B-47A8-9704-E809D33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243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完整记录不等于故障已经排除。</a:t>
            </a:r>
          </a:p>
        </p:txBody>
      </p:sp>
    </p:spTree>
    <p:extLst>
      <p:ext uri="{BB962C8B-B14F-4D97-AF65-F5344CB8AC3E}">
        <p14:creationId xmlns:p14="http://schemas.microsoft.com/office/powerpoint/2010/main" val="2066140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2026-09-06T13:56:12.5920000Z</dcterms:created>
  <dcterms:modified xsi:type="dcterms:W3CDTF">2026-09-06T13:56:12.5920000Z</dcterms:modified>
</coreProperties>
</file>