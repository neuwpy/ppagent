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40efeeda04f78" /><Relationship Type="http://schemas.openxmlformats.org/officeDocument/2006/relationships/extended-properties" Target="/docProps/app.xml" Id="R614ed29cc9a443be" /><Relationship Type="http://schemas.openxmlformats.org/officeDocument/2006/relationships/officeDocument" Target="/ppt/presentation.xml" Id="R73f76acac9cd44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a5066acdf4a40"/>
    <p:sldMasterId xmlns:r="http://schemas.openxmlformats.org/officeDocument/2006/relationships" id="2147483660" r:id="R399b1213331d4173"/>
    <p:sldMasterId xmlns:r="http://schemas.openxmlformats.org/officeDocument/2006/relationships" id="2147483663" r:id="R77ddf3652d5a44db"/>
  </p:sldMasterIdLst>
  <p:notesMasterIdLst>
    <p:notesMasterId xmlns:r="http://schemas.openxmlformats.org/officeDocument/2006/relationships" r:id="Raec0fffde6e84fbb"/>
  </p:notesMasterIdLst>
  <p:sldIdLst>
    <p:sldId xmlns:r="http://schemas.openxmlformats.org/officeDocument/2006/relationships" id="256" r:id="Rc4a7de44bf964563"/>
    <p:sldId xmlns:r="http://schemas.openxmlformats.org/officeDocument/2006/relationships" id="257" r:id="R1889781de0a742d0"/>
    <p:sldId xmlns:r="http://schemas.openxmlformats.org/officeDocument/2006/relationships" id="258" r:id="Rad26e5a84d9b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b9e7fae7f435e" /><Relationship Type="http://schemas.openxmlformats.org/officeDocument/2006/relationships/slideMaster" Target="/ppt/slideMasters/slideMaster1.xml" Id="Refea5066acdf4a40" /><Relationship Type="http://schemas.openxmlformats.org/officeDocument/2006/relationships/slideMaster" Target="/ppt/slideMasters/slideMaster2.xml" Id="R399b1213331d4173" /><Relationship Type="http://schemas.openxmlformats.org/officeDocument/2006/relationships/slideMaster" Target="/ppt/slideMasters/slideMaster3.xml" Id="R77ddf3652d5a44db" /><Relationship Type="http://schemas.openxmlformats.org/officeDocument/2006/relationships/notesMaster" Target="/ppt/notesMasters/notesMaster1.xml" Id="Raec0fffde6e84fbb" /><Relationship Type="http://schemas.openxmlformats.org/officeDocument/2006/relationships/presProps" Target="/ppt/presProps.xml" Id="R6526982e025f4b6c" /><Relationship Type="http://schemas.openxmlformats.org/officeDocument/2006/relationships/viewProps" Target="/ppt/viewProps.xml" Id="R26ac6d1064ea4e69" /><Relationship Type="http://schemas.openxmlformats.org/officeDocument/2006/relationships/tableStyles" Target="/ppt/tableStyles.xml" Id="Rdf65e5ab4b9a409c" /><Relationship Type="http://schemas.openxmlformats.org/officeDocument/2006/relationships/slide" Target="/ppt/slides/slide1.xml" Id="Rc4a7de44bf964563" /><Relationship Type="http://schemas.openxmlformats.org/officeDocument/2006/relationships/slide" Target="/ppt/slides/slide2.xml" Id="R1889781de0a742d0" /><Relationship Type="http://schemas.openxmlformats.org/officeDocument/2006/relationships/slide" Target="/ppt/slides/slide3.xml" Id="Rad26e5a84d9b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dd79373909f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ac03607ee425e" /><Relationship Type="http://schemas.openxmlformats.org/officeDocument/2006/relationships/notesMaster" Target="/ppt/notesMasters/notesMaster1.xml" Id="R3bf54eda7d8844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f6961660f433c" /><Relationship Type="http://schemas.openxmlformats.org/officeDocument/2006/relationships/notesMaster" Target="/ppt/notesMasters/notesMaster1.xml" Id="R47b08aa9e22d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f0309a3a54115" /><Relationship Type="http://schemas.openxmlformats.org/officeDocument/2006/relationships/notesMaster" Target="/ppt/notesMasters/notesMaster1.xml" Id="R91269c40593a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0da154ffe4cf9" /><Relationship Type="http://schemas.openxmlformats.org/officeDocument/2006/relationships/image" Target="/ppt/media/image.jpeg" Id="R504bf25d60d54c17" /><Relationship Type="http://schemas.openxmlformats.org/officeDocument/2006/relationships/image" Target="/ppt/media/image.png" Id="Rd738b75766974eef" /><Relationship Type="http://schemas.openxmlformats.org/officeDocument/2006/relationships/image" Target="/ppt/media/image2.png" Id="R5bf0b3d6da45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81ecd078e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b6fcec40543f5" /><Relationship Type="http://schemas.openxmlformats.org/officeDocument/2006/relationships/image" Target="/ppt/media/image3.png" Id="Rbd56ef2c0b384e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9e24733e24dfd" /><Relationship Type="http://schemas.openxmlformats.org/officeDocument/2006/relationships/image" Target="/ppt/media/image4.png" Id="R6e4cf286257c42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5963269ce45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d917575c24a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046e3591840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513a8eba944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5b10b2fa442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8511c761345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3aeaf489d4ab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b6b6f563724d7e" /><Relationship Type="http://schemas.openxmlformats.org/officeDocument/2006/relationships/image" Target="/ppt/media/image5.png" Id="Rf167da2ea81043b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9238394c1144d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35374ede974332" /><Relationship Type="http://schemas.openxmlformats.org/officeDocument/2006/relationships/image" Target="/ppt/media/image5.png" Id="Rcb8b5f2982524c1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68ff7c2b77c406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bf25d60d54c1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8b75766974ee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0b3d6da454e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6ef2c0b384e3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cf286257c429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7da2ea81043b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b5f2982524c1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0705d492f4ed2" /><Relationship Type="http://schemas.openxmlformats.org/officeDocument/2006/relationships/slideLayout" Target="/ppt/slideLayouts/slideLayout1.xml" Id="Ra59c7487a97a4011" /><Relationship Type="http://schemas.openxmlformats.org/officeDocument/2006/relationships/slideLayout" Target="/ppt/slideLayouts/slideLayout2.xml" Id="R9f7b783d5a9e4658" /><Relationship Type="http://schemas.openxmlformats.org/officeDocument/2006/relationships/slideLayout" Target="/ppt/slideLayouts/slideLayout3.xml" Id="Rf7487eee9d384c24" /><Relationship Type="http://schemas.openxmlformats.org/officeDocument/2006/relationships/slideLayout" Target="/ppt/slideLayouts/slideLayout4.xml" Id="R6696144049404fdb" /><Relationship Type="http://schemas.openxmlformats.org/officeDocument/2006/relationships/slideLayout" Target="/ppt/slideLayouts/slideLayout5.xml" Id="R7df079b10ec446a5" /><Relationship Type="http://schemas.openxmlformats.org/officeDocument/2006/relationships/slideLayout" Target="/ppt/slideLayouts/slideLayout6.xml" Id="R92bf170befcf4b96" /><Relationship Type="http://schemas.openxmlformats.org/officeDocument/2006/relationships/slideLayout" Target="/ppt/slideLayouts/slideLayout7.xml" Id="R5584742738a94ab4" /><Relationship Type="http://schemas.openxmlformats.org/officeDocument/2006/relationships/slideLayout" Target="/ppt/slideLayouts/slideLayout8.xml" Id="Rb40a8941ab9f499b" /><Relationship Type="http://schemas.openxmlformats.org/officeDocument/2006/relationships/slideLayout" Target="/ppt/slideLayouts/slideLayout9.xml" Id="Re3d06afa0060458f" /><Relationship Type="http://schemas.openxmlformats.org/officeDocument/2006/relationships/slideLayout" Target="/ppt/slideLayouts/slideLayout10.xml" Id="R81d927eae7e04a7d" /><Relationship Type="http://schemas.openxmlformats.org/officeDocument/2006/relationships/slideLayout" Target="/ppt/slideLayouts/slideLayout11.xml" Id="R3a6599fbbdc24ff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e247d5fdcd34f5c" /><Relationship Type="http://schemas.openxmlformats.org/officeDocument/2006/relationships/slideLayout" Target="/ppt/slideLayouts/slideLayout12.xml" Id="R7d1872348829476f" /><Relationship Type="http://schemas.openxmlformats.org/officeDocument/2006/relationships/slideLayout" Target="/ppt/slideLayouts/slideLayout13.xml" Id="R899d7451a80a483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1e00fcae4354670" /><Relationship Type="http://schemas.openxmlformats.org/officeDocument/2006/relationships/slideLayout" Target="/ppt/slideLayouts/slideLayout14.xml" Id="R9a1dbb48d4034cfe" /><Relationship Type="http://schemas.openxmlformats.org/officeDocument/2006/relationships/slideLayout" Target="/ppt/slideLayouts/slideLayout15.xml" Id="R23f0cd51d6bb422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c7487a97a4011"/>
    <p:sldLayoutId xmlns:r="http://schemas.openxmlformats.org/officeDocument/2006/relationships" id="2147483650" r:id="R9f7b783d5a9e4658"/>
    <p:sldLayoutId xmlns:r="http://schemas.openxmlformats.org/officeDocument/2006/relationships" id="2147483651" r:id="Rf7487eee9d384c24"/>
    <p:sldLayoutId xmlns:r="http://schemas.openxmlformats.org/officeDocument/2006/relationships" id="2147483652" r:id="R6696144049404fdb"/>
    <p:sldLayoutId xmlns:r="http://schemas.openxmlformats.org/officeDocument/2006/relationships" id="2147483653" r:id="R7df079b10ec446a5"/>
    <p:sldLayoutId xmlns:r="http://schemas.openxmlformats.org/officeDocument/2006/relationships" id="2147483654" r:id="R92bf170befcf4b96"/>
    <p:sldLayoutId xmlns:r="http://schemas.openxmlformats.org/officeDocument/2006/relationships" id="2147483655" r:id="R5584742738a94ab4"/>
    <p:sldLayoutId xmlns:r="http://schemas.openxmlformats.org/officeDocument/2006/relationships" id="2147483656" r:id="Rb40a8941ab9f499b"/>
    <p:sldLayoutId xmlns:r="http://schemas.openxmlformats.org/officeDocument/2006/relationships" id="2147483657" r:id="Re3d06afa0060458f"/>
    <p:sldLayoutId xmlns:r="http://schemas.openxmlformats.org/officeDocument/2006/relationships" id="2147483658" r:id="R81d927eae7e04a7d"/>
    <p:sldLayoutId xmlns:r="http://schemas.openxmlformats.org/officeDocument/2006/relationships" id="2147483659" r:id="R3a6599fbbdc24ff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d1872348829476f"/>
    <p:sldLayoutId xmlns:r="http://schemas.openxmlformats.org/officeDocument/2006/relationships" id="2147483662" r:id="R899d7451a80a483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a1dbb48d4034cfe"/>
    <p:sldLayoutId xmlns:r="http://schemas.openxmlformats.org/officeDocument/2006/relationships" id="2147483665" r:id="R23f0cd51d6bb422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7f1cc40d3d4cf7" /><Relationship Type="http://schemas.openxmlformats.org/officeDocument/2006/relationships/image" Target="/ppt/media/image6.png" Id="Rb9df96a033534891" /><Relationship Type="http://schemas.openxmlformats.org/officeDocument/2006/relationships/notesSlide" Target="/ppt/notesSlides/notesSlide1.xml" Id="Rb20feaaca1fc4e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228403af814c8e" /><Relationship Type="http://schemas.openxmlformats.org/officeDocument/2006/relationships/image" Target="/ppt/media/image6.png" Id="Rfe3388faf67c40d0" /><Relationship Type="http://schemas.openxmlformats.org/officeDocument/2006/relationships/notesSlide" Target="/ppt/notesSlides/notesSlide2.xml" Id="Rea569971a75b47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79db946bcf4013" /><Relationship Type="http://schemas.openxmlformats.org/officeDocument/2006/relationships/image" Target="/ppt/media/image6.png" Id="Red13a571617e41c7" /><Relationship Type="http://schemas.openxmlformats.org/officeDocument/2006/relationships/notesSlide" Target="/ppt/notesSlides/notesSlide3.xml" Id="R19c7a3c1085e4d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f96a03353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388faf67c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3a571617e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2026-09-09T15:52:38.1370000Z</dcterms:created>
  <dcterms:modified xsi:type="dcterms:W3CDTF">2026-09-09T15:52:38.1370000Z</dcterms:modified>
</coreProperties>
</file>