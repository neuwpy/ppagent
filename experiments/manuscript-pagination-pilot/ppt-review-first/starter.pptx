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b193559a4444d" /><Relationship Type="http://schemas.openxmlformats.org/officeDocument/2006/relationships/extended-properties" Target="/docProps/app.xml" Id="R649745bd2aef4295" /><Relationship Type="http://schemas.openxmlformats.org/officeDocument/2006/relationships/officeDocument" Target="/ppt/presentation.xml" Id="R341a825fccbf4c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dcd7fdb61499a"/>
    <p:sldMasterId xmlns:r="http://schemas.openxmlformats.org/officeDocument/2006/relationships" id="2147483660" r:id="Recfa53ee86eb49dd"/>
    <p:sldMasterId xmlns:r="http://schemas.openxmlformats.org/officeDocument/2006/relationships" id="2147483663" r:id="R184ca24f7f274697"/>
  </p:sldMasterIdLst>
  <p:notesMasterIdLst>
    <p:notesMasterId xmlns:r="http://schemas.openxmlformats.org/officeDocument/2006/relationships" r:id="Rf7551d4d6aa04313"/>
  </p:notesMasterIdLst>
  <p:sldIdLst>
    <p:sldId xmlns:r="http://schemas.openxmlformats.org/officeDocument/2006/relationships" id="256" r:id="R85528a40f98841ab"/>
    <p:sldId xmlns:r="http://schemas.openxmlformats.org/officeDocument/2006/relationships" id="257" r:id="Rf5b935d1740640b1"/>
    <p:sldId xmlns:r="http://schemas.openxmlformats.org/officeDocument/2006/relationships" id="258" r:id="Ra7f3382086c945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9014febef4590" /><Relationship Type="http://schemas.openxmlformats.org/officeDocument/2006/relationships/slideMaster" Target="/ppt/slideMasters/slideMaster1.xml" Id="R41cdcd7fdb61499a" /><Relationship Type="http://schemas.openxmlformats.org/officeDocument/2006/relationships/slideMaster" Target="/ppt/slideMasters/slideMaster2.xml" Id="Recfa53ee86eb49dd" /><Relationship Type="http://schemas.openxmlformats.org/officeDocument/2006/relationships/slideMaster" Target="/ppt/slideMasters/slideMaster3.xml" Id="R184ca24f7f274697" /><Relationship Type="http://schemas.openxmlformats.org/officeDocument/2006/relationships/notesMaster" Target="/ppt/notesMasters/notesMaster1.xml" Id="Rf7551d4d6aa04313" /><Relationship Type="http://schemas.openxmlformats.org/officeDocument/2006/relationships/presProps" Target="/ppt/presProps.xml" Id="Rcfe7d1006b814e22" /><Relationship Type="http://schemas.openxmlformats.org/officeDocument/2006/relationships/viewProps" Target="/ppt/viewProps.xml" Id="R38d237ef58d34013" /><Relationship Type="http://schemas.openxmlformats.org/officeDocument/2006/relationships/tableStyles" Target="/ppt/tableStyles.xml" Id="R714e974fe2f54275" /><Relationship Type="http://schemas.openxmlformats.org/officeDocument/2006/relationships/slide" Target="/ppt/slides/slide1.xml" Id="R85528a40f98841ab" /><Relationship Type="http://schemas.openxmlformats.org/officeDocument/2006/relationships/slide" Target="/ppt/slides/slide2.xml" Id="Rf5b935d1740640b1" /><Relationship Type="http://schemas.openxmlformats.org/officeDocument/2006/relationships/slide" Target="/ppt/slides/slide3.xml" Id="Ra7f3382086c9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38e3a1e3fd2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0c113354554b0f" /><Relationship Type="http://schemas.openxmlformats.org/officeDocument/2006/relationships/notesMaster" Target="/ppt/notesMasters/notesMaster1.xml" Id="R7148befb3cc849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7f264912c43c1" /><Relationship Type="http://schemas.openxmlformats.org/officeDocument/2006/relationships/notesMaster" Target="/ppt/notesMasters/notesMaster1.xml" Id="R18c55274bfe444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80964128a4319" /><Relationship Type="http://schemas.openxmlformats.org/officeDocument/2006/relationships/notesMaster" Target="/ppt/notesMasters/notesMaster1.xml" Id="Re1473b5b5bf1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09f5d1fdc4f24" /><Relationship Type="http://schemas.openxmlformats.org/officeDocument/2006/relationships/image" Target="/ppt/media/image.jpeg" Id="R49ac9b3136f14b02" /><Relationship Type="http://schemas.openxmlformats.org/officeDocument/2006/relationships/image" Target="/ppt/media/image.png" Id="R3847439b64d94abc" /><Relationship Type="http://schemas.openxmlformats.org/officeDocument/2006/relationships/image" Target="/ppt/media/image2.png" Id="R30c899a464a545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72c2ca6654d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0e5cd56904b48" /><Relationship Type="http://schemas.openxmlformats.org/officeDocument/2006/relationships/image" Target="/ppt/media/image3.png" Id="R48c10731ab7b48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d705090ed4fb1" /><Relationship Type="http://schemas.openxmlformats.org/officeDocument/2006/relationships/image" Target="/ppt/media/image4.png" Id="R0d0f54af77294a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d7c09a52946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745f15b5d47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7b7dccec847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04978007d4b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26df374fe42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ded87a0fe42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d31751c8f44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b96251c43c4ad3" /><Relationship Type="http://schemas.openxmlformats.org/officeDocument/2006/relationships/image" Target="/ppt/media/image5.png" Id="Rf25f31c60cf74d3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01725ef2e341e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d2ad48408a4a88" /><Relationship Type="http://schemas.openxmlformats.org/officeDocument/2006/relationships/image" Target="/ppt/media/image5.png" Id="R317cea3492864b1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2ad53bc8933437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c9b3136f14b0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7439b64d94ab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899a464a545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10731ab7b485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54af77294ac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f31c60cf74d3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cea3492864b1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5028d5393e4e1a" /><Relationship Type="http://schemas.openxmlformats.org/officeDocument/2006/relationships/slideLayout" Target="/ppt/slideLayouts/slideLayout1.xml" Id="R245c57628d244c60" /><Relationship Type="http://schemas.openxmlformats.org/officeDocument/2006/relationships/slideLayout" Target="/ppt/slideLayouts/slideLayout2.xml" Id="R3c5fcfed8fd94b8c" /><Relationship Type="http://schemas.openxmlformats.org/officeDocument/2006/relationships/slideLayout" Target="/ppt/slideLayouts/slideLayout3.xml" Id="R2225b31f03f84c6c" /><Relationship Type="http://schemas.openxmlformats.org/officeDocument/2006/relationships/slideLayout" Target="/ppt/slideLayouts/slideLayout4.xml" Id="Rc6b811a5e5b04453" /><Relationship Type="http://schemas.openxmlformats.org/officeDocument/2006/relationships/slideLayout" Target="/ppt/slideLayouts/slideLayout5.xml" Id="Rb47af98409d349f7" /><Relationship Type="http://schemas.openxmlformats.org/officeDocument/2006/relationships/slideLayout" Target="/ppt/slideLayouts/slideLayout6.xml" Id="Rdbc75e5705284134" /><Relationship Type="http://schemas.openxmlformats.org/officeDocument/2006/relationships/slideLayout" Target="/ppt/slideLayouts/slideLayout7.xml" Id="Ra8dbe9e4365f497a" /><Relationship Type="http://schemas.openxmlformats.org/officeDocument/2006/relationships/slideLayout" Target="/ppt/slideLayouts/slideLayout8.xml" Id="R8ea1904ee11c4fce" /><Relationship Type="http://schemas.openxmlformats.org/officeDocument/2006/relationships/slideLayout" Target="/ppt/slideLayouts/slideLayout9.xml" Id="R74a32afd177f46db" /><Relationship Type="http://schemas.openxmlformats.org/officeDocument/2006/relationships/slideLayout" Target="/ppt/slideLayouts/slideLayout10.xml" Id="Rc86802ede9234b31" /><Relationship Type="http://schemas.openxmlformats.org/officeDocument/2006/relationships/slideLayout" Target="/ppt/slideLayouts/slideLayout11.xml" Id="Rc95fca3010f44d8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6cea275efa744ea" /><Relationship Type="http://schemas.openxmlformats.org/officeDocument/2006/relationships/slideLayout" Target="/ppt/slideLayouts/slideLayout12.xml" Id="R25a144a5915a4af0" /><Relationship Type="http://schemas.openxmlformats.org/officeDocument/2006/relationships/slideLayout" Target="/ppt/slideLayouts/slideLayout13.xml" Id="Rd6b94245edba406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116257030024d12" /><Relationship Type="http://schemas.openxmlformats.org/officeDocument/2006/relationships/slideLayout" Target="/ppt/slideLayouts/slideLayout14.xml" Id="R57d6ffde91e84b80" /><Relationship Type="http://schemas.openxmlformats.org/officeDocument/2006/relationships/slideLayout" Target="/ppt/slideLayouts/slideLayout15.xml" Id="Rd9057d8d2e0d45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c57628d244c60"/>
    <p:sldLayoutId xmlns:r="http://schemas.openxmlformats.org/officeDocument/2006/relationships" id="2147483650" r:id="R3c5fcfed8fd94b8c"/>
    <p:sldLayoutId xmlns:r="http://schemas.openxmlformats.org/officeDocument/2006/relationships" id="2147483651" r:id="R2225b31f03f84c6c"/>
    <p:sldLayoutId xmlns:r="http://schemas.openxmlformats.org/officeDocument/2006/relationships" id="2147483652" r:id="Rc6b811a5e5b04453"/>
    <p:sldLayoutId xmlns:r="http://schemas.openxmlformats.org/officeDocument/2006/relationships" id="2147483653" r:id="Rb47af98409d349f7"/>
    <p:sldLayoutId xmlns:r="http://schemas.openxmlformats.org/officeDocument/2006/relationships" id="2147483654" r:id="Rdbc75e5705284134"/>
    <p:sldLayoutId xmlns:r="http://schemas.openxmlformats.org/officeDocument/2006/relationships" id="2147483655" r:id="Ra8dbe9e4365f497a"/>
    <p:sldLayoutId xmlns:r="http://schemas.openxmlformats.org/officeDocument/2006/relationships" id="2147483656" r:id="R8ea1904ee11c4fce"/>
    <p:sldLayoutId xmlns:r="http://schemas.openxmlformats.org/officeDocument/2006/relationships" id="2147483657" r:id="R74a32afd177f46db"/>
    <p:sldLayoutId xmlns:r="http://schemas.openxmlformats.org/officeDocument/2006/relationships" id="2147483658" r:id="Rc86802ede9234b31"/>
    <p:sldLayoutId xmlns:r="http://schemas.openxmlformats.org/officeDocument/2006/relationships" id="2147483659" r:id="Rc95fca3010f44d8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5a144a5915a4af0"/>
    <p:sldLayoutId xmlns:r="http://schemas.openxmlformats.org/officeDocument/2006/relationships" id="2147483662" r:id="Rd6b94245edba406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7d6ffde91e84b80"/>
    <p:sldLayoutId xmlns:r="http://schemas.openxmlformats.org/officeDocument/2006/relationships" id="2147483665" r:id="Rd9057d8d2e0d450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0eba684cdf43f1" /><Relationship Type="http://schemas.openxmlformats.org/officeDocument/2006/relationships/image" Target="/ppt/media/image6.png" Id="R1fa8b7db8c2c4c89" /><Relationship Type="http://schemas.openxmlformats.org/officeDocument/2006/relationships/notesSlide" Target="/ppt/notesSlides/notesSlide1.xml" Id="Re7f838e10f24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a1fe1708f24d55" /><Relationship Type="http://schemas.openxmlformats.org/officeDocument/2006/relationships/image" Target="/ppt/media/image6.png" Id="Ra5f4d3a1937749df" /><Relationship Type="http://schemas.openxmlformats.org/officeDocument/2006/relationships/notesSlide" Target="/ppt/notesSlides/notesSlide2.xml" Id="R762544a41470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bf6268e5ac43bd" /><Relationship Type="http://schemas.openxmlformats.org/officeDocument/2006/relationships/image" Target="/ppt/media/image6.png" Id="R98568246ac8f44e7" /><Relationship Type="http://schemas.openxmlformats.org/officeDocument/2006/relationships/notesSlide" Target="/ppt/notesSlides/notesSlide3.xml" Id="R5e69d37a57e940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8b7db8c2c4c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4d3a1937749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68246ac8f44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2026-09-09T15:50:33.4950000Z</dcterms:created>
  <dcterms:modified xsi:type="dcterms:W3CDTF">2026-09-09T15:50:33.4950000Z</dcterms:modified>
</coreProperties>
</file>