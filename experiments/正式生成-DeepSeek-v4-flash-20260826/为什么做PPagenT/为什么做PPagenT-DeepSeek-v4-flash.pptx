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306530501d4095" /><Relationship Type="http://schemas.openxmlformats.org/officeDocument/2006/relationships/extended-properties" Target="/docProps/app.xml" Id="R113d73083d994cf5" /><Relationship Type="http://schemas.openxmlformats.org/officeDocument/2006/relationships/officeDocument" Target="/ppt/presentation.xml" Id="R7243a6cb4a6842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6b03e3f3e64488"/>
    <p:sldMasterId xmlns:r="http://schemas.openxmlformats.org/officeDocument/2006/relationships" id="2147483660" r:id="Rf5a11b4aaf4b4c92"/>
    <p:sldMasterId xmlns:r="http://schemas.openxmlformats.org/officeDocument/2006/relationships" id="2147483663" r:id="R62a6376eb93f4932"/>
  </p:sldMasterIdLst>
  <p:notesMasterIdLst>
    <p:notesMasterId xmlns:r="http://schemas.openxmlformats.org/officeDocument/2006/relationships" r:id="R825a1a5fab97454e"/>
  </p:notesMasterIdLst>
  <p:sldIdLst>
    <p:sldId xmlns:r="http://schemas.openxmlformats.org/officeDocument/2006/relationships" id="256" r:id="Rbf1a36037d134752"/>
    <p:sldId xmlns:r="http://schemas.openxmlformats.org/officeDocument/2006/relationships" id="257" r:id="Rbb299058ed2e4576"/>
    <p:sldId xmlns:r="http://schemas.openxmlformats.org/officeDocument/2006/relationships" id="258" r:id="R7d01674efae84b6f"/>
    <p:sldId xmlns:r="http://schemas.openxmlformats.org/officeDocument/2006/relationships" id="259" r:id="R5c607ffd379b4026"/>
    <p:sldId xmlns:r="http://schemas.openxmlformats.org/officeDocument/2006/relationships" id="260" r:id="R4452785643b44490"/>
    <p:sldId xmlns:r="http://schemas.openxmlformats.org/officeDocument/2006/relationships" id="261" r:id="Rbafa6567e57f4ebf"/>
    <p:sldId xmlns:r="http://schemas.openxmlformats.org/officeDocument/2006/relationships" id="262" r:id="R77a3a533305b4c35"/>
    <p:sldId xmlns:r="http://schemas.openxmlformats.org/officeDocument/2006/relationships" id="263" r:id="Rdb4b5308c62d4b2f"/>
    <p:sldId xmlns:r="http://schemas.openxmlformats.org/officeDocument/2006/relationships" id="264" r:id="R18155560fd154845"/>
    <p:sldId xmlns:r="http://schemas.openxmlformats.org/officeDocument/2006/relationships" id="265" r:id="Ra144e7e95f3941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1f2bc75f214b5f" /><Relationship Type="http://schemas.openxmlformats.org/officeDocument/2006/relationships/slideMaster" Target="/ppt/slideMasters/slideMaster1.xml" Id="R5a6b03e3f3e64488" /><Relationship Type="http://schemas.openxmlformats.org/officeDocument/2006/relationships/slideMaster" Target="/ppt/slideMasters/slideMaster2.xml" Id="Rf5a11b4aaf4b4c92" /><Relationship Type="http://schemas.openxmlformats.org/officeDocument/2006/relationships/slideMaster" Target="/ppt/slideMasters/slideMaster3.xml" Id="R62a6376eb93f4932" /><Relationship Type="http://schemas.openxmlformats.org/officeDocument/2006/relationships/notesMaster" Target="/ppt/notesMasters/notesMaster1.xml" Id="R825a1a5fab97454e" /><Relationship Type="http://schemas.openxmlformats.org/officeDocument/2006/relationships/presProps" Target="/ppt/presProps.xml" Id="R93923b1c5bc74fe0" /><Relationship Type="http://schemas.openxmlformats.org/officeDocument/2006/relationships/viewProps" Target="/ppt/viewProps.xml" Id="Rc08bd835b683439f" /><Relationship Type="http://schemas.openxmlformats.org/officeDocument/2006/relationships/tableStyles" Target="/ppt/tableStyles.xml" Id="R554f9f5b5cdd4d30" /><Relationship Type="http://schemas.openxmlformats.org/officeDocument/2006/relationships/slide" Target="/ppt/slides/slide1.xml" Id="Rbf1a36037d134752" /><Relationship Type="http://schemas.openxmlformats.org/officeDocument/2006/relationships/slide" Target="/ppt/slides/slide2.xml" Id="Rbb299058ed2e4576" /><Relationship Type="http://schemas.openxmlformats.org/officeDocument/2006/relationships/slide" Target="/ppt/slides/slide3.xml" Id="R7d01674efae84b6f" /><Relationship Type="http://schemas.openxmlformats.org/officeDocument/2006/relationships/slide" Target="/ppt/slides/slide4.xml" Id="R5c607ffd379b4026" /><Relationship Type="http://schemas.openxmlformats.org/officeDocument/2006/relationships/slide" Target="/ppt/slides/slide5.xml" Id="R4452785643b44490" /><Relationship Type="http://schemas.openxmlformats.org/officeDocument/2006/relationships/slide" Target="/ppt/slides/slide6.xml" Id="Rbafa6567e57f4ebf" /><Relationship Type="http://schemas.openxmlformats.org/officeDocument/2006/relationships/slide" Target="/ppt/slides/slide7.xml" Id="R77a3a533305b4c35" /><Relationship Type="http://schemas.openxmlformats.org/officeDocument/2006/relationships/slide" Target="/ppt/slides/slide8.xml" Id="Rdb4b5308c62d4b2f" /><Relationship Type="http://schemas.openxmlformats.org/officeDocument/2006/relationships/slide" Target="/ppt/slides/slide9.xml" Id="R18155560fd154845" /><Relationship Type="http://schemas.openxmlformats.org/officeDocument/2006/relationships/slide" Target="/ppt/slides/slide10.xml" Id="Ra144e7e95f3941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fa3e655ffc784f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247650" dist="114300" dir="5400000">
              <a:srgbClr val="1F487E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  <a:effectStyle>
          <a:effectLst>
            <a:outerShdw blurRad="285750" dist="133350" dir="5400000">
              <a:srgbClr val="234269">
                <a:alpha val="12000"/>
              </a:srgbClr>
            </a:outerShdw>
          </a:effectLst>
        </a:effectStyle>
        <a:effectStyle>
          <a:effectLst>
            <a:outerShdw blurRad="209550" dist="95250" dir="5400000">
              <a:srgbClr val="2185CC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ae4f0e478149d3" /><Relationship Type="http://schemas.openxmlformats.org/officeDocument/2006/relationships/notesMaster" Target="/ppt/notesMasters/notesMaster1.xml" Id="R736bf603a87d49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9c802537f64fe1" /><Relationship Type="http://schemas.openxmlformats.org/officeDocument/2006/relationships/notesMaster" Target="/ppt/notesMasters/notesMaster1.xml" Id="Reeacd5b470424f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7a1fd386ec450c" /><Relationship Type="http://schemas.openxmlformats.org/officeDocument/2006/relationships/notesMaster" Target="/ppt/notesMasters/notesMaster1.xml" Id="Rc7ba78d75dbd4b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8481a2765d4d9b" /><Relationship Type="http://schemas.openxmlformats.org/officeDocument/2006/relationships/notesMaster" Target="/ppt/notesMasters/notesMaster1.xml" Id="Raf294cb3c7814f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b4d498949a4581" /><Relationship Type="http://schemas.openxmlformats.org/officeDocument/2006/relationships/notesMaster" Target="/ppt/notesMasters/notesMaster1.xml" Id="R5957f7bd4a0b4c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17209504ef4398" /><Relationship Type="http://schemas.openxmlformats.org/officeDocument/2006/relationships/notesMaster" Target="/ppt/notesMasters/notesMaster1.xml" Id="R600babcfbc294f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7613abf0ac4691" /><Relationship Type="http://schemas.openxmlformats.org/officeDocument/2006/relationships/notesMaster" Target="/ppt/notesMasters/notesMaster1.xml" Id="Rffd66ae6a91445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e1be1706534475" /><Relationship Type="http://schemas.openxmlformats.org/officeDocument/2006/relationships/notesMaster" Target="/ppt/notesMasters/notesMaster1.xml" Id="Raf1dcd025b284f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02c621abdd4cd2" /><Relationship Type="http://schemas.openxmlformats.org/officeDocument/2006/relationships/notesMaster" Target="/ppt/notesMasters/notesMaster1.xml" Id="R04d2cea9b90d45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c6494f7fa54c1b" /><Relationship Type="http://schemas.openxmlformats.org/officeDocument/2006/relationships/notesMaster" Target="/ppt/notesMasters/notesMaster1.xml" Id="Rddf2c733082a43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PPagenT：shell-cover-intent → northeastern-university-cover-001</a:t>
            </a:r>
          </a:p>
          <a:p xmlns:a="http://schemas.openxmlformats.org/drawingml/2006/main">
            <a:r>
              <a:t>- 整页编排：fixed-cover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PPagenT：shell-agenda-intent → northeastern-university-agenda-001</a:t>
            </a:r>
            <a:endParaRPr/>
          </a:p>
          <a:p xmlns:a="http://schemas.openxmlformats.org/drawingml/2006/main">
            <a:r>
              <a:t>- 整页编排：fixed-agenda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PPagenT：p1-intent → hub-radial-001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PPagenT：p2-intent → parallel-equal-cards-001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PPagenT：p3-intent → sequence-flow-001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PPagenT：p4-intent → comparison-dual-verdict-001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PPagenT：p5-intent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PPagenT：p6-intent → hub-radial-001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PPagenT：p7-intent → parallel-equal-cards-001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PPagenT：shell-closing-intent → northeastern-university-closing-001</a:t>
            </a:r>
          </a:p>
          <a:p xmlns:a="http://schemas.openxmlformats.org/drawingml/2006/main">
            <a:r>
              <a:t>- 整页编排：fixed-closing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7738cf754f463e" /><Relationship Type="http://schemas.openxmlformats.org/officeDocument/2006/relationships/image" Target="/ppt/media/image.jpeg" Id="R64ad05a6dd604bca" /><Relationship Type="http://schemas.openxmlformats.org/officeDocument/2006/relationships/image" Target="/ppt/media/image.png" Id="R1982c46514c542f9" /><Relationship Type="http://schemas.openxmlformats.org/officeDocument/2006/relationships/image" Target="/ppt/media/image2.png" Id="R58d1e3d4fd2f441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a58c2cad0848b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25893b4ee247c7" /><Relationship Type="http://schemas.openxmlformats.org/officeDocument/2006/relationships/image" Target="/ppt/media/image3.png" Id="R9a9304aec7d3469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e33b6fc0234986" /><Relationship Type="http://schemas.openxmlformats.org/officeDocument/2006/relationships/image" Target="/ppt/media/image4.png" Id="Rb14b418bbe1c4c0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bc52372f214fd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50d4e9e18c4b3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0d3b04106943c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26c55bc2ab432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8f4c179fca469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296e180265413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b7cec63454475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cb6e8867e3e4b86" /><Relationship Type="http://schemas.openxmlformats.org/officeDocument/2006/relationships/image" Target="/ppt/media/image5.png" Id="R68cd64d0848d429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f3c436b121f4574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c7dd76587c94548" /><Relationship Type="http://schemas.openxmlformats.org/officeDocument/2006/relationships/image" Target="/ppt/media/image5.png" Id="Ra97cb29c869c4d08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e289e739ebe4bbe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ad05a6dd604bca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82c46514c542f9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d1e3d4fd2f44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033D3C82-CC2B-41C4-A384-4FF90215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9304aec7d3469f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AE7A58D9-BDF6-40EA-AB1E-E2E9A074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BAD85A5A-5A7F-4E13-BD23-33FFBD1E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07083CA1-7809-4356-B880-F6E877C6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3222A7BD-A5B7-42B1-8B31-B81E1199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4b418bbe1c4c0f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CF4971EF-E55A-49B2-AB7D-47C382DF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E18470C8-564D-404B-8190-0A5F77AA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C7389B2-0A5B-4E6F-B755-E0C31093D4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CFCBBA1-C2BD-48BF-B5F7-F1EC3E1BE8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022A9328-3379-4F1D-9062-2682E62DCC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7091309F-E58E-4496-8AD9-7B534FFAAD2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F6941156-211F-48F1-B8BD-FA979D88829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A19A3DED-26C0-4030-ADB3-28BB56EFB1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717FE2E2-6EEF-4666-9E9D-5004D4C368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2613210-E386-4007-84E0-ED514363AA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CE8333B-D9B0-4B9C-9F64-CBE01B90B6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4A04E1AD-CCA5-4D63-BFC9-0521298500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132368A8-F0CD-47D5-A942-E5564DAD727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533C5E17-DCF6-438A-A202-3D56E51B98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953D472-514D-4402-80CA-5BB27B100D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25B584F-59C5-4AE3-8E8F-50048BBC8D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DE684379-9F5B-44AD-8064-0B30CF3247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523ACA5-E8BD-4200-8214-ADEDF0313D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40A9AB9-3A23-4842-8804-C22BB49A30F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2E6E06A0-A3CD-4675-8F61-80F43E45B7D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413A5FA-9310-4B5B-B1E6-3FB23A5A5A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1D0139E-4235-4651-8E97-245270DD41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ECEA56B3-2234-412B-A0E0-CDD0754F9E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F908166-07A3-4FAF-AA61-EB6DB2ABD3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D0EDD4EE-BFDF-4AF9-9263-AF5AD94BD81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29EACE0-6B8F-4EFA-9768-CE9CAB93149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10A41CD-BB00-4C12-94ED-4DF461299E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1D6D101-A7E3-40E6-A424-E3ECF467B2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5910FF11-C47A-4117-B05B-6925AE84DF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92846D5-4CD4-4F54-B604-177E1AB21A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0DDAB0CB-C67C-49EB-9179-BA16893EFB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086E17E-253A-4767-8A6E-C61D71EC54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93CCDA2-2DC9-4A01-AE05-890C72360D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267341D-118A-41EC-843B-18589BB54E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56485795-A524-46F1-B636-4D583A631C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10CCAE4-B326-4E31-B9FF-2FF5CB95D4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A89C957-D633-476E-93F7-A91ECB4312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6BFB1E6-CD27-4BD8-AC36-3B6F27BAD7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2ADBEB0-D6ED-423C-BD1A-4F062407BC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cd64d0848d429a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6F737460-4715-4870-A1AF-EF1A59A1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CAC2C15-8867-48B1-BB6A-8A534471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A66B16B-CC8A-416A-8AF8-5FC0BCF6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B051C00B-7485-4D9C-950C-D5E8CE8B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7cb29c869c4d08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F3638EA-4E4E-45B2-9AA6-F11A19D7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854C092-8FB1-4FBF-ACB6-08DB5249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D005BA68-27B7-442B-8735-CB44C35B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F4612F3D-F384-4314-AEAE-D14561EC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9aa6f950e44346" /><Relationship Type="http://schemas.openxmlformats.org/officeDocument/2006/relationships/slideLayout" Target="/ppt/slideLayouts/slideLayout1.xml" Id="R5c44569811af4fe5" /><Relationship Type="http://schemas.openxmlformats.org/officeDocument/2006/relationships/slideLayout" Target="/ppt/slideLayouts/slideLayout2.xml" Id="R33ac048ddea64672" /><Relationship Type="http://schemas.openxmlformats.org/officeDocument/2006/relationships/slideLayout" Target="/ppt/slideLayouts/slideLayout3.xml" Id="R729051f946824085" /><Relationship Type="http://schemas.openxmlformats.org/officeDocument/2006/relationships/slideLayout" Target="/ppt/slideLayouts/slideLayout4.xml" Id="R9c3fcfafbced4180" /><Relationship Type="http://schemas.openxmlformats.org/officeDocument/2006/relationships/slideLayout" Target="/ppt/slideLayouts/slideLayout5.xml" Id="R2498deaf3f584ffe" /><Relationship Type="http://schemas.openxmlformats.org/officeDocument/2006/relationships/slideLayout" Target="/ppt/slideLayouts/slideLayout6.xml" Id="R2075bdd48a164705" /><Relationship Type="http://schemas.openxmlformats.org/officeDocument/2006/relationships/slideLayout" Target="/ppt/slideLayouts/slideLayout7.xml" Id="Re3e66bae286c4a9f" /><Relationship Type="http://schemas.openxmlformats.org/officeDocument/2006/relationships/slideLayout" Target="/ppt/slideLayouts/slideLayout8.xml" Id="R1ce21bf38a8c4202" /><Relationship Type="http://schemas.openxmlformats.org/officeDocument/2006/relationships/slideLayout" Target="/ppt/slideLayouts/slideLayout9.xml" Id="R1cc1ddc747104834" /><Relationship Type="http://schemas.openxmlformats.org/officeDocument/2006/relationships/slideLayout" Target="/ppt/slideLayouts/slideLayout10.xml" Id="R2a018e1da2ee452f" /><Relationship Type="http://schemas.openxmlformats.org/officeDocument/2006/relationships/slideLayout" Target="/ppt/slideLayouts/slideLayout11.xml" Id="R3c7c6db75f09464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bfce9e5e44444387" /><Relationship Type="http://schemas.openxmlformats.org/officeDocument/2006/relationships/slideLayout" Target="/ppt/slideLayouts/slideLayout12.xml" Id="Rfad984ef257d46a2" /><Relationship Type="http://schemas.openxmlformats.org/officeDocument/2006/relationships/slideLayout" Target="/ppt/slideLayouts/slideLayout13.xml" Id="Ra5a77a7e47994af2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7470bf33773d4249" /><Relationship Type="http://schemas.openxmlformats.org/officeDocument/2006/relationships/slideLayout" Target="/ppt/slideLayouts/slideLayout14.xml" Id="Rf2dfb4606351480e" /><Relationship Type="http://schemas.openxmlformats.org/officeDocument/2006/relationships/slideLayout" Target="/ppt/slideLayouts/slideLayout15.xml" Id="Rc69accef5e2543d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BBD09337-0260-49B3-89B8-F929339669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5AFC346-4E16-49B4-8AE6-5F4E9EDF72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89F1437-1293-4533-A846-B7A897722A4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0DBDCD0-096B-4368-AA85-E54B931FFE9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C11BAD9-B2EE-400E-9E95-DDED38B2CC0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44569811af4fe5"/>
    <p:sldLayoutId xmlns:r="http://schemas.openxmlformats.org/officeDocument/2006/relationships" id="2147483650" r:id="R33ac048ddea64672"/>
    <p:sldLayoutId xmlns:r="http://schemas.openxmlformats.org/officeDocument/2006/relationships" id="2147483651" r:id="R729051f946824085"/>
    <p:sldLayoutId xmlns:r="http://schemas.openxmlformats.org/officeDocument/2006/relationships" id="2147483652" r:id="R9c3fcfafbced4180"/>
    <p:sldLayoutId xmlns:r="http://schemas.openxmlformats.org/officeDocument/2006/relationships" id="2147483653" r:id="R2498deaf3f584ffe"/>
    <p:sldLayoutId xmlns:r="http://schemas.openxmlformats.org/officeDocument/2006/relationships" id="2147483654" r:id="R2075bdd48a164705"/>
    <p:sldLayoutId xmlns:r="http://schemas.openxmlformats.org/officeDocument/2006/relationships" id="2147483655" r:id="Re3e66bae286c4a9f"/>
    <p:sldLayoutId xmlns:r="http://schemas.openxmlformats.org/officeDocument/2006/relationships" id="2147483656" r:id="R1ce21bf38a8c4202"/>
    <p:sldLayoutId xmlns:r="http://schemas.openxmlformats.org/officeDocument/2006/relationships" id="2147483657" r:id="R1cc1ddc747104834"/>
    <p:sldLayoutId xmlns:r="http://schemas.openxmlformats.org/officeDocument/2006/relationships" id="2147483658" r:id="R2a018e1da2ee452f"/>
    <p:sldLayoutId xmlns:r="http://schemas.openxmlformats.org/officeDocument/2006/relationships" id="2147483659" r:id="R3c7c6db75f094641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0CF0C85-592B-4C94-AFBF-7E6B3577DB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12D161C-1DBC-436C-8EEE-A8859C8DC0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603F28E-0FE2-42AF-83DE-F95949807F2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DBC993F-3B38-4C7C-8AB9-2FE852FE9D5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E79EA88-6A71-48A6-B199-D525C6A9B5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fad984ef257d46a2"/>
    <p:sldLayoutId xmlns:r="http://schemas.openxmlformats.org/officeDocument/2006/relationships" id="2147483662" r:id="Ra5a77a7e47994af2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FCC0E771-7D1F-4F28-8774-ADDE76FA4D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A1367A0-2957-47C8-B739-E8B67E3F2D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FD064AD-67BD-4D11-ABD1-30F8FEEDEC7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CAB64DD-3C90-460F-BFC6-0B18004423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AC7D0AE-3A8F-4B0E-814F-7E487EC7BA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f2dfb4606351480e"/>
    <p:sldLayoutId xmlns:r="http://schemas.openxmlformats.org/officeDocument/2006/relationships" id="2147483665" r:id="Rc69accef5e2543d2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7a9f024e34cc6" /><Relationship Type="http://schemas.openxmlformats.org/officeDocument/2006/relationships/notesSlide" Target="/ppt/notesSlides/notesSlide1.xml" Id="Rc0824fded9974e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6628478871d471d" /><Relationship Type="http://schemas.openxmlformats.org/officeDocument/2006/relationships/notesSlide" Target="/ppt/notesSlides/notesSlide2.xml" Id="Rd3326282965c48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b3f0ac64103427a" /><Relationship Type="http://schemas.openxmlformats.org/officeDocument/2006/relationships/image" Target="/ppt/media/image6.png" Id="R58a90d73398048e9" /><Relationship Type="http://schemas.openxmlformats.org/officeDocument/2006/relationships/image" Target="/ppt/media/image.svg" Id="R26d17cb045864bcb" /><Relationship Type="http://schemas.openxmlformats.org/officeDocument/2006/relationships/image" Target="/ppt/media/image7.png" Id="R7ac4e747ef154035" /><Relationship Type="http://schemas.openxmlformats.org/officeDocument/2006/relationships/image" Target="/ppt/media/image2.svg" Id="R72e6a0318ed94ba4" /><Relationship Type="http://schemas.openxmlformats.org/officeDocument/2006/relationships/image" Target="/ppt/media/image8.png" Id="Rc4197a3a90c64d97" /><Relationship Type="http://schemas.openxmlformats.org/officeDocument/2006/relationships/image" Target="/ppt/media/image3.svg" Id="R53806d875d7848fe" /><Relationship Type="http://schemas.openxmlformats.org/officeDocument/2006/relationships/image" Target="/ppt/media/image9.png" Id="R8116b5d4fb0d476a" /><Relationship Type="http://schemas.openxmlformats.org/officeDocument/2006/relationships/image" Target="/ppt/media/image4.svg" Id="R4eef2d66271d43d2" /><Relationship Type="http://schemas.openxmlformats.org/officeDocument/2006/relationships/image" Target="/ppt/media/image10.png" Id="Rd6b7fa94056c47c8" /><Relationship Type="http://schemas.openxmlformats.org/officeDocument/2006/relationships/image" Target="/ppt/media/image5.svg" Id="Rd60bb2ebccd34cc9" /><Relationship Type="http://schemas.openxmlformats.org/officeDocument/2006/relationships/notesSlide" Target="/ppt/notesSlides/notesSlide3.xml" Id="R63851ab93aee4f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bbe0fbddbe049fc" /><Relationship Type="http://schemas.openxmlformats.org/officeDocument/2006/relationships/image" Target="/ppt/media/image11.png" Id="R3ef345fe1dbe49f5" /><Relationship Type="http://schemas.openxmlformats.org/officeDocument/2006/relationships/image" Target="/ppt/media/image6.svg" Id="R56434c7544414739" /><Relationship Type="http://schemas.openxmlformats.org/officeDocument/2006/relationships/image" Target="/ppt/media/image12.png" Id="Rc7c6982aa5d74d84" /><Relationship Type="http://schemas.openxmlformats.org/officeDocument/2006/relationships/image" Target="/ppt/media/image7.svg" Id="R00119025ffaa404e" /><Relationship Type="http://schemas.openxmlformats.org/officeDocument/2006/relationships/image" Target="/ppt/media/image13.png" Id="Ra266a733f955433d" /><Relationship Type="http://schemas.openxmlformats.org/officeDocument/2006/relationships/image" Target="/ppt/media/image8.svg" Id="R8b39a4c8c59845e1" /><Relationship Type="http://schemas.openxmlformats.org/officeDocument/2006/relationships/notesSlide" Target="/ppt/notesSlides/notesSlide4.xml" Id="R0e63013dbb9e4d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7fe1554a46e4f8d" /><Relationship Type="http://schemas.openxmlformats.org/officeDocument/2006/relationships/notesSlide" Target="/ppt/notesSlides/notesSlide5.xml" Id="Rd1d9da3d5c6947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81f57d620404905" /><Relationship Type="http://schemas.openxmlformats.org/officeDocument/2006/relationships/notesSlide" Target="/ppt/notesSlides/notesSlide6.xml" Id="R74586e8929e048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0cae1f387434afd" /><Relationship Type="http://schemas.openxmlformats.org/officeDocument/2006/relationships/notesSlide" Target="/ppt/notesSlides/notesSlide7.xml" Id="Re317c8765b5746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7cdea34671e4ac5" /><Relationship Type="http://schemas.openxmlformats.org/officeDocument/2006/relationships/image" Target="/ppt/media/image14.png" Id="R9cd0e37d91634cb3" /><Relationship Type="http://schemas.openxmlformats.org/officeDocument/2006/relationships/image" Target="/ppt/media/image9.svg" Id="Rafaf2842235d48ae" /><Relationship Type="http://schemas.openxmlformats.org/officeDocument/2006/relationships/image" Target="/ppt/media/image15.png" Id="R658fb943742e47e5" /><Relationship Type="http://schemas.openxmlformats.org/officeDocument/2006/relationships/image" Target="/ppt/media/image10.svg" Id="Rd4188f7c19ba4532" /><Relationship Type="http://schemas.openxmlformats.org/officeDocument/2006/relationships/image" Target="/ppt/media/image16.png" Id="Rf64f47d293c645fe" /><Relationship Type="http://schemas.openxmlformats.org/officeDocument/2006/relationships/image" Target="/ppt/media/image11.svg" Id="R7936715bfad54009" /><Relationship Type="http://schemas.openxmlformats.org/officeDocument/2006/relationships/image" Target="/ppt/media/image17.png" Id="R71cd1e44054c4385" /><Relationship Type="http://schemas.openxmlformats.org/officeDocument/2006/relationships/image" Target="/ppt/media/image12.svg" Id="R3c3dee00fbb24a7b" /><Relationship Type="http://schemas.openxmlformats.org/officeDocument/2006/relationships/notesSlide" Target="/ppt/notesSlides/notesSlide8.xml" Id="R6ae3518003cc48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33d07509f244173" /><Relationship Type="http://schemas.openxmlformats.org/officeDocument/2006/relationships/image" Target="/ppt/media/image18.png" Id="R01c35faa2ec34612" /><Relationship Type="http://schemas.openxmlformats.org/officeDocument/2006/relationships/image" Target="/ppt/media/image13.svg" Id="Ra6b5ce3ae0ea4edf" /><Relationship Type="http://schemas.openxmlformats.org/officeDocument/2006/relationships/image" Target="/ppt/media/image19.png" Id="R70c0a33875f8465e" /><Relationship Type="http://schemas.openxmlformats.org/officeDocument/2006/relationships/image" Target="/ppt/media/image14.svg" Id="R1a6c8ffbb2d646e8" /><Relationship Type="http://schemas.openxmlformats.org/officeDocument/2006/relationships/image" Target="/ppt/media/image20.png" Id="R9c5ae3e6d24f493d" /><Relationship Type="http://schemas.openxmlformats.org/officeDocument/2006/relationships/image" Target="/ppt/media/image15.svg" Id="Rff9c925669bd40df" /><Relationship Type="http://schemas.openxmlformats.org/officeDocument/2006/relationships/notesSlide" Target="/ppt/notesSlides/notesSlide9.xml" Id="Rd9ade96af2fe4e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70991a1c444db" /><Relationship Type="http://schemas.openxmlformats.org/officeDocument/2006/relationships/notesSlide" Target="/ppt/notesSlides/notesSlide10.xml" Id="Rea081ef35c3a446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85C4AC3C-C8A8-42A4-99A7-04CA2C39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00F358B9-DFE7-4053-BE52-41176F7D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74906C10-A21D-48CD-A7CD-D71DB47B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429444C5-3237-41F2-BC18-90D328C3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9C806A64-B92C-4C5A-95D4-2DB7C604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为什么做 PPagenT</a:t>
            </a:r>
          </a:p>
        </p:txBody>
      </p:sp>
    </p:spTree>
    <p:extLst>
      <p:ext uri="{BB962C8B-B14F-4D97-AF65-F5344CB8AC3E}">
        <p14:creationId xmlns:p14="http://schemas.microsoft.com/office/powerpoint/2010/main" val="40245004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1. 痛点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2. 理念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3. 分工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4. 价值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5. 愿景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做 PPT，真正费时间的不是“画”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D9650E9A-2FB7-4D28-9059-8688445D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D76B1A49-1EA0-458B-B043-84666633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hub-orbit-dot-0-0">
            <a:extLst xmlns:a="http://schemas.openxmlformats.org/drawingml/2006/main">
              <a:ext uri="{FF2B5EF4-FFF2-40B4-BE49-F238E27FC236}">
                <a16:creationId xmlns:a16="http://schemas.microsoft.com/office/drawing/2014/main" id="{D1FF5A22-36B7-4798-8A75-D3B77A6C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9488" y="43221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ub-orbit-dot-0-1">
            <a:extLst xmlns:a="http://schemas.openxmlformats.org/drawingml/2006/main">
              <a:ext uri="{FF2B5EF4-FFF2-40B4-BE49-F238E27FC236}">
                <a16:creationId xmlns:a16="http://schemas.microsoft.com/office/drawing/2014/main" id="{7943E5C8-82F5-4F0D-94DE-68706081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3264" y="459718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hub-orbit-dot-0-2">
            <a:extLst xmlns:a="http://schemas.openxmlformats.org/drawingml/2006/main">
              <a:ext uri="{FF2B5EF4-FFF2-40B4-BE49-F238E27FC236}">
                <a16:creationId xmlns:a16="http://schemas.microsoft.com/office/drawing/2014/main" id="{AAB27EEC-5D83-454B-98C4-E226F9B3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7004" y="4859665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hub-orbit-dot-0-3">
            <a:extLst xmlns:a="http://schemas.openxmlformats.org/drawingml/2006/main">
              <a:ext uri="{FF2B5EF4-FFF2-40B4-BE49-F238E27FC236}">
                <a16:creationId xmlns:a16="http://schemas.microsoft.com/office/drawing/2014/main" id="{7AD74E04-90E9-4C66-83A1-2AB5E8FC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5538" y="5096370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hub-orbit-dot-0-4">
            <a:extLst xmlns:a="http://schemas.openxmlformats.org/drawingml/2006/main">
              <a:ext uri="{FF2B5EF4-FFF2-40B4-BE49-F238E27FC236}">
                <a16:creationId xmlns:a16="http://schemas.microsoft.com/office/drawing/2014/main" id="{2B802B72-B87A-4A8E-9961-2CE1010C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6446" y="5295471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hub-orbit-dot-0-5">
            <a:extLst xmlns:a="http://schemas.openxmlformats.org/drawingml/2006/main">
              <a:ext uri="{FF2B5EF4-FFF2-40B4-BE49-F238E27FC236}">
                <a16:creationId xmlns:a16="http://schemas.microsoft.com/office/drawing/2014/main" id="{58283BF5-2B58-45D7-BC85-288A3678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9731" y="5446938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hub-orbit-dot-0-6">
            <a:extLst xmlns:a="http://schemas.openxmlformats.org/drawingml/2006/main">
              <a:ext uri="{FF2B5EF4-FFF2-40B4-BE49-F238E27FC236}">
                <a16:creationId xmlns:a16="http://schemas.microsoft.com/office/drawing/2014/main" id="{4241442F-BC7E-48F3-91FB-42BE9EDA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7260" y="554319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hub-orbit-dot-0-7">
            <a:extLst xmlns:a="http://schemas.openxmlformats.org/drawingml/2006/main">
              <a:ext uri="{FF2B5EF4-FFF2-40B4-BE49-F238E27FC236}">
                <a16:creationId xmlns:a16="http://schemas.microsoft.com/office/drawing/2014/main" id="{D58BD43B-1113-4817-857C-A9EC95E2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2188" y="55794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hub-orbit-dot-0-8">
            <a:extLst xmlns:a="http://schemas.openxmlformats.org/drawingml/2006/main">
              <a:ext uri="{FF2B5EF4-FFF2-40B4-BE49-F238E27FC236}">
                <a16:creationId xmlns:a16="http://schemas.microsoft.com/office/drawing/2014/main" id="{E0F40F79-0528-461B-A5C7-B7020D8D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7714" y="554319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hub-orbit-dot-0-9">
            <a:extLst xmlns:a="http://schemas.openxmlformats.org/drawingml/2006/main">
              <a:ext uri="{FF2B5EF4-FFF2-40B4-BE49-F238E27FC236}">
                <a16:creationId xmlns:a16="http://schemas.microsoft.com/office/drawing/2014/main" id="{49819937-CB7D-4AE9-A4DA-2AC4B0BD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8699" y="5446938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hub-orbit-dot-0-10">
            <a:extLst xmlns:a="http://schemas.openxmlformats.org/drawingml/2006/main">
              <a:ext uri="{FF2B5EF4-FFF2-40B4-BE49-F238E27FC236}">
                <a16:creationId xmlns:a16="http://schemas.microsoft.com/office/drawing/2014/main" id="{A18A42E8-7E8B-4C62-AC6A-657FE36D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631" y="5295471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hub-orbit-dot-0-11">
            <a:extLst xmlns:a="http://schemas.openxmlformats.org/drawingml/2006/main">
              <a:ext uri="{FF2B5EF4-FFF2-40B4-BE49-F238E27FC236}">
                <a16:creationId xmlns:a16="http://schemas.microsoft.com/office/drawing/2014/main" id="{CC6280EA-6C1C-48AB-AC16-C4C654C3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9530" y="5096370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hub-orbit-dot-0-12">
            <a:extLst xmlns:a="http://schemas.openxmlformats.org/drawingml/2006/main">
              <a:ext uri="{FF2B5EF4-FFF2-40B4-BE49-F238E27FC236}">
                <a16:creationId xmlns:a16="http://schemas.microsoft.com/office/drawing/2014/main" id="{59228D6E-E089-4DDF-A52F-5899C970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1426" y="4859665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hub-orbit-dot-0-13">
            <a:extLst xmlns:a="http://schemas.openxmlformats.org/drawingml/2006/main">
              <a:ext uri="{FF2B5EF4-FFF2-40B4-BE49-F238E27FC236}">
                <a16:creationId xmlns:a16="http://schemas.microsoft.com/office/drawing/2014/main" id="{B842054B-56B8-43CE-AB98-D49A79E9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1710" y="459718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hub-orbit-dot-0-14">
            <a:extLst xmlns:a="http://schemas.openxmlformats.org/drawingml/2006/main">
              <a:ext uri="{FF2B5EF4-FFF2-40B4-BE49-F238E27FC236}">
                <a16:creationId xmlns:a16="http://schemas.microsoft.com/office/drawing/2014/main" id="{35A0EEF0-CC18-4BD5-8C36-E008FDC5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4888" y="43221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hub-orbit-dot-0-15">
            <a:extLst xmlns:a="http://schemas.openxmlformats.org/drawingml/2006/main">
              <a:ext uri="{FF2B5EF4-FFF2-40B4-BE49-F238E27FC236}">
                <a16:creationId xmlns:a16="http://schemas.microsoft.com/office/drawing/2014/main" id="{6C9F8F82-D64B-4CDE-A12D-F7C97B2F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1710" y="403764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hub-orbit-dot-0-16">
            <a:extLst xmlns:a="http://schemas.openxmlformats.org/drawingml/2006/main">
              <a:ext uri="{FF2B5EF4-FFF2-40B4-BE49-F238E27FC236}">
                <a16:creationId xmlns:a16="http://schemas.microsoft.com/office/drawing/2014/main" id="{6B7520AB-FCE9-41D5-81FA-1C3E9259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1426" y="3768623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hub-orbit-dot-0-17">
            <a:extLst xmlns:a="http://schemas.openxmlformats.org/drawingml/2006/main">
              <a:ext uri="{FF2B5EF4-FFF2-40B4-BE49-F238E27FC236}">
                <a16:creationId xmlns:a16="http://schemas.microsoft.com/office/drawing/2014/main" id="{2F6EBC67-E8BD-4930-99F3-A25F007E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9530" y="3528555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hub-orbit-dot-0-18">
            <a:extLst xmlns:a="http://schemas.openxmlformats.org/drawingml/2006/main">
              <a:ext uri="{FF2B5EF4-FFF2-40B4-BE49-F238E27FC236}">
                <a16:creationId xmlns:a16="http://schemas.microsoft.com/office/drawing/2014/main" id="{D6407036-42AA-4ABB-A8DB-7FC5DCE1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631" y="3329464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hub-orbit-dot-0-19">
            <a:extLst xmlns:a="http://schemas.openxmlformats.org/drawingml/2006/main">
              <a:ext uri="{FF2B5EF4-FFF2-40B4-BE49-F238E27FC236}">
                <a16:creationId xmlns:a16="http://schemas.microsoft.com/office/drawing/2014/main" id="{EA46A914-3EA1-4B78-8147-4E035D4D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8699" y="3181350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hub-orbit-dot-0-20">
            <a:extLst xmlns:a="http://schemas.openxmlformats.org/drawingml/2006/main">
              <a:ext uri="{FF2B5EF4-FFF2-40B4-BE49-F238E27FC236}">
                <a16:creationId xmlns:a16="http://schemas.microsoft.com/office/drawing/2014/main" id="{F2927F4C-DEE8-4C51-8CC7-69E813E9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7714" y="309163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hub-orbit-dot-0-21">
            <a:extLst xmlns:a="http://schemas.openxmlformats.org/drawingml/2006/main">
              <a:ext uri="{FF2B5EF4-FFF2-40B4-BE49-F238E27FC236}">
                <a16:creationId xmlns:a16="http://schemas.microsoft.com/office/drawing/2014/main" id="{177FF021-0EE5-4317-892C-9E94C452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2188" y="30648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hub-orbit-dot-0-22">
            <a:extLst xmlns:a="http://schemas.openxmlformats.org/drawingml/2006/main">
              <a:ext uri="{FF2B5EF4-FFF2-40B4-BE49-F238E27FC236}">
                <a16:creationId xmlns:a16="http://schemas.microsoft.com/office/drawing/2014/main" id="{E53EA1B6-F1A1-41AE-93CF-20D6D561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7260" y="309163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hub-orbit-dot-0-23">
            <a:extLst xmlns:a="http://schemas.openxmlformats.org/drawingml/2006/main">
              <a:ext uri="{FF2B5EF4-FFF2-40B4-BE49-F238E27FC236}">
                <a16:creationId xmlns:a16="http://schemas.microsoft.com/office/drawing/2014/main" id="{9511397C-EB09-41CC-8CC3-6634A6B3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9731" y="3181350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hub-orbit-dot-0-24">
            <a:extLst xmlns:a="http://schemas.openxmlformats.org/drawingml/2006/main">
              <a:ext uri="{FF2B5EF4-FFF2-40B4-BE49-F238E27FC236}">
                <a16:creationId xmlns:a16="http://schemas.microsoft.com/office/drawing/2014/main" id="{F898A9BD-8F9B-4FE7-ADDB-C78BB0F0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6446" y="3329464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hub-orbit-dot-0-25">
            <a:extLst xmlns:a="http://schemas.openxmlformats.org/drawingml/2006/main">
              <a:ext uri="{FF2B5EF4-FFF2-40B4-BE49-F238E27FC236}">
                <a16:creationId xmlns:a16="http://schemas.microsoft.com/office/drawing/2014/main" id="{D18DC81C-557B-40C7-A4DD-B7FA1DD2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5538" y="3528555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hub-orbit-dot-0-26">
            <a:extLst xmlns:a="http://schemas.openxmlformats.org/drawingml/2006/main">
              <a:ext uri="{FF2B5EF4-FFF2-40B4-BE49-F238E27FC236}">
                <a16:creationId xmlns:a16="http://schemas.microsoft.com/office/drawing/2014/main" id="{1CFAAB0A-5C89-4060-A8B1-B5E4F13E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7004" y="3768623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hub-orbit-dot-0-27">
            <a:extLst xmlns:a="http://schemas.openxmlformats.org/drawingml/2006/main">
              <a:ext uri="{FF2B5EF4-FFF2-40B4-BE49-F238E27FC236}">
                <a16:creationId xmlns:a16="http://schemas.microsoft.com/office/drawing/2014/main" id="{FC41CBCE-1F1B-4493-9846-6A4B1CF1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3264" y="403764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hub-orbit-dot-1-0">
            <a:extLst xmlns:a="http://schemas.openxmlformats.org/drawingml/2006/main">
              <a:ext uri="{FF2B5EF4-FFF2-40B4-BE49-F238E27FC236}">
                <a16:creationId xmlns:a16="http://schemas.microsoft.com/office/drawing/2014/main" id="{C3F2BBED-45F7-4C23-B504-0C7AB505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432688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hub-orbit-dot-1-1">
            <a:extLst xmlns:a="http://schemas.openxmlformats.org/drawingml/2006/main">
              <a:ext uri="{FF2B5EF4-FFF2-40B4-BE49-F238E27FC236}">
                <a16:creationId xmlns:a16="http://schemas.microsoft.com/office/drawing/2014/main" id="{AC7F7870-D704-44FF-9614-2D807831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0973" y="457196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hub-orbit-dot-1-2">
            <a:extLst xmlns:a="http://schemas.openxmlformats.org/drawingml/2006/main">
              <a:ext uri="{FF2B5EF4-FFF2-40B4-BE49-F238E27FC236}">
                <a16:creationId xmlns:a16="http://schemas.microsoft.com/office/drawing/2014/main" id="{B8606629-D89F-480B-AF03-C1340C6E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4174" y="4810173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hub-orbit-dot-1-3">
            <a:extLst xmlns:a="http://schemas.openxmlformats.org/drawingml/2006/main">
              <a:ext uri="{FF2B5EF4-FFF2-40B4-BE49-F238E27FC236}">
                <a16:creationId xmlns:a16="http://schemas.microsoft.com/office/drawing/2014/main" id="{A5D434F8-387C-43F0-9173-8B0E819D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7313" y="503428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hub-orbit-dot-1-4">
            <a:extLst xmlns:a="http://schemas.openxmlformats.org/drawingml/2006/main">
              <a:ext uri="{FF2B5EF4-FFF2-40B4-BE49-F238E27FC236}">
                <a16:creationId xmlns:a16="http://schemas.microsoft.com/office/drawing/2014/main" id="{B3475A6B-0334-48C2-83E6-2393C6B4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3648" y="5237474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hub-orbit-dot-1-5">
            <a:extLst xmlns:a="http://schemas.openxmlformats.org/drawingml/2006/main">
              <a:ext uri="{FF2B5EF4-FFF2-40B4-BE49-F238E27FC236}">
                <a16:creationId xmlns:a16="http://schemas.microsoft.com/office/drawing/2014/main" id="{512183D1-34EC-48A6-8E21-88335D07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7540" y="541358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hub-orbit-dot-1-6">
            <a:extLst xmlns:a="http://schemas.openxmlformats.org/drawingml/2006/main">
              <a:ext uri="{FF2B5EF4-FFF2-40B4-BE49-F238E27FC236}">
                <a16:creationId xmlns:a16="http://schemas.microsoft.com/office/drawing/2014/main" id="{D2CD9D4F-AC45-4D59-860B-FCDD0D3D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4353" y="5557237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hub-orbit-dot-1-7">
            <a:extLst xmlns:a="http://schemas.openxmlformats.org/drawingml/2006/main">
              <a:ext uri="{FF2B5EF4-FFF2-40B4-BE49-F238E27FC236}">
                <a16:creationId xmlns:a16="http://schemas.microsoft.com/office/drawing/2014/main" id="{20C828D4-775F-4573-AAC7-D902E150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0249" y="5664098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hub-orbit-dot-1-8">
            <a:extLst xmlns:a="http://schemas.openxmlformats.org/drawingml/2006/main">
              <a:ext uri="{FF2B5EF4-FFF2-40B4-BE49-F238E27FC236}">
                <a16:creationId xmlns:a16="http://schemas.microsoft.com/office/drawing/2014/main" id="{C3BA86ED-2268-4B57-AD30-67AF55C2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2028" y="573090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hub-orbit-dot-1-9">
            <a:extLst xmlns:a="http://schemas.openxmlformats.org/drawingml/2006/main">
              <a:ext uri="{FF2B5EF4-FFF2-40B4-BE49-F238E27FC236}">
                <a16:creationId xmlns:a16="http://schemas.microsoft.com/office/drawing/2014/main" id="{FD34F01D-FD83-4DCC-984A-5725AC8B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575563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hub-orbit-dot-1-10">
            <a:extLst xmlns:a="http://schemas.openxmlformats.org/drawingml/2006/main">
              <a:ext uri="{FF2B5EF4-FFF2-40B4-BE49-F238E27FC236}">
                <a16:creationId xmlns:a16="http://schemas.microsoft.com/office/drawing/2014/main" id="{610A43D5-C01F-468F-BFDE-AA1F2C6B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5833" y="573090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hub-orbit-dot-1-11">
            <a:extLst xmlns:a="http://schemas.openxmlformats.org/drawingml/2006/main">
              <a:ext uri="{FF2B5EF4-FFF2-40B4-BE49-F238E27FC236}">
                <a16:creationId xmlns:a16="http://schemas.microsoft.com/office/drawing/2014/main" id="{1A9BFDDE-4939-4980-B797-404777DB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2926" y="5664098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hub-orbit-dot-1-12">
            <a:extLst xmlns:a="http://schemas.openxmlformats.org/drawingml/2006/main">
              <a:ext uri="{FF2B5EF4-FFF2-40B4-BE49-F238E27FC236}">
                <a16:creationId xmlns:a16="http://schemas.microsoft.com/office/drawing/2014/main" id="{6050FB81-2FC7-4A44-9C94-099DE05E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5603" y="5557237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hub-orbit-dot-1-13">
            <a:extLst xmlns:a="http://schemas.openxmlformats.org/drawingml/2006/main">
              <a:ext uri="{FF2B5EF4-FFF2-40B4-BE49-F238E27FC236}">
                <a16:creationId xmlns:a16="http://schemas.microsoft.com/office/drawing/2014/main" id="{8453400A-B571-4C92-A8C3-BD77A04B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0777" y="541358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hub-orbit-dot-1-14">
            <a:extLst xmlns:a="http://schemas.openxmlformats.org/drawingml/2006/main">
              <a:ext uri="{FF2B5EF4-FFF2-40B4-BE49-F238E27FC236}">
                <a16:creationId xmlns:a16="http://schemas.microsoft.com/office/drawing/2014/main" id="{98175A76-6B41-4C15-A9A1-8B9A0B3B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679" y="5237474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hub-orbit-dot-1-15">
            <a:extLst xmlns:a="http://schemas.openxmlformats.org/drawingml/2006/main">
              <a:ext uri="{FF2B5EF4-FFF2-40B4-BE49-F238E27FC236}">
                <a16:creationId xmlns:a16="http://schemas.microsoft.com/office/drawing/2014/main" id="{166372C0-091C-4AA8-8611-D02572D0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2642" y="503428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hub-orbit-dot-1-16">
            <a:extLst xmlns:a="http://schemas.openxmlformats.org/drawingml/2006/main">
              <a:ext uri="{FF2B5EF4-FFF2-40B4-BE49-F238E27FC236}">
                <a16:creationId xmlns:a16="http://schemas.microsoft.com/office/drawing/2014/main" id="{55D73115-D71C-4829-AABC-8ED87341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9001" y="4810173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hub-orbit-dot-1-17">
            <a:extLst xmlns:a="http://schemas.openxmlformats.org/drawingml/2006/main">
              <a:ext uri="{FF2B5EF4-FFF2-40B4-BE49-F238E27FC236}">
                <a16:creationId xmlns:a16="http://schemas.microsoft.com/office/drawing/2014/main" id="{95482E64-2E31-4262-9FE0-3D542884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6888" y="457196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hub-orbit-dot-1-18">
            <a:extLst xmlns:a="http://schemas.openxmlformats.org/drawingml/2006/main">
              <a:ext uri="{FF2B5EF4-FFF2-40B4-BE49-F238E27FC236}">
                <a16:creationId xmlns:a16="http://schemas.microsoft.com/office/drawing/2014/main" id="{C91D4F30-C3DB-48E7-B8C9-BED5934F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432688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hub-orbit-dot-1-19">
            <a:extLst xmlns:a="http://schemas.openxmlformats.org/drawingml/2006/main">
              <a:ext uri="{FF2B5EF4-FFF2-40B4-BE49-F238E27FC236}">
                <a16:creationId xmlns:a16="http://schemas.microsoft.com/office/drawing/2014/main" id="{E32E66C5-7A91-4C59-9084-BBBD493E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6888" y="407575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hub-orbit-dot-1-20">
            <a:extLst xmlns:a="http://schemas.openxmlformats.org/drawingml/2006/main">
              <a:ext uri="{FF2B5EF4-FFF2-40B4-BE49-F238E27FC236}">
                <a16:creationId xmlns:a16="http://schemas.microsoft.com/office/drawing/2014/main" id="{D9E82773-E386-4DFD-AB78-BCF65FFC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9001" y="3832850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hub-orbit-dot-1-21">
            <a:extLst xmlns:a="http://schemas.openxmlformats.org/drawingml/2006/main">
              <a:ext uri="{FF2B5EF4-FFF2-40B4-BE49-F238E27FC236}">
                <a16:creationId xmlns:a16="http://schemas.microsoft.com/office/drawing/2014/main" id="{8228CE50-A162-429B-9637-4CCDC62D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2642" y="360553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hub-orbit-dot-1-22">
            <a:extLst xmlns:a="http://schemas.openxmlformats.org/drawingml/2006/main">
              <a:ext uri="{FF2B5EF4-FFF2-40B4-BE49-F238E27FC236}">
                <a16:creationId xmlns:a16="http://schemas.microsoft.com/office/drawing/2014/main" id="{DE0B4D37-81A5-493F-A13C-DF7C9434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679" y="340071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hub-orbit-dot-1-23">
            <a:extLst xmlns:a="http://schemas.openxmlformats.org/drawingml/2006/main">
              <a:ext uri="{FF2B5EF4-FFF2-40B4-BE49-F238E27FC236}">
                <a16:creationId xmlns:a16="http://schemas.microsoft.com/office/drawing/2014/main" id="{4D59CC81-E98D-48F6-919B-77D8520B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0777" y="3224603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hub-orbit-dot-1-24">
            <a:extLst xmlns:a="http://schemas.openxmlformats.org/drawingml/2006/main">
              <a:ext uri="{FF2B5EF4-FFF2-40B4-BE49-F238E27FC236}">
                <a16:creationId xmlns:a16="http://schemas.microsoft.com/office/drawing/2014/main" id="{0D0D810E-DCA5-4788-BBAF-F2FF5EBF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5603" y="308257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hub-orbit-dot-1-25">
            <a:extLst xmlns:a="http://schemas.openxmlformats.org/drawingml/2006/main">
              <a:ext uri="{FF2B5EF4-FFF2-40B4-BE49-F238E27FC236}">
                <a16:creationId xmlns:a16="http://schemas.microsoft.com/office/drawing/2014/main" id="{05101C0B-65AF-4E73-8628-3D3DF47A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2926" y="2978925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hub-orbit-dot-1-26">
            <a:extLst xmlns:a="http://schemas.openxmlformats.org/drawingml/2006/main">
              <a:ext uri="{FF2B5EF4-FFF2-40B4-BE49-F238E27FC236}">
                <a16:creationId xmlns:a16="http://schemas.microsoft.com/office/drawing/2014/main" id="{CB51344A-5A69-407A-8967-BEA39D6D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5833" y="291682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hub-orbit-dot-1-27">
            <a:extLst xmlns:a="http://schemas.openxmlformats.org/drawingml/2006/main">
              <a:ext uri="{FF2B5EF4-FFF2-40B4-BE49-F238E27FC236}">
                <a16:creationId xmlns:a16="http://schemas.microsoft.com/office/drawing/2014/main" id="{2D0C1FEB-6429-4147-BD62-DD0592A3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289813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hub-orbit-dot-1-28">
            <a:extLst xmlns:a="http://schemas.openxmlformats.org/drawingml/2006/main">
              <a:ext uri="{FF2B5EF4-FFF2-40B4-BE49-F238E27FC236}">
                <a16:creationId xmlns:a16="http://schemas.microsoft.com/office/drawing/2014/main" id="{31AE9A42-05D8-4265-92B7-144C78AD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2028" y="291682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hub-orbit-dot-1-29">
            <a:extLst xmlns:a="http://schemas.openxmlformats.org/drawingml/2006/main">
              <a:ext uri="{FF2B5EF4-FFF2-40B4-BE49-F238E27FC236}">
                <a16:creationId xmlns:a16="http://schemas.microsoft.com/office/drawing/2014/main" id="{FECCCB6D-E3BB-4B3D-B41C-2F7B40E3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0249" y="2978925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hub-orbit-dot-1-30">
            <a:extLst xmlns:a="http://schemas.openxmlformats.org/drawingml/2006/main">
              <a:ext uri="{FF2B5EF4-FFF2-40B4-BE49-F238E27FC236}">
                <a16:creationId xmlns:a16="http://schemas.microsoft.com/office/drawing/2014/main" id="{823CF5DA-02E0-4E4B-BAF7-77B845A8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4353" y="308257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hub-orbit-dot-1-31">
            <a:extLst xmlns:a="http://schemas.openxmlformats.org/drawingml/2006/main">
              <a:ext uri="{FF2B5EF4-FFF2-40B4-BE49-F238E27FC236}">
                <a16:creationId xmlns:a16="http://schemas.microsoft.com/office/drawing/2014/main" id="{A71C18E8-D2DE-4C9E-BC53-CB101D17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7540" y="3224603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hub-orbit-dot-1-32">
            <a:extLst xmlns:a="http://schemas.openxmlformats.org/drawingml/2006/main">
              <a:ext uri="{FF2B5EF4-FFF2-40B4-BE49-F238E27FC236}">
                <a16:creationId xmlns:a16="http://schemas.microsoft.com/office/drawing/2014/main" id="{ADF861D6-40B9-43C1-946D-18D1AFDF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3648" y="340071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hub-orbit-dot-1-33">
            <a:extLst xmlns:a="http://schemas.openxmlformats.org/drawingml/2006/main">
              <a:ext uri="{FF2B5EF4-FFF2-40B4-BE49-F238E27FC236}">
                <a16:creationId xmlns:a16="http://schemas.microsoft.com/office/drawing/2014/main" id="{3431798B-4E01-437F-ABC3-BCD8A1EE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7313" y="360553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hub-orbit-dot-1-34">
            <a:extLst xmlns:a="http://schemas.openxmlformats.org/drawingml/2006/main">
              <a:ext uri="{FF2B5EF4-FFF2-40B4-BE49-F238E27FC236}">
                <a16:creationId xmlns:a16="http://schemas.microsoft.com/office/drawing/2014/main" id="{EFABACC1-FFCD-4599-A27E-067B4653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4174" y="3832850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hub-orbit-dot-1-35">
            <a:extLst xmlns:a="http://schemas.openxmlformats.org/drawingml/2006/main">
              <a:ext uri="{FF2B5EF4-FFF2-40B4-BE49-F238E27FC236}">
                <a16:creationId xmlns:a16="http://schemas.microsoft.com/office/drawing/2014/main" id="{45EF6E8C-CDDD-4AF3-81E9-016A959B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0973" y="407575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hub-orbit-dot-2-0">
            <a:extLst xmlns:a="http://schemas.openxmlformats.org/drawingml/2006/main">
              <a:ext uri="{FF2B5EF4-FFF2-40B4-BE49-F238E27FC236}">
                <a16:creationId xmlns:a16="http://schemas.microsoft.com/office/drawing/2014/main" id="{2E8775D2-9D75-429C-8150-6AAFE3B0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1913" y="43316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hub-orbit-dot-2-1">
            <a:extLst xmlns:a="http://schemas.openxmlformats.org/drawingml/2006/main">
              <a:ext uri="{FF2B5EF4-FFF2-40B4-BE49-F238E27FC236}">
                <a16:creationId xmlns:a16="http://schemas.microsoft.com/office/drawing/2014/main" id="{9F5373C1-4760-48EE-962F-C62CC791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3739" y="455749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hub-orbit-dot-2-2">
            <a:extLst xmlns:a="http://schemas.openxmlformats.org/drawingml/2006/main">
              <a:ext uri="{FF2B5EF4-FFF2-40B4-BE49-F238E27FC236}">
                <a16:creationId xmlns:a16="http://schemas.microsoft.com/office/drawing/2014/main" id="{1435DF21-5862-4C45-9D89-BECF4FE9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3647" y="4779035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hub-orbit-dot-2-3">
            <a:extLst xmlns:a="http://schemas.openxmlformats.org/drawingml/2006/main">
              <a:ext uri="{FF2B5EF4-FFF2-40B4-BE49-F238E27FC236}">
                <a16:creationId xmlns:a16="http://schemas.microsoft.com/office/drawing/2014/main" id="{AB9299D0-1435-47D8-AD33-BC322D65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2665" y="4991738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hub-orbit-dot-2-4">
            <a:extLst xmlns:a="http://schemas.openxmlformats.org/drawingml/2006/main">
              <a:ext uri="{FF2B5EF4-FFF2-40B4-BE49-F238E27FC236}">
                <a16:creationId xmlns:a16="http://schemas.microsoft.com/office/drawing/2014/main" id="{60932280-C236-4A6B-98CF-8B164DEB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2432" y="519131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hub-orbit-dot-2-5">
            <a:extLst xmlns:a="http://schemas.openxmlformats.org/drawingml/2006/main">
              <a:ext uri="{FF2B5EF4-FFF2-40B4-BE49-F238E27FC236}">
                <a16:creationId xmlns:a16="http://schemas.microsoft.com/office/drawing/2014/main" id="{0ACC621E-EFFB-49D9-B446-0EE13B53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5196" y="5373681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hub-orbit-dot-2-6">
            <a:extLst xmlns:a="http://schemas.openxmlformats.org/drawingml/2006/main">
              <a:ext uri="{FF2B5EF4-FFF2-40B4-BE49-F238E27FC236}">
                <a16:creationId xmlns:a16="http://schemas.microsoft.com/office/drawing/2014/main" id="{5E490B38-E2B5-43C2-A2A2-9327386B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757" y="5535130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hub-orbit-dot-2-7">
            <a:extLst xmlns:a="http://schemas.openxmlformats.org/drawingml/2006/main">
              <a:ext uri="{FF2B5EF4-FFF2-40B4-BE49-F238E27FC236}">
                <a16:creationId xmlns:a16="http://schemas.microsoft.com/office/drawing/2014/main" id="{A9C390D4-74B1-4FB6-ABB1-D035D5AF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1382" y="567236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hub-orbit-dot-2-8">
            <a:extLst xmlns:a="http://schemas.openxmlformats.org/drawingml/2006/main">
              <a:ext uri="{FF2B5EF4-FFF2-40B4-BE49-F238E27FC236}">
                <a16:creationId xmlns:a16="http://schemas.microsoft.com/office/drawing/2014/main" id="{3CF167A7-DEAA-49AC-96D8-35DF1A68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1805" y="5782599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hub-orbit-dot-2-9">
            <a:extLst xmlns:a="http://schemas.openxmlformats.org/drawingml/2006/main">
              <a:ext uri="{FF2B5EF4-FFF2-40B4-BE49-F238E27FC236}">
                <a16:creationId xmlns:a16="http://schemas.microsoft.com/office/drawing/2014/main" id="{5EEC7970-1A4B-458D-8C0C-63A10A90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102" y="586357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hub-orbit-dot-2-10">
            <a:extLst xmlns:a="http://schemas.openxmlformats.org/drawingml/2006/main">
              <a:ext uri="{FF2B5EF4-FFF2-40B4-BE49-F238E27FC236}">
                <a16:creationId xmlns:a16="http://schemas.microsoft.com/office/drawing/2014/main" id="{617EC50A-DB61-402F-8B20-4F5BFCFE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7560" y="591366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hub-orbit-dot-2-11">
            <a:extLst xmlns:a="http://schemas.openxmlformats.org/drawingml/2006/main">
              <a:ext uri="{FF2B5EF4-FFF2-40B4-BE49-F238E27FC236}">
                <a16:creationId xmlns:a16="http://schemas.microsoft.com/office/drawing/2014/main" id="{0128A0EE-162B-4C1E-A9BF-1FC53898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59318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hub-orbit-dot-2-12">
            <a:extLst xmlns:a="http://schemas.openxmlformats.org/drawingml/2006/main">
              <a:ext uri="{FF2B5EF4-FFF2-40B4-BE49-F238E27FC236}">
                <a16:creationId xmlns:a16="http://schemas.microsoft.com/office/drawing/2014/main" id="{E8E300B6-05DE-4852-9DA7-3CABD45E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084" y="591366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hub-orbit-dot-2-13">
            <a:extLst xmlns:a="http://schemas.openxmlformats.org/drawingml/2006/main">
              <a:ext uri="{FF2B5EF4-FFF2-40B4-BE49-F238E27FC236}">
                <a16:creationId xmlns:a16="http://schemas.microsoft.com/office/drawing/2014/main" id="{522D9A24-CB65-4CD9-9F3F-698EF653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7427" y="586357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hub-orbit-dot-2-14">
            <a:extLst xmlns:a="http://schemas.openxmlformats.org/drawingml/2006/main">
              <a:ext uri="{FF2B5EF4-FFF2-40B4-BE49-F238E27FC236}">
                <a16:creationId xmlns:a16="http://schemas.microsoft.com/office/drawing/2014/main" id="{8B005A75-A0F0-44BB-A994-362C6C01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2334" y="5782599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hub-orbit-dot-2-15">
            <a:extLst xmlns:a="http://schemas.openxmlformats.org/drawingml/2006/main">
              <a:ext uri="{FF2B5EF4-FFF2-40B4-BE49-F238E27FC236}">
                <a16:creationId xmlns:a16="http://schemas.microsoft.com/office/drawing/2014/main" id="{2A217787-CEE9-4079-8D89-1FD4F236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1128" y="567236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hub-orbit-dot-2-16">
            <a:extLst xmlns:a="http://schemas.openxmlformats.org/drawingml/2006/main">
              <a:ext uri="{FF2B5EF4-FFF2-40B4-BE49-F238E27FC236}">
                <a16:creationId xmlns:a16="http://schemas.microsoft.com/office/drawing/2014/main" id="{64ED94AF-2520-4591-B0FC-4479E558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7943" y="5535130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hub-orbit-dot-2-17">
            <a:extLst xmlns:a="http://schemas.openxmlformats.org/drawingml/2006/main">
              <a:ext uri="{FF2B5EF4-FFF2-40B4-BE49-F238E27FC236}">
                <a16:creationId xmlns:a16="http://schemas.microsoft.com/office/drawing/2014/main" id="{60756B39-733C-4235-9B56-738CAF84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6494" y="5373681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hub-orbit-dot-2-18">
            <a:extLst xmlns:a="http://schemas.openxmlformats.org/drawingml/2006/main">
              <a:ext uri="{FF2B5EF4-FFF2-40B4-BE49-F238E27FC236}">
                <a16:creationId xmlns:a16="http://schemas.microsoft.com/office/drawing/2014/main" id="{25E6AADE-9C31-4D27-8B77-560A4919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077" y="519131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hub-orbit-dot-2-19">
            <a:extLst xmlns:a="http://schemas.openxmlformats.org/drawingml/2006/main">
              <a:ext uri="{FF2B5EF4-FFF2-40B4-BE49-F238E27FC236}">
                <a16:creationId xmlns:a16="http://schemas.microsoft.com/office/drawing/2014/main" id="{C5FF8C5F-D696-4198-9EC9-ED57DD09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1473" y="4991738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hub-orbit-dot-2-20">
            <a:extLst xmlns:a="http://schemas.openxmlformats.org/drawingml/2006/main">
              <a:ext uri="{FF2B5EF4-FFF2-40B4-BE49-F238E27FC236}">
                <a16:creationId xmlns:a16="http://schemas.microsoft.com/office/drawing/2014/main" id="{D4A1A6AF-01C0-4B9D-A17E-D2F6FFB3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892" y="4779035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hub-orbit-dot-2-21">
            <a:extLst xmlns:a="http://schemas.openxmlformats.org/drawingml/2006/main">
              <a:ext uri="{FF2B5EF4-FFF2-40B4-BE49-F238E27FC236}">
                <a16:creationId xmlns:a16="http://schemas.microsoft.com/office/drawing/2014/main" id="{A2A2A79D-960F-42E1-A5AE-41DE49F2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914" y="455749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hub-orbit-dot-2-22">
            <a:extLst xmlns:a="http://schemas.openxmlformats.org/drawingml/2006/main">
              <a:ext uri="{FF2B5EF4-FFF2-40B4-BE49-F238E27FC236}">
                <a16:creationId xmlns:a16="http://schemas.microsoft.com/office/drawing/2014/main" id="{E9A58C01-5A39-41E7-9759-D4928A54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1513" y="43316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hub-orbit-dot-2-23">
            <a:extLst xmlns:a="http://schemas.openxmlformats.org/drawingml/2006/main">
              <a:ext uri="{FF2B5EF4-FFF2-40B4-BE49-F238E27FC236}">
                <a16:creationId xmlns:a16="http://schemas.microsoft.com/office/drawing/2014/main" id="{C7398225-FCBA-4160-AB61-1EE8D5C9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914" y="4102017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hub-orbit-dot-2-24">
            <a:extLst xmlns:a="http://schemas.openxmlformats.org/drawingml/2006/main">
              <a:ext uri="{FF2B5EF4-FFF2-40B4-BE49-F238E27FC236}">
                <a16:creationId xmlns:a16="http://schemas.microsoft.com/office/drawing/2014/main" id="{D271F4DE-0A2D-4C0B-9EAD-0BEB0EF3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892" y="387736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hub-orbit-dot-2-25">
            <a:extLst xmlns:a="http://schemas.openxmlformats.org/drawingml/2006/main">
              <a:ext uri="{FF2B5EF4-FFF2-40B4-BE49-F238E27FC236}">
                <a16:creationId xmlns:a16="http://schemas.microsoft.com/office/drawing/2014/main" id="{9F00E78C-FE4B-416A-9D15-633FC16E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1473" y="366226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hub-orbit-dot-2-26">
            <a:extLst xmlns:a="http://schemas.openxmlformats.org/drawingml/2006/main">
              <a:ext uri="{FF2B5EF4-FFF2-40B4-BE49-F238E27FC236}">
                <a16:creationId xmlns:a16="http://schemas.microsoft.com/office/drawing/2014/main" id="{AF8F6099-EED0-482B-9A7F-29ABCA2C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077" y="346106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hub-orbit-dot-2-27">
            <a:extLst xmlns:a="http://schemas.openxmlformats.org/drawingml/2006/main">
              <a:ext uri="{FF2B5EF4-FFF2-40B4-BE49-F238E27FC236}">
                <a16:creationId xmlns:a16="http://schemas.microsoft.com/office/drawing/2014/main" id="{20949444-46BC-451A-A58D-0198F66C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6494" y="3277867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hub-orbit-dot-2-28">
            <a:extLst xmlns:a="http://schemas.openxmlformats.org/drawingml/2006/main">
              <a:ext uri="{FF2B5EF4-FFF2-40B4-BE49-F238E27FC236}">
                <a16:creationId xmlns:a16="http://schemas.microsoft.com/office/drawing/2014/main" id="{86266C11-710A-4838-ADCF-22E45122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7943" y="3116428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hub-orbit-dot-2-29">
            <a:extLst xmlns:a="http://schemas.openxmlformats.org/drawingml/2006/main">
              <a:ext uri="{FF2B5EF4-FFF2-40B4-BE49-F238E27FC236}">
                <a16:creationId xmlns:a16="http://schemas.microsoft.com/office/drawing/2014/main" id="{409A0B5E-6830-4777-91BB-BE481C68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1128" y="298001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hub-orbit-dot-2-30">
            <a:extLst xmlns:a="http://schemas.openxmlformats.org/drawingml/2006/main">
              <a:ext uri="{FF2B5EF4-FFF2-40B4-BE49-F238E27FC236}">
                <a16:creationId xmlns:a16="http://schemas.microsoft.com/office/drawing/2014/main" id="{4C3FC453-DF16-44C2-AA3D-E471479C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2334" y="287139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hub-orbit-dot-2-31">
            <a:extLst xmlns:a="http://schemas.openxmlformats.org/drawingml/2006/main">
              <a:ext uri="{FF2B5EF4-FFF2-40B4-BE49-F238E27FC236}">
                <a16:creationId xmlns:a16="http://schemas.microsoft.com/office/drawing/2014/main" id="{9662BDAE-1316-4B91-A70F-E33E281E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7427" y="2792816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hub-orbit-dot-2-32">
            <a:extLst xmlns:a="http://schemas.openxmlformats.org/drawingml/2006/main">
              <a:ext uri="{FF2B5EF4-FFF2-40B4-BE49-F238E27FC236}">
                <a16:creationId xmlns:a16="http://schemas.microsoft.com/office/drawing/2014/main" id="{DC8D736C-CC1B-4410-B6DF-A7B3F81A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084" y="2745838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hub-orbit-dot-2-33">
            <a:extLst xmlns:a="http://schemas.openxmlformats.org/drawingml/2006/main">
              <a:ext uri="{FF2B5EF4-FFF2-40B4-BE49-F238E27FC236}">
                <a16:creationId xmlns:a16="http://schemas.microsoft.com/office/drawing/2014/main" id="{6E2699C4-996A-4F86-B6DF-FC30A44A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27314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hub-orbit-dot-2-34">
            <a:extLst xmlns:a="http://schemas.openxmlformats.org/drawingml/2006/main">
              <a:ext uri="{FF2B5EF4-FFF2-40B4-BE49-F238E27FC236}">
                <a16:creationId xmlns:a16="http://schemas.microsoft.com/office/drawing/2014/main" id="{1440CE09-D054-4404-B460-E82502F5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7560" y="2745838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hub-orbit-dot-2-35">
            <a:extLst xmlns:a="http://schemas.openxmlformats.org/drawingml/2006/main">
              <a:ext uri="{FF2B5EF4-FFF2-40B4-BE49-F238E27FC236}">
                <a16:creationId xmlns:a16="http://schemas.microsoft.com/office/drawing/2014/main" id="{6668870A-F5CF-4713-8474-6163E68E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102" y="2792816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hub-orbit-dot-2-36">
            <a:extLst xmlns:a="http://schemas.openxmlformats.org/drawingml/2006/main">
              <a:ext uri="{FF2B5EF4-FFF2-40B4-BE49-F238E27FC236}">
                <a16:creationId xmlns:a16="http://schemas.microsoft.com/office/drawing/2014/main" id="{0AB9B0FC-93B3-4A7F-A7BD-23106BB2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1805" y="287139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hub-orbit-dot-2-37">
            <a:extLst xmlns:a="http://schemas.openxmlformats.org/drawingml/2006/main">
              <a:ext uri="{FF2B5EF4-FFF2-40B4-BE49-F238E27FC236}">
                <a16:creationId xmlns:a16="http://schemas.microsoft.com/office/drawing/2014/main" id="{01B94864-7985-44D6-B252-07B3C56A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1382" y="298001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hub-orbit-dot-2-38">
            <a:extLst xmlns:a="http://schemas.openxmlformats.org/drawingml/2006/main">
              <a:ext uri="{FF2B5EF4-FFF2-40B4-BE49-F238E27FC236}">
                <a16:creationId xmlns:a16="http://schemas.microsoft.com/office/drawing/2014/main" id="{8711A511-074F-47A6-849D-6C619C42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757" y="3116428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hub-orbit-dot-2-39">
            <a:extLst xmlns:a="http://schemas.openxmlformats.org/drawingml/2006/main">
              <a:ext uri="{FF2B5EF4-FFF2-40B4-BE49-F238E27FC236}">
                <a16:creationId xmlns:a16="http://schemas.microsoft.com/office/drawing/2014/main" id="{90863C2E-04B4-478E-93A6-D8188A99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5196" y="3277867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hub-orbit-dot-2-40">
            <a:extLst xmlns:a="http://schemas.openxmlformats.org/drawingml/2006/main">
              <a:ext uri="{FF2B5EF4-FFF2-40B4-BE49-F238E27FC236}">
                <a16:creationId xmlns:a16="http://schemas.microsoft.com/office/drawing/2014/main" id="{CEE2672E-CEFF-4BAA-8F4F-5AFC5216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2432" y="346106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hub-orbit-dot-2-41">
            <a:extLst xmlns:a="http://schemas.openxmlformats.org/drawingml/2006/main">
              <a:ext uri="{FF2B5EF4-FFF2-40B4-BE49-F238E27FC236}">
                <a16:creationId xmlns:a16="http://schemas.microsoft.com/office/drawing/2014/main" id="{0C9B0282-3ED0-4F4A-BB92-9F0CC52E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2665" y="366226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hub-orbit-dot-2-42">
            <a:extLst xmlns:a="http://schemas.openxmlformats.org/drawingml/2006/main">
              <a:ext uri="{FF2B5EF4-FFF2-40B4-BE49-F238E27FC236}">
                <a16:creationId xmlns:a16="http://schemas.microsoft.com/office/drawing/2014/main" id="{D26F2B80-9689-46F2-9061-D029D963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3647" y="387736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hub-orbit-dot-2-43">
            <a:extLst xmlns:a="http://schemas.openxmlformats.org/drawingml/2006/main">
              <a:ext uri="{FF2B5EF4-FFF2-40B4-BE49-F238E27FC236}">
                <a16:creationId xmlns:a16="http://schemas.microsoft.com/office/drawing/2014/main" id="{437429D1-A95F-4F55-A872-B3125656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3739" y="4102017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hub-center-halo">
            <a:extLst xmlns:a="http://schemas.openxmlformats.org/drawingml/2006/main">
              <a:ext uri="{FF2B5EF4-FFF2-40B4-BE49-F238E27FC236}">
                <a16:creationId xmlns:a16="http://schemas.microsoft.com/office/drawing/2014/main" id="{A640A0A1-5876-4C74-9B24-300E6353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3031484"/>
            <a:ext cx="2628900" cy="2628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125" name="hub-center-ring">
            <a:extLst xmlns:a="http://schemas.openxmlformats.org/drawingml/2006/main">
              <a:ext uri="{FF2B5EF4-FFF2-40B4-BE49-F238E27FC236}">
                <a16:creationId xmlns:a16="http://schemas.microsoft.com/office/drawing/2014/main" id="{037DD4E1-1686-4286-8A64-24EF63E1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3193409"/>
            <a:ext cx="2305050" cy="2305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AEEF"/>
            </a:solidFill>
            <a:prstDash val="solid"/>
          </a:ln>
        </p:spPr>
      </p:sp>
      <p:sp>
        <p:nvSpPr>
          <p:cNvPr id="126" name="hub-center-core">
            <a:extLst xmlns:a="http://schemas.openxmlformats.org/drawingml/2006/main">
              <a:ext uri="{FF2B5EF4-FFF2-40B4-BE49-F238E27FC236}">
                <a16:creationId xmlns:a16="http://schemas.microsoft.com/office/drawing/2014/main" id="{AF7DE737-C20A-4446-A8A1-169BF113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8725" y="3288659"/>
            <a:ext cx="2114550" cy="2114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7" name="hub-center-title">
            <a:extLst xmlns:a="http://schemas.openxmlformats.org/drawingml/2006/main">
              <a:ext uri="{FF2B5EF4-FFF2-40B4-BE49-F238E27FC236}">
                <a16:creationId xmlns:a16="http://schemas.microsoft.com/office/drawing/2014/main" id="{99283968-8073-4D92-9497-FBAE722D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3025" y="4060184"/>
            <a:ext cx="1885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做 PPT，真正费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时间的不是“画”</a:t>
            </a:r>
          </a:p>
        </p:txBody>
      </p:sp>
      <p:sp>
        <p:nvSpPr>
          <p:cNvPr id="128" name="hub-item-underlay-0">
            <a:extLst xmlns:a="http://schemas.openxmlformats.org/drawingml/2006/main">
              <a:ext uri="{FF2B5EF4-FFF2-40B4-BE49-F238E27FC236}">
                <a16:creationId xmlns:a16="http://schemas.microsoft.com/office/drawing/2014/main" id="{C50E87E5-DFBA-41C3-A74E-ECD22103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1666875"/>
            <a:ext cx="283845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hub-item-surface-0">
            <a:extLst xmlns:a="http://schemas.openxmlformats.org/drawingml/2006/main">
              <a:ext uri="{FF2B5EF4-FFF2-40B4-BE49-F238E27FC236}">
                <a16:creationId xmlns:a16="http://schemas.microsoft.com/office/drawing/2014/main" id="{D0F04A1B-6585-4C25-B706-02046558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1619250"/>
            <a:ext cx="283845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0" name="hub-item-underlay-1">
            <a:extLst xmlns:a="http://schemas.openxmlformats.org/drawingml/2006/main">
              <a:ext uri="{FF2B5EF4-FFF2-40B4-BE49-F238E27FC236}">
                <a16:creationId xmlns:a16="http://schemas.microsoft.com/office/drawing/2014/main" id="{35F4A984-4F5C-4954-9EDB-37DAB233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8956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hub-item-surface-1">
            <a:extLst xmlns:a="http://schemas.openxmlformats.org/drawingml/2006/main">
              <a:ext uri="{FF2B5EF4-FFF2-40B4-BE49-F238E27FC236}">
                <a16:creationId xmlns:a16="http://schemas.microsoft.com/office/drawing/2014/main" id="{BF11EE35-A401-4F4B-948E-12FE28D3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8479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2" name="hub-item-underlay-2">
            <a:extLst xmlns:a="http://schemas.openxmlformats.org/drawingml/2006/main">
              <a:ext uri="{FF2B5EF4-FFF2-40B4-BE49-F238E27FC236}">
                <a16:creationId xmlns:a16="http://schemas.microsoft.com/office/drawing/2014/main" id="{FB24D403-221F-4A17-99FA-BF4CB85C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52197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hub-item-surface-2">
            <a:extLst xmlns:a="http://schemas.openxmlformats.org/drawingml/2006/main">
              <a:ext uri="{FF2B5EF4-FFF2-40B4-BE49-F238E27FC236}">
                <a16:creationId xmlns:a16="http://schemas.microsoft.com/office/drawing/2014/main" id="{E1F062BA-9A3B-409D-BB58-49C87008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51720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4" name="hub-item-underlay-3">
            <a:extLst xmlns:a="http://schemas.openxmlformats.org/drawingml/2006/main">
              <a:ext uri="{FF2B5EF4-FFF2-40B4-BE49-F238E27FC236}">
                <a16:creationId xmlns:a16="http://schemas.microsoft.com/office/drawing/2014/main" id="{4E5DED1B-8B9A-4268-9770-2598D2A4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28956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hub-item-surface-3">
            <a:extLst xmlns:a="http://schemas.openxmlformats.org/drawingml/2006/main">
              <a:ext uri="{FF2B5EF4-FFF2-40B4-BE49-F238E27FC236}">
                <a16:creationId xmlns:a16="http://schemas.microsoft.com/office/drawing/2014/main" id="{09EAA2D9-7501-42FE-A315-8F1716C8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28479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6" name="hub-item-underlay-4">
            <a:extLst xmlns:a="http://schemas.openxmlformats.org/drawingml/2006/main">
              <a:ext uri="{FF2B5EF4-FFF2-40B4-BE49-F238E27FC236}">
                <a16:creationId xmlns:a16="http://schemas.microsoft.com/office/drawing/2014/main" id="{BCC3B1F3-06D0-48E6-AB9B-1F48DC35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52197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hub-item-surface-4">
            <a:extLst xmlns:a="http://schemas.openxmlformats.org/drawingml/2006/main">
              <a:ext uri="{FF2B5EF4-FFF2-40B4-BE49-F238E27FC236}">
                <a16:creationId xmlns:a16="http://schemas.microsoft.com/office/drawing/2014/main" id="{3141BE74-7E98-4EC7-A1FC-A83FC61E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51720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8" name="hub-icon-halo-0">
            <a:extLst xmlns:a="http://schemas.openxmlformats.org/drawingml/2006/main">
              <a:ext uri="{FF2B5EF4-FFF2-40B4-BE49-F238E27FC236}">
                <a16:creationId xmlns:a16="http://schemas.microsoft.com/office/drawing/2014/main" id="{3EE3C88C-572D-4C6C-BC55-ED379E25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05300" y="16764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9" name="hub-icon-halo-1">
            <a:extLst xmlns:a="http://schemas.openxmlformats.org/drawingml/2006/main">
              <a:ext uri="{FF2B5EF4-FFF2-40B4-BE49-F238E27FC236}">
                <a16:creationId xmlns:a16="http://schemas.microsoft.com/office/drawing/2014/main" id="{F043398F-3249-4CE2-BCBC-8567CBFC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29051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0" name="hub-icon-halo-2">
            <a:extLst xmlns:a="http://schemas.openxmlformats.org/drawingml/2006/main">
              <a:ext uri="{FF2B5EF4-FFF2-40B4-BE49-F238E27FC236}">
                <a16:creationId xmlns:a16="http://schemas.microsoft.com/office/drawing/2014/main" id="{547CE238-FA03-4C3C-A680-D3BBE34B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52292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1" name="hub-icon-halo-3">
            <a:extLst xmlns:a="http://schemas.openxmlformats.org/drawingml/2006/main">
              <a:ext uri="{FF2B5EF4-FFF2-40B4-BE49-F238E27FC236}">
                <a16:creationId xmlns:a16="http://schemas.microsoft.com/office/drawing/2014/main" id="{158FBA2D-B824-429B-B638-C4BE1BC2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29051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2" name="hub-icon-halo-4">
            <a:extLst xmlns:a="http://schemas.openxmlformats.org/drawingml/2006/main">
              <a:ext uri="{FF2B5EF4-FFF2-40B4-BE49-F238E27FC236}">
                <a16:creationId xmlns:a16="http://schemas.microsoft.com/office/drawing/2014/main" id="{C96356D9-035D-4330-A0A7-4E6CC7EB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52292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3" name="hub-icon-core-0">
            <a:extLst xmlns:a="http://schemas.openxmlformats.org/drawingml/2006/main">
              <a:ext uri="{FF2B5EF4-FFF2-40B4-BE49-F238E27FC236}">
                <a16:creationId xmlns:a16="http://schemas.microsoft.com/office/drawing/2014/main" id="{189120F0-9502-4CC7-9DBD-28300BB6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1771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hub-icon-core-1">
            <a:extLst xmlns:a="http://schemas.openxmlformats.org/drawingml/2006/main">
              <a:ext uri="{FF2B5EF4-FFF2-40B4-BE49-F238E27FC236}">
                <a16:creationId xmlns:a16="http://schemas.microsoft.com/office/drawing/2014/main" id="{99388124-5E63-40A9-AF5B-234B15A3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3000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hub-icon-core-2">
            <a:extLst xmlns:a="http://schemas.openxmlformats.org/drawingml/2006/main">
              <a:ext uri="{FF2B5EF4-FFF2-40B4-BE49-F238E27FC236}">
                <a16:creationId xmlns:a16="http://schemas.microsoft.com/office/drawing/2014/main" id="{88E92555-E110-4C94-980D-DE17EEFB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53244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hub-icon-core-3">
            <a:extLst xmlns:a="http://schemas.openxmlformats.org/drawingml/2006/main">
              <a:ext uri="{FF2B5EF4-FFF2-40B4-BE49-F238E27FC236}">
                <a16:creationId xmlns:a16="http://schemas.microsoft.com/office/drawing/2014/main" id="{71E0A80B-512C-486C-9918-A070810F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4225" y="3000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hub-icon-core-4">
            <a:extLst xmlns:a="http://schemas.openxmlformats.org/drawingml/2006/main">
              <a:ext uri="{FF2B5EF4-FFF2-40B4-BE49-F238E27FC236}">
                <a16:creationId xmlns:a16="http://schemas.microsoft.com/office/drawing/2014/main" id="{041B52D6-B9C3-4677-9999-FEEC48C1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4225" y="53244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a90d73398048e9">
            <a:extLst>
              <a:ext uri="{96DAC541-7B7A-43D3-8B79-37D633B846F1}">
                <asvg:svgBlip xmlns:asvg="http://schemas.microsoft.com/office/drawing/2016/SVG/main" r:embed="R26d17cb045864bc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95800" y="186690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c4e747ef154035">
            <a:extLst>
              <a:ext uri="{96DAC541-7B7A-43D3-8B79-37D633B846F1}">
                <asvg:svgBlip xmlns:asvg="http://schemas.microsoft.com/office/drawing/2016/SVG/main" r:embed="R72e6a0318ed94ba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30956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197a3a90c64d97">
            <a:extLst>
              <a:ext uri="{96DAC541-7B7A-43D3-8B79-37D633B846F1}">
                <asvg:svgBlip xmlns:asvg="http://schemas.microsoft.com/office/drawing/2016/SVG/main" r:embed="R53806d875d7848f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54197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16b5d4fb0d476a">
            <a:extLst>
              <a:ext uri="{96DAC541-7B7A-43D3-8B79-37D633B846F1}">
                <asvg:svgBlip xmlns:asvg="http://schemas.microsoft.com/office/drawing/2016/SVG/main" r:embed="R4eef2d66271d43d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39475" y="30956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b7fa94056c47c8">
            <a:extLst>
              <a:ext uri="{96DAC541-7B7A-43D3-8B79-37D633B846F1}">
                <asvg:svgBlip xmlns:asvg="http://schemas.microsoft.com/office/drawing/2016/SVG/main" r:embed="Rd60bb2ebccd34cc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39475" y="54197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53" name="hub-item-title-0">
            <a:extLst xmlns:a="http://schemas.openxmlformats.org/drawingml/2006/main">
              <a:ext uri="{FF2B5EF4-FFF2-40B4-BE49-F238E27FC236}">
                <a16:creationId xmlns:a16="http://schemas.microsoft.com/office/drawing/2014/main" id="{BE8F5339-2BA8-4AC5-ACD2-F0D9F60C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1733702"/>
            <a:ext cx="245745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怎么讲</a:t>
            </a:r>
          </a:p>
        </p:txBody>
      </p:sp>
      <p:sp>
        <p:nvSpPr>
          <p:cNvPr id="154" name="hub-item-body-0">
            <a:extLst xmlns:a="http://schemas.openxmlformats.org/drawingml/2006/main">
              <a:ext uri="{FF2B5EF4-FFF2-40B4-BE49-F238E27FC236}">
                <a16:creationId xmlns:a16="http://schemas.microsoft.com/office/drawing/2014/main" id="{8C1CBE1B-4FFE-4CAB-9B39-91C2A70D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2060524"/>
            <a:ext cx="2457450" cy="206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这场汇报到底怎么讲</a:t>
            </a:r>
          </a:p>
        </p:txBody>
      </p:sp>
      <p:sp>
        <p:nvSpPr>
          <p:cNvPr id="155" name="hub-item-title-1">
            <a:extLst xmlns:a="http://schemas.openxmlformats.org/drawingml/2006/main">
              <a:ext uri="{FF2B5EF4-FFF2-40B4-BE49-F238E27FC236}">
                <a16:creationId xmlns:a16="http://schemas.microsoft.com/office/drawing/2014/main" id="{9D354DD8-F4A6-436B-9713-B5B6BE72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2962427"/>
            <a:ext cx="257175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拆几页</a:t>
            </a:r>
          </a:p>
        </p:txBody>
      </p:sp>
      <p:sp>
        <p:nvSpPr>
          <p:cNvPr id="156" name="hub-item-body-1">
            <a:extLst xmlns:a="http://schemas.openxmlformats.org/drawingml/2006/main">
              <a:ext uri="{FF2B5EF4-FFF2-40B4-BE49-F238E27FC236}">
                <a16:creationId xmlns:a16="http://schemas.microsoft.com/office/drawing/2014/main" id="{61EECFFF-3066-4ED5-BCF7-15ED7CDB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3289249"/>
            <a:ext cx="2571750" cy="206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一篇长稿应拆成多少页</a:t>
            </a:r>
          </a:p>
        </p:txBody>
      </p:sp>
      <p:sp>
        <p:nvSpPr>
          <p:cNvPr id="157" name="hub-item-title-2">
            <a:extLst xmlns:a="http://schemas.openxmlformats.org/drawingml/2006/main">
              <a:ext uri="{FF2B5EF4-FFF2-40B4-BE49-F238E27FC236}">
                <a16:creationId xmlns:a16="http://schemas.microsoft.com/office/drawing/2014/main" id="{164CCE4D-534C-4A7F-9E6F-80A89216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5286527"/>
            <a:ext cx="257175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每页讲什么</a:t>
            </a:r>
          </a:p>
        </p:txBody>
      </p:sp>
      <p:sp>
        <p:nvSpPr>
          <p:cNvPr id="158" name="hub-item-body-2">
            <a:extLst xmlns:a="http://schemas.openxmlformats.org/drawingml/2006/main">
              <a:ext uri="{FF2B5EF4-FFF2-40B4-BE49-F238E27FC236}">
                <a16:creationId xmlns:a16="http://schemas.microsoft.com/office/drawing/2014/main" id="{059FD110-EAE5-491F-A867-518F8C24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5613349"/>
            <a:ext cx="2571750" cy="206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每一页只讲什么内容</a:t>
            </a:r>
          </a:p>
        </p:txBody>
      </p:sp>
      <p:sp>
        <p:nvSpPr>
          <p:cNvPr id="159" name="hub-item-title-3">
            <a:extLst xmlns:a="http://schemas.openxmlformats.org/drawingml/2006/main">
              <a:ext uri="{FF2B5EF4-FFF2-40B4-BE49-F238E27FC236}">
                <a16:creationId xmlns:a16="http://schemas.microsoft.com/office/drawing/2014/main" id="{A1126536-CF0A-451F-94A3-7F586578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2977163"/>
            <a:ext cx="257175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什么关系</a:t>
            </a:r>
          </a:p>
        </p:txBody>
      </p:sp>
      <p:sp>
        <p:nvSpPr>
          <p:cNvPr id="160" name="hub-item-body-3">
            <a:extLst xmlns:a="http://schemas.openxmlformats.org/drawingml/2006/main">
              <a:ext uri="{FF2B5EF4-FFF2-40B4-BE49-F238E27FC236}">
                <a16:creationId xmlns:a16="http://schemas.microsoft.com/office/drawing/2014/main" id="{3677F296-314C-4274-ABB5-59E79642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3303984"/>
            <a:ext cx="2571750" cy="176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2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观点是并列、递进、因果还是流程</a:t>
            </a:r>
          </a:p>
        </p:txBody>
      </p:sp>
      <p:sp>
        <p:nvSpPr>
          <p:cNvPr id="161" name="hub-item-title-4">
            <a:extLst xmlns:a="http://schemas.openxmlformats.org/drawingml/2006/main">
              <a:ext uri="{FF2B5EF4-FFF2-40B4-BE49-F238E27FC236}">
                <a16:creationId xmlns:a16="http://schemas.microsoft.com/office/drawing/2014/main" id="{812FE81F-E4C9-4005-91FF-D41DE7B0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5286527"/>
            <a:ext cx="257175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哪里突出</a:t>
            </a:r>
          </a:p>
        </p:txBody>
      </p:sp>
      <p:sp>
        <p:nvSpPr>
          <p:cNvPr id="162" name="hub-item-body-4">
            <a:extLst xmlns:a="http://schemas.openxmlformats.org/drawingml/2006/main">
              <a:ext uri="{FF2B5EF4-FFF2-40B4-BE49-F238E27FC236}">
                <a16:creationId xmlns:a16="http://schemas.microsoft.com/office/drawing/2014/main" id="{08A57C8E-E013-41C7-B75A-3669C5E0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5613349"/>
            <a:ext cx="2571750" cy="206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哪里应该突出，什么时候用图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工作里的 PPT，不需要每次重新发明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积累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D9650E9A-2FB7-4D28-9059-8688445D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F580D764-4383-40E7-9C66-7177AA1F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arallel-card-underlay-0">
            <a:extLst xmlns:a="http://schemas.openxmlformats.org/drawingml/2006/main">
              <a:ext uri="{FF2B5EF4-FFF2-40B4-BE49-F238E27FC236}">
                <a16:creationId xmlns:a16="http://schemas.microsoft.com/office/drawing/2014/main" id="{ABA55432-48B3-4D29-8E59-14B5E579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2514600"/>
            <a:ext cx="2825648" cy="3352800"/>
          </a:xfrm>
          <a:prstGeom xmlns:a="http://schemas.openxmlformats.org/drawingml/2006/main" prst="roundRect">
            <a:avLst>
              <a:gd name="adj" fmla="val 8764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17" name="parallel-card-surface-0">
            <a:extLst xmlns:a="http://schemas.openxmlformats.org/drawingml/2006/main">
              <a:ext uri="{FF2B5EF4-FFF2-40B4-BE49-F238E27FC236}">
                <a16:creationId xmlns:a16="http://schemas.microsoft.com/office/drawing/2014/main" id="{E4EB9C46-6FC4-4BD2-95D4-D0DB4DA0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419350"/>
            <a:ext cx="2978048" cy="3352800"/>
          </a:xfrm>
          <a:prstGeom xmlns:a="http://schemas.openxmlformats.org/drawingml/2006/main" prst="roundRect">
            <a:avLst>
              <a:gd name="adj" fmla="val 8316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8" name="parallel-card-accent-0">
            <a:extLst xmlns:a="http://schemas.openxmlformats.org/drawingml/2006/main">
              <a:ext uri="{FF2B5EF4-FFF2-40B4-BE49-F238E27FC236}">
                <a16:creationId xmlns:a16="http://schemas.microsoft.com/office/drawing/2014/main" id="{58BF7E22-E087-4595-810A-46CEA9D2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3424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allel-marker-halo-0">
            <a:extLst xmlns:a="http://schemas.openxmlformats.org/drawingml/2006/main">
              <a:ext uri="{FF2B5EF4-FFF2-40B4-BE49-F238E27FC236}">
                <a16:creationId xmlns:a16="http://schemas.microsoft.com/office/drawing/2014/main" id="{28E74516-340D-4732-9FAA-25E16D9D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6749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0" name="parallel-marker-core-0">
            <a:extLst xmlns:a="http://schemas.openxmlformats.org/drawingml/2006/main">
              <a:ext uri="{FF2B5EF4-FFF2-40B4-BE49-F238E27FC236}">
                <a16:creationId xmlns:a16="http://schemas.microsoft.com/office/drawing/2014/main" id="{86816633-7186-4BDD-85E6-308F0ECE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0099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345fe1dbe49f5">
            <a:extLst>
              <a:ext uri="{96DAC541-7B7A-43D3-8B79-37D633B846F1}">
                <asvg:svgBlip xmlns:asvg="http://schemas.microsoft.com/office/drawing/2016/SVG/main" r:embed="R56434c754441473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22499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2" name="parallel-title-0">
            <a:extLst xmlns:a="http://schemas.openxmlformats.org/drawingml/2006/main">
              <a:ext uri="{FF2B5EF4-FFF2-40B4-BE49-F238E27FC236}">
                <a16:creationId xmlns:a16="http://schemas.microsoft.com/office/drawing/2014/main" id="{EF7C88A4-D771-46E1-8BDC-85845781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3238500"/>
            <a:ext cx="244464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组织风格</a:t>
            </a:r>
          </a:p>
        </p:txBody>
      </p:sp>
      <p:sp>
        <p:nvSpPr>
          <p:cNvPr id="23" name="parallel-rule-0">
            <a:extLst xmlns:a="http://schemas.openxmlformats.org/drawingml/2006/main">
              <a:ext uri="{FF2B5EF4-FFF2-40B4-BE49-F238E27FC236}">
                <a16:creationId xmlns:a16="http://schemas.microsoft.com/office/drawing/2014/main" id="{3800E7B6-2C7D-4E63-B70B-DF607109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6774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allel-body-0">
            <a:extLst xmlns:a="http://schemas.openxmlformats.org/drawingml/2006/main">
              <a:ext uri="{FF2B5EF4-FFF2-40B4-BE49-F238E27FC236}">
                <a16:creationId xmlns:a16="http://schemas.microsoft.com/office/drawing/2014/main" id="{C7CE94DC-ACBC-4596-B1E9-09C48BAC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4455766"/>
            <a:ext cx="2444648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学校、企业各有固定样式</a:t>
            </a:r>
          </a:p>
        </p:txBody>
      </p:sp>
      <p:sp>
        <p:nvSpPr>
          <p:cNvPr id="25" name="parallel-card-underlay-1">
            <a:extLst xmlns:a="http://schemas.openxmlformats.org/drawingml/2006/main">
              <a:ext uri="{FF2B5EF4-FFF2-40B4-BE49-F238E27FC236}">
                <a16:creationId xmlns:a16="http://schemas.microsoft.com/office/drawing/2014/main" id="{D032C14C-44B1-40BE-99D9-DCA34DFC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3023" y="2514600"/>
            <a:ext cx="2825801" cy="3352800"/>
          </a:xfrm>
          <a:prstGeom xmlns:a="http://schemas.openxmlformats.org/drawingml/2006/main" prst="roundRect">
            <a:avLst>
              <a:gd name="adj" fmla="val 8764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6" name="parallel-card-surface-1">
            <a:extLst xmlns:a="http://schemas.openxmlformats.org/drawingml/2006/main">
              <a:ext uri="{FF2B5EF4-FFF2-40B4-BE49-F238E27FC236}">
                <a16:creationId xmlns:a16="http://schemas.microsoft.com/office/drawing/2014/main" id="{E0178DDA-9108-4C64-BD87-E1096343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6823" y="2419350"/>
            <a:ext cx="2978201" cy="3352800"/>
          </a:xfrm>
          <a:prstGeom xmlns:a="http://schemas.openxmlformats.org/drawingml/2006/main" prst="roundRect">
            <a:avLst>
              <a:gd name="adj" fmla="val 8315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7" name="parallel-card-accent-1">
            <a:extLst xmlns:a="http://schemas.openxmlformats.org/drawingml/2006/main">
              <a:ext uri="{FF2B5EF4-FFF2-40B4-BE49-F238E27FC236}">
                <a16:creationId xmlns:a16="http://schemas.microsoft.com/office/drawing/2014/main" id="{F9AB97F3-A483-4EEB-864C-44B008C0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5323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rallel-marker-halo-1">
            <a:extLst xmlns:a="http://schemas.openxmlformats.org/drawingml/2006/main">
              <a:ext uri="{FF2B5EF4-FFF2-40B4-BE49-F238E27FC236}">
                <a16:creationId xmlns:a16="http://schemas.microsoft.com/office/drawing/2014/main" id="{8EBD4BEF-4EDE-4E04-8A65-BEE36384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8648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9" name="parallel-marker-core-1">
            <a:extLst xmlns:a="http://schemas.openxmlformats.org/drawingml/2006/main">
              <a:ext uri="{FF2B5EF4-FFF2-40B4-BE49-F238E27FC236}">
                <a16:creationId xmlns:a16="http://schemas.microsoft.com/office/drawing/2014/main" id="{BAC52824-3D6E-4B9F-A940-57C81255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1998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6982aa5d74d84">
            <a:extLst>
              <a:ext uri="{96DAC541-7B7A-43D3-8B79-37D633B846F1}">
                <asvg:svgBlip xmlns:asvg="http://schemas.microsoft.com/office/drawing/2016/SVG/main" r:embed="R00119025ffaa404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24398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1" name="parallel-title-1">
            <a:extLst xmlns:a="http://schemas.openxmlformats.org/drawingml/2006/main">
              <a:ext uri="{FF2B5EF4-FFF2-40B4-BE49-F238E27FC236}">
                <a16:creationId xmlns:a16="http://schemas.microsoft.com/office/drawing/2014/main" id="{6E78C412-107A-4F0C-84C0-78DDF6E3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3523" y="3238500"/>
            <a:ext cx="244480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个人风格</a:t>
            </a:r>
          </a:p>
        </p:txBody>
      </p:sp>
      <p:sp>
        <p:nvSpPr>
          <p:cNvPr id="32" name="parallel-rule-1">
            <a:extLst xmlns:a="http://schemas.openxmlformats.org/drawingml/2006/main">
              <a:ext uri="{FF2B5EF4-FFF2-40B4-BE49-F238E27FC236}">
                <a16:creationId xmlns:a16="http://schemas.microsoft.com/office/drawing/2014/main" id="{5DE8E029-B880-48A3-8AE9-77874F45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8673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rallel-body-1">
            <a:extLst xmlns:a="http://schemas.openxmlformats.org/drawingml/2006/main">
              <a:ext uri="{FF2B5EF4-FFF2-40B4-BE49-F238E27FC236}">
                <a16:creationId xmlns:a16="http://schemas.microsoft.com/office/drawing/2014/main" id="{504F7CE3-3BC9-4081-8BD3-B5CFBF56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3523" y="4455766"/>
            <a:ext cx="2444801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长期形成的表达方式</a:t>
            </a:r>
          </a:p>
        </p:txBody>
      </p:sp>
      <p:sp>
        <p:nvSpPr>
          <p:cNvPr id="34" name="parallel-card-underlay-2">
            <a:extLst xmlns:a="http://schemas.openxmlformats.org/drawingml/2006/main">
              <a:ext uri="{FF2B5EF4-FFF2-40B4-BE49-F238E27FC236}">
                <a16:creationId xmlns:a16="http://schemas.microsoft.com/office/drawing/2014/main" id="{AC2BD53C-A587-4770-A0B9-46DA4FBB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5074" y="2514600"/>
            <a:ext cx="2825648" cy="3352800"/>
          </a:xfrm>
          <a:prstGeom xmlns:a="http://schemas.openxmlformats.org/drawingml/2006/main" prst="roundRect">
            <a:avLst>
              <a:gd name="adj" fmla="val 8764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5" name="parallel-card-surface-2">
            <a:extLst xmlns:a="http://schemas.openxmlformats.org/drawingml/2006/main">
              <a:ext uri="{FF2B5EF4-FFF2-40B4-BE49-F238E27FC236}">
                <a16:creationId xmlns:a16="http://schemas.microsoft.com/office/drawing/2014/main" id="{71CE4E51-0C41-4A90-A485-32E2B911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8874" y="2419350"/>
            <a:ext cx="2978048" cy="3352800"/>
          </a:xfrm>
          <a:prstGeom xmlns:a="http://schemas.openxmlformats.org/drawingml/2006/main" prst="roundRect">
            <a:avLst>
              <a:gd name="adj" fmla="val 8316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6" name="parallel-card-accent-2">
            <a:extLst xmlns:a="http://schemas.openxmlformats.org/drawingml/2006/main">
              <a:ext uri="{FF2B5EF4-FFF2-40B4-BE49-F238E27FC236}">
                <a16:creationId xmlns:a16="http://schemas.microsoft.com/office/drawing/2014/main" id="{7E6C4CFD-1693-4C1E-9F2D-01D9C09D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7373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rallel-marker-halo-2">
            <a:extLst xmlns:a="http://schemas.openxmlformats.org/drawingml/2006/main">
              <a:ext uri="{FF2B5EF4-FFF2-40B4-BE49-F238E27FC236}">
                <a16:creationId xmlns:a16="http://schemas.microsoft.com/office/drawing/2014/main" id="{8487A88B-4E8F-4A72-8C09-C7AD085D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0698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38" name="parallel-marker-core-2">
            <a:extLst xmlns:a="http://schemas.openxmlformats.org/drawingml/2006/main">
              <a:ext uri="{FF2B5EF4-FFF2-40B4-BE49-F238E27FC236}">
                <a16:creationId xmlns:a16="http://schemas.microsoft.com/office/drawing/2014/main" id="{3BBB765B-508D-427D-B426-489D6170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4048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66a733f955433d">
            <a:extLst>
              <a:ext uri="{96DAC541-7B7A-43D3-8B79-37D633B846F1}">
                <asvg:svgBlip xmlns:asvg="http://schemas.microsoft.com/office/drawing/2016/SVG/main" r:embed="R8b39a4c8c59845e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26448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0" name="parallel-title-2">
            <a:extLst xmlns:a="http://schemas.openxmlformats.org/drawingml/2006/main">
              <a:ext uri="{FF2B5EF4-FFF2-40B4-BE49-F238E27FC236}">
                <a16:creationId xmlns:a16="http://schemas.microsoft.com/office/drawing/2014/main" id="{E9BB36BC-9B13-486E-AD44-809F3D01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5574" y="3238500"/>
            <a:ext cx="244464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固定结构</a:t>
            </a:r>
          </a:p>
        </p:txBody>
      </p:sp>
      <p:sp>
        <p:nvSpPr>
          <p:cNvPr id="41" name="parallel-rule-2">
            <a:extLst xmlns:a="http://schemas.openxmlformats.org/drawingml/2006/main">
              <a:ext uri="{FF2B5EF4-FFF2-40B4-BE49-F238E27FC236}">
                <a16:creationId xmlns:a16="http://schemas.microsoft.com/office/drawing/2014/main" id="{EC6FED60-DEDC-4978-879D-9A88F620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0723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rallel-body-2">
            <a:extLst xmlns:a="http://schemas.openxmlformats.org/drawingml/2006/main">
              <a:ext uri="{FF2B5EF4-FFF2-40B4-BE49-F238E27FC236}">
                <a16:creationId xmlns:a16="http://schemas.microsoft.com/office/drawing/2014/main" id="{E0D75F2E-7745-4B6F-B680-BCF55537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5574" y="4455766"/>
            <a:ext cx="2444648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反复证明好用的页面结构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AI 负责理解，规则负责决定，代码负责执行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流程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D9650E9A-2FB7-4D28-9059-8688445D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3F61CF94-8845-4296-88ED-AE0BF897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sequence-direction-rail">
            <a:extLst xmlns:a="http://schemas.openxmlformats.org/drawingml/2006/main">
              <a:ext uri="{FF2B5EF4-FFF2-40B4-BE49-F238E27FC236}">
                <a16:creationId xmlns:a16="http://schemas.microsoft.com/office/drawing/2014/main" id="{1E136DF1-8774-4B29-8A46-8A727F64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3120323"/>
            <a:ext cx="6968976" cy="316973"/>
          </a:xfrm>
          <a:custGeom xmlns:a="http://schemas.openxmlformats.org/drawingml/2006/main">
            <a:pathLst>
              <a:path w="6968976" h="316973">
                <a:moveTo>
                  <a:pt x="0" y="61027"/>
                </a:moveTo>
                <a:lnTo>
                  <a:pt x="36128" y="22946"/>
                </a:lnTo>
                <a:lnTo>
                  <a:pt x="96002" y="22927"/>
                </a:lnTo>
                <a:lnTo>
                  <a:pt x="155877" y="22927"/>
                </a:lnTo>
                <a:lnTo>
                  <a:pt x="215751" y="22927"/>
                </a:lnTo>
                <a:lnTo>
                  <a:pt x="275625" y="22927"/>
                </a:lnTo>
                <a:lnTo>
                  <a:pt x="335499" y="22927"/>
                </a:lnTo>
                <a:lnTo>
                  <a:pt x="395373" y="22927"/>
                </a:lnTo>
                <a:lnTo>
                  <a:pt x="455247" y="22927"/>
                </a:lnTo>
                <a:lnTo>
                  <a:pt x="515122" y="22927"/>
                </a:lnTo>
                <a:lnTo>
                  <a:pt x="574996" y="22927"/>
                </a:lnTo>
                <a:lnTo>
                  <a:pt x="634870" y="22927"/>
                </a:lnTo>
                <a:lnTo>
                  <a:pt x="694744" y="22927"/>
                </a:lnTo>
                <a:lnTo>
                  <a:pt x="754628" y="22927"/>
                </a:lnTo>
                <a:lnTo>
                  <a:pt x="814502" y="22927"/>
                </a:lnTo>
                <a:lnTo>
                  <a:pt x="874376" y="22927"/>
                </a:lnTo>
                <a:lnTo>
                  <a:pt x="934250" y="22927"/>
                </a:lnTo>
                <a:lnTo>
                  <a:pt x="994124" y="22927"/>
                </a:lnTo>
                <a:lnTo>
                  <a:pt x="1053998" y="22927"/>
                </a:lnTo>
                <a:lnTo>
                  <a:pt x="1113873" y="22927"/>
                </a:lnTo>
                <a:lnTo>
                  <a:pt x="1173747" y="22927"/>
                </a:lnTo>
                <a:lnTo>
                  <a:pt x="1233621" y="22927"/>
                </a:lnTo>
                <a:lnTo>
                  <a:pt x="1293495" y="22927"/>
                </a:lnTo>
                <a:lnTo>
                  <a:pt x="1353369" y="22927"/>
                </a:lnTo>
                <a:lnTo>
                  <a:pt x="1413243" y="22927"/>
                </a:lnTo>
                <a:lnTo>
                  <a:pt x="1473117" y="22927"/>
                </a:lnTo>
                <a:lnTo>
                  <a:pt x="1532992" y="22927"/>
                </a:lnTo>
                <a:lnTo>
                  <a:pt x="1592866" y="22927"/>
                </a:lnTo>
                <a:lnTo>
                  <a:pt x="1652740" y="22927"/>
                </a:lnTo>
                <a:lnTo>
                  <a:pt x="1712614" y="22927"/>
                </a:lnTo>
                <a:lnTo>
                  <a:pt x="1772488" y="22927"/>
                </a:lnTo>
                <a:lnTo>
                  <a:pt x="1832362" y="22927"/>
                </a:lnTo>
                <a:lnTo>
                  <a:pt x="1892237" y="22927"/>
                </a:lnTo>
                <a:lnTo>
                  <a:pt x="1952111" y="22927"/>
                </a:lnTo>
                <a:lnTo>
                  <a:pt x="2011985" y="22927"/>
                </a:lnTo>
                <a:lnTo>
                  <a:pt x="2071859" y="22927"/>
                </a:lnTo>
                <a:lnTo>
                  <a:pt x="2131733" y="22927"/>
                </a:lnTo>
                <a:lnTo>
                  <a:pt x="2191607" y="22927"/>
                </a:lnTo>
                <a:lnTo>
                  <a:pt x="2251481" y="22927"/>
                </a:lnTo>
                <a:lnTo>
                  <a:pt x="2311356" y="22927"/>
                </a:lnTo>
                <a:lnTo>
                  <a:pt x="2371230" y="22927"/>
                </a:lnTo>
                <a:lnTo>
                  <a:pt x="2431104" y="22927"/>
                </a:lnTo>
                <a:lnTo>
                  <a:pt x="2490988" y="22927"/>
                </a:lnTo>
                <a:lnTo>
                  <a:pt x="2550862" y="22927"/>
                </a:lnTo>
                <a:lnTo>
                  <a:pt x="2610736" y="22927"/>
                </a:lnTo>
                <a:lnTo>
                  <a:pt x="2670610" y="22927"/>
                </a:lnTo>
                <a:lnTo>
                  <a:pt x="2730484" y="22927"/>
                </a:lnTo>
                <a:lnTo>
                  <a:pt x="2790358" y="22927"/>
                </a:lnTo>
                <a:lnTo>
                  <a:pt x="2850232" y="22927"/>
                </a:lnTo>
                <a:lnTo>
                  <a:pt x="2910107" y="22927"/>
                </a:lnTo>
                <a:lnTo>
                  <a:pt x="2969981" y="22927"/>
                </a:lnTo>
                <a:lnTo>
                  <a:pt x="3029855" y="22927"/>
                </a:lnTo>
                <a:lnTo>
                  <a:pt x="3089729" y="22927"/>
                </a:lnTo>
                <a:lnTo>
                  <a:pt x="3149603" y="22927"/>
                </a:lnTo>
                <a:lnTo>
                  <a:pt x="3209477" y="22927"/>
                </a:lnTo>
                <a:lnTo>
                  <a:pt x="3269351" y="22927"/>
                </a:lnTo>
                <a:lnTo>
                  <a:pt x="3329226" y="22927"/>
                </a:lnTo>
                <a:lnTo>
                  <a:pt x="3389100" y="22927"/>
                </a:lnTo>
                <a:lnTo>
                  <a:pt x="3448974" y="22927"/>
                </a:lnTo>
                <a:lnTo>
                  <a:pt x="3508848" y="22927"/>
                </a:lnTo>
                <a:lnTo>
                  <a:pt x="3568722" y="22927"/>
                </a:lnTo>
                <a:lnTo>
                  <a:pt x="3628596" y="22927"/>
                </a:lnTo>
                <a:lnTo>
                  <a:pt x="3688471" y="22927"/>
                </a:lnTo>
                <a:lnTo>
                  <a:pt x="3748345" y="22927"/>
                </a:lnTo>
                <a:lnTo>
                  <a:pt x="3808219" y="22927"/>
                </a:lnTo>
                <a:lnTo>
                  <a:pt x="3868093" y="22927"/>
                </a:lnTo>
                <a:lnTo>
                  <a:pt x="3927967" y="22927"/>
                </a:lnTo>
                <a:lnTo>
                  <a:pt x="3987841" y="22927"/>
                </a:lnTo>
                <a:lnTo>
                  <a:pt x="4047715" y="22927"/>
                </a:lnTo>
                <a:lnTo>
                  <a:pt x="4107590" y="22927"/>
                </a:lnTo>
                <a:lnTo>
                  <a:pt x="4167464" y="22927"/>
                </a:lnTo>
                <a:lnTo>
                  <a:pt x="4227338" y="22927"/>
                </a:lnTo>
                <a:lnTo>
                  <a:pt x="4287222" y="22927"/>
                </a:lnTo>
                <a:lnTo>
                  <a:pt x="4347096" y="22927"/>
                </a:lnTo>
                <a:lnTo>
                  <a:pt x="4406970" y="22927"/>
                </a:lnTo>
                <a:lnTo>
                  <a:pt x="4466844" y="22927"/>
                </a:lnTo>
                <a:lnTo>
                  <a:pt x="4526718" y="22927"/>
                </a:lnTo>
                <a:lnTo>
                  <a:pt x="4586592" y="22927"/>
                </a:lnTo>
                <a:lnTo>
                  <a:pt x="4646466" y="22927"/>
                </a:lnTo>
                <a:lnTo>
                  <a:pt x="4706341" y="22927"/>
                </a:lnTo>
                <a:lnTo>
                  <a:pt x="4766215" y="22927"/>
                </a:lnTo>
                <a:lnTo>
                  <a:pt x="4826089" y="22927"/>
                </a:lnTo>
                <a:lnTo>
                  <a:pt x="4885963" y="22927"/>
                </a:lnTo>
                <a:lnTo>
                  <a:pt x="4945837" y="22927"/>
                </a:lnTo>
                <a:lnTo>
                  <a:pt x="5005711" y="22927"/>
                </a:lnTo>
                <a:lnTo>
                  <a:pt x="5065586" y="22927"/>
                </a:lnTo>
                <a:lnTo>
                  <a:pt x="5125460" y="22927"/>
                </a:lnTo>
                <a:lnTo>
                  <a:pt x="5185334" y="22927"/>
                </a:lnTo>
                <a:lnTo>
                  <a:pt x="5245208" y="22927"/>
                </a:lnTo>
                <a:lnTo>
                  <a:pt x="5305082" y="22927"/>
                </a:lnTo>
                <a:lnTo>
                  <a:pt x="5364956" y="22927"/>
                </a:lnTo>
                <a:lnTo>
                  <a:pt x="5424830" y="22927"/>
                </a:lnTo>
                <a:lnTo>
                  <a:pt x="5484705" y="22927"/>
                </a:lnTo>
                <a:lnTo>
                  <a:pt x="5544579" y="22927"/>
                </a:lnTo>
                <a:lnTo>
                  <a:pt x="5604453" y="22927"/>
                </a:lnTo>
                <a:lnTo>
                  <a:pt x="5664327" y="22927"/>
                </a:lnTo>
                <a:lnTo>
                  <a:pt x="5724201" y="22927"/>
                </a:lnTo>
                <a:lnTo>
                  <a:pt x="5784075" y="22927"/>
                </a:lnTo>
                <a:lnTo>
                  <a:pt x="5843949" y="22927"/>
                </a:lnTo>
                <a:lnTo>
                  <a:pt x="5903824" y="22927"/>
                </a:lnTo>
                <a:lnTo>
                  <a:pt x="5963698" y="22927"/>
                </a:lnTo>
                <a:lnTo>
                  <a:pt x="6023572" y="22927"/>
                </a:lnTo>
                <a:lnTo>
                  <a:pt x="6083446" y="22927"/>
                </a:lnTo>
                <a:lnTo>
                  <a:pt x="6143330" y="22927"/>
                </a:lnTo>
                <a:lnTo>
                  <a:pt x="6203204" y="22927"/>
                </a:lnTo>
                <a:lnTo>
                  <a:pt x="6263078" y="22927"/>
                </a:lnTo>
                <a:lnTo>
                  <a:pt x="6322952" y="22927"/>
                </a:lnTo>
                <a:lnTo>
                  <a:pt x="6382826" y="22927"/>
                </a:lnTo>
                <a:lnTo>
                  <a:pt x="6442700" y="22927"/>
                </a:lnTo>
                <a:lnTo>
                  <a:pt x="6502575" y="22927"/>
                </a:lnTo>
                <a:lnTo>
                  <a:pt x="6562449" y="22927"/>
                </a:lnTo>
                <a:lnTo>
                  <a:pt x="6606826" y="7430"/>
                </a:lnTo>
                <a:lnTo>
                  <a:pt x="6640868" y="0"/>
                </a:lnTo>
                <a:lnTo>
                  <a:pt x="6695551" y="24384"/>
                </a:lnTo>
                <a:lnTo>
                  <a:pt x="6750234" y="48768"/>
                </a:lnTo>
                <a:lnTo>
                  <a:pt x="6804917" y="73152"/>
                </a:lnTo>
                <a:lnTo>
                  <a:pt x="6859610" y="97526"/>
                </a:lnTo>
                <a:lnTo>
                  <a:pt x="6914293" y="121910"/>
                </a:lnTo>
                <a:lnTo>
                  <a:pt x="6968976" y="146294"/>
                </a:lnTo>
                <a:lnTo>
                  <a:pt x="6959041" y="170678"/>
                </a:lnTo>
                <a:lnTo>
                  <a:pt x="6904358" y="195062"/>
                </a:lnTo>
                <a:lnTo>
                  <a:pt x="6849675" y="219446"/>
                </a:lnTo>
                <a:lnTo>
                  <a:pt x="6794983" y="243830"/>
                </a:lnTo>
                <a:lnTo>
                  <a:pt x="6740300" y="268205"/>
                </a:lnTo>
                <a:lnTo>
                  <a:pt x="6685617" y="292589"/>
                </a:lnTo>
                <a:lnTo>
                  <a:pt x="6630934" y="316973"/>
                </a:lnTo>
                <a:lnTo>
                  <a:pt x="6606826" y="294246"/>
                </a:lnTo>
                <a:lnTo>
                  <a:pt x="6551571" y="289627"/>
                </a:lnTo>
                <a:lnTo>
                  <a:pt x="6491697" y="289627"/>
                </a:lnTo>
                <a:lnTo>
                  <a:pt x="6431823" y="289627"/>
                </a:lnTo>
                <a:lnTo>
                  <a:pt x="6371949" y="289627"/>
                </a:lnTo>
                <a:lnTo>
                  <a:pt x="6312075" y="289627"/>
                </a:lnTo>
                <a:lnTo>
                  <a:pt x="6252200" y="289627"/>
                </a:lnTo>
                <a:lnTo>
                  <a:pt x="6192326" y="289627"/>
                </a:lnTo>
                <a:lnTo>
                  <a:pt x="6132452" y="289627"/>
                </a:lnTo>
                <a:lnTo>
                  <a:pt x="6072578" y="289627"/>
                </a:lnTo>
                <a:lnTo>
                  <a:pt x="6012704" y="289627"/>
                </a:lnTo>
                <a:lnTo>
                  <a:pt x="5952830" y="289627"/>
                </a:lnTo>
                <a:lnTo>
                  <a:pt x="5892946" y="289627"/>
                </a:lnTo>
                <a:lnTo>
                  <a:pt x="5833072" y="289627"/>
                </a:lnTo>
                <a:lnTo>
                  <a:pt x="5773198" y="289627"/>
                </a:lnTo>
                <a:lnTo>
                  <a:pt x="5713324" y="289627"/>
                </a:lnTo>
                <a:lnTo>
                  <a:pt x="5653449" y="289627"/>
                </a:lnTo>
                <a:lnTo>
                  <a:pt x="5593575" y="289627"/>
                </a:lnTo>
                <a:lnTo>
                  <a:pt x="5533701" y="289627"/>
                </a:lnTo>
                <a:lnTo>
                  <a:pt x="5473827" y="289627"/>
                </a:lnTo>
                <a:lnTo>
                  <a:pt x="5413953" y="289627"/>
                </a:lnTo>
                <a:lnTo>
                  <a:pt x="5354079" y="289627"/>
                </a:lnTo>
                <a:lnTo>
                  <a:pt x="5294205" y="289627"/>
                </a:lnTo>
                <a:lnTo>
                  <a:pt x="5234330" y="289627"/>
                </a:lnTo>
                <a:lnTo>
                  <a:pt x="5174456" y="289627"/>
                </a:lnTo>
                <a:lnTo>
                  <a:pt x="5114582" y="289627"/>
                </a:lnTo>
                <a:lnTo>
                  <a:pt x="5054708" y="289627"/>
                </a:lnTo>
                <a:lnTo>
                  <a:pt x="4994834" y="289627"/>
                </a:lnTo>
                <a:lnTo>
                  <a:pt x="4934960" y="289627"/>
                </a:lnTo>
                <a:lnTo>
                  <a:pt x="4875086" y="289627"/>
                </a:lnTo>
                <a:lnTo>
                  <a:pt x="4815211" y="289627"/>
                </a:lnTo>
                <a:lnTo>
                  <a:pt x="4755337" y="289627"/>
                </a:lnTo>
                <a:lnTo>
                  <a:pt x="4695463" y="289627"/>
                </a:lnTo>
                <a:lnTo>
                  <a:pt x="4635589" y="289627"/>
                </a:lnTo>
                <a:lnTo>
                  <a:pt x="4575715" y="289627"/>
                </a:lnTo>
                <a:lnTo>
                  <a:pt x="4515841" y="289627"/>
                </a:lnTo>
                <a:lnTo>
                  <a:pt x="4455966" y="289627"/>
                </a:lnTo>
                <a:lnTo>
                  <a:pt x="4396092" y="289627"/>
                </a:lnTo>
                <a:lnTo>
                  <a:pt x="4336218" y="289627"/>
                </a:lnTo>
                <a:lnTo>
                  <a:pt x="4276344" y="289627"/>
                </a:lnTo>
                <a:lnTo>
                  <a:pt x="4216470" y="289627"/>
                </a:lnTo>
                <a:lnTo>
                  <a:pt x="4156596" y="289627"/>
                </a:lnTo>
                <a:lnTo>
                  <a:pt x="4096712" y="289627"/>
                </a:lnTo>
                <a:lnTo>
                  <a:pt x="4036838" y="289627"/>
                </a:lnTo>
                <a:lnTo>
                  <a:pt x="3976964" y="289627"/>
                </a:lnTo>
                <a:lnTo>
                  <a:pt x="3917090" y="289627"/>
                </a:lnTo>
                <a:lnTo>
                  <a:pt x="3857215" y="289627"/>
                </a:lnTo>
                <a:lnTo>
                  <a:pt x="3797341" y="289627"/>
                </a:lnTo>
                <a:lnTo>
                  <a:pt x="3737467" y="289627"/>
                </a:lnTo>
                <a:lnTo>
                  <a:pt x="3677593" y="289627"/>
                </a:lnTo>
                <a:lnTo>
                  <a:pt x="3617719" y="289627"/>
                </a:lnTo>
                <a:lnTo>
                  <a:pt x="3557845" y="289627"/>
                </a:lnTo>
                <a:lnTo>
                  <a:pt x="3497971" y="289627"/>
                </a:lnTo>
                <a:lnTo>
                  <a:pt x="3438096" y="289627"/>
                </a:lnTo>
                <a:lnTo>
                  <a:pt x="3378222" y="289627"/>
                </a:lnTo>
                <a:lnTo>
                  <a:pt x="3318348" y="289627"/>
                </a:lnTo>
                <a:lnTo>
                  <a:pt x="3258474" y="289627"/>
                </a:lnTo>
                <a:lnTo>
                  <a:pt x="3198600" y="289627"/>
                </a:lnTo>
                <a:lnTo>
                  <a:pt x="3138726" y="289627"/>
                </a:lnTo>
                <a:lnTo>
                  <a:pt x="3078851" y="289627"/>
                </a:lnTo>
                <a:lnTo>
                  <a:pt x="3018977" y="289627"/>
                </a:lnTo>
                <a:lnTo>
                  <a:pt x="2959103" y="289627"/>
                </a:lnTo>
                <a:lnTo>
                  <a:pt x="2899229" y="289627"/>
                </a:lnTo>
                <a:lnTo>
                  <a:pt x="2839355" y="289627"/>
                </a:lnTo>
                <a:lnTo>
                  <a:pt x="2779481" y="289627"/>
                </a:lnTo>
                <a:lnTo>
                  <a:pt x="2719607" y="289627"/>
                </a:lnTo>
                <a:lnTo>
                  <a:pt x="2659732" y="289627"/>
                </a:lnTo>
                <a:lnTo>
                  <a:pt x="2599858" y="289627"/>
                </a:lnTo>
                <a:lnTo>
                  <a:pt x="2539984" y="289627"/>
                </a:lnTo>
                <a:lnTo>
                  <a:pt x="2480110" y="289627"/>
                </a:lnTo>
                <a:lnTo>
                  <a:pt x="2420236" y="289627"/>
                </a:lnTo>
                <a:lnTo>
                  <a:pt x="2360362" y="289627"/>
                </a:lnTo>
                <a:lnTo>
                  <a:pt x="2300488" y="289627"/>
                </a:lnTo>
                <a:lnTo>
                  <a:pt x="2240604" y="289627"/>
                </a:lnTo>
                <a:lnTo>
                  <a:pt x="2180730" y="289627"/>
                </a:lnTo>
                <a:lnTo>
                  <a:pt x="2120856" y="289627"/>
                </a:lnTo>
                <a:lnTo>
                  <a:pt x="2060981" y="289627"/>
                </a:lnTo>
                <a:lnTo>
                  <a:pt x="2001107" y="289627"/>
                </a:lnTo>
                <a:lnTo>
                  <a:pt x="1941233" y="289627"/>
                </a:lnTo>
                <a:lnTo>
                  <a:pt x="1881359" y="289627"/>
                </a:lnTo>
                <a:lnTo>
                  <a:pt x="1821485" y="289627"/>
                </a:lnTo>
                <a:lnTo>
                  <a:pt x="1761611" y="289627"/>
                </a:lnTo>
                <a:lnTo>
                  <a:pt x="1701737" y="289627"/>
                </a:lnTo>
                <a:lnTo>
                  <a:pt x="1641862" y="289627"/>
                </a:lnTo>
                <a:lnTo>
                  <a:pt x="1581988" y="289627"/>
                </a:lnTo>
                <a:lnTo>
                  <a:pt x="1522114" y="289627"/>
                </a:lnTo>
                <a:lnTo>
                  <a:pt x="1462240" y="289627"/>
                </a:lnTo>
                <a:lnTo>
                  <a:pt x="1402366" y="289627"/>
                </a:lnTo>
                <a:lnTo>
                  <a:pt x="1342492" y="289627"/>
                </a:lnTo>
                <a:lnTo>
                  <a:pt x="1282617" y="289627"/>
                </a:lnTo>
                <a:lnTo>
                  <a:pt x="1222743" y="289627"/>
                </a:lnTo>
                <a:lnTo>
                  <a:pt x="1162869" y="289627"/>
                </a:lnTo>
                <a:lnTo>
                  <a:pt x="1102995" y="289627"/>
                </a:lnTo>
                <a:lnTo>
                  <a:pt x="1043121" y="289627"/>
                </a:lnTo>
                <a:lnTo>
                  <a:pt x="983247" y="289627"/>
                </a:lnTo>
                <a:lnTo>
                  <a:pt x="923373" y="289627"/>
                </a:lnTo>
                <a:lnTo>
                  <a:pt x="863498" y="289627"/>
                </a:lnTo>
                <a:lnTo>
                  <a:pt x="803624" y="289627"/>
                </a:lnTo>
                <a:lnTo>
                  <a:pt x="743750" y="289627"/>
                </a:lnTo>
                <a:lnTo>
                  <a:pt x="683876" y="289627"/>
                </a:lnTo>
                <a:lnTo>
                  <a:pt x="624002" y="289627"/>
                </a:lnTo>
                <a:lnTo>
                  <a:pt x="564118" y="289627"/>
                </a:lnTo>
                <a:lnTo>
                  <a:pt x="504244" y="289627"/>
                </a:lnTo>
                <a:lnTo>
                  <a:pt x="444370" y="289627"/>
                </a:lnTo>
                <a:lnTo>
                  <a:pt x="384496" y="289627"/>
                </a:lnTo>
                <a:lnTo>
                  <a:pt x="324622" y="289627"/>
                </a:lnTo>
                <a:lnTo>
                  <a:pt x="264747" y="289627"/>
                </a:lnTo>
                <a:lnTo>
                  <a:pt x="204873" y="289627"/>
                </a:lnTo>
                <a:lnTo>
                  <a:pt x="144999" y="289627"/>
                </a:lnTo>
                <a:lnTo>
                  <a:pt x="85125" y="289627"/>
                </a:lnTo>
                <a:lnTo>
                  <a:pt x="25346" y="288331"/>
                </a:lnTo>
                <a:lnTo>
                  <a:pt x="0" y="240649"/>
                </a:lnTo>
                <a:lnTo>
                  <a:pt x="0" y="180775"/>
                </a:lnTo>
                <a:lnTo>
                  <a:pt x="0" y="120901"/>
                </a:lnTo>
                <a:lnTo>
                  <a:pt x="0" y="61027"/>
                </a:lnTo>
                <a:close/>
              </a:path>
            </a:pathLst>
          </a:custGeom>
          <a:solidFill xmlns:a="http://schemas.openxmlformats.org/drawingml/2006/main">
            <a:srgbClr val="DCE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sequence-direction-highlight">
            <a:extLst xmlns:a="http://schemas.openxmlformats.org/drawingml/2006/main">
              <a:ext uri="{FF2B5EF4-FFF2-40B4-BE49-F238E27FC236}">
                <a16:creationId xmlns:a16="http://schemas.microsoft.com/office/drawing/2014/main" id="{61DC32D1-288D-4F6D-9372-0365BC4F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9400" y="3267075"/>
            <a:ext cx="6435328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quence-title-0">
            <a:extLst xmlns:a="http://schemas.openxmlformats.org/drawingml/2006/main">
              <a:ext uri="{FF2B5EF4-FFF2-40B4-BE49-F238E27FC236}">
                <a16:creationId xmlns:a16="http://schemas.microsoft.com/office/drawing/2014/main" id="{993A1327-8D39-4383-9FD1-48CAC7AA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1175" y="22098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AI</a:t>
            </a:r>
          </a:p>
        </p:txBody>
      </p:sp>
      <p:sp>
        <p:nvSpPr>
          <p:cNvPr id="19" name="sequence-node-halo-0">
            <a:extLst xmlns:a="http://schemas.openxmlformats.org/drawingml/2006/main">
              <a:ext uri="{FF2B5EF4-FFF2-40B4-BE49-F238E27FC236}">
                <a16:creationId xmlns:a16="http://schemas.microsoft.com/office/drawing/2014/main" id="{736157CB-E91E-41C0-B8B7-3837150D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0" name="sequence-node-0">
            <a:extLst xmlns:a="http://schemas.openxmlformats.org/drawingml/2006/main">
              <a:ext uri="{FF2B5EF4-FFF2-40B4-BE49-F238E27FC236}">
                <a16:creationId xmlns:a16="http://schemas.microsoft.com/office/drawing/2014/main" id="{8BD0920B-8FB3-4E54-A46B-63BCF84C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21" name="sequence-order-0">
            <a:extLst xmlns:a="http://schemas.openxmlformats.org/drawingml/2006/main">
              <a:ext uri="{FF2B5EF4-FFF2-40B4-BE49-F238E27FC236}">
                <a16:creationId xmlns:a16="http://schemas.microsoft.com/office/drawing/2014/main" id="{87BF1F26-B671-42FB-B013-1A2CB02B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sequence-connector-0">
            <a:extLst xmlns:a="http://schemas.openxmlformats.org/drawingml/2006/main">
              <a:ext uri="{FF2B5EF4-FFF2-40B4-BE49-F238E27FC236}">
                <a16:creationId xmlns:a16="http://schemas.microsoft.com/office/drawing/2014/main" id="{98566441-D66E-4B54-892E-E17CE282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89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equence-body-underlay-0">
            <a:extLst xmlns:a="http://schemas.openxmlformats.org/drawingml/2006/main">
              <a:ext uri="{FF2B5EF4-FFF2-40B4-BE49-F238E27FC236}">
                <a16:creationId xmlns:a16="http://schemas.microsoft.com/office/drawing/2014/main" id="{BA84FF2B-5AEA-4F6A-9E4C-D95886D4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" y="4010025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4" name="sequence-body-surface-0">
            <a:extLst xmlns:a="http://schemas.openxmlformats.org/drawingml/2006/main">
              <a:ext uri="{FF2B5EF4-FFF2-40B4-BE49-F238E27FC236}">
                <a16:creationId xmlns:a16="http://schemas.microsoft.com/office/drawing/2014/main" id="{676BDDCB-FCCB-40E6-A73B-42A0CFE6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2125" y="3924300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25" name="sequence-body-accent-0">
            <a:extLst xmlns:a="http://schemas.openxmlformats.org/drawingml/2006/main">
              <a:ext uri="{FF2B5EF4-FFF2-40B4-BE49-F238E27FC236}">
                <a16:creationId xmlns:a16="http://schemas.microsoft.com/office/drawing/2014/main" id="{84B936BE-48F2-45DB-A432-EF1D0A19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equence-body-0">
            <a:extLst xmlns:a="http://schemas.openxmlformats.org/drawingml/2006/main">
              <a:ext uri="{FF2B5EF4-FFF2-40B4-BE49-F238E27FC236}">
                <a16:creationId xmlns:a16="http://schemas.microsoft.com/office/drawing/2014/main" id="{A4B799D7-96D1-4487-B31A-7CB5F07D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52625" y="42195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理解</a:t>
            </a:r>
          </a:p>
        </p:txBody>
      </p:sp>
      <p:sp>
        <p:nvSpPr>
          <p:cNvPr id="27" name="sequence-title-1">
            <a:extLst xmlns:a="http://schemas.openxmlformats.org/drawingml/2006/main">
              <a:ext uri="{FF2B5EF4-FFF2-40B4-BE49-F238E27FC236}">
                <a16:creationId xmlns:a16="http://schemas.microsoft.com/office/drawing/2014/main" id="{98CCC86C-4FD1-41A2-ACCC-E0886DBD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3925" y="22098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  <p:sp>
        <p:nvSpPr>
          <p:cNvPr id="28" name="sequence-node-halo-1">
            <a:extLst xmlns:a="http://schemas.openxmlformats.org/drawingml/2006/main">
              <a:ext uri="{FF2B5EF4-FFF2-40B4-BE49-F238E27FC236}">
                <a16:creationId xmlns:a16="http://schemas.microsoft.com/office/drawing/2014/main" id="{05723CF6-4EFE-4949-9930-366FD259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9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7F0823B0-56FF-4242-8CB1-D88E813E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30" name="sequence-order-1">
            <a:extLst xmlns:a="http://schemas.openxmlformats.org/drawingml/2006/main">
              <a:ext uri="{FF2B5EF4-FFF2-40B4-BE49-F238E27FC236}">
                <a16:creationId xmlns:a16="http://schemas.microsoft.com/office/drawing/2014/main" id="{8A7831FB-A030-4059-904F-B3D40625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1" name="sequence-connector-1">
            <a:extLst xmlns:a="http://schemas.openxmlformats.org/drawingml/2006/main">
              <a:ext uri="{FF2B5EF4-FFF2-40B4-BE49-F238E27FC236}">
                <a16:creationId xmlns:a16="http://schemas.microsoft.com/office/drawing/2014/main" id="{AF28617B-5DA0-4472-B832-23BDA04F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equence-body-underlay-1">
            <a:extLst xmlns:a="http://schemas.openxmlformats.org/drawingml/2006/main">
              <a:ext uri="{FF2B5EF4-FFF2-40B4-BE49-F238E27FC236}">
                <a16:creationId xmlns:a16="http://schemas.microsoft.com/office/drawing/2014/main" id="{E96023CC-A2CF-4857-BF56-17036775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4010025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3" name="sequence-body-surface-1">
            <a:extLst xmlns:a="http://schemas.openxmlformats.org/drawingml/2006/main">
              <a:ext uri="{FF2B5EF4-FFF2-40B4-BE49-F238E27FC236}">
                <a16:creationId xmlns:a16="http://schemas.microsoft.com/office/drawing/2014/main" id="{479DD708-3731-452F-8A31-A292F863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4875" y="3924300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34" name="sequence-body-accent-1">
            <a:extLst xmlns:a="http://schemas.openxmlformats.org/drawingml/2006/main">
              <a:ext uri="{FF2B5EF4-FFF2-40B4-BE49-F238E27FC236}">
                <a16:creationId xmlns:a16="http://schemas.microsoft.com/office/drawing/2014/main" id="{CFAED117-FB15-4AE4-B129-33B62D20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equence-body-1">
            <a:extLst xmlns:a="http://schemas.openxmlformats.org/drawingml/2006/main">
              <a:ext uri="{FF2B5EF4-FFF2-40B4-BE49-F238E27FC236}">
                <a16:creationId xmlns:a16="http://schemas.microsoft.com/office/drawing/2014/main" id="{C131D7F3-C5AE-4C1F-8C0C-C0284525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5375" y="42195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决定</a:t>
            </a:r>
          </a:p>
        </p:txBody>
      </p:sp>
      <p:sp>
        <p:nvSpPr>
          <p:cNvPr id="36" name="sequence-title-2">
            <a:extLst xmlns:a="http://schemas.openxmlformats.org/drawingml/2006/main">
              <a:ext uri="{FF2B5EF4-FFF2-40B4-BE49-F238E27FC236}">
                <a16:creationId xmlns:a16="http://schemas.microsoft.com/office/drawing/2014/main" id="{266D0828-EB2D-431A-934A-1D65A089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6675" y="22098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37" name="sequence-node-halo-2">
            <a:extLst xmlns:a="http://schemas.openxmlformats.org/drawingml/2006/main">
              <a:ext uri="{FF2B5EF4-FFF2-40B4-BE49-F238E27FC236}">
                <a16:creationId xmlns:a16="http://schemas.microsoft.com/office/drawing/2014/main" id="{044B3385-F502-4E45-83EA-12BC3584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96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38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78EB22A1-DF4B-420E-B950-0F84B0A4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39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39" name="sequence-order-2">
            <a:extLst xmlns:a="http://schemas.openxmlformats.org/drawingml/2006/main">
              <a:ext uri="{FF2B5EF4-FFF2-40B4-BE49-F238E27FC236}">
                <a16:creationId xmlns:a16="http://schemas.microsoft.com/office/drawing/2014/main" id="{87A3D352-07FB-4015-B991-D691FC85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39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0" name="sequence-connector-2">
            <a:extLst xmlns:a="http://schemas.openxmlformats.org/drawingml/2006/main">
              <a:ext uri="{FF2B5EF4-FFF2-40B4-BE49-F238E27FC236}">
                <a16:creationId xmlns:a16="http://schemas.microsoft.com/office/drawing/2014/main" id="{20501040-7F4C-46DF-80F5-4D8DB7AA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44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equence-body-underlay-2">
            <a:extLst xmlns:a="http://schemas.openxmlformats.org/drawingml/2006/main">
              <a:ext uri="{FF2B5EF4-FFF2-40B4-BE49-F238E27FC236}">
                <a16:creationId xmlns:a16="http://schemas.microsoft.com/office/drawing/2014/main" id="{D37C2CD7-5759-4D35-A039-7E66BFEB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00" y="4010025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2" name="sequence-body-surface-2">
            <a:extLst xmlns:a="http://schemas.openxmlformats.org/drawingml/2006/main">
              <a:ext uri="{FF2B5EF4-FFF2-40B4-BE49-F238E27FC236}">
                <a16:creationId xmlns:a16="http://schemas.microsoft.com/office/drawing/2014/main" id="{E5F88DED-E132-46A4-A46C-360C1266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7625" y="3924300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43" name="sequence-body-accent-2">
            <a:extLst xmlns:a="http://schemas.openxmlformats.org/drawingml/2006/main">
              <a:ext uri="{FF2B5EF4-FFF2-40B4-BE49-F238E27FC236}">
                <a16:creationId xmlns:a16="http://schemas.microsoft.com/office/drawing/2014/main" id="{12E7C59F-85EA-46AD-B6A1-7C4F666A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equence-body-2">
            <a:extLst xmlns:a="http://schemas.openxmlformats.org/drawingml/2006/main">
              <a:ext uri="{FF2B5EF4-FFF2-40B4-BE49-F238E27FC236}">
                <a16:creationId xmlns:a16="http://schemas.microsoft.com/office/drawing/2014/main" id="{CFB92615-9154-4B3B-9A48-BD8651AE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8125" y="42195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稳定的 80 分，比随机的 95 分更值钱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对比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D9650E9A-2FB7-4D28-9059-8688445D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E35D164E-901C-422A-8EC7-33BC5BE7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comparison-stage-outer">
            <a:extLst xmlns:a="http://schemas.openxmlformats.org/drawingml/2006/main">
              <a:ext uri="{FF2B5EF4-FFF2-40B4-BE49-F238E27FC236}">
                <a16:creationId xmlns:a16="http://schemas.microsoft.com/office/drawing/2014/main" id="{D7840E53-9F40-4956-BE75-B6E23A98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5476875"/>
            <a:ext cx="109156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C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mparison-stage-inner">
            <a:extLst xmlns:a="http://schemas.openxmlformats.org/drawingml/2006/main">
              <a:ext uri="{FF2B5EF4-FFF2-40B4-BE49-F238E27FC236}">
                <a16:creationId xmlns:a16="http://schemas.microsoft.com/office/drawing/2014/main" id="{8FDB119C-00A7-4AA5-AA41-506BC250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5562600"/>
            <a:ext cx="102870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mparison-shadow-0">
            <a:extLst xmlns:a="http://schemas.openxmlformats.org/drawingml/2006/main">
              <a:ext uri="{FF2B5EF4-FFF2-40B4-BE49-F238E27FC236}">
                <a16:creationId xmlns:a16="http://schemas.microsoft.com/office/drawing/2014/main" id="{2222887D-26C7-452E-B44C-55CA1C38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1943100"/>
            <a:ext cx="4381500" cy="3790950"/>
          </a:xfrm>
          <a:prstGeom xmlns:a="http://schemas.openxmlformats.org/drawingml/2006/main" prst="roundRect">
            <a:avLst>
              <a:gd name="adj" fmla="val 7035"/>
            </a:avLst>
          </a:prstGeom>
          <a:solidFill xmlns:a="http://schemas.openxmlformats.org/drawingml/2006/main">
            <a:srgbClr val="DBE5F1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omparison-surface-0">
            <a:extLst xmlns:a="http://schemas.openxmlformats.org/drawingml/2006/main">
              <a:ext uri="{FF2B5EF4-FFF2-40B4-BE49-F238E27FC236}">
                <a16:creationId xmlns:a16="http://schemas.microsoft.com/office/drawing/2014/main" id="{6DB43DFF-FD38-4137-A463-456E0724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1809750"/>
            <a:ext cx="4572000" cy="381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sp>
        <p:nvSpPr>
          <p:cNvPr id="20" name="comparison-cap-top-0">
            <a:extLst xmlns:a="http://schemas.openxmlformats.org/drawingml/2006/main">
              <a:ext uri="{FF2B5EF4-FFF2-40B4-BE49-F238E27FC236}">
                <a16:creationId xmlns:a16="http://schemas.microsoft.com/office/drawing/2014/main" id="{286DCECE-60D3-4AE0-867A-0F969A60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1809750"/>
            <a:ext cx="45720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67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omparison-cap-bottom-0">
            <a:extLst xmlns:a="http://schemas.openxmlformats.org/drawingml/2006/main">
              <a:ext uri="{FF2B5EF4-FFF2-40B4-BE49-F238E27FC236}">
                <a16:creationId xmlns:a16="http://schemas.microsoft.com/office/drawing/2014/main" id="{61B70A7E-4F04-4E2F-A259-16ED2B17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2076450"/>
            <a:ext cx="45720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2867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omparison-title-0">
            <a:extLst xmlns:a="http://schemas.openxmlformats.org/drawingml/2006/main">
              <a:ext uri="{FF2B5EF4-FFF2-40B4-BE49-F238E27FC236}">
                <a16:creationId xmlns:a16="http://schemas.microsoft.com/office/drawing/2014/main" id="{E4F1127F-F928-467C-A470-303F086B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" y="1933575"/>
            <a:ext cx="377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稳定的 80 分</a:t>
            </a:r>
          </a:p>
        </p:txBody>
      </p:sp>
      <p:sp>
        <p:nvSpPr>
          <p:cNvPr id="23" name="comparison-row-0-0">
            <a:extLst xmlns:a="http://schemas.openxmlformats.org/drawingml/2006/main">
              <a:ext uri="{FF2B5EF4-FFF2-40B4-BE49-F238E27FC236}">
                <a16:creationId xmlns:a16="http://schemas.microsoft.com/office/drawing/2014/main" id="{30CF5635-C77C-40F1-97E5-0DE0A4B3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2776538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7DFF7"/>
            </a:solidFill>
            <a:prstDash val="solid"/>
          </a:ln>
        </p:spPr>
      </p:sp>
      <p:sp>
        <p:nvSpPr>
          <p:cNvPr id="24" name="comparison-marker-0-0">
            <a:extLst xmlns:a="http://schemas.openxmlformats.org/drawingml/2006/main">
              <a:ext uri="{FF2B5EF4-FFF2-40B4-BE49-F238E27FC236}">
                <a16:creationId xmlns:a16="http://schemas.microsoft.com/office/drawing/2014/main" id="{6CD2ABFA-03F2-4B56-BAAF-38223ABA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286226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omparison-symbol-0-0">
            <a:extLst xmlns:a="http://schemas.openxmlformats.org/drawingml/2006/main">
              <a:ext uri="{FF2B5EF4-FFF2-40B4-BE49-F238E27FC236}">
                <a16:creationId xmlns:a16="http://schemas.microsoft.com/office/drawing/2014/main" id="{CD16E427-3999-42E5-9CDE-BB75A04B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2862263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6" name="comparison-row-text-0-0">
            <a:extLst xmlns:a="http://schemas.openxmlformats.org/drawingml/2006/main">
              <a:ext uri="{FF2B5EF4-FFF2-40B4-BE49-F238E27FC236}">
                <a16:creationId xmlns:a16="http://schemas.microsoft.com/office/drawing/2014/main" id="{DCB62707-D6D4-400D-97C3-F1D45035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2786063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结构清楚</a:t>
            </a:r>
          </a:p>
        </p:txBody>
      </p:sp>
      <p:sp>
        <p:nvSpPr>
          <p:cNvPr id="27" name="comparison-row-0-1">
            <a:extLst xmlns:a="http://schemas.openxmlformats.org/drawingml/2006/main">
              <a:ext uri="{FF2B5EF4-FFF2-40B4-BE49-F238E27FC236}">
                <a16:creationId xmlns:a16="http://schemas.microsoft.com/office/drawing/2014/main" id="{8587B7FC-5743-4AE0-AE4E-0CE150C4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3471863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7DFF7"/>
            </a:solidFill>
            <a:prstDash val="solid"/>
          </a:ln>
        </p:spPr>
      </p:sp>
      <p:sp>
        <p:nvSpPr>
          <p:cNvPr id="28" name="comparison-marker-0-1">
            <a:extLst xmlns:a="http://schemas.openxmlformats.org/drawingml/2006/main">
              <a:ext uri="{FF2B5EF4-FFF2-40B4-BE49-F238E27FC236}">
                <a16:creationId xmlns:a16="http://schemas.microsoft.com/office/drawing/2014/main" id="{4E8476F0-4324-4E7E-9DC8-49AA9D5C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3557588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omparison-symbol-0-1">
            <a:extLst xmlns:a="http://schemas.openxmlformats.org/drawingml/2006/main">
              <a:ext uri="{FF2B5EF4-FFF2-40B4-BE49-F238E27FC236}">
                <a16:creationId xmlns:a16="http://schemas.microsoft.com/office/drawing/2014/main" id="{1BB2952B-EAC5-4A72-8549-0C135895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3557588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0" name="comparison-row-text-0-1">
            <a:extLst xmlns:a="http://schemas.openxmlformats.org/drawingml/2006/main">
              <a:ext uri="{FF2B5EF4-FFF2-40B4-BE49-F238E27FC236}">
                <a16:creationId xmlns:a16="http://schemas.microsoft.com/office/drawing/2014/main" id="{1469E63B-1CB9-44C6-A4EE-C8440284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3481388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视觉规范</a:t>
            </a:r>
          </a:p>
        </p:txBody>
      </p:sp>
      <p:sp>
        <p:nvSpPr>
          <p:cNvPr id="31" name="comparison-row-0-2">
            <a:extLst xmlns:a="http://schemas.openxmlformats.org/drawingml/2006/main">
              <a:ext uri="{FF2B5EF4-FFF2-40B4-BE49-F238E27FC236}">
                <a16:creationId xmlns:a16="http://schemas.microsoft.com/office/drawing/2014/main" id="{88176BA7-F39B-43F7-8A1A-00D01C7D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4167188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7DFF7"/>
            </a:solidFill>
            <a:prstDash val="solid"/>
          </a:ln>
        </p:spPr>
      </p:sp>
      <p:sp>
        <p:nvSpPr>
          <p:cNvPr id="32" name="comparison-marker-0-2">
            <a:extLst xmlns:a="http://schemas.openxmlformats.org/drawingml/2006/main">
              <a:ext uri="{FF2B5EF4-FFF2-40B4-BE49-F238E27FC236}">
                <a16:creationId xmlns:a16="http://schemas.microsoft.com/office/drawing/2014/main" id="{61C513B3-CE43-42D5-99CD-A7BBECF3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425291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omparison-symbol-0-2">
            <a:extLst xmlns:a="http://schemas.openxmlformats.org/drawingml/2006/main">
              <a:ext uri="{FF2B5EF4-FFF2-40B4-BE49-F238E27FC236}">
                <a16:creationId xmlns:a16="http://schemas.microsoft.com/office/drawing/2014/main" id="{BDED28D1-EB3C-4B6D-863B-8CD1E1FC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4252913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4" name="comparison-row-text-0-2">
            <a:extLst xmlns:a="http://schemas.openxmlformats.org/drawingml/2006/main">
              <a:ext uri="{FF2B5EF4-FFF2-40B4-BE49-F238E27FC236}">
                <a16:creationId xmlns:a16="http://schemas.microsoft.com/office/drawing/2014/main" id="{0A3AF0AD-18B2-48A2-8FFA-E600F8CB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4176713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符合组织风格</a:t>
            </a:r>
          </a:p>
        </p:txBody>
      </p:sp>
      <p:sp>
        <p:nvSpPr>
          <p:cNvPr id="35" name="comparison-row-0-3">
            <a:extLst xmlns:a="http://schemas.openxmlformats.org/drawingml/2006/main">
              <a:ext uri="{FF2B5EF4-FFF2-40B4-BE49-F238E27FC236}">
                <a16:creationId xmlns:a16="http://schemas.microsoft.com/office/drawing/2014/main" id="{70315896-C603-40D4-8BF1-E36E72A9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4862513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7DFF7"/>
            </a:solidFill>
            <a:prstDash val="solid"/>
          </a:ln>
        </p:spPr>
      </p:sp>
      <p:sp>
        <p:nvSpPr>
          <p:cNvPr id="36" name="comparison-marker-0-3">
            <a:extLst xmlns:a="http://schemas.openxmlformats.org/drawingml/2006/main">
              <a:ext uri="{FF2B5EF4-FFF2-40B4-BE49-F238E27FC236}">
                <a16:creationId xmlns:a16="http://schemas.microsoft.com/office/drawing/2014/main" id="{2A0E7145-F518-47DE-8914-7DAD1468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4948238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omparison-symbol-0-3">
            <a:extLst xmlns:a="http://schemas.openxmlformats.org/drawingml/2006/main">
              <a:ext uri="{FF2B5EF4-FFF2-40B4-BE49-F238E27FC236}">
                <a16:creationId xmlns:a16="http://schemas.microsoft.com/office/drawing/2014/main" id="{C204D0AE-60D7-4689-A1A7-674B0E4E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4948238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8" name="comparison-row-text-0-3">
            <a:extLst xmlns:a="http://schemas.openxmlformats.org/drawingml/2006/main">
              <a:ext uri="{FF2B5EF4-FFF2-40B4-BE49-F238E27FC236}">
                <a16:creationId xmlns:a16="http://schemas.microsoft.com/office/drawing/2014/main" id="{B9B8A8BB-68BF-4B9D-A18D-1D4C0DEC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4872038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次日可继续修改</a:t>
            </a:r>
          </a:p>
        </p:txBody>
      </p:sp>
      <p:sp>
        <p:nvSpPr>
          <p:cNvPr id="39" name="comparison-shadow-1">
            <a:extLst xmlns:a="http://schemas.openxmlformats.org/drawingml/2006/main">
              <a:ext uri="{FF2B5EF4-FFF2-40B4-BE49-F238E27FC236}">
                <a16:creationId xmlns:a16="http://schemas.microsoft.com/office/drawing/2014/main" id="{C7F5500D-DF9B-4E90-AADB-901E3166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0875" y="1943100"/>
            <a:ext cx="4381500" cy="3790950"/>
          </a:xfrm>
          <a:prstGeom xmlns:a="http://schemas.openxmlformats.org/drawingml/2006/main" prst="roundRect">
            <a:avLst>
              <a:gd name="adj" fmla="val 7035"/>
            </a:avLst>
          </a:prstGeom>
          <a:solidFill xmlns:a="http://schemas.openxmlformats.org/drawingml/2006/main">
            <a:srgbClr val="DBE5F1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comparison-surface-1">
            <a:extLst xmlns:a="http://schemas.openxmlformats.org/drawingml/2006/main">
              <a:ext uri="{FF2B5EF4-FFF2-40B4-BE49-F238E27FC236}">
                <a16:creationId xmlns:a16="http://schemas.microsoft.com/office/drawing/2014/main" id="{26AB739B-D113-49E8-9A6F-0DCBE828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1809750"/>
            <a:ext cx="4572000" cy="381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sp>
        <p:nvSpPr>
          <p:cNvPr id="41" name="comparison-cap-top-1">
            <a:extLst xmlns:a="http://schemas.openxmlformats.org/drawingml/2006/main">
              <a:ext uri="{FF2B5EF4-FFF2-40B4-BE49-F238E27FC236}">
                <a16:creationId xmlns:a16="http://schemas.microsoft.com/office/drawing/2014/main" id="{6BE085BA-694D-455C-9138-AD433FD3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1809750"/>
            <a:ext cx="45720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84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comparison-cap-bottom-1">
            <a:extLst xmlns:a="http://schemas.openxmlformats.org/drawingml/2006/main">
              <a:ext uri="{FF2B5EF4-FFF2-40B4-BE49-F238E27FC236}">
                <a16:creationId xmlns:a16="http://schemas.microsoft.com/office/drawing/2014/main" id="{6CEC8F4C-A7DB-46AD-AD6D-6558E7CC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2076450"/>
            <a:ext cx="45720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7784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omparison-title-1">
            <a:extLst xmlns:a="http://schemas.openxmlformats.org/drawingml/2006/main">
              <a:ext uri="{FF2B5EF4-FFF2-40B4-BE49-F238E27FC236}">
                <a16:creationId xmlns:a16="http://schemas.microsoft.com/office/drawing/2014/main" id="{7F17A447-A04C-4F36-BCAC-9579C0F7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5675" y="1933575"/>
            <a:ext cx="377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随机的 95 分</a:t>
            </a:r>
          </a:p>
        </p:txBody>
      </p:sp>
      <p:sp>
        <p:nvSpPr>
          <p:cNvPr id="44" name="comparison-row-1-0">
            <a:extLst xmlns:a="http://schemas.openxmlformats.org/drawingml/2006/main">
              <a:ext uri="{FF2B5EF4-FFF2-40B4-BE49-F238E27FC236}">
                <a16:creationId xmlns:a16="http://schemas.microsoft.com/office/drawing/2014/main" id="{B937B862-9C1E-4DEF-95ED-397A1840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2776538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45" name="comparison-marker-1-0">
            <a:extLst xmlns:a="http://schemas.openxmlformats.org/drawingml/2006/main">
              <a:ext uri="{FF2B5EF4-FFF2-40B4-BE49-F238E27FC236}">
                <a16:creationId xmlns:a16="http://schemas.microsoft.com/office/drawing/2014/main" id="{3C94759D-7754-49A4-974D-7D6D725C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286226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73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omparison-symbol-1-0">
            <a:extLst xmlns:a="http://schemas.openxmlformats.org/drawingml/2006/main">
              <a:ext uri="{FF2B5EF4-FFF2-40B4-BE49-F238E27FC236}">
                <a16:creationId xmlns:a16="http://schemas.microsoft.com/office/drawing/2014/main" id="{EED94E5E-9496-492F-8FAF-1D239AC6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2862263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47" name="comparison-row-text-1-0">
            <a:extLst xmlns:a="http://schemas.openxmlformats.org/drawingml/2006/main">
              <a:ext uri="{FF2B5EF4-FFF2-40B4-BE49-F238E27FC236}">
                <a16:creationId xmlns:a16="http://schemas.microsoft.com/office/drawing/2014/main" id="{0B257CC8-BE90-4842-9E7B-26C2218C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2786063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难以稳定复现</a:t>
            </a:r>
          </a:p>
        </p:txBody>
      </p:sp>
      <p:sp>
        <p:nvSpPr>
          <p:cNvPr id="48" name="comparison-row-1-1">
            <a:extLst xmlns:a="http://schemas.openxmlformats.org/drawingml/2006/main">
              <a:ext uri="{FF2B5EF4-FFF2-40B4-BE49-F238E27FC236}">
                <a16:creationId xmlns:a16="http://schemas.microsoft.com/office/drawing/2014/main" id="{B286616B-EFBF-4E46-A8DF-FDC62E32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3471863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49" name="comparison-marker-1-1">
            <a:extLst xmlns:a="http://schemas.openxmlformats.org/drawingml/2006/main">
              <a:ext uri="{FF2B5EF4-FFF2-40B4-BE49-F238E27FC236}">
                <a16:creationId xmlns:a16="http://schemas.microsoft.com/office/drawing/2014/main" id="{F3EC617F-0262-41C7-B3C6-153AA225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557588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73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comparison-symbol-1-1">
            <a:extLst xmlns:a="http://schemas.openxmlformats.org/drawingml/2006/main">
              <a:ext uri="{FF2B5EF4-FFF2-40B4-BE49-F238E27FC236}">
                <a16:creationId xmlns:a16="http://schemas.microsoft.com/office/drawing/2014/main" id="{6F6BE41E-EF23-4A01-A51F-7AAA112C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557588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51" name="comparison-row-text-1-1">
            <a:extLst xmlns:a="http://schemas.openxmlformats.org/drawingml/2006/main">
              <a:ext uri="{FF2B5EF4-FFF2-40B4-BE49-F238E27FC236}">
                <a16:creationId xmlns:a16="http://schemas.microsoft.com/office/drawing/2014/main" id="{3A3E9D50-42A3-48BC-A2EE-BFFC13AC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3481388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可能需要推翻重来</a:t>
            </a:r>
          </a:p>
        </p:txBody>
      </p:sp>
      <p:sp>
        <p:nvSpPr>
          <p:cNvPr id="52" name="comparison-row-1-2">
            <a:extLst xmlns:a="http://schemas.openxmlformats.org/drawingml/2006/main">
              <a:ext uri="{FF2B5EF4-FFF2-40B4-BE49-F238E27FC236}">
                <a16:creationId xmlns:a16="http://schemas.microsoft.com/office/drawing/2014/main" id="{0381B718-1FCE-41FB-91AA-F1083AD1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4167188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53" name="comparison-marker-1-2">
            <a:extLst xmlns:a="http://schemas.openxmlformats.org/drawingml/2006/main">
              <a:ext uri="{FF2B5EF4-FFF2-40B4-BE49-F238E27FC236}">
                <a16:creationId xmlns:a16="http://schemas.microsoft.com/office/drawing/2014/main" id="{E847D5B6-5E69-43D5-9C63-0A59484F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25291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73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comparison-symbol-1-2">
            <a:extLst xmlns:a="http://schemas.openxmlformats.org/drawingml/2006/main">
              <a:ext uri="{FF2B5EF4-FFF2-40B4-BE49-F238E27FC236}">
                <a16:creationId xmlns:a16="http://schemas.microsoft.com/office/drawing/2014/main" id="{9FD96A03-A453-4FDC-9EFF-EFDD5FFB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252913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55" name="comparison-row-text-1-2">
            <a:extLst xmlns:a="http://schemas.openxmlformats.org/drawingml/2006/main">
              <a:ext uri="{FF2B5EF4-FFF2-40B4-BE49-F238E27FC236}">
                <a16:creationId xmlns:a16="http://schemas.microsoft.com/office/drawing/2014/main" id="{D5F90145-AC15-49D4-A145-427BD4E7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4176713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不确定能用于实际</a:t>
            </a:r>
          </a:p>
        </p:txBody>
      </p:sp>
      <p:sp>
        <p:nvSpPr>
          <p:cNvPr id="56" name="comparison-row-1-3">
            <a:extLst xmlns:a="http://schemas.openxmlformats.org/drawingml/2006/main">
              <a:ext uri="{FF2B5EF4-FFF2-40B4-BE49-F238E27FC236}">
                <a16:creationId xmlns:a16="http://schemas.microsoft.com/office/drawing/2014/main" id="{8B9A7D31-253B-4ED6-BFFD-38B35679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4862513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57" name="comparison-marker-1-3">
            <a:extLst xmlns:a="http://schemas.openxmlformats.org/drawingml/2006/main">
              <a:ext uri="{FF2B5EF4-FFF2-40B4-BE49-F238E27FC236}">
                <a16:creationId xmlns:a16="http://schemas.microsoft.com/office/drawing/2014/main" id="{9B8497F4-839D-4550-9162-F1091C6E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948238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73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comparison-symbol-1-3">
            <a:extLst xmlns:a="http://schemas.openxmlformats.org/drawingml/2006/main">
              <a:ext uri="{FF2B5EF4-FFF2-40B4-BE49-F238E27FC236}">
                <a16:creationId xmlns:a16="http://schemas.microsoft.com/office/drawing/2014/main" id="{7D994460-08CD-40E6-A7AF-8FB47D8E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948238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59" name="comparison-row-text-1-3">
            <a:extLst xmlns:a="http://schemas.openxmlformats.org/drawingml/2006/main">
              <a:ext uri="{FF2B5EF4-FFF2-40B4-BE49-F238E27FC236}">
                <a16:creationId xmlns:a16="http://schemas.microsoft.com/office/drawing/2014/main" id="{226ABBC1-CC21-46F1-81CD-456876D6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4872038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风险高</a:t>
            </a:r>
          </a:p>
        </p:txBody>
      </p:sp>
      <p:sp>
        <p:nvSpPr>
          <p:cNvPr id="60" name="comparison-knot-ring">
            <a:extLst xmlns:a="http://schemas.openxmlformats.org/drawingml/2006/main">
              <a:ext uri="{FF2B5EF4-FFF2-40B4-BE49-F238E27FC236}">
                <a16:creationId xmlns:a16="http://schemas.microsoft.com/office/drawing/2014/main" id="{F94426C9-9785-4761-BECA-FD3DA7E3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33718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EBFE1"/>
            </a:solidFill>
            <a:prstDash val="dash"/>
          </a:ln>
        </p:spPr>
      </p:sp>
      <p:sp>
        <p:nvSpPr>
          <p:cNvPr id="61" name="comparison-knot-halo">
            <a:extLst xmlns:a="http://schemas.openxmlformats.org/drawingml/2006/main">
              <a:ext uri="{FF2B5EF4-FFF2-40B4-BE49-F238E27FC236}">
                <a16:creationId xmlns:a16="http://schemas.microsoft.com/office/drawing/2014/main" id="{E4480480-8A65-4C01-A479-7227439A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1650" y="347662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6FF"/>
          </a:solidFill>
          <a:ln xmlns:a="http://schemas.openxmlformats.org/drawingml/2006/main" w="9525">
            <a:solidFill>
              <a:srgbClr val="D4E5F6"/>
            </a:solidFill>
            <a:prstDash val="solid"/>
          </a:ln>
        </p:spPr>
      </p:sp>
      <p:sp>
        <p:nvSpPr>
          <p:cNvPr id="62" name="comparison-knot-core">
            <a:extLst xmlns:a="http://schemas.openxmlformats.org/drawingml/2006/main">
              <a:ext uri="{FF2B5EF4-FFF2-40B4-BE49-F238E27FC236}">
                <a16:creationId xmlns:a16="http://schemas.microsoft.com/office/drawing/2014/main" id="{FAE74A23-1B52-4F42-BAF7-8F9C3798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6425" y="35814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5C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3" name="comparison-label">
            <a:extLst xmlns:a="http://schemas.openxmlformats.org/drawingml/2006/main">
              <a:ext uri="{FF2B5EF4-FFF2-40B4-BE49-F238E27FC236}">
                <a16:creationId xmlns:a16="http://schemas.microsoft.com/office/drawing/2014/main" id="{DE784A97-04AF-4F96-980E-0120ED8E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6425" y="3581400"/>
            <a:ext cx="819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不只服务最会做 PPT 的那 1%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积累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D9650E9A-2FB7-4D28-9059-8688445D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composition-dual-divider">
            <a:extLst xmlns:a="http://schemas.openxmlformats.org/drawingml/2006/main">
              <a:ext uri="{FF2B5EF4-FFF2-40B4-BE49-F238E27FC236}">
                <a16:creationId xmlns:a16="http://schemas.microsoft.com/office/drawing/2014/main" id="{C9E89ED2-5F16-41A4-B813-8A8B591A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dual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18E30514-4E7B-4CB8-AE39-DAAA1C7A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dual-0|role=index">
            <a:extLst xmlns:a="http://schemas.openxmlformats.org/drawingml/2006/main">
              <a:ext uri="{FF2B5EF4-FFF2-40B4-BE49-F238E27FC236}">
                <a16:creationId xmlns:a16="http://schemas.microsoft.com/office/drawing/2014/main" id="{3C600DF6-E6A6-4D0C-BDB2-32C77745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PPAGENT_QA|within=composition-dual-0|role=title">
            <a:extLst xmlns:a="http://schemas.openxmlformats.org/drawingml/2006/main">
              <a:ext uri="{FF2B5EF4-FFF2-40B4-BE49-F238E27FC236}">
                <a16:creationId xmlns:a16="http://schemas.microsoft.com/office/drawing/2014/main" id="{05F25CEC-CB85-4476-ADF5-553DBA37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熟练制作者</a:t>
            </a:r>
          </a:p>
        </p:txBody>
      </p:sp>
      <p:sp>
        <p:nvSpPr>
          <p:cNvPr id="19" name="PPAGENT_QA|within=composition-dual-0|role=accent">
            <a:extLst xmlns:a="http://schemas.openxmlformats.org/drawingml/2006/main">
              <a:ext uri="{FF2B5EF4-FFF2-40B4-BE49-F238E27FC236}">
                <a16:creationId xmlns:a16="http://schemas.microsoft.com/office/drawing/2014/main" id="{E74B2BC9-6C06-4753-8FF2-1E4943CF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dual-0|role=body">
            <a:extLst xmlns:a="http://schemas.openxmlformats.org/drawingml/2006/main">
              <a:ext uri="{FF2B5EF4-FFF2-40B4-BE49-F238E27FC236}">
                <a16:creationId xmlns:a16="http://schemas.microsoft.com/office/drawing/2014/main" id="{22F65641-4CB9-4785-B009-812ECDF0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少数人自己可以做得更好</a:t>
            </a:r>
          </a:p>
        </p:txBody>
      </p:sp>
      <p:sp>
        <p:nvSpPr>
          <p:cNvPr id="21" name="PPAGENT_QA|parent=composition-dual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FD602385-7D61-499E-9EC0-F2891EBA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dual-1|role=index">
            <a:extLst xmlns:a="http://schemas.openxmlformats.org/drawingml/2006/main">
              <a:ext uri="{FF2B5EF4-FFF2-40B4-BE49-F238E27FC236}">
                <a16:creationId xmlns:a16="http://schemas.microsoft.com/office/drawing/2014/main" id="{11830C83-6009-4A59-A480-312B86D1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composition-dual-1|role=title">
            <a:extLst xmlns:a="http://schemas.openxmlformats.org/drawingml/2006/main">
              <a:ext uri="{FF2B5EF4-FFF2-40B4-BE49-F238E27FC236}">
                <a16:creationId xmlns:a16="http://schemas.microsoft.com/office/drawing/2014/main" id="{86A63291-FED3-4327-9496-29B439E6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多数人</a:t>
            </a:r>
          </a:p>
        </p:txBody>
      </p:sp>
      <p:sp>
        <p:nvSpPr>
          <p:cNvPr id="24" name="PPAGENT_QA|within=composition-dual-1|role=accent">
            <a:extLst xmlns:a="http://schemas.openxmlformats.org/drawingml/2006/main">
              <a:ext uri="{FF2B5EF4-FFF2-40B4-BE49-F238E27FC236}">
                <a16:creationId xmlns:a16="http://schemas.microsoft.com/office/drawing/2014/main" id="{6672E122-6A4F-4FD5-AD4F-CF6ED5A9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480054"/>
            <a:ext cx="276377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dual-1|role=body">
            <a:extLst xmlns:a="http://schemas.openxmlformats.org/drawingml/2006/main">
              <a:ext uri="{FF2B5EF4-FFF2-40B4-BE49-F238E27FC236}">
                <a16:creationId xmlns:a16="http://schemas.microsoft.com/office/drawing/2014/main" id="{034D7DFC-BDDC-4B9F-A01A-FB3C5DEC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有内容但不擅长拆页与排版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真正积累的不是一万个模板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问题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D9650E9A-2FB7-4D28-9059-8688445D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06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D50FC214-B9E4-4752-A364-A1942E6D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hub-orbit-dot-0-0">
            <a:extLst xmlns:a="http://schemas.openxmlformats.org/drawingml/2006/main">
              <a:ext uri="{FF2B5EF4-FFF2-40B4-BE49-F238E27FC236}">
                <a16:creationId xmlns:a16="http://schemas.microsoft.com/office/drawing/2014/main" id="{422387A9-D9C9-46FB-BFCF-9EEC7A59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9488" y="39004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ub-orbit-dot-0-1">
            <a:extLst xmlns:a="http://schemas.openxmlformats.org/drawingml/2006/main">
              <a:ext uri="{FF2B5EF4-FFF2-40B4-BE49-F238E27FC236}">
                <a16:creationId xmlns:a16="http://schemas.microsoft.com/office/drawing/2014/main" id="{F7F97D47-DB48-427F-BD34-85F457AB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3264" y="4175560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hub-orbit-dot-0-2">
            <a:extLst xmlns:a="http://schemas.openxmlformats.org/drawingml/2006/main">
              <a:ext uri="{FF2B5EF4-FFF2-40B4-BE49-F238E27FC236}">
                <a16:creationId xmlns:a16="http://schemas.microsoft.com/office/drawing/2014/main" id="{F9303690-CBFD-4C97-A2A4-76884462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7004" y="4438031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hub-orbit-dot-0-3">
            <a:extLst xmlns:a="http://schemas.openxmlformats.org/drawingml/2006/main">
              <a:ext uri="{FF2B5EF4-FFF2-40B4-BE49-F238E27FC236}">
                <a16:creationId xmlns:a16="http://schemas.microsoft.com/office/drawing/2014/main" id="{44701764-2A0B-4763-AEAF-74715F4B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5538" y="4674746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hub-orbit-dot-0-4">
            <a:extLst xmlns:a="http://schemas.openxmlformats.org/drawingml/2006/main">
              <a:ext uri="{FF2B5EF4-FFF2-40B4-BE49-F238E27FC236}">
                <a16:creationId xmlns:a16="http://schemas.microsoft.com/office/drawing/2014/main" id="{301CD5E9-39C8-4087-8767-BBCEEC2A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6446" y="4873838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hub-orbit-dot-0-5">
            <a:extLst xmlns:a="http://schemas.openxmlformats.org/drawingml/2006/main">
              <a:ext uri="{FF2B5EF4-FFF2-40B4-BE49-F238E27FC236}">
                <a16:creationId xmlns:a16="http://schemas.microsoft.com/office/drawing/2014/main" id="{D347AFA6-05F9-4A6A-8CAB-ED84A6DA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9731" y="5025304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hub-orbit-dot-0-6">
            <a:extLst xmlns:a="http://schemas.openxmlformats.org/drawingml/2006/main">
              <a:ext uri="{FF2B5EF4-FFF2-40B4-BE49-F238E27FC236}">
                <a16:creationId xmlns:a16="http://schemas.microsoft.com/office/drawing/2014/main" id="{896ACCCD-7497-4725-AA7D-A5DC727A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7260" y="512156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hub-orbit-dot-0-7">
            <a:extLst xmlns:a="http://schemas.openxmlformats.org/drawingml/2006/main">
              <a:ext uri="{FF2B5EF4-FFF2-40B4-BE49-F238E27FC236}">
                <a16:creationId xmlns:a16="http://schemas.microsoft.com/office/drawing/2014/main" id="{B907FBA4-96C4-49B3-B38C-4EC6BC6B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2188" y="51577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hub-orbit-dot-0-8">
            <a:extLst xmlns:a="http://schemas.openxmlformats.org/drawingml/2006/main">
              <a:ext uri="{FF2B5EF4-FFF2-40B4-BE49-F238E27FC236}">
                <a16:creationId xmlns:a16="http://schemas.microsoft.com/office/drawing/2014/main" id="{EAAC5135-4E6C-4D64-9C4C-C603A624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7714" y="512156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hub-orbit-dot-0-9">
            <a:extLst xmlns:a="http://schemas.openxmlformats.org/drawingml/2006/main">
              <a:ext uri="{FF2B5EF4-FFF2-40B4-BE49-F238E27FC236}">
                <a16:creationId xmlns:a16="http://schemas.microsoft.com/office/drawing/2014/main" id="{0738DEEE-6716-428B-BB25-0776A7E7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8699" y="5025304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hub-orbit-dot-0-10">
            <a:extLst xmlns:a="http://schemas.openxmlformats.org/drawingml/2006/main">
              <a:ext uri="{FF2B5EF4-FFF2-40B4-BE49-F238E27FC236}">
                <a16:creationId xmlns:a16="http://schemas.microsoft.com/office/drawing/2014/main" id="{37052149-BE5C-4208-8B9E-0BB2F24C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631" y="4873838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hub-orbit-dot-0-11">
            <a:extLst xmlns:a="http://schemas.openxmlformats.org/drawingml/2006/main">
              <a:ext uri="{FF2B5EF4-FFF2-40B4-BE49-F238E27FC236}">
                <a16:creationId xmlns:a16="http://schemas.microsoft.com/office/drawing/2014/main" id="{A54251CD-2193-48B2-B1E5-173F3D26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9530" y="4674746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hub-orbit-dot-0-12">
            <a:extLst xmlns:a="http://schemas.openxmlformats.org/drawingml/2006/main">
              <a:ext uri="{FF2B5EF4-FFF2-40B4-BE49-F238E27FC236}">
                <a16:creationId xmlns:a16="http://schemas.microsoft.com/office/drawing/2014/main" id="{290F2070-2948-46A2-9AFB-7FF07204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1426" y="4438031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hub-orbit-dot-0-13">
            <a:extLst xmlns:a="http://schemas.openxmlformats.org/drawingml/2006/main">
              <a:ext uri="{FF2B5EF4-FFF2-40B4-BE49-F238E27FC236}">
                <a16:creationId xmlns:a16="http://schemas.microsoft.com/office/drawing/2014/main" id="{02C84206-689B-4EEC-B022-219522C1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1710" y="4175560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hub-orbit-dot-0-14">
            <a:extLst xmlns:a="http://schemas.openxmlformats.org/drawingml/2006/main">
              <a:ext uri="{FF2B5EF4-FFF2-40B4-BE49-F238E27FC236}">
                <a16:creationId xmlns:a16="http://schemas.microsoft.com/office/drawing/2014/main" id="{D81D5B59-D242-4A8A-A70A-A39F376E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4888" y="39004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hub-orbit-dot-0-15">
            <a:extLst xmlns:a="http://schemas.openxmlformats.org/drawingml/2006/main">
              <a:ext uri="{FF2B5EF4-FFF2-40B4-BE49-F238E27FC236}">
                <a16:creationId xmlns:a16="http://schemas.microsoft.com/office/drawing/2014/main" id="{A4BDEEF5-1063-4291-AB10-1CCDA0A2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1710" y="361601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hub-orbit-dot-0-16">
            <a:extLst xmlns:a="http://schemas.openxmlformats.org/drawingml/2006/main">
              <a:ext uri="{FF2B5EF4-FFF2-40B4-BE49-F238E27FC236}">
                <a16:creationId xmlns:a16="http://schemas.microsoft.com/office/drawing/2014/main" id="{1D0C0B5B-D6E2-4542-A396-4B0AC97C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1426" y="3346999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hub-orbit-dot-0-17">
            <a:extLst xmlns:a="http://schemas.openxmlformats.org/drawingml/2006/main">
              <a:ext uri="{FF2B5EF4-FFF2-40B4-BE49-F238E27FC236}">
                <a16:creationId xmlns:a16="http://schemas.microsoft.com/office/drawing/2014/main" id="{83613C60-ACAF-4487-B87D-9AB8925F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9530" y="3106931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hub-orbit-dot-0-18">
            <a:extLst xmlns:a="http://schemas.openxmlformats.org/drawingml/2006/main">
              <a:ext uri="{FF2B5EF4-FFF2-40B4-BE49-F238E27FC236}">
                <a16:creationId xmlns:a16="http://schemas.microsoft.com/office/drawing/2014/main" id="{A7E78368-B391-4545-8EDF-080AD51E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631" y="2907830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hub-orbit-dot-0-19">
            <a:extLst xmlns:a="http://schemas.openxmlformats.org/drawingml/2006/main">
              <a:ext uri="{FF2B5EF4-FFF2-40B4-BE49-F238E27FC236}">
                <a16:creationId xmlns:a16="http://schemas.microsoft.com/office/drawing/2014/main" id="{D460F550-D71B-4496-9431-836B7F88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8699" y="2759726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hub-orbit-dot-0-20">
            <a:extLst xmlns:a="http://schemas.openxmlformats.org/drawingml/2006/main">
              <a:ext uri="{FF2B5EF4-FFF2-40B4-BE49-F238E27FC236}">
                <a16:creationId xmlns:a16="http://schemas.microsoft.com/office/drawing/2014/main" id="{61A536EA-2EAE-40F0-8D0F-F2EFCA19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7714" y="2670010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hub-orbit-dot-0-21">
            <a:extLst xmlns:a="http://schemas.openxmlformats.org/drawingml/2006/main">
              <a:ext uri="{FF2B5EF4-FFF2-40B4-BE49-F238E27FC236}">
                <a16:creationId xmlns:a16="http://schemas.microsoft.com/office/drawing/2014/main" id="{4CCAE63B-54B5-4BCB-BA40-44967BB0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2188" y="26431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hub-orbit-dot-0-22">
            <a:extLst xmlns:a="http://schemas.openxmlformats.org/drawingml/2006/main">
              <a:ext uri="{FF2B5EF4-FFF2-40B4-BE49-F238E27FC236}">
                <a16:creationId xmlns:a16="http://schemas.microsoft.com/office/drawing/2014/main" id="{91DECDD0-85B7-4E14-9025-E56B0200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7260" y="2670010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hub-orbit-dot-0-23">
            <a:extLst xmlns:a="http://schemas.openxmlformats.org/drawingml/2006/main">
              <a:ext uri="{FF2B5EF4-FFF2-40B4-BE49-F238E27FC236}">
                <a16:creationId xmlns:a16="http://schemas.microsoft.com/office/drawing/2014/main" id="{31CE8E2A-7E1D-4C91-9274-8C56B044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9731" y="2759726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hub-orbit-dot-0-24">
            <a:extLst xmlns:a="http://schemas.openxmlformats.org/drawingml/2006/main">
              <a:ext uri="{FF2B5EF4-FFF2-40B4-BE49-F238E27FC236}">
                <a16:creationId xmlns:a16="http://schemas.microsoft.com/office/drawing/2014/main" id="{52B85277-87D0-4501-AA47-122AAABB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6446" y="2907830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hub-orbit-dot-0-25">
            <a:extLst xmlns:a="http://schemas.openxmlformats.org/drawingml/2006/main">
              <a:ext uri="{FF2B5EF4-FFF2-40B4-BE49-F238E27FC236}">
                <a16:creationId xmlns:a16="http://schemas.microsoft.com/office/drawing/2014/main" id="{A3D85043-BAB1-43CD-99E6-77BD70D6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5538" y="3106931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hub-orbit-dot-0-26">
            <a:extLst xmlns:a="http://schemas.openxmlformats.org/drawingml/2006/main">
              <a:ext uri="{FF2B5EF4-FFF2-40B4-BE49-F238E27FC236}">
                <a16:creationId xmlns:a16="http://schemas.microsoft.com/office/drawing/2014/main" id="{33EDFA4D-745A-4ABF-9FD8-7B44E852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7004" y="3346999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hub-orbit-dot-0-27">
            <a:extLst xmlns:a="http://schemas.openxmlformats.org/drawingml/2006/main">
              <a:ext uri="{FF2B5EF4-FFF2-40B4-BE49-F238E27FC236}">
                <a16:creationId xmlns:a16="http://schemas.microsoft.com/office/drawing/2014/main" id="{4D453EFC-DF2E-4CB1-935D-4B4C4883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3264" y="361601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hub-orbit-dot-1-0">
            <a:extLst xmlns:a="http://schemas.openxmlformats.org/drawingml/2006/main">
              <a:ext uri="{FF2B5EF4-FFF2-40B4-BE49-F238E27FC236}">
                <a16:creationId xmlns:a16="http://schemas.microsoft.com/office/drawing/2014/main" id="{D09D132D-252E-43B9-97EC-C8EE845A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39052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hub-orbit-dot-1-1">
            <a:extLst xmlns:a="http://schemas.openxmlformats.org/drawingml/2006/main">
              <a:ext uri="{FF2B5EF4-FFF2-40B4-BE49-F238E27FC236}">
                <a16:creationId xmlns:a16="http://schemas.microsoft.com/office/drawing/2014/main" id="{9D0D88B7-C900-4168-A7A6-DFE6E586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0973" y="4150328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hub-orbit-dot-1-2">
            <a:extLst xmlns:a="http://schemas.openxmlformats.org/drawingml/2006/main">
              <a:ext uri="{FF2B5EF4-FFF2-40B4-BE49-F238E27FC236}">
                <a16:creationId xmlns:a16="http://schemas.microsoft.com/office/drawing/2014/main" id="{934BBEC5-DBB4-4863-BA05-CF9C5C56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4174" y="4388549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hub-orbit-dot-1-3">
            <a:extLst xmlns:a="http://schemas.openxmlformats.org/drawingml/2006/main">
              <a:ext uri="{FF2B5EF4-FFF2-40B4-BE49-F238E27FC236}">
                <a16:creationId xmlns:a16="http://schemas.microsoft.com/office/drawing/2014/main" id="{125B5AA8-A168-46B1-A622-51603BB3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7313" y="461265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hub-orbit-dot-1-4">
            <a:extLst xmlns:a="http://schemas.openxmlformats.org/drawingml/2006/main">
              <a:ext uri="{FF2B5EF4-FFF2-40B4-BE49-F238E27FC236}">
                <a16:creationId xmlns:a16="http://schemas.microsoft.com/office/drawing/2014/main" id="{B5676167-2D7A-47BD-A584-824DD42E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3648" y="4815840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hub-orbit-dot-1-5">
            <a:extLst xmlns:a="http://schemas.openxmlformats.org/drawingml/2006/main">
              <a:ext uri="{FF2B5EF4-FFF2-40B4-BE49-F238E27FC236}">
                <a16:creationId xmlns:a16="http://schemas.microsoft.com/office/drawing/2014/main" id="{1C647B33-C3C1-4273-8A0E-66257543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7540" y="4991948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hub-orbit-dot-1-6">
            <a:extLst xmlns:a="http://schemas.openxmlformats.org/drawingml/2006/main">
              <a:ext uri="{FF2B5EF4-FFF2-40B4-BE49-F238E27FC236}">
                <a16:creationId xmlns:a16="http://schemas.microsoft.com/office/drawing/2014/main" id="{47977F79-7274-4155-9E72-EB013BF9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4353" y="513561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hub-orbit-dot-1-7">
            <a:extLst xmlns:a="http://schemas.openxmlformats.org/drawingml/2006/main">
              <a:ext uri="{FF2B5EF4-FFF2-40B4-BE49-F238E27FC236}">
                <a16:creationId xmlns:a16="http://schemas.microsoft.com/office/drawing/2014/main" id="{76184886-949D-434A-A70E-ABE9DDC7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0249" y="5242465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hub-orbit-dot-1-8">
            <a:extLst xmlns:a="http://schemas.openxmlformats.org/drawingml/2006/main">
              <a:ext uri="{FF2B5EF4-FFF2-40B4-BE49-F238E27FC236}">
                <a16:creationId xmlns:a16="http://schemas.microsoft.com/office/drawing/2014/main" id="{AB243C93-32A1-4738-97D2-4659B043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2028" y="5309273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hub-orbit-dot-1-9">
            <a:extLst xmlns:a="http://schemas.openxmlformats.org/drawingml/2006/main">
              <a:ext uri="{FF2B5EF4-FFF2-40B4-BE49-F238E27FC236}">
                <a16:creationId xmlns:a16="http://schemas.microsoft.com/office/drawing/2014/main" id="{DFC365F0-650C-44F1-A057-CBB39660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5334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hub-orbit-dot-1-10">
            <a:extLst xmlns:a="http://schemas.openxmlformats.org/drawingml/2006/main">
              <a:ext uri="{FF2B5EF4-FFF2-40B4-BE49-F238E27FC236}">
                <a16:creationId xmlns:a16="http://schemas.microsoft.com/office/drawing/2014/main" id="{DAE1779B-53D7-4046-B613-33413300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5833" y="5309273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hub-orbit-dot-1-11">
            <a:extLst xmlns:a="http://schemas.openxmlformats.org/drawingml/2006/main">
              <a:ext uri="{FF2B5EF4-FFF2-40B4-BE49-F238E27FC236}">
                <a16:creationId xmlns:a16="http://schemas.microsoft.com/office/drawing/2014/main" id="{79FF566F-4232-400A-871C-9931C6FF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2926" y="5242465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hub-orbit-dot-1-12">
            <a:extLst xmlns:a="http://schemas.openxmlformats.org/drawingml/2006/main">
              <a:ext uri="{FF2B5EF4-FFF2-40B4-BE49-F238E27FC236}">
                <a16:creationId xmlns:a16="http://schemas.microsoft.com/office/drawing/2014/main" id="{103B4929-924C-4544-8198-C3751A6C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5603" y="513561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hub-orbit-dot-1-13">
            <a:extLst xmlns:a="http://schemas.openxmlformats.org/drawingml/2006/main">
              <a:ext uri="{FF2B5EF4-FFF2-40B4-BE49-F238E27FC236}">
                <a16:creationId xmlns:a16="http://schemas.microsoft.com/office/drawing/2014/main" id="{556F64C6-8D70-4429-821D-91113A36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0777" y="4991948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hub-orbit-dot-1-14">
            <a:extLst xmlns:a="http://schemas.openxmlformats.org/drawingml/2006/main">
              <a:ext uri="{FF2B5EF4-FFF2-40B4-BE49-F238E27FC236}">
                <a16:creationId xmlns:a16="http://schemas.microsoft.com/office/drawing/2014/main" id="{39063893-8DFD-4790-B623-A984B753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679" y="4815840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hub-orbit-dot-1-15">
            <a:extLst xmlns:a="http://schemas.openxmlformats.org/drawingml/2006/main">
              <a:ext uri="{FF2B5EF4-FFF2-40B4-BE49-F238E27FC236}">
                <a16:creationId xmlns:a16="http://schemas.microsoft.com/office/drawing/2014/main" id="{A89AF815-5FF8-4530-A793-CA126D67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2642" y="461265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hub-orbit-dot-1-16">
            <a:extLst xmlns:a="http://schemas.openxmlformats.org/drawingml/2006/main">
              <a:ext uri="{FF2B5EF4-FFF2-40B4-BE49-F238E27FC236}">
                <a16:creationId xmlns:a16="http://schemas.microsoft.com/office/drawing/2014/main" id="{044AAF60-BBF4-442D-961C-F4F2D30B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9001" y="4388549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hub-orbit-dot-1-17">
            <a:extLst xmlns:a="http://schemas.openxmlformats.org/drawingml/2006/main">
              <a:ext uri="{FF2B5EF4-FFF2-40B4-BE49-F238E27FC236}">
                <a16:creationId xmlns:a16="http://schemas.microsoft.com/office/drawing/2014/main" id="{C21765BB-E185-41E5-8703-7A241635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6888" y="4150328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hub-orbit-dot-1-18">
            <a:extLst xmlns:a="http://schemas.openxmlformats.org/drawingml/2006/main">
              <a:ext uri="{FF2B5EF4-FFF2-40B4-BE49-F238E27FC236}">
                <a16:creationId xmlns:a16="http://schemas.microsoft.com/office/drawing/2014/main" id="{7F1A9B0A-9522-4649-AAAB-0371CE78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39052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hub-orbit-dot-1-19">
            <a:extLst xmlns:a="http://schemas.openxmlformats.org/drawingml/2006/main">
              <a:ext uri="{FF2B5EF4-FFF2-40B4-BE49-F238E27FC236}">
                <a16:creationId xmlns:a16="http://schemas.microsoft.com/office/drawing/2014/main" id="{4D44F092-D582-4C19-8926-F98952FD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6888" y="3654133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hub-orbit-dot-1-20">
            <a:extLst xmlns:a="http://schemas.openxmlformats.org/drawingml/2006/main">
              <a:ext uri="{FF2B5EF4-FFF2-40B4-BE49-F238E27FC236}">
                <a16:creationId xmlns:a16="http://schemas.microsoft.com/office/drawing/2014/main" id="{511AF9A8-9A1F-4C0E-BC59-61317DE5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9001" y="3411226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hub-orbit-dot-1-21">
            <a:extLst xmlns:a="http://schemas.openxmlformats.org/drawingml/2006/main">
              <a:ext uri="{FF2B5EF4-FFF2-40B4-BE49-F238E27FC236}">
                <a16:creationId xmlns:a16="http://schemas.microsoft.com/office/drawing/2014/main" id="{D94EEF67-4F1C-4408-A574-6FCA72A0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2642" y="318390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hub-orbit-dot-1-22">
            <a:extLst xmlns:a="http://schemas.openxmlformats.org/drawingml/2006/main">
              <a:ext uri="{FF2B5EF4-FFF2-40B4-BE49-F238E27FC236}">
                <a16:creationId xmlns:a16="http://schemas.microsoft.com/office/drawing/2014/main" id="{6DD90188-2AEA-481C-9B4B-F353069B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679" y="2979077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hub-orbit-dot-1-23">
            <a:extLst xmlns:a="http://schemas.openxmlformats.org/drawingml/2006/main">
              <a:ext uri="{FF2B5EF4-FFF2-40B4-BE49-F238E27FC236}">
                <a16:creationId xmlns:a16="http://schemas.microsoft.com/office/drawing/2014/main" id="{D2D22E0B-F847-4E32-9199-3B84CD53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0777" y="2802979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hub-orbit-dot-1-24">
            <a:extLst xmlns:a="http://schemas.openxmlformats.org/drawingml/2006/main">
              <a:ext uri="{FF2B5EF4-FFF2-40B4-BE49-F238E27FC236}">
                <a16:creationId xmlns:a16="http://schemas.microsoft.com/office/drawing/2014/main" id="{2085E2F0-CD33-4C0D-9097-242344AC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5603" y="2660942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hub-orbit-dot-1-25">
            <a:extLst xmlns:a="http://schemas.openxmlformats.org/drawingml/2006/main">
              <a:ext uri="{FF2B5EF4-FFF2-40B4-BE49-F238E27FC236}">
                <a16:creationId xmlns:a16="http://schemas.microsoft.com/office/drawing/2014/main" id="{00FEDAB8-D0FD-4DFB-95C5-FA5EA16F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2926" y="2557301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hub-orbit-dot-1-26">
            <a:extLst xmlns:a="http://schemas.openxmlformats.org/drawingml/2006/main">
              <a:ext uri="{FF2B5EF4-FFF2-40B4-BE49-F238E27FC236}">
                <a16:creationId xmlns:a16="http://schemas.microsoft.com/office/drawing/2014/main" id="{FD29198F-44BB-4FC6-A755-7C038603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5833" y="2495188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hub-orbit-dot-1-27">
            <a:extLst xmlns:a="http://schemas.openxmlformats.org/drawingml/2006/main">
              <a:ext uri="{FF2B5EF4-FFF2-40B4-BE49-F238E27FC236}">
                <a16:creationId xmlns:a16="http://schemas.microsoft.com/office/drawing/2014/main" id="{6E4C2D00-1E66-4C7C-B2D9-E6DB3C88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24765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hub-orbit-dot-1-28">
            <a:extLst xmlns:a="http://schemas.openxmlformats.org/drawingml/2006/main">
              <a:ext uri="{FF2B5EF4-FFF2-40B4-BE49-F238E27FC236}">
                <a16:creationId xmlns:a16="http://schemas.microsoft.com/office/drawing/2014/main" id="{7A2E27C9-AC3C-4A69-A48D-282D6CC4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2028" y="2495188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hub-orbit-dot-1-29">
            <a:extLst xmlns:a="http://schemas.openxmlformats.org/drawingml/2006/main">
              <a:ext uri="{FF2B5EF4-FFF2-40B4-BE49-F238E27FC236}">
                <a16:creationId xmlns:a16="http://schemas.microsoft.com/office/drawing/2014/main" id="{3DE9CDAC-813C-48EF-B83D-8F705CB8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0249" y="2557301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hub-orbit-dot-1-30">
            <a:extLst xmlns:a="http://schemas.openxmlformats.org/drawingml/2006/main">
              <a:ext uri="{FF2B5EF4-FFF2-40B4-BE49-F238E27FC236}">
                <a16:creationId xmlns:a16="http://schemas.microsoft.com/office/drawing/2014/main" id="{F8A6D035-DE90-45EE-8ABA-C04BF251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4353" y="2660942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hub-orbit-dot-1-31">
            <a:extLst xmlns:a="http://schemas.openxmlformats.org/drawingml/2006/main">
              <a:ext uri="{FF2B5EF4-FFF2-40B4-BE49-F238E27FC236}">
                <a16:creationId xmlns:a16="http://schemas.microsoft.com/office/drawing/2014/main" id="{0F206AC9-CC3D-447B-871B-6909FF66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7540" y="2802979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hub-orbit-dot-1-32">
            <a:extLst xmlns:a="http://schemas.openxmlformats.org/drawingml/2006/main">
              <a:ext uri="{FF2B5EF4-FFF2-40B4-BE49-F238E27FC236}">
                <a16:creationId xmlns:a16="http://schemas.microsoft.com/office/drawing/2014/main" id="{9AC2EEC5-80D9-44B6-9EED-AE2B11E8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3648" y="2979077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hub-orbit-dot-1-33">
            <a:extLst xmlns:a="http://schemas.openxmlformats.org/drawingml/2006/main">
              <a:ext uri="{FF2B5EF4-FFF2-40B4-BE49-F238E27FC236}">
                <a16:creationId xmlns:a16="http://schemas.microsoft.com/office/drawing/2014/main" id="{C92E8492-7D20-4C8C-A5CD-C921547E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7313" y="318390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hub-orbit-dot-1-34">
            <a:extLst xmlns:a="http://schemas.openxmlformats.org/drawingml/2006/main">
              <a:ext uri="{FF2B5EF4-FFF2-40B4-BE49-F238E27FC236}">
                <a16:creationId xmlns:a16="http://schemas.microsoft.com/office/drawing/2014/main" id="{4413FC37-9E89-428B-BE25-6E75E4B2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4174" y="3411226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hub-orbit-dot-1-35">
            <a:extLst xmlns:a="http://schemas.openxmlformats.org/drawingml/2006/main">
              <a:ext uri="{FF2B5EF4-FFF2-40B4-BE49-F238E27FC236}">
                <a16:creationId xmlns:a16="http://schemas.microsoft.com/office/drawing/2014/main" id="{46FA05BF-72D3-49CD-8FC9-7B401004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0973" y="3654133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hub-orbit-dot-2-0">
            <a:extLst xmlns:a="http://schemas.openxmlformats.org/drawingml/2006/main">
              <a:ext uri="{FF2B5EF4-FFF2-40B4-BE49-F238E27FC236}">
                <a16:creationId xmlns:a16="http://schemas.microsoft.com/office/drawing/2014/main" id="{DDBB4348-9672-4E1F-83D5-4291BBE7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1913" y="391001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hub-orbit-dot-2-1">
            <a:extLst xmlns:a="http://schemas.openxmlformats.org/drawingml/2006/main">
              <a:ext uri="{FF2B5EF4-FFF2-40B4-BE49-F238E27FC236}">
                <a16:creationId xmlns:a16="http://schemas.microsoft.com/office/drawing/2014/main" id="{D053067A-4759-43EB-A687-F2CC3ABB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3739" y="4135860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hub-orbit-dot-2-2">
            <a:extLst xmlns:a="http://schemas.openxmlformats.org/drawingml/2006/main">
              <a:ext uri="{FF2B5EF4-FFF2-40B4-BE49-F238E27FC236}">
                <a16:creationId xmlns:a16="http://schemas.microsoft.com/office/drawing/2014/main" id="{68D27362-D179-4BAD-AFE5-24176F42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3647" y="4357402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hub-orbit-dot-2-3">
            <a:extLst xmlns:a="http://schemas.openxmlformats.org/drawingml/2006/main">
              <a:ext uri="{FF2B5EF4-FFF2-40B4-BE49-F238E27FC236}">
                <a16:creationId xmlns:a16="http://schemas.microsoft.com/office/drawing/2014/main" id="{994D0EDE-00FB-40C8-9806-1A4D3542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2665" y="4570105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hub-orbit-dot-2-4">
            <a:extLst xmlns:a="http://schemas.openxmlformats.org/drawingml/2006/main">
              <a:ext uri="{FF2B5EF4-FFF2-40B4-BE49-F238E27FC236}">
                <a16:creationId xmlns:a16="http://schemas.microsoft.com/office/drawing/2014/main" id="{6B4BD7BF-10C5-446F-B564-51952050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2432" y="4769682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hub-orbit-dot-2-5">
            <a:extLst xmlns:a="http://schemas.openxmlformats.org/drawingml/2006/main">
              <a:ext uri="{FF2B5EF4-FFF2-40B4-BE49-F238E27FC236}">
                <a16:creationId xmlns:a16="http://schemas.microsoft.com/office/drawing/2014/main" id="{B2B36CE2-1B0A-4345-9F50-35E88091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5196" y="4952048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hub-orbit-dot-2-6">
            <a:extLst xmlns:a="http://schemas.openxmlformats.org/drawingml/2006/main">
              <a:ext uri="{FF2B5EF4-FFF2-40B4-BE49-F238E27FC236}">
                <a16:creationId xmlns:a16="http://schemas.microsoft.com/office/drawing/2014/main" id="{1AAE3DA8-80DD-495F-93FA-A4273CC3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757" y="5113496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hub-orbit-dot-2-7">
            <a:extLst xmlns:a="http://schemas.openxmlformats.org/drawingml/2006/main">
              <a:ext uri="{FF2B5EF4-FFF2-40B4-BE49-F238E27FC236}">
                <a16:creationId xmlns:a16="http://schemas.microsoft.com/office/drawing/2014/main" id="{C627736E-5C8C-4E81-8545-D9B81B4F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1382" y="5250732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hub-orbit-dot-2-8">
            <a:extLst xmlns:a="http://schemas.openxmlformats.org/drawingml/2006/main">
              <a:ext uri="{FF2B5EF4-FFF2-40B4-BE49-F238E27FC236}">
                <a16:creationId xmlns:a16="http://schemas.microsoft.com/office/drawing/2014/main" id="{DEFE6916-41F5-431E-9B9B-4F77F2BD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1805" y="5360965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hub-orbit-dot-2-9">
            <a:extLst xmlns:a="http://schemas.openxmlformats.org/drawingml/2006/main">
              <a:ext uri="{FF2B5EF4-FFF2-40B4-BE49-F238E27FC236}">
                <a16:creationId xmlns:a16="http://schemas.microsoft.com/office/drawing/2014/main" id="{7F187D7D-EF55-4932-917E-6439B120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102" y="5441947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hub-orbit-dot-2-10">
            <a:extLst xmlns:a="http://schemas.openxmlformats.org/drawingml/2006/main">
              <a:ext uri="{FF2B5EF4-FFF2-40B4-BE49-F238E27FC236}">
                <a16:creationId xmlns:a16="http://schemas.microsoft.com/office/drawing/2014/main" id="{73DDAC9E-92AD-437A-96D5-66DC18EB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7560" y="5492039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hub-orbit-dot-2-11">
            <a:extLst xmlns:a="http://schemas.openxmlformats.org/drawingml/2006/main">
              <a:ext uri="{FF2B5EF4-FFF2-40B4-BE49-F238E27FC236}">
                <a16:creationId xmlns:a16="http://schemas.microsoft.com/office/drawing/2014/main" id="{18DC8EDA-4934-4B3E-8D8B-5A1F64FC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551021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hub-orbit-dot-2-12">
            <a:extLst xmlns:a="http://schemas.openxmlformats.org/drawingml/2006/main">
              <a:ext uri="{FF2B5EF4-FFF2-40B4-BE49-F238E27FC236}">
                <a16:creationId xmlns:a16="http://schemas.microsoft.com/office/drawing/2014/main" id="{2FF2E94D-16CA-4404-A74A-07A59A6B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084" y="5492039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hub-orbit-dot-2-13">
            <a:extLst xmlns:a="http://schemas.openxmlformats.org/drawingml/2006/main">
              <a:ext uri="{FF2B5EF4-FFF2-40B4-BE49-F238E27FC236}">
                <a16:creationId xmlns:a16="http://schemas.microsoft.com/office/drawing/2014/main" id="{EB7F5FF2-9CAB-4A2F-A1C4-D5DB3DE0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7427" y="5441947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hub-orbit-dot-2-14">
            <a:extLst xmlns:a="http://schemas.openxmlformats.org/drawingml/2006/main">
              <a:ext uri="{FF2B5EF4-FFF2-40B4-BE49-F238E27FC236}">
                <a16:creationId xmlns:a16="http://schemas.microsoft.com/office/drawing/2014/main" id="{803307E3-5C95-461A-9094-AB48E7E2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2334" y="5360965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hub-orbit-dot-2-15">
            <a:extLst xmlns:a="http://schemas.openxmlformats.org/drawingml/2006/main">
              <a:ext uri="{FF2B5EF4-FFF2-40B4-BE49-F238E27FC236}">
                <a16:creationId xmlns:a16="http://schemas.microsoft.com/office/drawing/2014/main" id="{8E608EA5-D76F-4847-98D8-6DE1EEC6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1128" y="5250732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hub-orbit-dot-2-16">
            <a:extLst xmlns:a="http://schemas.openxmlformats.org/drawingml/2006/main">
              <a:ext uri="{FF2B5EF4-FFF2-40B4-BE49-F238E27FC236}">
                <a16:creationId xmlns:a16="http://schemas.microsoft.com/office/drawing/2014/main" id="{7D406832-B4EF-4469-A671-6D9B5978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7943" y="5113496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hub-orbit-dot-2-17">
            <a:extLst xmlns:a="http://schemas.openxmlformats.org/drawingml/2006/main">
              <a:ext uri="{FF2B5EF4-FFF2-40B4-BE49-F238E27FC236}">
                <a16:creationId xmlns:a16="http://schemas.microsoft.com/office/drawing/2014/main" id="{F8B609B5-82C2-4F53-A1B3-43F3F1C3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6494" y="4952048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hub-orbit-dot-2-18">
            <a:extLst xmlns:a="http://schemas.openxmlformats.org/drawingml/2006/main">
              <a:ext uri="{FF2B5EF4-FFF2-40B4-BE49-F238E27FC236}">
                <a16:creationId xmlns:a16="http://schemas.microsoft.com/office/drawing/2014/main" id="{4DE319D9-5F61-42EA-969F-56A63D7C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077" y="4769682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hub-orbit-dot-2-19">
            <a:extLst xmlns:a="http://schemas.openxmlformats.org/drawingml/2006/main">
              <a:ext uri="{FF2B5EF4-FFF2-40B4-BE49-F238E27FC236}">
                <a16:creationId xmlns:a16="http://schemas.microsoft.com/office/drawing/2014/main" id="{828B14D5-665F-4634-A117-4D825CB6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1473" y="4570105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hub-orbit-dot-2-20">
            <a:extLst xmlns:a="http://schemas.openxmlformats.org/drawingml/2006/main">
              <a:ext uri="{FF2B5EF4-FFF2-40B4-BE49-F238E27FC236}">
                <a16:creationId xmlns:a16="http://schemas.microsoft.com/office/drawing/2014/main" id="{5E7E523D-BD4C-4B08-9E83-4B234478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892" y="4357402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hub-orbit-dot-2-21">
            <a:extLst xmlns:a="http://schemas.openxmlformats.org/drawingml/2006/main">
              <a:ext uri="{FF2B5EF4-FFF2-40B4-BE49-F238E27FC236}">
                <a16:creationId xmlns:a16="http://schemas.microsoft.com/office/drawing/2014/main" id="{4A844891-C374-4F1B-9378-66E6343A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914" y="4135860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hub-orbit-dot-2-22">
            <a:extLst xmlns:a="http://schemas.openxmlformats.org/drawingml/2006/main">
              <a:ext uri="{FF2B5EF4-FFF2-40B4-BE49-F238E27FC236}">
                <a16:creationId xmlns:a16="http://schemas.microsoft.com/office/drawing/2014/main" id="{18ACC632-0839-421A-A385-0A2CE3BD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1513" y="391001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hub-orbit-dot-2-23">
            <a:extLst xmlns:a="http://schemas.openxmlformats.org/drawingml/2006/main">
              <a:ext uri="{FF2B5EF4-FFF2-40B4-BE49-F238E27FC236}">
                <a16:creationId xmlns:a16="http://schemas.microsoft.com/office/drawing/2014/main" id="{E775E2B5-B088-4A22-817E-C22FAD4B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914" y="3680384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hub-orbit-dot-2-24">
            <a:extLst xmlns:a="http://schemas.openxmlformats.org/drawingml/2006/main">
              <a:ext uri="{FF2B5EF4-FFF2-40B4-BE49-F238E27FC236}">
                <a16:creationId xmlns:a16="http://schemas.microsoft.com/office/drawing/2014/main" id="{F4D26CB7-CEC4-4322-BB51-B69117A3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892" y="3455727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hub-orbit-dot-2-25">
            <a:extLst xmlns:a="http://schemas.openxmlformats.org/drawingml/2006/main">
              <a:ext uri="{FF2B5EF4-FFF2-40B4-BE49-F238E27FC236}">
                <a16:creationId xmlns:a16="http://schemas.microsoft.com/office/drawing/2014/main" id="{4DF993F5-C40C-4F6C-ABF1-CE630C91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1473" y="3240634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hub-orbit-dot-2-26">
            <a:extLst xmlns:a="http://schemas.openxmlformats.org/drawingml/2006/main">
              <a:ext uri="{FF2B5EF4-FFF2-40B4-BE49-F238E27FC236}">
                <a16:creationId xmlns:a16="http://schemas.microsoft.com/office/drawing/2014/main" id="{D6D89632-5229-4011-8DE0-794DC8D2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077" y="3039428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hub-orbit-dot-2-27">
            <a:extLst xmlns:a="http://schemas.openxmlformats.org/drawingml/2006/main">
              <a:ext uri="{FF2B5EF4-FFF2-40B4-BE49-F238E27FC236}">
                <a16:creationId xmlns:a16="http://schemas.microsoft.com/office/drawing/2014/main" id="{D274D68E-EAC8-43A6-BC55-BC5C8165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6494" y="2856243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hub-orbit-dot-2-28">
            <a:extLst xmlns:a="http://schemas.openxmlformats.org/drawingml/2006/main">
              <a:ext uri="{FF2B5EF4-FFF2-40B4-BE49-F238E27FC236}">
                <a16:creationId xmlns:a16="http://schemas.microsoft.com/office/drawing/2014/main" id="{1092CB20-A560-4D67-9D3A-1087D21F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7943" y="2694794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hub-orbit-dot-2-29">
            <a:extLst xmlns:a="http://schemas.openxmlformats.org/drawingml/2006/main">
              <a:ext uri="{FF2B5EF4-FFF2-40B4-BE49-F238E27FC236}">
                <a16:creationId xmlns:a16="http://schemas.microsoft.com/office/drawing/2014/main" id="{52FA2CCB-753C-4021-A1A5-0CEECDB8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1128" y="2558377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hub-orbit-dot-2-30">
            <a:extLst xmlns:a="http://schemas.openxmlformats.org/drawingml/2006/main">
              <a:ext uri="{FF2B5EF4-FFF2-40B4-BE49-F238E27FC236}">
                <a16:creationId xmlns:a16="http://schemas.microsoft.com/office/drawing/2014/main" id="{3EA3D151-778D-403A-86FE-E7D3C722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2334" y="2449773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hub-orbit-dot-2-31">
            <a:extLst xmlns:a="http://schemas.openxmlformats.org/drawingml/2006/main">
              <a:ext uri="{FF2B5EF4-FFF2-40B4-BE49-F238E27FC236}">
                <a16:creationId xmlns:a16="http://schemas.microsoft.com/office/drawing/2014/main" id="{B45CEEA3-92A5-48B7-867F-1C47B037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7427" y="2371192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hub-orbit-dot-2-32">
            <a:extLst xmlns:a="http://schemas.openxmlformats.org/drawingml/2006/main">
              <a:ext uri="{FF2B5EF4-FFF2-40B4-BE49-F238E27FC236}">
                <a16:creationId xmlns:a16="http://schemas.microsoft.com/office/drawing/2014/main" id="{12C960A0-ED25-4B18-B73A-EBF56920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084" y="2324214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hub-orbit-dot-2-33">
            <a:extLst xmlns:a="http://schemas.openxmlformats.org/drawingml/2006/main">
              <a:ext uri="{FF2B5EF4-FFF2-40B4-BE49-F238E27FC236}">
                <a16:creationId xmlns:a16="http://schemas.microsoft.com/office/drawing/2014/main" id="{2BE38417-F23D-4A48-91BC-C4122907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230981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hub-orbit-dot-2-34">
            <a:extLst xmlns:a="http://schemas.openxmlformats.org/drawingml/2006/main">
              <a:ext uri="{FF2B5EF4-FFF2-40B4-BE49-F238E27FC236}">
                <a16:creationId xmlns:a16="http://schemas.microsoft.com/office/drawing/2014/main" id="{C2037EA7-E18D-4404-B214-77D5F382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7560" y="2324214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hub-orbit-dot-2-35">
            <a:extLst xmlns:a="http://schemas.openxmlformats.org/drawingml/2006/main">
              <a:ext uri="{FF2B5EF4-FFF2-40B4-BE49-F238E27FC236}">
                <a16:creationId xmlns:a16="http://schemas.microsoft.com/office/drawing/2014/main" id="{B169B530-6FD3-455D-BA6C-A18C2BCF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102" y="2371192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hub-orbit-dot-2-36">
            <a:extLst xmlns:a="http://schemas.openxmlformats.org/drawingml/2006/main">
              <a:ext uri="{FF2B5EF4-FFF2-40B4-BE49-F238E27FC236}">
                <a16:creationId xmlns:a16="http://schemas.microsoft.com/office/drawing/2014/main" id="{9D0E4E81-DC10-4A76-8E3A-7F0C2777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1805" y="2449773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hub-orbit-dot-2-37">
            <a:extLst xmlns:a="http://schemas.openxmlformats.org/drawingml/2006/main">
              <a:ext uri="{FF2B5EF4-FFF2-40B4-BE49-F238E27FC236}">
                <a16:creationId xmlns:a16="http://schemas.microsoft.com/office/drawing/2014/main" id="{A5D974F8-AF6D-46F9-8B04-BD6451A1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1382" y="2558377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hub-orbit-dot-2-38">
            <a:extLst xmlns:a="http://schemas.openxmlformats.org/drawingml/2006/main">
              <a:ext uri="{FF2B5EF4-FFF2-40B4-BE49-F238E27FC236}">
                <a16:creationId xmlns:a16="http://schemas.microsoft.com/office/drawing/2014/main" id="{A485FC20-5BD6-4124-B839-A84C27CD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757" y="2694794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hub-orbit-dot-2-39">
            <a:extLst xmlns:a="http://schemas.openxmlformats.org/drawingml/2006/main">
              <a:ext uri="{FF2B5EF4-FFF2-40B4-BE49-F238E27FC236}">
                <a16:creationId xmlns:a16="http://schemas.microsoft.com/office/drawing/2014/main" id="{5780C766-9CC9-4BF7-8E7D-EA180B4C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5196" y="2856243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hub-orbit-dot-2-40">
            <a:extLst xmlns:a="http://schemas.openxmlformats.org/drawingml/2006/main">
              <a:ext uri="{FF2B5EF4-FFF2-40B4-BE49-F238E27FC236}">
                <a16:creationId xmlns:a16="http://schemas.microsoft.com/office/drawing/2014/main" id="{EB50DDCC-CFD6-46E7-BB5B-C6944AD4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2432" y="3039428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hub-orbit-dot-2-41">
            <a:extLst xmlns:a="http://schemas.openxmlformats.org/drawingml/2006/main">
              <a:ext uri="{FF2B5EF4-FFF2-40B4-BE49-F238E27FC236}">
                <a16:creationId xmlns:a16="http://schemas.microsoft.com/office/drawing/2014/main" id="{38934638-E49D-4A8A-B25A-9C41DCA0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2665" y="3240634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hub-orbit-dot-2-42">
            <a:extLst xmlns:a="http://schemas.openxmlformats.org/drawingml/2006/main">
              <a:ext uri="{FF2B5EF4-FFF2-40B4-BE49-F238E27FC236}">
                <a16:creationId xmlns:a16="http://schemas.microsoft.com/office/drawing/2014/main" id="{47D78FCD-D412-4412-8A03-6A9DB1FA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3647" y="3455727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hub-orbit-dot-2-43">
            <a:extLst xmlns:a="http://schemas.openxmlformats.org/drawingml/2006/main">
              <a:ext uri="{FF2B5EF4-FFF2-40B4-BE49-F238E27FC236}">
                <a16:creationId xmlns:a16="http://schemas.microsoft.com/office/drawing/2014/main" id="{7855488D-4021-492C-AE3D-D7804DBC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3739" y="3680384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hub-center-halo">
            <a:extLst xmlns:a="http://schemas.openxmlformats.org/drawingml/2006/main">
              <a:ext uri="{FF2B5EF4-FFF2-40B4-BE49-F238E27FC236}">
                <a16:creationId xmlns:a16="http://schemas.microsoft.com/office/drawing/2014/main" id="{00B6FAB4-6293-47DE-BE97-D608F985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2609850"/>
            <a:ext cx="2628900" cy="2628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125" name="hub-center-ring">
            <a:extLst xmlns:a="http://schemas.openxmlformats.org/drawingml/2006/main">
              <a:ext uri="{FF2B5EF4-FFF2-40B4-BE49-F238E27FC236}">
                <a16:creationId xmlns:a16="http://schemas.microsoft.com/office/drawing/2014/main" id="{7AF1760C-05AC-4390-982E-45C3F3D8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2771775"/>
            <a:ext cx="2305050" cy="2305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AEEF"/>
            </a:solidFill>
            <a:prstDash val="solid"/>
          </a:ln>
        </p:spPr>
      </p:sp>
      <p:sp>
        <p:nvSpPr>
          <p:cNvPr id="126" name="hub-center-core">
            <a:extLst xmlns:a="http://schemas.openxmlformats.org/drawingml/2006/main">
              <a:ext uri="{FF2B5EF4-FFF2-40B4-BE49-F238E27FC236}">
                <a16:creationId xmlns:a16="http://schemas.microsoft.com/office/drawing/2014/main" id="{751D79D7-FB77-4310-94D4-6828EA59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8725" y="2867025"/>
            <a:ext cx="2114550" cy="2114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7" name="hub-center-title">
            <a:extLst xmlns:a="http://schemas.openxmlformats.org/drawingml/2006/main">
              <a:ext uri="{FF2B5EF4-FFF2-40B4-BE49-F238E27FC236}">
                <a16:creationId xmlns:a16="http://schemas.microsoft.com/office/drawing/2014/main" id="{0A7E9A7E-BECA-4A8E-8CFA-F69CA5EE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3025" y="3638550"/>
            <a:ext cx="1885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真正积累的不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是一万个模板</a:t>
            </a:r>
          </a:p>
        </p:txBody>
      </p:sp>
      <p:sp>
        <p:nvSpPr>
          <p:cNvPr id="128" name="hub-item-underlay-0">
            <a:extLst xmlns:a="http://schemas.openxmlformats.org/drawingml/2006/main">
              <a:ext uri="{FF2B5EF4-FFF2-40B4-BE49-F238E27FC236}">
                <a16:creationId xmlns:a16="http://schemas.microsoft.com/office/drawing/2014/main" id="{25A31637-C771-42CC-8A4D-C3166F9D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6670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hub-item-surface-0">
            <a:extLst xmlns:a="http://schemas.openxmlformats.org/drawingml/2006/main">
              <a:ext uri="{FF2B5EF4-FFF2-40B4-BE49-F238E27FC236}">
                <a16:creationId xmlns:a16="http://schemas.microsoft.com/office/drawing/2014/main" id="{DBC829BB-713B-449E-B4A3-2584F2D9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6193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0" name="hub-item-underlay-1">
            <a:extLst xmlns:a="http://schemas.openxmlformats.org/drawingml/2006/main">
              <a:ext uri="{FF2B5EF4-FFF2-40B4-BE49-F238E27FC236}">
                <a16:creationId xmlns:a16="http://schemas.microsoft.com/office/drawing/2014/main" id="{E44DCD20-E798-4375-AC65-E8D0FD50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44577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hub-item-surface-1">
            <a:extLst xmlns:a="http://schemas.openxmlformats.org/drawingml/2006/main">
              <a:ext uri="{FF2B5EF4-FFF2-40B4-BE49-F238E27FC236}">
                <a16:creationId xmlns:a16="http://schemas.microsoft.com/office/drawing/2014/main" id="{35A3C9A8-5D81-4518-BC88-EB0CC42B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44100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2" name="hub-item-underlay-2">
            <a:extLst xmlns:a="http://schemas.openxmlformats.org/drawingml/2006/main">
              <a:ext uri="{FF2B5EF4-FFF2-40B4-BE49-F238E27FC236}">
                <a16:creationId xmlns:a16="http://schemas.microsoft.com/office/drawing/2014/main" id="{CD0A8E8F-D1C2-429A-B919-DC892FEB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26670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hub-item-surface-2">
            <a:extLst xmlns:a="http://schemas.openxmlformats.org/drawingml/2006/main">
              <a:ext uri="{FF2B5EF4-FFF2-40B4-BE49-F238E27FC236}">
                <a16:creationId xmlns:a16="http://schemas.microsoft.com/office/drawing/2014/main" id="{7EAFBC63-0E2C-4CDE-9625-EDEFF848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26193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4" name="hub-item-underlay-3">
            <a:extLst xmlns:a="http://schemas.openxmlformats.org/drawingml/2006/main">
              <a:ext uri="{FF2B5EF4-FFF2-40B4-BE49-F238E27FC236}">
                <a16:creationId xmlns:a16="http://schemas.microsoft.com/office/drawing/2014/main" id="{63B7D16D-8C22-4A7F-8127-756D9208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44577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hub-item-surface-3">
            <a:extLst xmlns:a="http://schemas.openxmlformats.org/drawingml/2006/main">
              <a:ext uri="{FF2B5EF4-FFF2-40B4-BE49-F238E27FC236}">
                <a16:creationId xmlns:a16="http://schemas.microsoft.com/office/drawing/2014/main" id="{857AA9F7-F09A-4A98-8D0A-3895B1FB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44100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6" name="hub-icon-halo-0">
            <a:extLst xmlns:a="http://schemas.openxmlformats.org/drawingml/2006/main">
              <a:ext uri="{FF2B5EF4-FFF2-40B4-BE49-F238E27FC236}">
                <a16:creationId xmlns:a16="http://schemas.microsoft.com/office/drawing/2014/main" id="{AFFC7D0A-8717-45F9-842E-081F9646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26765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7" name="hub-icon-halo-1">
            <a:extLst xmlns:a="http://schemas.openxmlformats.org/drawingml/2006/main">
              <a:ext uri="{FF2B5EF4-FFF2-40B4-BE49-F238E27FC236}">
                <a16:creationId xmlns:a16="http://schemas.microsoft.com/office/drawing/2014/main" id="{89D62777-E040-483A-A09D-B1E4823C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44672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8" name="hub-icon-halo-2">
            <a:extLst xmlns:a="http://schemas.openxmlformats.org/drawingml/2006/main">
              <a:ext uri="{FF2B5EF4-FFF2-40B4-BE49-F238E27FC236}">
                <a16:creationId xmlns:a16="http://schemas.microsoft.com/office/drawing/2014/main" id="{CCEF2913-F3B7-440F-9002-CB445A42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26765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9" name="hub-icon-halo-3">
            <a:extLst xmlns:a="http://schemas.openxmlformats.org/drawingml/2006/main">
              <a:ext uri="{FF2B5EF4-FFF2-40B4-BE49-F238E27FC236}">
                <a16:creationId xmlns:a16="http://schemas.microsoft.com/office/drawing/2014/main" id="{D542CA32-ED28-487C-9482-88089287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44672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0" name="hub-icon-core-0">
            <a:extLst xmlns:a="http://schemas.openxmlformats.org/drawingml/2006/main">
              <a:ext uri="{FF2B5EF4-FFF2-40B4-BE49-F238E27FC236}">
                <a16:creationId xmlns:a16="http://schemas.microsoft.com/office/drawing/2014/main" id="{A92AE3A1-9411-473A-9A07-FEA87EF4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27717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hub-icon-core-1">
            <a:extLst xmlns:a="http://schemas.openxmlformats.org/drawingml/2006/main">
              <a:ext uri="{FF2B5EF4-FFF2-40B4-BE49-F238E27FC236}">
                <a16:creationId xmlns:a16="http://schemas.microsoft.com/office/drawing/2014/main" id="{6B7B1022-C4F6-4D5F-AA4F-A6DE9BD2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45624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hub-icon-core-2">
            <a:extLst xmlns:a="http://schemas.openxmlformats.org/drawingml/2006/main">
              <a:ext uri="{FF2B5EF4-FFF2-40B4-BE49-F238E27FC236}">
                <a16:creationId xmlns:a16="http://schemas.microsoft.com/office/drawing/2014/main" id="{C395207C-F2EB-47D7-8588-326E76EB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4225" y="27717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hub-icon-core-3">
            <a:extLst xmlns:a="http://schemas.openxmlformats.org/drawingml/2006/main">
              <a:ext uri="{FF2B5EF4-FFF2-40B4-BE49-F238E27FC236}">
                <a16:creationId xmlns:a16="http://schemas.microsoft.com/office/drawing/2014/main" id="{C6652735-8AA5-41DB-BD9C-6B4E4786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4225" y="45624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d0e37d91634cb3">
            <a:extLst>
              <a:ext uri="{96DAC541-7B7A-43D3-8B79-37D633B846F1}">
                <asvg:svgBlip xmlns:asvg="http://schemas.microsoft.com/office/drawing/2016/SVG/main" r:embed="Rafaf2842235d48a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28670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8fb943742e47e5">
            <a:extLst>
              <a:ext uri="{96DAC541-7B7A-43D3-8B79-37D633B846F1}">
                <asvg:svgBlip xmlns:asvg="http://schemas.microsoft.com/office/drawing/2016/SVG/main" r:embed="Rd4188f7c19ba453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46577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4f47d293c645fe">
            <a:extLst>
              <a:ext uri="{96DAC541-7B7A-43D3-8B79-37D633B846F1}">
                <asvg:svgBlip xmlns:asvg="http://schemas.microsoft.com/office/drawing/2016/SVG/main" r:embed="R7936715bfad5400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39475" y="28670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cd1e44054c4385">
            <a:extLst>
              <a:ext uri="{96DAC541-7B7A-43D3-8B79-37D633B846F1}">
                <asvg:svgBlip xmlns:asvg="http://schemas.microsoft.com/office/drawing/2016/SVG/main" r:embed="R3c3dee00fbb24a7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39475" y="46577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48" name="hub-item-title-0">
            <a:extLst xmlns:a="http://schemas.openxmlformats.org/drawingml/2006/main">
              <a:ext uri="{FF2B5EF4-FFF2-40B4-BE49-F238E27FC236}">
                <a16:creationId xmlns:a16="http://schemas.microsoft.com/office/drawing/2014/main" id="{64885282-5048-4FA4-B4BE-43A4CC14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2733827"/>
            <a:ext cx="257175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表达适配</a:t>
            </a:r>
          </a:p>
        </p:txBody>
      </p:sp>
      <p:sp>
        <p:nvSpPr>
          <p:cNvPr id="149" name="hub-item-body-0">
            <a:extLst xmlns:a="http://schemas.openxmlformats.org/drawingml/2006/main">
              <a:ext uri="{FF2B5EF4-FFF2-40B4-BE49-F238E27FC236}">
                <a16:creationId xmlns:a16="http://schemas.microsoft.com/office/drawing/2014/main" id="{334C8FAD-A55E-4D89-8A84-08730DFC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3060649"/>
            <a:ext cx="2571750" cy="206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什么内容适合怎样表达</a:t>
            </a:r>
          </a:p>
        </p:txBody>
      </p:sp>
      <p:sp>
        <p:nvSpPr>
          <p:cNvPr id="150" name="hub-item-title-1">
            <a:extLst xmlns:a="http://schemas.openxmlformats.org/drawingml/2006/main">
              <a:ext uri="{FF2B5EF4-FFF2-40B4-BE49-F238E27FC236}">
                <a16:creationId xmlns:a16="http://schemas.microsoft.com/office/drawing/2014/main" id="{2DD65667-2EE0-48E2-8CE8-FEFC4912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4524527"/>
            <a:ext cx="257175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容量判断</a:t>
            </a:r>
          </a:p>
        </p:txBody>
      </p:sp>
      <p:sp>
        <p:nvSpPr>
          <p:cNvPr id="151" name="hub-item-body-1">
            <a:extLst xmlns:a="http://schemas.openxmlformats.org/drawingml/2006/main">
              <a:ext uri="{FF2B5EF4-FFF2-40B4-BE49-F238E27FC236}">
                <a16:creationId xmlns:a16="http://schemas.microsoft.com/office/drawing/2014/main" id="{EC7FBD41-CE50-4205-902E-2F4F3EA7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4851349"/>
            <a:ext cx="2571750" cy="206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一个版式能处理多少内容</a:t>
            </a:r>
          </a:p>
        </p:txBody>
      </p:sp>
      <p:sp>
        <p:nvSpPr>
          <p:cNvPr id="152" name="hub-item-title-2">
            <a:extLst xmlns:a="http://schemas.openxmlformats.org/drawingml/2006/main">
              <a:ext uri="{FF2B5EF4-FFF2-40B4-BE49-F238E27FC236}">
                <a16:creationId xmlns:a16="http://schemas.microsoft.com/office/drawing/2014/main" id="{39C84F88-1951-4A2C-A108-66B396A6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2733827"/>
            <a:ext cx="257175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边界变化</a:t>
            </a:r>
          </a:p>
        </p:txBody>
      </p:sp>
      <p:sp>
        <p:nvSpPr>
          <p:cNvPr id="153" name="hub-item-body-2">
            <a:extLst xmlns:a="http://schemas.openxmlformats.org/drawingml/2006/main">
              <a:ext uri="{FF2B5EF4-FFF2-40B4-BE49-F238E27FC236}">
                <a16:creationId xmlns:a16="http://schemas.microsoft.com/office/drawing/2014/main" id="{B41AF286-891C-4849-AC72-28A5DA22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3060649"/>
            <a:ext cx="2571750" cy="206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超过边界以后怎样变化</a:t>
            </a:r>
          </a:p>
        </p:txBody>
      </p:sp>
      <p:sp>
        <p:nvSpPr>
          <p:cNvPr id="154" name="hub-item-title-3">
            <a:extLst xmlns:a="http://schemas.openxmlformats.org/drawingml/2006/main">
              <a:ext uri="{FF2B5EF4-FFF2-40B4-BE49-F238E27FC236}">
                <a16:creationId xmlns:a16="http://schemas.microsoft.com/office/drawing/2014/main" id="{242CAF40-1AAA-423B-A852-9D8D18B2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4524527"/>
            <a:ext cx="257175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使用禁忌</a:t>
            </a:r>
          </a:p>
        </p:txBody>
      </p:sp>
      <p:sp>
        <p:nvSpPr>
          <p:cNvPr id="155" name="hub-item-body-3">
            <a:extLst xmlns:a="http://schemas.openxmlformats.org/drawingml/2006/main">
              <a:ext uri="{FF2B5EF4-FFF2-40B4-BE49-F238E27FC236}">
                <a16:creationId xmlns:a16="http://schemas.microsoft.com/office/drawing/2014/main" id="{D695F04A-C274-41F4-A19A-84DEE813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4851349"/>
            <a:ext cx="2571750" cy="206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哪些情况即使能画也不该用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最后，它想解决的是一件很普通的事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收束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D9650E9A-2FB7-4D28-9059-8688445D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07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09E9F1FB-713F-4303-877F-D38D992E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arallel-card-underlay-0">
            <a:extLst xmlns:a="http://schemas.openxmlformats.org/drawingml/2006/main">
              <a:ext uri="{FF2B5EF4-FFF2-40B4-BE49-F238E27FC236}">
                <a16:creationId xmlns:a16="http://schemas.microsoft.com/office/drawing/2014/main" id="{D3CE161F-4771-476E-9A71-49BA2106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2514600"/>
            <a:ext cx="2825648" cy="3352800"/>
          </a:xfrm>
          <a:prstGeom xmlns:a="http://schemas.openxmlformats.org/drawingml/2006/main" prst="roundRect">
            <a:avLst>
              <a:gd name="adj" fmla="val 8764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17" name="parallel-card-surface-0">
            <a:extLst xmlns:a="http://schemas.openxmlformats.org/drawingml/2006/main">
              <a:ext uri="{FF2B5EF4-FFF2-40B4-BE49-F238E27FC236}">
                <a16:creationId xmlns:a16="http://schemas.microsoft.com/office/drawing/2014/main" id="{3B82D603-C282-4E3B-AE85-F1C5E831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419350"/>
            <a:ext cx="2978048" cy="3352800"/>
          </a:xfrm>
          <a:prstGeom xmlns:a="http://schemas.openxmlformats.org/drawingml/2006/main" prst="roundRect">
            <a:avLst>
              <a:gd name="adj" fmla="val 8316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8" name="parallel-card-accent-0">
            <a:extLst xmlns:a="http://schemas.openxmlformats.org/drawingml/2006/main">
              <a:ext uri="{FF2B5EF4-FFF2-40B4-BE49-F238E27FC236}">
                <a16:creationId xmlns:a16="http://schemas.microsoft.com/office/drawing/2014/main" id="{3DFA85D7-2824-41AF-86E8-EF515590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3424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allel-marker-halo-0">
            <a:extLst xmlns:a="http://schemas.openxmlformats.org/drawingml/2006/main">
              <a:ext uri="{FF2B5EF4-FFF2-40B4-BE49-F238E27FC236}">
                <a16:creationId xmlns:a16="http://schemas.microsoft.com/office/drawing/2014/main" id="{3CE7CC6B-BF75-49A7-AEE9-09575F51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6749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0" name="parallel-marker-core-0">
            <a:extLst xmlns:a="http://schemas.openxmlformats.org/drawingml/2006/main">
              <a:ext uri="{FF2B5EF4-FFF2-40B4-BE49-F238E27FC236}">
                <a16:creationId xmlns:a16="http://schemas.microsoft.com/office/drawing/2014/main" id="{9AE70C02-0049-4FF9-8D7C-08F3F887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0099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35faa2ec34612">
            <a:extLst>
              <a:ext uri="{96DAC541-7B7A-43D3-8B79-37D633B846F1}">
                <asvg:svgBlip xmlns:asvg="http://schemas.microsoft.com/office/drawing/2016/SVG/main" r:embed="Ra6b5ce3ae0ea4ed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22499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2" name="parallel-title-0">
            <a:extLst xmlns:a="http://schemas.openxmlformats.org/drawingml/2006/main">
              <a:ext uri="{FF2B5EF4-FFF2-40B4-BE49-F238E27FC236}">
                <a16:creationId xmlns:a16="http://schemas.microsoft.com/office/drawing/2014/main" id="{10D47B41-8502-4FCB-BDCB-128133C8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3238500"/>
            <a:ext cx="244464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AI 读稿</a:t>
            </a:r>
          </a:p>
        </p:txBody>
      </p:sp>
      <p:sp>
        <p:nvSpPr>
          <p:cNvPr id="23" name="parallel-rule-0">
            <a:extLst xmlns:a="http://schemas.openxmlformats.org/drawingml/2006/main">
              <a:ext uri="{FF2B5EF4-FFF2-40B4-BE49-F238E27FC236}">
                <a16:creationId xmlns:a16="http://schemas.microsoft.com/office/drawing/2014/main" id="{86D55CBD-6132-4560-B705-3BB7B81B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6774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allel-body-0">
            <a:extLst xmlns:a="http://schemas.openxmlformats.org/drawingml/2006/main">
              <a:ext uri="{FF2B5EF4-FFF2-40B4-BE49-F238E27FC236}">
                <a16:creationId xmlns:a16="http://schemas.microsoft.com/office/drawing/2014/main" id="{8D0BECB5-DB8B-4CDF-8F1C-3461CF99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4455766"/>
            <a:ext cx="2444648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让 AI 帮我们读稿子</a:t>
            </a:r>
          </a:p>
        </p:txBody>
      </p:sp>
      <p:sp>
        <p:nvSpPr>
          <p:cNvPr id="25" name="parallel-card-underlay-1">
            <a:extLst xmlns:a="http://schemas.openxmlformats.org/drawingml/2006/main">
              <a:ext uri="{FF2B5EF4-FFF2-40B4-BE49-F238E27FC236}">
                <a16:creationId xmlns:a16="http://schemas.microsoft.com/office/drawing/2014/main" id="{5CCBC7C1-8EB4-450A-9529-677D29A1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3023" y="2514600"/>
            <a:ext cx="2825801" cy="3352800"/>
          </a:xfrm>
          <a:prstGeom xmlns:a="http://schemas.openxmlformats.org/drawingml/2006/main" prst="roundRect">
            <a:avLst>
              <a:gd name="adj" fmla="val 8764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6" name="parallel-card-surface-1">
            <a:extLst xmlns:a="http://schemas.openxmlformats.org/drawingml/2006/main">
              <a:ext uri="{FF2B5EF4-FFF2-40B4-BE49-F238E27FC236}">
                <a16:creationId xmlns:a16="http://schemas.microsoft.com/office/drawing/2014/main" id="{F2F02DBE-E212-40FC-AE0E-406E5BF6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6823" y="2419350"/>
            <a:ext cx="2978201" cy="3352800"/>
          </a:xfrm>
          <a:prstGeom xmlns:a="http://schemas.openxmlformats.org/drawingml/2006/main" prst="roundRect">
            <a:avLst>
              <a:gd name="adj" fmla="val 8315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7" name="parallel-card-accent-1">
            <a:extLst xmlns:a="http://schemas.openxmlformats.org/drawingml/2006/main">
              <a:ext uri="{FF2B5EF4-FFF2-40B4-BE49-F238E27FC236}">
                <a16:creationId xmlns:a16="http://schemas.microsoft.com/office/drawing/2014/main" id="{C1E0B7BE-D60D-4D6D-A59B-90B56428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5323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rallel-marker-halo-1">
            <a:extLst xmlns:a="http://schemas.openxmlformats.org/drawingml/2006/main">
              <a:ext uri="{FF2B5EF4-FFF2-40B4-BE49-F238E27FC236}">
                <a16:creationId xmlns:a16="http://schemas.microsoft.com/office/drawing/2014/main" id="{83470A09-D430-4FF1-824A-3B855778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8648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9" name="parallel-marker-core-1">
            <a:extLst xmlns:a="http://schemas.openxmlformats.org/drawingml/2006/main">
              <a:ext uri="{FF2B5EF4-FFF2-40B4-BE49-F238E27FC236}">
                <a16:creationId xmlns:a16="http://schemas.microsoft.com/office/drawing/2014/main" id="{5E537489-4F15-413D-AFEC-01E5B893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1998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0a33875f8465e">
            <a:extLst>
              <a:ext uri="{96DAC541-7B7A-43D3-8B79-37D633B846F1}">
                <asvg:svgBlip xmlns:asvg="http://schemas.microsoft.com/office/drawing/2016/SVG/main" r:embed="R1a6c8ffbb2d646e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24398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1" name="parallel-title-1">
            <a:extLst xmlns:a="http://schemas.openxmlformats.org/drawingml/2006/main">
              <a:ext uri="{FF2B5EF4-FFF2-40B4-BE49-F238E27FC236}">
                <a16:creationId xmlns:a16="http://schemas.microsoft.com/office/drawing/2014/main" id="{B870DE1B-784E-4904-B633-5F54F520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3523" y="3238500"/>
            <a:ext cx="244480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规则判断</a:t>
            </a:r>
          </a:p>
        </p:txBody>
      </p:sp>
      <p:sp>
        <p:nvSpPr>
          <p:cNvPr id="32" name="parallel-rule-1">
            <a:extLst xmlns:a="http://schemas.openxmlformats.org/drawingml/2006/main">
              <a:ext uri="{FF2B5EF4-FFF2-40B4-BE49-F238E27FC236}">
                <a16:creationId xmlns:a16="http://schemas.microsoft.com/office/drawing/2014/main" id="{3489036B-4E09-4471-AE11-A7AD4C66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8673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rallel-body-1">
            <a:extLst xmlns:a="http://schemas.openxmlformats.org/drawingml/2006/main">
              <a:ext uri="{FF2B5EF4-FFF2-40B4-BE49-F238E27FC236}">
                <a16:creationId xmlns:a16="http://schemas.microsoft.com/office/drawing/2014/main" id="{53198030-9FDC-4C41-AB1A-0434FCD1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3523" y="4455766"/>
            <a:ext cx="2444801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让规则帮我们做判断</a:t>
            </a:r>
          </a:p>
        </p:txBody>
      </p:sp>
      <p:sp>
        <p:nvSpPr>
          <p:cNvPr id="34" name="parallel-card-underlay-2">
            <a:extLst xmlns:a="http://schemas.openxmlformats.org/drawingml/2006/main">
              <a:ext uri="{FF2B5EF4-FFF2-40B4-BE49-F238E27FC236}">
                <a16:creationId xmlns:a16="http://schemas.microsoft.com/office/drawing/2014/main" id="{EE578A94-34BD-4A6E-850B-5EFF6A9A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5074" y="2514600"/>
            <a:ext cx="2825648" cy="3352800"/>
          </a:xfrm>
          <a:prstGeom xmlns:a="http://schemas.openxmlformats.org/drawingml/2006/main" prst="roundRect">
            <a:avLst>
              <a:gd name="adj" fmla="val 8764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5" name="parallel-card-surface-2">
            <a:extLst xmlns:a="http://schemas.openxmlformats.org/drawingml/2006/main">
              <a:ext uri="{FF2B5EF4-FFF2-40B4-BE49-F238E27FC236}">
                <a16:creationId xmlns:a16="http://schemas.microsoft.com/office/drawing/2014/main" id="{C4391660-2DC9-4A0D-8EE6-3932653A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8874" y="2419350"/>
            <a:ext cx="2978048" cy="3352800"/>
          </a:xfrm>
          <a:prstGeom xmlns:a="http://schemas.openxmlformats.org/drawingml/2006/main" prst="roundRect">
            <a:avLst>
              <a:gd name="adj" fmla="val 8316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6" name="parallel-card-accent-2">
            <a:extLst xmlns:a="http://schemas.openxmlformats.org/drawingml/2006/main">
              <a:ext uri="{FF2B5EF4-FFF2-40B4-BE49-F238E27FC236}">
                <a16:creationId xmlns:a16="http://schemas.microsoft.com/office/drawing/2014/main" id="{ED4F270C-B36E-46D3-8CE5-824486DE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7373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rallel-marker-halo-2">
            <a:extLst xmlns:a="http://schemas.openxmlformats.org/drawingml/2006/main">
              <a:ext uri="{FF2B5EF4-FFF2-40B4-BE49-F238E27FC236}">
                <a16:creationId xmlns:a16="http://schemas.microsoft.com/office/drawing/2014/main" id="{9D0ED563-6F7F-4568-B86D-FAF49FF3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0698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38" name="parallel-marker-core-2">
            <a:extLst xmlns:a="http://schemas.openxmlformats.org/drawingml/2006/main">
              <a:ext uri="{FF2B5EF4-FFF2-40B4-BE49-F238E27FC236}">
                <a16:creationId xmlns:a16="http://schemas.microsoft.com/office/drawing/2014/main" id="{19584DD5-AA6D-4AEE-840B-77C92972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4048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5ae3e6d24f493d">
            <a:extLst>
              <a:ext uri="{96DAC541-7B7A-43D3-8B79-37D633B846F1}">
                <asvg:svgBlip xmlns:asvg="http://schemas.microsoft.com/office/drawing/2016/SVG/main" r:embed="Rff9c925669bd40d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26448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0" name="parallel-title-2">
            <a:extLst xmlns:a="http://schemas.openxmlformats.org/drawingml/2006/main">
              <a:ext uri="{FF2B5EF4-FFF2-40B4-BE49-F238E27FC236}">
                <a16:creationId xmlns:a16="http://schemas.microsoft.com/office/drawing/2014/main" id="{ED1EB4F8-A892-442D-9F97-4B5A5434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5574" y="3238500"/>
            <a:ext cx="244464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代码执行</a:t>
            </a:r>
          </a:p>
        </p:txBody>
      </p:sp>
      <p:sp>
        <p:nvSpPr>
          <p:cNvPr id="41" name="parallel-rule-2">
            <a:extLst xmlns:a="http://schemas.openxmlformats.org/drawingml/2006/main">
              <a:ext uri="{FF2B5EF4-FFF2-40B4-BE49-F238E27FC236}">
                <a16:creationId xmlns:a16="http://schemas.microsoft.com/office/drawing/2014/main" id="{4CE62FE1-F700-4C07-A4ED-8DE440A3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0723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rallel-body-2">
            <a:extLst xmlns:a="http://schemas.openxmlformats.org/drawingml/2006/main">
              <a:ext uri="{FF2B5EF4-FFF2-40B4-BE49-F238E27FC236}">
                <a16:creationId xmlns:a16="http://schemas.microsoft.com/office/drawing/2014/main" id="{5370A334-3586-4B01-B367-BF23356F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5574" y="4455766"/>
            <a:ext cx="2444648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让代码完成重复劳动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8D076022-ED50-4EA4-8232-B9BCABC1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000">
                <a:latin typeface="HYWenRunSongYun U"/>
                <a:ea typeface="HYWenRunSongYun U"/>
                <a:cs typeface="HYWenRunSongYun U"/>
              </a:defRPr>
            </a:pPr>
            <a:r>
              <a:rPr sz="30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PPagenT 通过稳定可靠的流程，
将专业 PPT 能力转化为生产工具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247650" dist="114300" dir="5400000">
              <a:srgbClr val="1F487E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  <a:effectStyle>
          <a:effectLst>
            <a:outerShdw blurRad="285750" dist="133350" dir="5400000">
              <a:srgbClr val="234269">
                <a:alpha val="12000"/>
              </a:srgbClr>
            </a:outerShdw>
          </a:effectLst>
        </a:effectStyle>
        <a:effectStyle>
          <a:effectLst>
            <a:outerShdw blurRad="209550" dist="95250" dir="5400000">
              <a:srgbClr val="2185CC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2026-08-26T12:13:10.9060000Z</dcterms:created>
  <dcterms:modified xsi:type="dcterms:W3CDTF">2026-08-26T12:13:10.9060000Z</dcterms:modified>
</coreProperties>
</file>