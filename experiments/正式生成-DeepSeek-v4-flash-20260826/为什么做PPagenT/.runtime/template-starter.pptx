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481447880b4d9d" /><Relationship Type="http://schemas.openxmlformats.org/officeDocument/2006/relationships/extended-properties" Target="/docProps/app.xml" Id="Rffecaa6d66cb465e" /><Relationship Type="http://schemas.openxmlformats.org/officeDocument/2006/relationships/officeDocument" Target="/ppt/presentation.xml" Id="R148c8b94590a4d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c66215936404b"/>
    <p:sldMasterId xmlns:r="http://schemas.openxmlformats.org/officeDocument/2006/relationships" id="2147483660" r:id="R54d0650544fa4254"/>
    <p:sldMasterId xmlns:r="http://schemas.openxmlformats.org/officeDocument/2006/relationships" id="2147483663" r:id="Rf74d5b011b164aa7"/>
  </p:sldMasterIdLst>
  <p:notesMasterIdLst>
    <p:notesMasterId xmlns:r="http://schemas.openxmlformats.org/officeDocument/2006/relationships" r:id="Rf4d36f756cb84e9e"/>
  </p:notesMasterIdLst>
  <p:sldIdLst>
    <p:sldId xmlns:r="http://schemas.openxmlformats.org/officeDocument/2006/relationships" id="256" r:id="R6dc5fa3d0cc542cf"/>
    <p:sldId xmlns:r="http://schemas.openxmlformats.org/officeDocument/2006/relationships" id="257" r:id="R9816d1a761b847c9"/>
    <p:sldId xmlns:r="http://schemas.openxmlformats.org/officeDocument/2006/relationships" id="258" r:id="Rfb3e9f2b1f2746be"/>
    <p:sldId xmlns:r="http://schemas.openxmlformats.org/officeDocument/2006/relationships" id="259" r:id="R5d585462af3c4d23"/>
    <p:sldId xmlns:r="http://schemas.openxmlformats.org/officeDocument/2006/relationships" id="260" r:id="R9fdd2b5f47c347f8"/>
    <p:sldId xmlns:r="http://schemas.openxmlformats.org/officeDocument/2006/relationships" id="261" r:id="Ra030a9c5a97b4567"/>
    <p:sldId xmlns:r="http://schemas.openxmlformats.org/officeDocument/2006/relationships" id="262" r:id="R9c81972c0eab4074"/>
    <p:sldId xmlns:r="http://schemas.openxmlformats.org/officeDocument/2006/relationships" id="263" r:id="R8f69949eeb35464a"/>
    <p:sldId xmlns:r="http://schemas.openxmlformats.org/officeDocument/2006/relationships" id="264" r:id="Rf7afa5ee59c84d15"/>
    <p:sldId xmlns:r="http://schemas.openxmlformats.org/officeDocument/2006/relationships" id="265" r:id="R664a4d41f73749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22f1614dae44c1" /><Relationship Type="http://schemas.openxmlformats.org/officeDocument/2006/relationships/slideMaster" Target="/ppt/slideMasters/slideMaster1.xml" Id="R72ec66215936404b" /><Relationship Type="http://schemas.openxmlformats.org/officeDocument/2006/relationships/slideMaster" Target="/ppt/slideMasters/slideMaster2.xml" Id="R54d0650544fa4254" /><Relationship Type="http://schemas.openxmlformats.org/officeDocument/2006/relationships/slideMaster" Target="/ppt/slideMasters/slideMaster3.xml" Id="Rf74d5b011b164aa7" /><Relationship Type="http://schemas.openxmlformats.org/officeDocument/2006/relationships/notesMaster" Target="/ppt/notesMasters/notesMaster1.xml" Id="Rf4d36f756cb84e9e" /><Relationship Type="http://schemas.openxmlformats.org/officeDocument/2006/relationships/presProps" Target="/ppt/presProps.xml" Id="Rbd5c7b322dc74648" /><Relationship Type="http://schemas.openxmlformats.org/officeDocument/2006/relationships/viewProps" Target="/ppt/viewProps.xml" Id="R05aa9e9e42ce4805" /><Relationship Type="http://schemas.openxmlformats.org/officeDocument/2006/relationships/tableStyles" Target="/ppt/tableStyles.xml" Id="R4b142e25a00f4ce4" /><Relationship Type="http://schemas.openxmlformats.org/officeDocument/2006/relationships/slide" Target="/ppt/slides/slide1.xml" Id="R6dc5fa3d0cc542cf" /><Relationship Type="http://schemas.openxmlformats.org/officeDocument/2006/relationships/slide" Target="/ppt/slides/slide2.xml" Id="R9816d1a761b847c9" /><Relationship Type="http://schemas.openxmlformats.org/officeDocument/2006/relationships/slide" Target="/ppt/slides/slide3.xml" Id="Rfb3e9f2b1f2746be" /><Relationship Type="http://schemas.openxmlformats.org/officeDocument/2006/relationships/slide" Target="/ppt/slides/slide4.xml" Id="R5d585462af3c4d23" /><Relationship Type="http://schemas.openxmlformats.org/officeDocument/2006/relationships/slide" Target="/ppt/slides/slide5.xml" Id="R9fdd2b5f47c347f8" /><Relationship Type="http://schemas.openxmlformats.org/officeDocument/2006/relationships/slide" Target="/ppt/slides/slide6.xml" Id="Ra030a9c5a97b4567" /><Relationship Type="http://schemas.openxmlformats.org/officeDocument/2006/relationships/slide" Target="/ppt/slides/slide7.xml" Id="R9c81972c0eab4074" /><Relationship Type="http://schemas.openxmlformats.org/officeDocument/2006/relationships/slide" Target="/ppt/slides/slide8.xml" Id="R8f69949eeb35464a" /><Relationship Type="http://schemas.openxmlformats.org/officeDocument/2006/relationships/slide" Target="/ppt/slides/slide9.xml" Id="Rf7afa5ee59c84d15" /><Relationship Type="http://schemas.openxmlformats.org/officeDocument/2006/relationships/slide" Target="/ppt/slides/slide10.xml" Id="R664a4d41f73749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eeb7728b1c74d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ac9bb600d4307" /><Relationship Type="http://schemas.openxmlformats.org/officeDocument/2006/relationships/notesMaster" Target="/ppt/notesMasters/notesMaster1.xml" Id="Rf72ae1cf2508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b5534326cd4b6e" /><Relationship Type="http://schemas.openxmlformats.org/officeDocument/2006/relationships/notesMaster" Target="/ppt/notesMasters/notesMaster1.xml" Id="Rb65859106e98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3583bfdbd43ab" /><Relationship Type="http://schemas.openxmlformats.org/officeDocument/2006/relationships/notesMaster" Target="/ppt/notesMasters/notesMaster1.xml" Id="Rd0e08699be9b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d72168bdb4229" /><Relationship Type="http://schemas.openxmlformats.org/officeDocument/2006/relationships/notesMaster" Target="/ppt/notesMasters/notesMaster1.xml" Id="Rc085db1514a34b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c59d4c1cb2486f" /><Relationship Type="http://schemas.openxmlformats.org/officeDocument/2006/relationships/notesMaster" Target="/ppt/notesMasters/notesMaster1.xml" Id="R732e7189805746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4efec105a840d9" /><Relationship Type="http://schemas.openxmlformats.org/officeDocument/2006/relationships/notesMaster" Target="/ppt/notesMasters/notesMaster1.xml" Id="R28e43cb2b04c4f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ba5b0b017419c" /><Relationship Type="http://schemas.openxmlformats.org/officeDocument/2006/relationships/notesMaster" Target="/ppt/notesMasters/notesMaster1.xml" Id="R9f162fc628384f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91cc3179744af4" /><Relationship Type="http://schemas.openxmlformats.org/officeDocument/2006/relationships/notesMaster" Target="/ppt/notesMasters/notesMaster1.xml" Id="R4077cbb7a67b4d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7c5de18d034436" /><Relationship Type="http://schemas.openxmlformats.org/officeDocument/2006/relationships/notesMaster" Target="/ppt/notesMasters/notesMaster1.xml" Id="R73353161e03a47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09ea1fb72143c1" /><Relationship Type="http://schemas.openxmlformats.org/officeDocument/2006/relationships/notesMaster" Target="/ppt/notesMasters/notesMaster1.xml" Id="R267fece7ffc9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95f9af1e94a99" /><Relationship Type="http://schemas.openxmlformats.org/officeDocument/2006/relationships/image" Target="/ppt/media/image.jpeg" Id="R085eba2653734d44" /><Relationship Type="http://schemas.openxmlformats.org/officeDocument/2006/relationships/image" Target="/ppt/media/image.png" Id="R7c99c4f468dd4967" /><Relationship Type="http://schemas.openxmlformats.org/officeDocument/2006/relationships/image" Target="/ppt/media/image2.png" Id="Rb0c2d7e44c874f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a828eb29140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dc11dcf154e44" /><Relationship Type="http://schemas.openxmlformats.org/officeDocument/2006/relationships/image" Target="/ppt/media/image3.png" Id="R60e5a656578541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b15987a47413f" /><Relationship Type="http://schemas.openxmlformats.org/officeDocument/2006/relationships/image" Target="/ppt/media/image4.png" Id="R18fb76b632d645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ad104bd234c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5d700c99e406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ba47f22634d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cb4ab5dc045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25460258740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047fed3314c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df2f7ccc94fc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e0718a015e49b4" /><Relationship Type="http://schemas.openxmlformats.org/officeDocument/2006/relationships/image" Target="/ppt/media/image5.png" Id="R9bf08c1236194c3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58671bd51f47a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e541cf6b6e422f" /><Relationship Type="http://schemas.openxmlformats.org/officeDocument/2006/relationships/image" Target="/ppt/media/image5.png" Id="Rb05a092327ff47a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6145c16ed4420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eba2653734d4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9c4f468dd496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2d7e44c874f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33D3C82-CC2B-41C4-A384-4FF90215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5a656578541e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E7A58D9-BDF6-40EA-AB1E-E2E9A074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AD85A5A-5A7F-4E13-BD23-33FFBD1E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7083CA1-7809-4356-B880-F6E877C6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222A7BD-A5B7-42B1-8B31-B81E119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b76b632d645b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CF4971EF-E55A-49B2-AB7D-47C382D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18470C8-564D-404B-8190-0A5F77AA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7389B2-0A5B-4E6F-B755-E0C31093D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CFCBBA1-C2BD-48BF-B5F7-F1EC3E1BE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22A9328-3379-4F1D-9062-2682E62DCC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091309F-E58E-4496-8AD9-7B534FFAAD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6941156-211F-48F1-B8BD-FA979D8882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9A3DED-26C0-4030-ADB3-28BB56EFB1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17FE2E2-6EEF-4666-9E9D-5004D4C368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613210-E386-4007-84E0-ED514363AA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E8333B-D9B0-4B9C-9F64-CBE01B90B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A04E1AD-CCA5-4D63-BFC9-0521298500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32368A8-F0CD-47D5-A942-E5564DAD72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533C5E17-DCF6-438A-A202-3D56E51B98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953D472-514D-4402-80CA-5BB27B100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25B584F-59C5-4AE3-8E8F-50048BBC8D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E684379-9F5B-44AD-8064-0B30CF3247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523ACA5-E8BD-4200-8214-ADEDF0313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40A9AB9-3A23-4842-8804-C22BB49A30F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E6E06A0-A3CD-4675-8F61-80F43E45B7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413A5FA-9310-4B5B-B1E6-3FB23A5A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1D0139E-4235-4651-8E97-245270DD4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CEA56B3-2234-412B-A0E0-CDD0754F9E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908166-07A3-4FAF-AA61-EB6DB2AB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0EDD4EE-BFDF-4AF9-9263-AF5AD94BD81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29EACE0-6B8F-4EFA-9768-CE9CAB9314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10A41CD-BB00-4C12-94ED-4DF461299E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1D6D101-A7E3-40E6-A424-E3ECF467B2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910FF11-C47A-4117-B05B-6925AE84DF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2846D5-4CD4-4F54-B604-177E1AB21A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DDAB0CB-C67C-49EB-9179-BA16893EF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086E17E-253A-4767-8A6E-C61D71EC54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93CCDA2-2DC9-4A01-AE05-890C72360D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67341D-118A-41EC-843B-18589BB54E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6485795-A524-46F1-B636-4D583A631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10CCAE4-B326-4E31-B9FF-2FF5CB95D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A89C957-D633-476E-93F7-A91ECB4312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6BFB1E6-CD27-4BD8-AC36-3B6F27BAD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2ADBEB0-D6ED-423C-BD1A-4F062407BC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08c1236194c3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F737460-4715-4870-A1AF-EF1A59A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CAC2C15-8867-48B1-BB6A-8A53447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A66B16B-CC8A-416A-8AF8-5FC0BCF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051C00B-7485-4D9C-950C-D5E8CE8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a092327ff47a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F3638EA-4E4E-45B2-9AA6-F11A19D7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54C092-8FB1-4FBF-ACB6-08DB5249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005BA68-27B7-442B-8735-CB44C35B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4612F3D-F384-4314-AEAE-D14561E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8043e7d074074" /><Relationship Type="http://schemas.openxmlformats.org/officeDocument/2006/relationships/slideLayout" Target="/ppt/slideLayouts/slideLayout1.xml" Id="Rc508b71f12ec4593" /><Relationship Type="http://schemas.openxmlformats.org/officeDocument/2006/relationships/slideLayout" Target="/ppt/slideLayouts/slideLayout2.xml" Id="Ra18b4ee7c65d4bcc" /><Relationship Type="http://schemas.openxmlformats.org/officeDocument/2006/relationships/slideLayout" Target="/ppt/slideLayouts/slideLayout3.xml" Id="R28b56eacb9734859" /><Relationship Type="http://schemas.openxmlformats.org/officeDocument/2006/relationships/slideLayout" Target="/ppt/slideLayouts/slideLayout4.xml" Id="R7e5fcd15a29043e8" /><Relationship Type="http://schemas.openxmlformats.org/officeDocument/2006/relationships/slideLayout" Target="/ppt/slideLayouts/slideLayout5.xml" Id="R00d41e99c2224d41" /><Relationship Type="http://schemas.openxmlformats.org/officeDocument/2006/relationships/slideLayout" Target="/ppt/slideLayouts/slideLayout6.xml" Id="Rca93f4faa15841e7" /><Relationship Type="http://schemas.openxmlformats.org/officeDocument/2006/relationships/slideLayout" Target="/ppt/slideLayouts/slideLayout7.xml" Id="R1dc4101354e84b5a" /><Relationship Type="http://schemas.openxmlformats.org/officeDocument/2006/relationships/slideLayout" Target="/ppt/slideLayouts/slideLayout8.xml" Id="R5f07b6c338a9427f" /><Relationship Type="http://schemas.openxmlformats.org/officeDocument/2006/relationships/slideLayout" Target="/ppt/slideLayouts/slideLayout9.xml" Id="R7c98f15ad8054d96" /><Relationship Type="http://schemas.openxmlformats.org/officeDocument/2006/relationships/slideLayout" Target="/ppt/slideLayouts/slideLayout10.xml" Id="Re5fdb58e306b48b5" /><Relationship Type="http://schemas.openxmlformats.org/officeDocument/2006/relationships/slideLayout" Target="/ppt/slideLayouts/slideLayout11.xml" Id="Rb00ab7c6e7d34a0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c978efbee974838" /><Relationship Type="http://schemas.openxmlformats.org/officeDocument/2006/relationships/slideLayout" Target="/ppt/slideLayouts/slideLayout12.xml" Id="R531124f3d6454b6b" /><Relationship Type="http://schemas.openxmlformats.org/officeDocument/2006/relationships/slideLayout" Target="/ppt/slideLayouts/slideLayout13.xml" Id="Reafafa5d1386490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d11d4a0a5184041" /><Relationship Type="http://schemas.openxmlformats.org/officeDocument/2006/relationships/slideLayout" Target="/ppt/slideLayouts/slideLayout14.xml" Id="R61a5df0cc2cd4e38" /><Relationship Type="http://schemas.openxmlformats.org/officeDocument/2006/relationships/slideLayout" Target="/ppt/slideLayouts/slideLayout15.xml" Id="R29919a18511840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BD09337-0260-49B3-89B8-F929339669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AFC346-4E16-49B4-8AE6-5F4E9EDF7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89F1437-1293-4533-A846-B7A897722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DBDCD0-096B-4368-AA85-E54B931FFE9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11BAD9-B2EE-400E-9E95-DDED38B2CC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08b71f12ec4593"/>
    <p:sldLayoutId xmlns:r="http://schemas.openxmlformats.org/officeDocument/2006/relationships" id="2147483650" r:id="Ra18b4ee7c65d4bcc"/>
    <p:sldLayoutId xmlns:r="http://schemas.openxmlformats.org/officeDocument/2006/relationships" id="2147483651" r:id="R28b56eacb9734859"/>
    <p:sldLayoutId xmlns:r="http://schemas.openxmlformats.org/officeDocument/2006/relationships" id="2147483652" r:id="R7e5fcd15a29043e8"/>
    <p:sldLayoutId xmlns:r="http://schemas.openxmlformats.org/officeDocument/2006/relationships" id="2147483653" r:id="R00d41e99c2224d41"/>
    <p:sldLayoutId xmlns:r="http://schemas.openxmlformats.org/officeDocument/2006/relationships" id="2147483654" r:id="Rca93f4faa15841e7"/>
    <p:sldLayoutId xmlns:r="http://schemas.openxmlformats.org/officeDocument/2006/relationships" id="2147483655" r:id="R1dc4101354e84b5a"/>
    <p:sldLayoutId xmlns:r="http://schemas.openxmlformats.org/officeDocument/2006/relationships" id="2147483656" r:id="R5f07b6c338a9427f"/>
    <p:sldLayoutId xmlns:r="http://schemas.openxmlformats.org/officeDocument/2006/relationships" id="2147483657" r:id="R7c98f15ad8054d96"/>
    <p:sldLayoutId xmlns:r="http://schemas.openxmlformats.org/officeDocument/2006/relationships" id="2147483658" r:id="Re5fdb58e306b48b5"/>
    <p:sldLayoutId xmlns:r="http://schemas.openxmlformats.org/officeDocument/2006/relationships" id="2147483659" r:id="Rb00ab7c6e7d34a0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0CF0C85-592B-4C94-AFBF-7E6B3577D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12D161C-1DBC-436C-8EEE-A8859C8DC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03F28E-0FE2-42AF-83DE-F95949807F2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BC993F-3B38-4C7C-8AB9-2FE852FE9D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79EA88-6A71-48A6-B199-D525C6A9B5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31124f3d6454b6b"/>
    <p:sldLayoutId xmlns:r="http://schemas.openxmlformats.org/officeDocument/2006/relationships" id="2147483662" r:id="Reafafa5d1386490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CC0E771-7D1F-4F28-8774-ADDE76FA4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1367A0-2957-47C8-B739-E8B67E3F2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FD064AD-67BD-4D11-ABD1-30F8FEEDEC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AB64DD-3C90-460F-BFC6-0B18004423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AC7D0AE-3A8F-4B0E-814F-7E487EC7B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1a5df0cc2cd4e38"/>
    <p:sldLayoutId xmlns:r="http://schemas.openxmlformats.org/officeDocument/2006/relationships" id="2147483665" r:id="R29919a185118405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9faea645d4ecf" /><Relationship Type="http://schemas.openxmlformats.org/officeDocument/2006/relationships/notesSlide" Target="/ppt/notesSlides/notesSlide1.xml" Id="R9dd97bd53571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c77b3b772b1440c" /><Relationship Type="http://schemas.openxmlformats.org/officeDocument/2006/relationships/notesSlide" Target="/ppt/notesSlides/notesSlide2.xml" Id="R36a9cb332d14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6bdbadb4184f09" /><Relationship Type="http://schemas.openxmlformats.org/officeDocument/2006/relationships/image" Target="/ppt/media/image6.png" Id="R696bc4a919a14830" /><Relationship Type="http://schemas.openxmlformats.org/officeDocument/2006/relationships/notesSlide" Target="/ppt/notesSlides/notesSlide3.xml" Id="R9d7fd022a07740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bf05b219c34aaa" /><Relationship Type="http://schemas.openxmlformats.org/officeDocument/2006/relationships/image" Target="/ppt/media/image6.png" Id="R7860790ddd374f11" /><Relationship Type="http://schemas.openxmlformats.org/officeDocument/2006/relationships/notesSlide" Target="/ppt/notesSlides/notesSlide4.xml" Id="R550f396c28d0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6115f9e9864b30" /><Relationship Type="http://schemas.openxmlformats.org/officeDocument/2006/relationships/image" Target="/ppt/media/image6.png" Id="R8c5bb6c7544f452a" /><Relationship Type="http://schemas.openxmlformats.org/officeDocument/2006/relationships/notesSlide" Target="/ppt/notesSlides/notesSlide5.xml" Id="R5f89cf5f398d4f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f5555c61884990" /><Relationship Type="http://schemas.openxmlformats.org/officeDocument/2006/relationships/image" Target="/ppt/media/image6.png" Id="Re5372d28631843b8" /><Relationship Type="http://schemas.openxmlformats.org/officeDocument/2006/relationships/notesSlide" Target="/ppt/notesSlides/notesSlide6.xml" Id="R4cb3ec893c8d45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a1fac9d94d482e" /><Relationship Type="http://schemas.openxmlformats.org/officeDocument/2006/relationships/image" Target="/ppt/media/image6.png" Id="Rf46d3a473fa94864" /><Relationship Type="http://schemas.openxmlformats.org/officeDocument/2006/relationships/notesSlide" Target="/ppt/notesSlides/notesSlide7.xml" Id="Rbbcf25fe0a6943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312e323f1745a8" /><Relationship Type="http://schemas.openxmlformats.org/officeDocument/2006/relationships/image" Target="/ppt/media/image6.png" Id="R97a08f03cb644bc1" /><Relationship Type="http://schemas.openxmlformats.org/officeDocument/2006/relationships/notesSlide" Target="/ppt/notesSlides/notesSlide8.xml" Id="Rbcb8af08b5f0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1a2cce47c849d6" /><Relationship Type="http://schemas.openxmlformats.org/officeDocument/2006/relationships/image" Target="/ppt/media/image6.png" Id="Rdd536abacdd24999" /><Relationship Type="http://schemas.openxmlformats.org/officeDocument/2006/relationships/notesSlide" Target="/ppt/notesSlides/notesSlide9.xml" Id="R81f846445a0f44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0ae8f34664cb8" /><Relationship Type="http://schemas.openxmlformats.org/officeDocument/2006/relationships/notesSlide" Target="/ppt/notesSlides/notesSlide10.xml" Id="R1cdece7e47d54f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5C4AC3C-C8A8-42A4-99A7-04CA2C39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00F358B9-DFE7-4053-BE52-41176F7D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74906C10-A21D-48CD-A7CD-D71DB47B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29444C5-3237-41F2-BC18-90D328C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9C806A64-B92C-4C5A-95D4-2DB7C60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4024500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bc4a919a148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0790ddd374f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bb6c7544f45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72d28631843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d3a473fa9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08f03cb64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9650E9A-2FB7-4D28-9059-8688445D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6abacdd2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8D076022-ED50-4EA4-8232-B9BCABC1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2026-08-26T12:13:04.8200000Z</dcterms:created>
  <dcterms:modified xsi:type="dcterms:W3CDTF">2026-08-26T12:13:04.8200000Z</dcterms:modified>
</coreProperties>
</file>