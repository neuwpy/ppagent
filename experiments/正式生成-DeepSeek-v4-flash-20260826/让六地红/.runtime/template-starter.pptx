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475544c5094b05" /><Relationship Type="http://schemas.openxmlformats.org/officeDocument/2006/relationships/extended-properties" Target="/docProps/app.xml" Id="R28abac98224a46fb" /><Relationship Type="http://schemas.openxmlformats.org/officeDocument/2006/relationships/officeDocument" Target="/ppt/presentation.xml" Id="R3aa20086028042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cbf03157a342f9"/>
    <p:sldMasterId xmlns:r="http://schemas.openxmlformats.org/officeDocument/2006/relationships" id="2147483660" r:id="Rc19e9b9c6f0d4185"/>
    <p:sldMasterId xmlns:r="http://schemas.openxmlformats.org/officeDocument/2006/relationships" id="2147483663" r:id="R2727cc9649b244e0"/>
  </p:sldMasterIdLst>
  <p:notesMasterIdLst>
    <p:notesMasterId xmlns:r="http://schemas.openxmlformats.org/officeDocument/2006/relationships" r:id="R42ecf60d529d41e2"/>
  </p:notesMasterIdLst>
  <p:sldIdLst>
    <p:sldId xmlns:r="http://schemas.openxmlformats.org/officeDocument/2006/relationships" id="256" r:id="Rffcd86c0b6a54697"/>
    <p:sldId xmlns:r="http://schemas.openxmlformats.org/officeDocument/2006/relationships" id="257" r:id="R97e1980faeb443e3"/>
    <p:sldId xmlns:r="http://schemas.openxmlformats.org/officeDocument/2006/relationships" id="258" r:id="R8848a7ebb54745f6"/>
    <p:sldId xmlns:r="http://schemas.openxmlformats.org/officeDocument/2006/relationships" id="259" r:id="R4af35bc5ec8f408b"/>
    <p:sldId xmlns:r="http://schemas.openxmlformats.org/officeDocument/2006/relationships" id="260" r:id="R6d779cb862534ea3"/>
    <p:sldId xmlns:r="http://schemas.openxmlformats.org/officeDocument/2006/relationships" id="261" r:id="Rdc0c7796db2747f7"/>
    <p:sldId xmlns:r="http://schemas.openxmlformats.org/officeDocument/2006/relationships" id="262" r:id="Rfeb1147c7039441c"/>
    <p:sldId xmlns:r="http://schemas.openxmlformats.org/officeDocument/2006/relationships" id="263" r:id="Reb59396a272e478e"/>
    <p:sldId xmlns:r="http://schemas.openxmlformats.org/officeDocument/2006/relationships" id="264" r:id="Rbccb1c9393d84c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876e166f74c8a" /><Relationship Type="http://schemas.openxmlformats.org/officeDocument/2006/relationships/slideMaster" Target="/ppt/slideMasters/slideMaster1.xml" Id="R8fcbf03157a342f9" /><Relationship Type="http://schemas.openxmlformats.org/officeDocument/2006/relationships/slideMaster" Target="/ppt/slideMasters/slideMaster2.xml" Id="Rc19e9b9c6f0d4185" /><Relationship Type="http://schemas.openxmlformats.org/officeDocument/2006/relationships/slideMaster" Target="/ppt/slideMasters/slideMaster3.xml" Id="R2727cc9649b244e0" /><Relationship Type="http://schemas.openxmlformats.org/officeDocument/2006/relationships/notesMaster" Target="/ppt/notesMasters/notesMaster1.xml" Id="R42ecf60d529d41e2" /><Relationship Type="http://schemas.openxmlformats.org/officeDocument/2006/relationships/presProps" Target="/ppt/presProps.xml" Id="R85cd30296db34960" /><Relationship Type="http://schemas.openxmlformats.org/officeDocument/2006/relationships/viewProps" Target="/ppt/viewProps.xml" Id="Rf5780a9109524736" /><Relationship Type="http://schemas.openxmlformats.org/officeDocument/2006/relationships/tableStyles" Target="/ppt/tableStyles.xml" Id="Rbb391c66c7164004" /><Relationship Type="http://schemas.openxmlformats.org/officeDocument/2006/relationships/slide" Target="/ppt/slides/slide1.xml" Id="Rffcd86c0b6a54697" /><Relationship Type="http://schemas.openxmlformats.org/officeDocument/2006/relationships/slide" Target="/ppt/slides/slide2.xml" Id="R97e1980faeb443e3" /><Relationship Type="http://schemas.openxmlformats.org/officeDocument/2006/relationships/slide" Target="/ppt/slides/slide3.xml" Id="R8848a7ebb54745f6" /><Relationship Type="http://schemas.openxmlformats.org/officeDocument/2006/relationships/slide" Target="/ppt/slides/slide4.xml" Id="R4af35bc5ec8f408b" /><Relationship Type="http://schemas.openxmlformats.org/officeDocument/2006/relationships/slide" Target="/ppt/slides/slide5.xml" Id="R6d779cb862534ea3" /><Relationship Type="http://schemas.openxmlformats.org/officeDocument/2006/relationships/slide" Target="/ppt/slides/slide6.xml" Id="Rdc0c7796db2747f7" /><Relationship Type="http://schemas.openxmlformats.org/officeDocument/2006/relationships/slide" Target="/ppt/slides/slide7.xml" Id="Rfeb1147c7039441c" /><Relationship Type="http://schemas.openxmlformats.org/officeDocument/2006/relationships/slide" Target="/ppt/slides/slide8.xml" Id="Reb59396a272e478e" /><Relationship Type="http://schemas.openxmlformats.org/officeDocument/2006/relationships/slide" Target="/ppt/slides/slide9.xml" Id="Rbccb1c9393d84c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9cee126a43045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bd7d252b794f79" /><Relationship Type="http://schemas.openxmlformats.org/officeDocument/2006/relationships/notesMaster" Target="/ppt/notesMasters/notesMaster1.xml" Id="Rf2e8410e34914c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a592602be14a8e" /><Relationship Type="http://schemas.openxmlformats.org/officeDocument/2006/relationships/notesMaster" Target="/ppt/notesMasters/notesMaster1.xml" Id="R4e9b8056c17444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918f14a5e41cd" /><Relationship Type="http://schemas.openxmlformats.org/officeDocument/2006/relationships/notesMaster" Target="/ppt/notesMasters/notesMaster1.xml" Id="Rdb08343c91194c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7a5eca918440b6" /><Relationship Type="http://schemas.openxmlformats.org/officeDocument/2006/relationships/notesMaster" Target="/ppt/notesMasters/notesMaster1.xml" Id="R4a27fc42e09e45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a8b7d648fa4478" /><Relationship Type="http://schemas.openxmlformats.org/officeDocument/2006/relationships/notesMaster" Target="/ppt/notesMasters/notesMaster1.xml" Id="R072da230bcd647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66634775d34e5b" /><Relationship Type="http://schemas.openxmlformats.org/officeDocument/2006/relationships/notesMaster" Target="/ppt/notesMasters/notesMaster1.xml" Id="R9fb97e8c39a944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e9be51382749ce" /><Relationship Type="http://schemas.openxmlformats.org/officeDocument/2006/relationships/notesMaster" Target="/ppt/notesMasters/notesMaster1.xml" Id="R85e9e0f7109e42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1a4ed8b94c4932" /><Relationship Type="http://schemas.openxmlformats.org/officeDocument/2006/relationships/notesMaster" Target="/ppt/notesMasters/notesMaster1.xml" Id="Rc0bb54610f7f44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5dbc148efa4e4e" /><Relationship Type="http://schemas.openxmlformats.org/officeDocument/2006/relationships/notesMaster" Target="/ppt/notesMasters/notesMaster1.xml" Id="R2fbdbaa54f4d45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7f358721a49c8" /><Relationship Type="http://schemas.openxmlformats.org/officeDocument/2006/relationships/image" Target="/ppt/media/image.jpeg" Id="Rafcc028e9480464a" /><Relationship Type="http://schemas.openxmlformats.org/officeDocument/2006/relationships/image" Target="/ppt/media/image.png" Id="R1ffba58888634c7d" /><Relationship Type="http://schemas.openxmlformats.org/officeDocument/2006/relationships/image" Target="/ppt/media/image2.png" Id="R9c3c531ce41a4c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cfa27e4d34a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8b31d02bf49f0" /><Relationship Type="http://schemas.openxmlformats.org/officeDocument/2006/relationships/image" Target="/ppt/media/image3.png" Id="R28f1e7a9450a45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a5e42835e4726" /><Relationship Type="http://schemas.openxmlformats.org/officeDocument/2006/relationships/image" Target="/ppt/media/image4.png" Id="R384158f1ea0d4e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6ad6fbbc54d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50f448c2a4b2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cdc8c15db4d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fc70e4de2454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80801e1fe422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ba00fa333459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cdd54194c4e6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5993bff74f4661" /><Relationship Type="http://schemas.openxmlformats.org/officeDocument/2006/relationships/image" Target="/ppt/media/image5.png" Id="R3626698fa6174ed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9f24fdd2ea4ea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ea9db69bce444e9" /><Relationship Type="http://schemas.openxmlformats.org/officeDocument/2006/relationships/image" Target="/ppt/media/image5.png" Id="Red6f66a0a0484ef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19f01bee71c48e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c028e9480464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ba58888634c7d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c531ce41a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CA7B5BB2-034A-4BCD-943F-2C21418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1e7a9450a457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603CA3CF-B29F-4FF6-A375-AC94A78E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494CC97-E754-4A51-A1AD-BD61DCA4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70735CD4-60C6-49B4-AD99-0AA75F04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1D4C1BD-7CD9-427B-8332-613B4F72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158f1ea0d4e2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BDC7A71-6E5E-4CEF-B1A1-7B923A21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49DF4A09-4145-4DFF-AFCA-CB7E2A38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88BE1B7-EDDD-4A22-8352-644D69BA32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73816F9-76EB-416B-B069-0870B2AF03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E054ED5-2DB6-49A9-A8F5-300FD0AD26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75BA3D4-FAF2-407F-96DD-6D9FBBD1EB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D121947-BF79-4BAB-A182-7E5ABEA2611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474DAE1-CCBB-42D9-84AC-EA4AB6A8E8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5CF7539-7D7A-4AAC-BE99-19AB81EE5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E1FF8B8-658F-40E5-9C19-E457E30351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DD3DD1F-E448-4292-8B0C-2D9B2C100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020E6F5-77A7-441D-930E-774A8B9F43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08155D1-3C1C-4D12-85C2-624F5AD645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3C9C00E-529E-46E2-9AE6-41E443DE5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4D5DDA9-B534-48B5-894F-DF89DBDFBA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DCB09B9-5747-410A-8CF4-AE60868D84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9DD13A8-8C8E-43AC-9D17-FFE0A93B27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CF357D-E229-46D3-8673-83074E1830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D5C84FA-FB70-4F86-865F-90C95DABFA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AE4FC7B-A20C-4AC0-A6F7-0F40997B6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ABC3634-EBB1-4FE3-ADFD-A666F616CC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AAA0CCD-C654-4C0F-9B7D-B73FF31519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BE3A214-F2C2-4BB4-94E5-8579D01C45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080926-92A5-45B5-9FD3-848F40F74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5F0C93-058F-4D65-A7BD-20E89D2A7C5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07A0F-EF4C-435B-B356-504976CDE7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F629F11-9050-495F-B344-E9216563B6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4921016-A06E-4425-A3A3-25ED0D5F53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B14A16D-115D-49DE-B1C1-A01F365305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BF3F1-7362-417C-9D5C-0B0E31151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2F79207-815E-47BE-8B7C-9B015A81A0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1888F4D-C13E-44C4-834C-3AEE58FCFE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E3237E-EC9E-41F0-87AA-44BA8167E4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E54514D-579B-497F-89E4-1C36511E5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A57C457-58D9-4CE0-BCA5-7AD211354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5DCF7C6-6AD9-48DE-A51B-205BEC729C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6153AC-AD66-47A6-BC7C-8B96154972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F70BBF-9A63-48FC-9B30-12A8544ED0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C992D8F-F57D-4292-8F4E-EA7055F90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6698fa6174ed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BAAC64B-EB2F-44B2-9EB9-D891BFE5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B29ACF4-7A0D-4970-BD5D-991BFB33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030A0A0-9571-4BAD-AEC9-8CEB2F62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353F684-CA08-4B0F-86C8-1DCA7BFA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f66a0a0484ef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0453E5E-F282-4660-A67D-B264EA33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059AD7-DC78-4DB6-8D83-E930BDDF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683568C-7A3A-4A04-A544-28AA37DD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BE5EA1C3-96BB-46BF-A7D7-8E37B23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925d08dd1746a1" /><Relationship Type="http://schemas.openxmlformats.org/officeDocument/2006/relationships/slideLayout" Target="/ppt/slideLayouts/slideLayout1.xml" Id="Rb5c064d8940b4358" /><Relationship Type="http://schemas.openxmlformats.org/officeDocument/2006/relationships/slideLayout" Target="/ppt/slideLayouts/slideLayout2.xml" Id="R527594e8ce7b4b99" /><Relationship Type="http://schemas.openxmlformats.org/officeDocument/2006/relationships/slideLayout" Target="/ppt/slideLayouts/slideLayout3.xml" Id="R21353c01f9bc48be" /><Relationship Type="http://schemas.openxmlformats.org/officeDocument/2006/relationships/slideLayout" Target="/ppt/slideLayouts/slideLayout4.xml" Id="Recb937dc49a047b0" /><Relationship Type="http://schemas.openxmlformats.org/officeDocument/2006/relationships/slideLayout" Target="/ppt/slideLayouts/slideLayout5.xml" Id="Rd2044e26dc8e4240" /><Relationship Type="http://schemas.openxmlformats.org/officeDocument/2006/relationships/slideLayout" Target="/ppt/slideLayouts/slideLayout6.xml" Id="R2af5bd5531224655" /><Relationship Type="http://schemas.openxmlformats.org/officeDocument/2006/relationships/slideLayout" Target="/ppt/slideLayouts/slideLayout7.xml" Id="R3046d104c9374be3" /><Relationship Type="http://schemas.openxmlformats.org/officeDocument/2006/relationships/slideLayout" Target="/ppt/slideLayouts/slideLayout8.xml" Id="Rbad172b05b214699" /><Relationship Type="http://schemas.openxmlformats.org/officeDocument/2006/relationships/slideLayout" Target="/ppt/slideLayouts/slideLayout9.xml" Id="R18aa4680b7d94880" /><Relationship Type="http://schemas.openxmlformats.org/officeDocument/2006/relationships/slideLayout" Target="/ppt/slideLayouts/slideLayout10.xml" Id="R7675ac45d7ef4fe4" /><Relationship Type="http://schemas.openxmlformats.org/officeDocument/2006/relationships/slideLayout" Target="/ppt/slideLayouts/slideLayout11.xml" Id="R3f096e45a1bf412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241c7a44c8b480f" /><Relationship Type="http://schemas.openxmlformats.org/officeDocument/2006/relationships/slideLayout" Target="/ppt/slideLayouts/slideLayout12.xml" Id="Rf9c3b8cd3007478d" /><Relationship Type="http://schemas.openxmlformats.org/officeDocument/2006/relationships/slideLayout" Target="/ppt/slideLayouts/slideLayout13.xml" Id="Rde187f206e3d49a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494f2bb51e34961" /><Relationship Type="http://schemas.openxmlformats.org/officeDocument/2006/relationships/slideLayout" Target="/ppt/slideLayouts/slideLayout14.xml" Id="Rda2bb17538d54437" /><Relationship Type="http://schemas.openxmlformats.org/officeDocument/2006/relationships/slideLayout" Target="/ppt/slideLayouts/slideLayout15.xml" Id="R287fcb7b9d9943d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F00D290-A207-4E4A-8C8A-D4E9D8D79C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7EA8986-965E-4EF9-985A-98E73080FA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13EB67-8B8B-46F6-80F0-E801E3CA160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8814DB-A41A-49BD-97EA-B61E381865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961A0-E235-427E-BB58-D3AB0EF000B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c064d8940b4358"/>
    <p:sldLayoutId xmlns:r="http://schemas.openxmlformats.org/officeDocument/2006/relationships" id="2147483650" r:id="R527594e8ce7b4b99"/>
    <p:sldLayoutId xmlns:r="http://schemas.openxmlformats.org/officeDocument/2006/relationships" id="2147483651" r:id="R21353c01f9bc48be"/>
    <p:sldLayoutId xmlns:r="http://schemas.openxmlformats.org/officeDocument/2006/relationships" id="2147483652" r:id="Recb937dc49a047b0"/>
    <p:sldLayoutId xmlns:r="http://schemas.openxmlformats.org/officeDocument/2006/relationships" id="2147483653" r:id="Rd2044e26dc8e4240"/>
    <p:sldLayoutId xmlns:r="http://schemas.openxmlformats.org/officeDocument/2006/relationships" id="2147483654" r:id="R2af5bd5531224655"/>
    <p:sldLayoutId xmlns:r="http://schemas.openxmlformats.org/officeDocument/2006/relationships" id="2147483655" r:id="R3046d104c9374be3"/>
    <p:sldLayoutId xmlns:r="http://schemas.openxmlformats.org/officeDocument/2006/relationships" id="2147483656" r:id="Rbad172b05b214699"/>
    <p:sldLayoutId xmlns:r="http://schemas.openxmlformats.org/officeDocument/2006/relationships" id="2147483657" r:id="R18aa4680b7d94880"/>
    <p:sldLayoutId xmlns:r="http://schemas.openxmlformats.org/officeDocument/2006/relationships" id="2147483658" r:id="R7675ac45d7ef4fe4"/>
    <p:sldLayoutId xmlns:r="http://schemas.openxmlformats.org/officeDocument/2006/relationships" id="2147483659" r:id="R3f096e45a1bf412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AB30A71-D999-4C4F-806A-673623233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FB63C9D-2044-463C-8EE0-C16D656FB1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8823B8C-AF00-41C7-881F-CAF36872C3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AE6F4B7-1805-467A-8BC6-1E4A1A89AA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0681393-3072-4CDF-B228-BD4054F93CE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9c3b8cd3007478d"/>
    <p:sldLayoutId xmlns:r="http://schemas.openxmlformats.org/officeDocument/2006/relationships" id="2147483662" r:id="Rde187f206e3d49a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30B1B02-0D94-400C-BD3B-64F350984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64A403D-AADE-4C5A-BD43-ADA96DBCBA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C974D5-1C35-46B8-954C-E2F51F83F16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BFEAD7E-9EA7-4CBE-9D2C-5C49F01585F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AA12FB-5A3E-4549-B836-493B04DBE0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a2bb17538d54437"/>
    <p:sldLayoutId xmlns:r="http://schemas.openxmlformats.org/officeDocument/2006/relationships" id="2147483665" r:id="R287fcb7b9d9943d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dcf5c8e044730" /><Relationship Type="http://schemas.openxmlformats.org/officeDocument/2006/relationships/notesSlide" Target="/ppt/notesSlides/notesSlide1.xml" Id="Rf87faa6839a548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c37cedbf2d41e6" /><Relationship Type="http://schemas.openxmlformats.org/officeDocument/2006/relationships/notesSlide" Target="/ppt/notesSlides/notesSlide2.xml" Id="R6ad0f14c8dac4e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0a3c9ef80d44b7" /><Relationship Type="http://schemas.openxmlformats.org/officeDocument/2006/relationships/image" Target="/ppt/media/image6.png" Id="R9c901e565f31459b" /><Relationship Type="http://schemas.openxmlformats.org/officeDocument/2006/relationships/notesSlide" Target="/ppt/notesSlides/notesSlide3.xml" Id="R03bc17ed2a0f4f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7e7eca8f1845d9" /><Relationship Type="http://schemas.openxmlformats.org/officeDocument/2006/relationships/image" Target="/ppt/media/image6.png" Id="Rbbb0d37d44484fe7" /><Relationship Type="http://schemas.openxmlformats.org/officeDocument/2006/relationships/notesSlide" Target="/ppt/notesSlides/notesSlide4.xml" Id="Ra346ee446cd94a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a7ea11fefd42f5" /><Relationship Type="http://schemas.openxmlformats.org/officeDocument/2006/relationships/image" Target="/ppt/media/image6.png" Id="Rea2aed422221462e" /><Relationship Type="http://schemas.openxmlformats.org/officeDocument/2006/relationships/notesSlide" Target="/ppt/notesSlides/notesSlide5.xml" Id="R09759847774741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71bcce7bf74b5e" /><Relationship Type="http://schemas.openxmlformats.org/officeDocument/2006/relationships/image" Target="/ppt/media/image6.png" Id="R92cf90459562463b" /><Relationship Type="http://schemas.openxmlformats.org/officeDocument/2006/relationships/notesSlide" Target="/ppt/notesSlides/notesSlide6.xml" Id="R32a6f1d4a2bb41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612e008d0a40da" /><Relationship Type="http://schemas.openxmlformats.org/officeDocument/2006/relationships/image" Target="/ppt/media/image6.png" Id="Rb096b97a6d474b92" /><Relationship Type="http://schemas.openxmlformats.org/officeDocument/2006/relationships/notesSlide" Target="/ppt/notesSlides/notesSlide7.xml" Id="R7b17f64e0cac4a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bbe33baf1b4c16" /><Relationship Type="http://schemas.openxmlformats.org/officeDocument/2006/relationships/image" Target="/ppt/media/image6.png" Id="Rceb1e3d517e34b54" /><Relationship Type="http://schemas.openxmlformats.org/officeDocument/2006/relationships/notesSlide" Target="/ppt/notesSlides/notesSlide8.xml" Id="Rf0eae9f786d140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8b562df644be3" /><Relationship Type="http://schemas.openxmlformats.org/officeDocument/2006/relationships/notesSlide" Target="/ppt/notesSlides/notesSlide9.xml" Id="Rb7724821f7f04f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AC9D8C45-CEEA-4A66-9E5D-4893BD3E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EE3FC8A0-69F6-4111-933A-73B8E7B9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0CA35B21-89F3-449F-AD6A-4AAB6053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6B56790-37ED-44F7-B344-4A89D1D6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64000FC4-2960-4783-BEBE-710EFCA0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300451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01e565f3145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0d37d44484f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aed42222146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f9045956246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6b97a6d474b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1e3d517e34b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65A18D2E-ED73-476B-820E-BFD04B01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2026-08-26T12:38:38.6670000Z</dcterms:created>
  <dcterms:modified xsi:type="dcterms:W3CDTF">2026-08-26T12:38:38.6670000Z</dcterms:modified>
</coreProperties>
</file>