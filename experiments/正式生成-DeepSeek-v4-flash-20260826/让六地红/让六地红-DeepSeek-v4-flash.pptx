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284de83f448ed" /><Relationship Type="http://schemas.openxmlformats.org/officeDocument/2006/relationships/extended-properties" Target="/docProps/app.xml" Id="Rdec48610d97246da" /><Relationship Type="http://schemas.openxmlformats.org/officeDocument/2006/relationships/officeDocument" Target="/ppt/presentation.xml" Id="R24453372e94248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b60fff6de4078"/>
    <p:sldMasterId xmlns:r="http://schemas.openxmlformats.org/officeDocument/2006/relationships" id="2147483660" r:id="R979c54bb0fd746d2"/>
    <p:sldMasterId xmlns:r="http://schemas.openxmlformats.org/officeDocument/2006/relationships" id="2147483663" r:id="Ra394cfba0c314889"/>
  </p:sldMasterIdLst>
  <p:notesMasterIdLst>
    <p:notesMasterId xmlns:r="http://schemas.openxmlformats.org/officeDocument/2006/relationships" r:id="R4d527a67dcc04bda"/>
  </p:notesMasterIdLst>
  <p:sldIdLst>
    <p:sldId xmlns:r="http://schemas.openxmlformats.org/officeDocument/2006/relationships" id="256" r:id="Rb8ce4e979c4c4e13"/>
    <p:sldId xmlns:r="http://schemas.openxmlformats.org/officeDocument/2006/relationships" id="257" r:id="R63a65af78ce44ab0"/>
    <p:sldId xmlns:r="http://schemas.openxmlformats.org/officeDocument/2006/relationships" id="258" r:id="R4b06341dd60d4126"/>
    <p:sldId xmlns:r="http://schemas.openxmlformats.org/officeDocument/2006/relationships" id="259" r:id="Rce35283057404c33"/>
    <p:sldId xmlns:r="http://schemas.openxmlformats.org/officeDocument/2006/relationships" id="260" r:id="R5c24e7d98f77418a"/>
    <p:sldId xmlns:r="http://schemas.openxmlformats.org/officeDocument/2006/relationships" id="261" r:id="R320af2f146944f60"/>
    <p:sldId xmlns:r="http://schemas.openxmlformats.org/officeDocument/2006/relationships" id="262" r:id="Ra673eae297de4268"/>
    <p:sldId xmlns:r="http://schemas.openxmlformats.org/officeDocument/2006/relationships" id="263" r:id="R2d0df7aa517f4fd1"/>
    <p:sldId xmlns:r="http://schemas.openxmlformats.org/officeDocument/2006/relationships" id="264" r:id="R27e5955af38343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fdf2e70af4ff8" /><Relationship Type="http://schemas.openxmlformats.org/officeDocument/2006/relationships/slideMaster" Target="/ppt/slideMasters/slideMaster1.xml" Id="R58fb60fff6de4078" /><Relationship Type="http://schemas.openxmlformats.org/officeDocument/2006/relationships/slideMaster" Target="/ppt/slideMasters/slideMaster2.xml" Id="R979c54bb0fd746d2" /><Relationship Type="http://schemas.openxmlformats.org/officeDocument/2006/relationships/slideMaster" Target="/ppt/slideMasters/slideMaster3.xml" Id="Ra394cfba0c314889" /><Relationship Type="http://schemas.openxmlformats.org/officeDocument/2006/relationships/notesMaster" Target="/ppt/notesMasters/notesMaster1.xml" Id="R4d527a67dcc04bda" /><Relationship Type="http://schemas.openxmlformats.org/officeDocument/2006/relationships/presProps" Target="/ppt/presProps.xml" Id="R8f2ca83cc68c42b5" /><Relationship Type="http://schemas.openxmlformats.org/officeDocument/2006/relationships/viewProps" Target="/ppt/viewProps.xml" Id="R46c58828fb104083" /><Relationship Type="http://schemas.openxmlformats.org/officeDocument/2006/relationships/tableStyles" Target="/ppt/tableStyles.xml" Id="R921833d93efd4564" /><Relationship Type="http://schemas.openxmlformats.org/officeDocument/2006/relationships/slide" Target="/ppt/slides/slide1.xml" Id="Rb8ce4e979c4c4e13" /><Relationship Type="http://schemas.openxmlformats.org/officeDocument/2006/relationships/slide" Target="/ppt/slides/slide2.xml" Id="R63a65af78ce44ab0" /><Relationship Type="http://schemas.openxmlformats.org/officeDocument/2006/relationships/slide" Target="/ppt/slides/slide3.xml" Id="R4b06341dd60d4126" /><Relationship Type="http://schemas.openxmlformats.org/officeDocument/2006/relationships/slide" Target="/ppt/slides/slide4.xml" Id="Rce35283057404c33" /><Relationship Type="http://schemas.openxmlformats.org/officeDocument/2006/relationships/slide" Target="/ppt/slides/slide5.xml" Id="R5c24e7d98f77418a" /><Relationship Type="http://schemas.openxmlformats.org/officeDocument/2006/relationships/slide" Target="/ppt/slides/slide6.xml" Id="R320af2f146944f60" /><Relationship Type="http://schemas.openxmlformats.org/officeDocument/2006/relationships/slide" Target="/ppt/slides/slide7.xml" Id="Ra673eae297de4268" /><Relationship Type="http://schemas.openxmlformats.org/officeDocument/2006/relationships/slide" Target="/ppt/slides/slide8.xml" Id="R2d0df7aa517f4fd1" /><Relationship Type="http://schemas.openxmlformats.org/officeDocument/2006/relationships/slide" Target="/ppt/slides/slide9.xml" Id="R27e5955af383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b698323c4a74d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4d91a7ad794d44" /><Relationship Type="http://schemas.openxmlformats.org/officeDocument/2006/relationships/notesMaster" Target="/ppt/notesMasters/notesMaster1.xml" Id="R2f331b4edc8948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a1f434fc4d4f5d" /><Relationship Type="http://schemas.openxmlformats.org/officeDocument/2006/relationships/notesMaster" Target="/ppt/notesMasters/notesMaster1.xml" Id="R1931bf4c243d46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4fd6f5ed3c4906" /><Relationship Type="http://schemas.openxmlformats.org/officeDocument/2006/relationships/notesMaster" Target="/ppt/notesMasters/notesMaster1.xml" Id="R9cd5324359794b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ae88224a454d49" /><Relationship Type="http://schemas.openxmlformats.org/officeDocument/2006/relationships/notesMaster" Target="/ppt/notesMasters/notesMaster1.xml" Id="R52fd29c5523a4c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44dba3324a4fb5" /><Relationship Type="http://schemas.openxmlformats.org/officeDocument/2006/relationships/notesMaster" Target="/ppt/notesMasters/notesMaster1.xml" Id="R8e18f4ca35a640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2dbebc74ba4c9d" /><Relationship Type="http://schemas.openxmlformats.org/officeDocument/2006/relationships/notesMaster" Target="/ppt/notesMasters/notesMaster1.xml" Id="R48953b1610a747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fd54dd573f423b" /><Relationship Type="http://schemas.openxmlformats.org/officeDocument/2006/relationships/notesMaster" Target="/ppt/notesMasters/notesMaster1.xml" Id="Rac8065dfc65f44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3f3bbdcc34479f" /><Relationship Type="http://schemas.openxmlformats.org/officeDocument/2006/relationships/notesMaster" Target="/ppt/notesMasters/notesMaster1.xml" Id="R634eff2d74b343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aac1eee4e94c73" /><Relationship Type="http://schemas.openxmlformats.org/officeDocument/2006/relationships/notesMaster" Target="/ppt/notesMasters/notesMaster1.xml" Id="R06dd690fabda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PPagenT：opening-intent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PPagenT：challenge-shift-intent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PPagenT：matrix-intent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PPagenT：practice-levers-intent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PPagenT：effectiveness-intent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PPagenT：closing-intent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e1c3552444348" /><Relationship Type="http://schemas.openxmlformats.org/officeDocument/2006/relationships/image" Target="/ppt/media/image.jpeg" Id="R025bb5f1f39f413e" /><Relationship Type="http://schemas.openxmlformats.org/officeDocument/2006/relationships/image" Target="/ppt/media/image.png" Id="R32325385474e45a1" /><Relationship Type="http://schemas.openxmlformats.org/officeDocument/2006/relationships/image" Target="/ppt/media/image2.png" Id="Rc9b8f37ff3d344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9b2e348db44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c5127418e4d6c" /><Relationship Type="http://schemas.openxmlformats.org/officeDocument/2006/relationships/image" Target="/ppt/media/image3.png" Id="Ra4a3d410643e48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d953f222d4be4" /><Relationship Type="http://schemas.openxmlformats.org/officeDocument/2006/relationships/image" Target="/ppt/media/image4.png" Id="Rf909d835f15e40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03310e0d444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4259f820240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4c5863c2640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cc36fa70f4e1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86f9b9d4e47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aece86d144e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4400446a04d9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adf1ae511a477f" /><Relationship Type="http://schemas.openxmlformats.org/officeDocument/2006/relationships/image" Target="/ppt/media/image5.png" Id="R872cb94d387546f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65ea6fba064e4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18e3b180716429a" /><Relationship Type="http://schemas.openxmlformats.org/officeDocument/2006/relationships/image" Target="/ppt/media/image5.png" Id="R192e86f8440f47d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cedbc855173426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bb5f1f39f413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25385474e45a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8f37ff3d34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CA7B5BB2-034A-4BCD-943F-2C21418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3d410643e489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03CA3CF-B29F-4FF6-A375-AC94A78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494CC97-E754-4A51-A1AD-BD61DCA4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70735CD4-60C6-49B4-AD99-0AA75F04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1D4C1BD-7CD9-427B-8332-613B4F72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9d835f15e406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BDC7A71-6E5E-4CEF-B1A1-7B923A2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49DF4A09-4145-4DFF-AFCA-CB7E2A38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88BE1B7-EDDD-4A22-8352-644D69BA3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73816F9-76EB-416B-B069-0870B2AF03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E054ED5-2DB6-49A9-A8F5-300FD0AD26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75BA3D4-FAF2-407F-96DD-6D9FBBD1EB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D121947-BF79-4BAB-A182-7E5ABEA2611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474DAE1-CCBB-42D9-84AC-EA4AB6A8E8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5CF7539-7D7A-4AAC-BE99-19AB81EE5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E1FF8B8-658F-40E5-9C19-E457E30351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D3DD1F-E448-4292-8B0C-2D9B2C100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020E6F5-77A7-441D-930E-774A8B9F43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08155D1-3C1C-4D12-85C2-624F5AD645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3C9C00E-529E-46E2-9AE6-41E443DE5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4D5DDA9-B534-48B5-894F-DF89DBDFB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DCB09B9-5747-410A-8CF4-AE60868D84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9DD13A8-8C8E-43AC-9D17-FFE0A93B27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CF357D-E229-46D3-8673-83074E183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D5C84FA-FB70-4F86-865F-90C95DABFA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AE4FC7B-A20C-4AC0-A6F7-0F40997B6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ABC3634-EBB1-4FE3-ADFD-A666F616CC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AAA0CCD-C654-4C0F-9B7D-B73FF3151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BE3A214-F2C2-4BB4-94E5-8579D01C45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080926-92A5-45B5-9FD3-848F40F74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5F0C93-058F-4D65-A7BD-20E89D2A7C5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07A0F-EF4C-435B-B356-504976CDE7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F629F11-9050-495F-B344-E9216563B6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4921016-A06E-4425-A3A3-25ED0D5F53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B14A16D-115D-49DE-B1C1-A01F365305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BF3F1-7362-417C-9D5C-0B0E31151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2F79207-815E-47BE-8B7C-9B015A81A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888F4D-C13E-44C4-834C-3AEE58FCFE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E3237E-EC9E-41F0-87AA-44BA8167E4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E54514D-579B-497F-89E4-1C36511E5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A57C457-58D9-4CE0-BCA5-7AD211354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5DCF7C6-6AD9-48DE-A51B-205BEC729C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6153AC-AD66-47A6-BC7C-8B96154972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F70BBF-9A63-48FC-9B30-12A8544ED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C992D8F-F57D-4292-8F4E-EA7055F90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cb94d387546f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BAAC64B-EB2F-44B2-9EB9-D891BFE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B29ACF4-7A0D-4970-BD5D-991BFB3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030A0A0-9571-4BAD-AEC9-8CEB2F6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353F684-CA08-4B0F-86C8-1DCA7BFA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e86f8440f47d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0453E5E-F282-4660-A67D-B264EA33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059AD7-DC78-4DB6-8D83-E930BDD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683568C-7A3A-4A04-A544-28AA37DD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E5EA1C3-96BB-46BF-A7D7-8E37B23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f5d99332c24f46" /><Relationship Type="http://schemas.openxmlformats.org/officeDocument/2006/relationships/slideLayout" Target="/ppt/slideLayouts/slideLayout1.xml" Id="R191ee6fa6ace4fa3" /><Relationship Type="http://schemas.openxmlformats.org/officeDocument/2006/relationships/slideLayout" Target="/ppt/slideLayouts/slideLayout2.xml" Id="R4d90a8ecad3b43db" /><Relationship Type="http://schemas.openxmlformats.org/officeDocument/2006/relationships/slideLayout" Target="/ppt/slideLayouts/slideLayout3.xml" Id="R6f502235bce0453c" /><Relationship Type="http://schemas.openxmlformats.org/officeDocument/2006/relationships/slideLayout" Target="/ppt/slideLayouts/slideLayout4.xml" Id="Rd93d7e56332c4ff6" /><Relationship Type="http://schemas.openxmlformats.org/officeDocument/2006/relationships/slideLayout" Target="/ppt/slideLayouts/slideLayout5.xml" Id="Re9aaa96d70094ff7" /><Relationship Type="http://schemas.openxmlformats.org/officeDocument/2006/relationships/slideLayout" Target="/ppt/slideLayouts/slideLayout6.xml" Id="Rcc0079bd1db34b7f" /><Relationship Type="http://schemas.openxmlformats.org/officeDocument/2006/relationships/slideLayout" Target="/ppt/slideLayouts/slideLayout7.xml" Id="Ra42ab73c149c4690" /><Relationship Type="http://schemas.openxmlformats.org/officeDocument/2006/relationships/slideLayout" Target="/ppt/slideLayouts/slideLayout8.xml" Id="Rfe036783ad6b4b2e" /><Relationship Type="http://schemas.openxmlformats.org/officeDocument/2006/relationships/slideLayout" Target="/ppt/slideLayouts/slideLayout9.xml" Id="R102ac0efe9b34520" /><Relationship Type="http://schemas.openxmlformats.org/officeDocument/2006/relationships/slideLayout" Target="/ppt/slideLayouts/slideLayout10.xml" Id="R2fef9edad0474a5e" /><Relationship Type="http://schemas.openxmlformats.org/officeDocument/2006/relationships/slideLayout" Target="/ppt/slideLayouts/slideLayout11.xml" Id="R46b3b99e5ad84b5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af457ce0f274f97" /><Relationship Type="http://schemas.openxmlformats.org/officeDocument/2006/relationships/slideLayout" Target="/ppt/slideLayouts/slideLayout12.xml" Id="R24174a1fa9964e7b" /><Relationship Type="http://schemas.openxmlformats.org/officeDocument/2006/relationships/slideLayout" Target="/ppt/slideLayouts/slideLayout13.xml" Id="R20c96655b76d416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f323dc759274c93" /><Relationship Type="http://schemas.openxmlformats.org/officeDocument/2006/relationships/slideLayout" Target="/ppt/slideLayouts/slideLayout14.xml" Id="Rcddb1ba82db347e2" /><Relationship Type="http://schemas.openxmlformats.org/officeDocument/2006/relationships/slideLayout" Target="/ppt/slideLayouts/slideLayout15.xml" Id="R37520cb62a2847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F00D290-A207-4E4A-8C8A-D4E9D8D79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7EA8986-965E-4EF9-985A-98E73080FA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13EB67-8B8B-46F6-80F0-E801E3CA160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8814DB-A41A-49BD-97EA-B61E381865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961A0-E235-427E-BB58-D3AB0EF000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1ee6fa6ace4fa3"/>
    <p:sldLayoutId xmlns:r="http://schemas.openxmlformats.org/officeDocument/2006/relationships" id="2147483650" r:id="R4d90a8ecad3b43db"/>
    <p:sldLayoutId xmlns:r="http://schemas.openxmlformats.org/officeDocument/2006/relationships" id="2147483651" r:id="R6f502235bce0453c"/>
    <p:sldLayoutId xmlns:r="http://schemas.openxmlformats.org/officeDocument/2006/relationships" id="2147483652" r:id="Rd93d7e56332c4ff6"/>
    <p:sldLayoutId xmlns:r="http://schemas.openxmlformats.org/officeDocument/2006/relationships" id="2147483653" r:id="Re9aaa96d70094ff7"/>
    <p:sldLayoutId xmlns:r="http://schemas.openxmlformats.org/officeDocument/2006/relationships" id="2147483654" r:id="Rcc0079bd1db34b7f"/>
    <p:sldLayoutId xmlns:r="http://schemas.openxmlformats.org/officeDocument/2006/relationships" id="2147483655" r:id="Ra42ab73c149c4690"/>
    <p:sldLayoutId xmlns:r="http://schemas.openxmlformats.org/officeDocument/2006/relationships" id="2147483656" r:id="Rfe036783ad6b4b2e"/>
    <p:sldLayoutId xmlns:r="http://schemas.openxmlformats.org/officeDocument/2006/relationships" id="2147483657" r:id="R102ac0efe9b34520"/>
    <p:sldLayoutId xmlns:r="http://schemas.openxmlformats.org/officeDocument/2006/relationships" id="2147483658" r:id="R2fef9edad0474a5e"/>
    <p:sldLayoutId xmlns:r="http://schemas.openxmlformats.org/officeDocument/2006/relationships" id="2147483659" r:id="R46b3b99e5ad84b5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AB30A71-D999-4C4F-806A-673623233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FB63C9D-2044-463C-8EE0-C16D656FB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8823B8C-AF00-41C7-881F-CAF36872C3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AE6F4B7-1805-467A-8BC6-1E4A1A89AA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0681393-3072-4CDF-B228-BD4054F93C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4174a1fa9964e7b"/>
    <p:sldLayoutId xmlns:r="http://schemas.openxmlformats.org/officeDocument/2006/relationships" id="2147483662" r:id="R20c96655b76d416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30B1B02-0D94-400C-BD3B-64F350984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64A403D-AADE-4C5A-BD43-ADA96DBCBA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C974D5-1C35-46B8-954C-E2F51F83F1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FEAD7E-9EA7-4CBE-9D2C-5C49F01585F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AA12FB-5A3E-4549-B836-493B04DBE0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ddb1ba82db347e2"/>
    <p:sldLayoutId xmlns:r="http://schemas.openxmlformats.org/officeDocument/2006/relationships" id="2147483665" r:id="R37520cb62a28474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502adf42549aa" /><Relationship Type="http://schemas.openxmlformats.org/officeDocument/2006/relationships/notesSlide" Target="/ppt/notesSlides/notesSlide1.xml" Id="R5c7db1aa14a341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b2173665924495" /><Relationship Type="http://schemas.openxmlformats.org/officeDocument/2006/relationships/notesSlide" Target="/ppt/notesSlides/notesSlide2.xml" Id="Rcb105e898daf47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dbf967054f4459" /><Relationship Type="http://schemas.openxmlformats.org/officeDocument/2006/relationships/notesSlide" Target="/ppt/notesSlides/notesSlide3.xml" Id="Rb63298c2b1bb42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589442f04c4a33" /><Relationship Type="http://schemas.openxmlformats.org/officeDocument/2006/relationships/notesSlide" Target="/ppt/notesSlides/notesSlide4.xml" Id="R5195f9935e7e49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711d5fa37c480f" /><Relationship Type="http://schemas.openxmlformats.org/officeDocument/2006/relationships/image" Target="/ppt/media/image6.png" Id="R446ef48544544929" /><Relationship Type="http://schemas.openxmlformats.org/officeDocument/2006/relationships/image" Target="/ppt/media/image.svg" Id="R1cad30d691114853" /><Relationship Type="http://schemas.openxmlformats.org/officeDocument/2006/relationships/image" Target="/ppt/media/image7.png" Id="R90c2a48d40f341a9" /><Relationship Type="http://schemas.openxmlformats.org/officeDocument/2006/relationships/image" Target="/ppt/media/image2.svg" Id="R7e2b017c851c4913" /><Relationship Type="http://schemas.openxmlformats.org/officeDocument/2006/relationships/image" Target="/ppt/media/image8.png" Id="Rb088bbf14662402c" /><Relationship Type="http://schemas.openxmlformats.org/officeDocument/2006/relationships/image" Target="/ppt/media/image3.svg" Id="Re8b32cf1f9e3471c" /><Relationship Type="http://schemas.openxmlformats.org/officeDocument/2006/relationships/notesSlide" Target="/ppt/notesSlides/notesSlide5.xml" Id="Rc694735462514c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fe9f5ad3dc4b58" /><Relationship Type="http://schemas.openxmlformats.org/officeDocument/2006/relationships/notesSlide" Target="/ppt/notesSlides/notesSlide6.xml" Id="R3e61725016ed41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8815cd10df47f9" /><Relationship Type="http://schemas.openxmlformats.org/officeDocument/2006/relationships/image" Target="/ppt/media/image9.png" Id="R0616c43362c0475d" /><Relationship Type="http://schemas.openxmlformats.org/officeDocument/2006/relationships/image" Target="/ppt/media/image4.svg" Id="R1e77095e85a74391" /><Relationship Type="http://schemas.openxmlformats.org/officeDocument/2006/relationships/image" Target="/ppt/media/image10.png" Id="R1732d800eace480b" /><Relationship Type="http://schemas.openxmlformats.org/officeDocument/2006/relationships/image" Target="/ppt/media/image5.svg" Id="Ra597b63d1a58470b" /><Relationship Type="http://schemas.openxmlformats.org/officeDocument/2006/relationships/image" Target="/ppt/media/image11.png" Id="R02bcbae6aca54ae2" /><Relationship Type="http://schemas.openxmlformats.org/officeDocument/2006/relationships/image" Target="/ppt/media/image6.svg" Id="Rc7c01dcfbc6d43dd" /><Relationship Type="http://schemas.openxmlformats.org/officeDocument/2006/relationships/image" Target="/ppt/media/image12.png" Id="Ref8a0f52ae5f4363" /><Relationship Type="http://schemas.openxmlformats.org/officeDocument/2006/relationships/image" Target="/ppt/media/image7.svg" Id="R27d6765b44ca41c9" /><Relationship Type="http://schemas.openxmlformats.org/officeDocument/2006/relationships/notesSlide" Target="/ppt/notesSlides/notesSlide7.xml" Id="R367d1a180aa84e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c666b8661a498e" /><Relationship Type="http://schemas.openxmlformats.org/officeDocument/2006/relationships/notesSlide" Target="/ppt/notesSlides/notesSlide8.xml" Id="R300a251d365244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f5133bbda4589" /><Relationship Type="http://schemas.openxmlformats.org/officeDocument/2006/relationships/notesSlide" Target="/ppt/notesSlides/notesSlide9.xml" Id="R57d25f0cd97d4e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C9D8C45-CEEA-4A66-9E5D-4893BD3E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EE3FC8A0-69F6-4111-933A-73B8E7B9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0CA35B21-89F3-449F-AD6A-4AAB605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6B56790-37ED-44F7-B344-4A89D1D6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64000FC4-2960-4783-BEBE-710EFCA0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让“六地”红，
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1300451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开场引入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问题与转向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创新矩阵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实践抓手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成效与收束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开场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9DCAE29-98F4-4184-A3F4-AF08A81B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C6E25668-C380-41ED-99CB-1B45A806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9FDFF2D2-D259-4422-BBB9-5CAFE438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问候评委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C8F6555D-E660-4195-883F-71D447FE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向各位评委、组工干部问好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从“三高三低”到深耕辽宁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72CE3BF0-5EF3-48E7-AE5A-E51B467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240CF01-5B2E-4BAB-9B7D-6DD7ACBE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D419CB58-5F68-4325-A27D-4094F3DB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5C8404C4-43C2-4F80-8679-56E348F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三高三低困境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4AC974B3-A66C-4F7B-BD85-59D292C7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81D3E98B-A602-4FF7-9B53-A8C89245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高学分、高竞赛、高科研 理论情感浓度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低、身份认同声量低、知行合一燃值低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十年先走遍全国九省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8947570-61E7-4867-A988-6A8A067E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F5F6CCC2-AB74-473F-8D70-D92E965B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C8495448-1DD7-44C2-8C8D-576C1178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转向深耕辽宁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6456748A-10A3-4279-9364-A0C96EB2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9328F5F9-69C4-4C0E-834E-6FD7FEDA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立足六块红色标识，让辽宁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故事成为离青年最近的现场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“1+3+N”新矩阵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E460EB9-1041-4262-A934-944BA38B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7147CAC4-816D-466E-B441-AEBD6882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3C9C2FE4-FCBA-4734-B306-490AB663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E31BF551-AE74-4F13-B5DC-18D63EC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09781834-A7CE-4183-B772-AD200CAA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01F6E463-1608-4A68-9117-03847486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ef48544544929">
            <a:extLst>
              <a:ext uri="{96DAC541-7B7A-43D3-8B79-37D633B846F1}">
                <asvg:svgBlip xmlns:asvg="http://schemas.microsoft.com/office/drawing/2016/SVG/main" r:embed="R1cad30d6911148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2A361682-7BA6-4CCC-94B5-90C49FE9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一条研学链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B970A48B-0CAD-4176-9CC5-A69309C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7884E06E-C0EA-4589-A7EE-CC2FA85C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295775"/>
            <a:ext cx="244464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对接22处示范点，按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“1+6+N”设计路线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FB34B114-9592-48AF-A44A-2101E75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A86C15CB-7647-4DDF-8AC5-59CC5BE3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474DFC3D-3799-40C5-B40C-E79C574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0440D926-9594-43C4-AC4B-879F1178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AA64EAFA-8760-49B7-9735-EAFDD672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2a48d40f341a9">
            <a:extLst>
              <a:ext uri="{96DAC541-7B7A-43D3-8B79-37D633B846F1}">
                <asvg:svgBlip xmlns:asvg="http://schemas.microsoft.com/office/drawing/2016/SVG/main" r:embed="R7e2b017c851c49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BE9C6023-77A0-4458-9958-1590F388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238500"/>
            <a:ext cx="2444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三类青春课堂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E7772D06-7902-485C-922A-509C2B09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B46DFD64-0759-42C4-8834-1FFC56B0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4295775"/>
            <a:ext cx="2444801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行走课堂、沉浸课堂、互动课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1C67A4A9-A922-4564-977E-CB5283D8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48AED052-13E2-479B-9C6F-5E68930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9E3D7DB3-35AE-4F20-8C2D-21972478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1C58B91A-86BF-46D9-B0E3-FEC17AB3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308B221D-517A-43E6-8A5E-ADA26F03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8bbf14662402c">
            <a:extLst>
              <a:ext uri="{96DAC541-7B7A-43D3-8B79-37D633B846F1}">
                <asvg:svgBlip xmlns:asvg="http://schemas.microsoft.com/office/drawing/2016/SVG/main" r:embed="Re8b32cf1f9e347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FC35A42D-BD41-47DA-B41E-BDA896D2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N个教育场景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1B2EF9C5-9A0D-4672-9219-56F95813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4215D971-04AC-4010-801F-DACBA4D7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校地、校企、校校联建场景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五类实践抓手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5D39383-E830-4B54-B785-780E4002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757BC41A-4599-49BA-B52C-DD6897DC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4EC05DEA-C82A-4A21-A89D-6749532A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A218DF5E-4FCB-499B-BD13-4542BE3F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2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932C8D94-FF81-408B-91E5-2B223121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红色任务单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A8E10883-FB4B-4CBA-B7BD-5C3FB494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撬动“行走的党课”，三摆三写军令状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拍短视频、解微难题、带微课题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26项微课题被揭榜挂帅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ED27B6B-D57C-4045-8B22-7621A61A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12524E21-5407-41D1-97E4-C0D4CACB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63DD84F5-EE9D-4D98-A2CB-23314B4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92339A2D-A867-4F1C-99B1-4BFCF582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38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EC67F88C-252A-4F57-9C7C-04E26E9F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VR教育基地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3ED1FE7F-99B4-4FA8-BFDA-BB06873E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51155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升级“沉浸的党课”，22处旧址全景数据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开发7门红色VR党课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获评省级示范基地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0077736-060F-4450-8C9D-614BD4E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639BC1C7-8482-4226-8720-8F5A20B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71AD7BD7-865A-4B91-82D1-F214345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3F31DBBB-FC30-4032-B181-1D83261B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E62CF030-1EE4-455B-BC3D-2B7CBE5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青春宣讲团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5C17DF33-BF02-4827-974B-E728CE38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51155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点燃“青年的党课”，32人混编梯队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10类互动课件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36场覆盖3800多人</a:t>
            </a:r>
          </a:p>
        </p:txBody>
      </p:sp>
      <p:sp>
        <p:nvSpPr>
          <p:cNvPr id="33" name="PPAGENT_QA|parent=composition-grid-3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F0D12D6-2E3B-4382-805F-5DC147C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PPAGENT_QA|within=composition-grid-3|role=card">
            <a:extLst xmlns:a="http://schemas.openxmlformats.org/drawingml/2006/main">
              <a:ext uri="{FF2B5EF4-FFF2-40B4-BE49-F238E27FC236}">
                <a16:creationId xmlns:a16="http://schemas.microsoft.com/office/drawing/2014/main" id="{DC7DA89C-AE39-4292-8DF9-F8FEDADF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5" name="PPAGENT_QA|within=composition-grid-3|role=accent">
            <a:extLst xmlns:a="http://schemas.openxmlformats.org/drawingml/2006/main">
              <a:ext uri="{FF2B5EF4-FFF2-40B4-BE49-F238E27FC236}">
                <a16:creationId xmlns:a16="http://schemas.microsoft.com/office/drawing/2014/main" id="{9E3D0F9D-B722-4DD5-8833-799736AD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PAGENT_QA|within=composition-grid-3|role=index">
            <a:extLst xmlns:a="http://schemas.openxmlformats.org/drawingml/2006/main">
              <a:ext uri="{FF2B5EF4-FFF2-40B4-BE49-F238E27FC236}">
                <a16:creationId xmlns:a16="http://schemas.microsoft.com/office/drawing/2014/main" id="{E7D0F98A-A089-4158-9EC8-59C2D37E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2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PPAGENT_QA|within=composition-grid-3|role=title">
            <a:extLst xmlns:a="http://schemas.openxmlformats.org/drawingml/2006/main">
              <a:ext uri="{FF2B5EF4-FFF2-40B4-BE49-F238E27FC236}">
                <a16:creationId xmlns:a16="http://schemas.microsoft.com/office/drawing/2014/main" id="{F960EF14-9B97-4AA5-975A-FF22ED6B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红色朋友圈</a:t>
            </a:r>
          </a:p>
        </p:txBody>
      </p:sp>
      <p:sp>
        <p:nvSpPr>
          <p:cNvPr id="38" name="PPAGENT_QA|within=composition-grid-3|role=body">
            <a:extLst xmlns:a="http://schemas.openxmlformats.org/drawingml/2006/main">
              <a:ext uri="{FF2B5EF4-FFF2-40B4-BE49-F238E27FC236}">
                <a16:creationId xmlns:a16="http://schemas.microsoft.com/office/drawing/2014/main" id="{A6A23829-2FC7-40A2-AAE1-F6FDAE1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放大“共享的党课”，41家单位联建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VR党课共享、主题党日联办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互派党员2000余人次</a:t>
            </a:r>
          </a:p>
        </p:txBody>
      </p:sp>
      <p:sp>
        <p:nvSpPr>
          <p:cNvPr id="39" name="PPAGENT_QA|parent=composition-grid-4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491AEF2-A8D5-4AAE-B8DB-F2990FE2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396316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PPAGENT_QA|within=composition-grid-4|role=card">
            <a:extLst xmlns:a="http://schemas.openxmlformats.org/drawingml/2006/main">
              <a:ext uri="{FF2B5EF4-FFF2-40B4-BE49-F238E27FC236}">
                <a16:creationId xmlns:a16="http://schemas.microsoft.com/office/drawing/2014/main" id="{485178FA-8597-4BD0-B0F0-B17BEF1E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396316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41" name="PPAGENT_QA|within=composition-grid-4|role=accent">
            <a:extLst xmlns:a="http://schemas.openxmlformats.org/drawingml/2006/main">
              <a:ext uri="{FF2B5EF4-FFF2-40B4-BE49-F238E27FC236}">
                <a16:creationId xmlns:a16="http://schemas.microsoft.com/office/drawing/2014/main" id="{203D7A10-191C-4C9C-A366-F314DEE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PAGENT_QA|within=composition-grid-4|role=index">
            <a:extLst xmlns:a="http://schemas.openxmlformats.org/drawingml/2006/main">
              <a:ext uri="{FF2B5EF4-FFF2-40B4-BE49-F238E27FC236}">
                <a16:creationId xmlns:a16="http://schemas.microsoft.com/office/drawing/2014/main" id="{D5BCA8BA-EE59-41F8-A8DB-28D60695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38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3" name="PPAGENT_QA|within=composition-grid-4|role=title">
            <a:extLst xmlns:a="http://schemas.openxmlformats.org/drawingml/2006/main">
              <a:ext uri="{FF2B5EF4-FFF2-40B4-BE49-F238E27FC236}">
                <a16:creationId xmlns:a16="http://schemas.microsoft.com/office/drawing/2014/main" id="{CA04E901-4ADA-4367-8059-8307985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424891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红色育人机制</a:t>
            </a:r>
          </a:p>
        </p:txBody>
      </p:sp>
      <p:sp>
        <p:nvSpPr>
          <p:cNvPr id="44" name="PPAGENT_QA|within=composition-grid-4|role=body">
            <a:extLst xmlns:a="http://schemas.openxmlformats.org/drawingml/2006/main">
              <a:ext uri="{FF2B5EF4-FFF2-40B4-BE49-F238E27FC236}">
                <a16:creationId xmlns:a16="http://schemas.microsoft.com/office/drawing/2014/main" id="{84AB1472-0D8C-43F8-A8F8-ABDCE47A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470611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固化“长效的党课”，嵌入成长全周期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四阶培养链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聘请36位红色导师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五年成效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B87EB41-E60C-4761-A639-624652C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9847D784-AE77-4A2F-B871-5A6397FF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299ECA25-E781-4A06-8CFE-B6D1F1F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C57A32B3-DC4B-47D8-AC45-2D4DF08A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F8D292E7-1E4A-460C-BA1E-EA8832EC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8059CEE7-D9D0-401A-9B4A-AD3ABCAB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6c43362c0475d">
            <a:extLst>
              <a:ext uri="{96DAC541-7B7A-43D3-8B79-37D633B846F1}">
                <asvg:svgBlip xmlns:asvg="http://schemas.microsoft.com/office/drawing/2016/SVG/main" r:embed="R1e77095e85a743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2A169CE4-1BA8-44ED-8531-71A94C4B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D1475C60-95E5-4C37-82E1-F0BABC3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A3156FA7-2523-4629-B158-DDAD1275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留辽意愿举手率从58%飙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到87%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21DDBEE7-7338-4228-A3E3-1BBE03F1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7DA20B95-2A97-42E9-8982-62AF219E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B6085B42-0F8E-44B1-BC3B-5A062C08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F3DC3365-868E-45A6-BBF8-235BC2C2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C47CB4CD-1B3B-43EC-9D0A-128B0D2C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2d800eace480b">
            <a:extLst>
              <a:ext uri="{96DAC541-7B7A-43D3-8B79-37D633B846F1}">
                <asvg:svgBlip xmlns:asvg="http://schemas.microsoft.com/office/drawing/2016/SVG/main" r:embed="Ra597b63d1a58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2F4FB1E9-9C5E-426C-B368-EFC61C05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888893D7-DA64-4F33-9E2D-94AD20F6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9F01BDD1-A6F1-467D-A5EC-04621A0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26份微课题，8家企业当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场收货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ED6EE49D-CE3A-400C-8C24-27F25E6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AE59B16F-D13D-46AD-B862-A455240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4E0732FB-44AA-40B2-BA83-A8B1B8FE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CA5716FE-8349-4EC2-8192-832C1CA1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12665ACA-0B6A-4690-9C26-04214B1C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cbae6aca54ae2">
            <a:extLst>
              <a:ext uri="{96DAC541-7B7A-43D3-8B79-37D633B846F1}">
                <asvg:svgBlip xmlns:asvg="http://schemas.microsoft.com/office/drawing/2016/SVG/main" r:embed="Rc7c01dcfbc6d43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FF4BB2A4-6744-44B5-B088-F7B42ADD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B53BF5FE-B3CB-4723-A8BE-D044B187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3B808363-65E7-46C6-8F30-507AE693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宣讲团让理论飞入百姓心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坎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BF31D96A-ECCF-4EDD-948A-EC39AC4F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10821DCA-CC0A-421D-9F88-255E5C71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C2860F99-D29C-42B8-B376-D666EB5F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A38602C9-15C3-4E72-8926-67E9C21A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6EA26315-38C6-4E71-83ED-D0FF336C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a0f52ae5f4363">
            <a:extLst>
              <a:ext uri="{96DAC541-7B7A-43D3-8B79-37D633B846F1}">
                <asvg:svgBlip xmlns:asvg="http://schemas.microsoft.com/office/drawing/2016/SVG/main" r:embed="R27d6765b44ca41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E5E1A68B-9422-4FA7-9E2C-9D325373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C01E2AB2-0309-44AC-899C-69B1C023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9BA11B83-11C0-4B62-8602-02CE3577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选调生、重大装备研发比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例提升40%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收束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2F2493A-54FD-4041-8563-E200767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9449852E-A6C4-42A5-BBF5-D668447D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1247943-8354-4282-8931-A702B72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1A5B9C39-0519-40B6-AD88-2FDFC59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D5047241-D78A-44DC-AA99-186D7665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总书记嘱托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FA9AF15C-9E00-49D5-AA3D-462180F8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CF7FB26C-93E9-4B4E-8B52-1EEE67A7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红色江山来之不易，守好江山责任重大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61AFA83-B4FF-4950-8253-0E9D03C3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E9508272-3B5A-49D4-B2A6-2EBE19F6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C0C93C55-AC42-4C9A-8243-AE757FF3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十年探路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5D91D3EE-8CB0-42C0-8CC5-0347B75C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9A24C174-324E-4321-990A-E6211C68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一条研学链、一张任务单、一座VR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基地、一支宣讲团、一个育人机制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65A18D2E-ED73-476B-820E-BFD04B01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用“六地”红色文化锻造理工青年党员，
让红色基因成为青春最鲜亮的底色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2026-08-26T12:38:42.7540000Z</dcterms:created>
  <dcterms:modified xsi:type="dcterms:W3CDTF">2026-08-26T12:38:42.7540000Z</dcterms:modified>
</coreProperties>
</file>