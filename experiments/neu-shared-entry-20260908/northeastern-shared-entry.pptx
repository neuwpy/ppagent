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82d1454e464363" /><Relationship Type="http://schemas.openxmlformats.org/officeDocument/2006/relationships/extended-properties" Target="/docProps/app.xml" Id="R4ed66d1180a0471e" /><Relationship Type="http://schemas.openxmlformats.org/officeDocument/2006/relationships/officeDocument" Target="/ppt/presentation.xml" Id="R5dd2cfe4a5a747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984962b80e4368"/>
    <p:sldMasterId xmlns:r="http://schemas.openxmlformats.org/officeDocument/2006/relationships" id="2147483660" r:id="R915cee7f96474a2a"/>
    <p:sldMasterId xmlns:r="http://schemas.openxmlformats.org/officeDocument/2006/relationships" id="2147483663" r:id="Rff48e42d31f44682"/>
  </p:sldMasterIdLst>
  <p:notesMasterIdLst>
    <p:notesMasterId xmlns:r="http://schemas.openxmlformats.org/officeDocument/2006/relationships" r:id="R3b786cc956ea4b3a"/>
  </p:notesMasterIdLst>
  <p:sldIdLst>
    <p:sldId xmlns:r="http://schemas.openxmlformats.org/officeDocument/2006/relationships" id="256" r:id="R27731fdba0b64610"/>
    <p:sldId xmlns:r="http://schemas.openxmlformats.org/officeDocument/2006/relationships" id="257" r:id="R5b8ef38df4e544fa"/>
    <p:sldId xmlns:r="http://schemas.openxmlformats.org/officeDocument/2006/relationships" id="258" r:id="Rbdca4496831b43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b76929b4da42fc" /><Relationship Type="http://schemas.openxmlformats.org/officeDocument/2006/relationships/slideMaster" Target="/ppt/slideMasters/slideMaster1.xml" Id="R45984962b80e4368" /><Relationship Type="http://schemas.openxmlformats.org/officeDocument/2006/relationships/slideMaster" Target="/ppt/slideMasters/slideMaster2.xml" Id="R915cee7f96474a2a" /><Relationship Type="http://schemas.openxmlformats.org/officeDocument/2006/relationships/slideMaster" Target="/ppt/slideMasters/slideMaster3.xml" Id="Rff48e42d31f44682" /><Relationship Type="http://schemas.openxmlformats.org/officeDocument/2006/relationships/notesMaster" Target="/ppt/notesMasters/notesMaster1.xml" Id="R3b786cc956ea4b3a" /><Relationship Type="http://schemas.openxmlformats.org/officeDocument/2006/relationships/presProps" Target="/ppt/presProps.xml" Id="R95aeb1d827f64d27" /><Relationship Type="http://schemas.openxmlformats.org/officeDocument/2006/relationships/viewProps" Target="/ppt/viewProps.xml" Id="R9424920432cc4512" /><Relationship Type="http://schemas.openxmlformats.org/officeDocument/2006/relationships/tableStyles" Target="/ppt/tableStyles.xml" Id="Radc461cc2f944253" /><Relationship Type="http://schemas.openxmlformats.org/officeDocument/2006/relationships/slide" Target="/ppt/slides/slide1.xml" Id="R27731fdba0b64610" /><Relationship Type="http://schemas.openxmlformats.org/officeDocument/2006/relationships/slide" Target="/ppt/slides/slide2.xml" Id="R5b8ef38df4e544fa" /><Relationship Type="http://schemas.openxmlformats.org/officeDocument/2006/relationships/slide" Target="/ppt/slides/slide3.xml" Id="Rbdca4496831b43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4137da241b5b4e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78bdefd172402c" /><Relationship Type="http://schemas.openxmlformats.org/officeDocument/2006/relationships/notesMaster" Target="/ppt/notesMasters/notesMaster1.xml" Id="R5645d50cdee049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c2364625ce4b6e" /><Relationship Type="http://schemas.openxmlformats.org/officeDocument/2006/relationships/notesMaster" Target="/ppt/notesMasters/notesMaster1.xml" Id="R16fef1ce2e1649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3f1f6ca14f4a7f" /><Relationship Type="http://schemas.openxmlformats.org/officeDocument/2006/relationships/notesMaster" Target="/ppt/notesMasters/notesMaster1.xml" Id="R940c19d597f74e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内容：用户提供模拟业务稿件：共享仪器平台预约试点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PPagenT：claim-traceability-fields → parallel-folded-notes-grid-002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内容：用户提供模拟业务稿件：共享仪器平台预约试点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PPagenT：claim-admission-gates → convergence-simple-funnel-001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内容：用户提供模拟业务稿件：共享仪器平台预约试点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PPagenT：claim-capability-roadmap → progression-maturity-steps-002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75206fc504c32" /><Relationship Type="http://schemas.openxmlformats.org/officeDocument/2006/relationships/image" Target="/ppt/media/image.jpeg" Id="Re91dbae7eaaf4f5a" /><Relationship Type="http://schemas.openxmlformats.org/officeDocument/2006/relationships/image" Target="/ppt/media/image.png" Id="Rfe662f622c5b40b2" /><Relationship Type="http://schemas.openxmlformats.org/officeDocument/2006/relationships/image" Target="/ppt/media/image2.png" Id="Rf21785e47b464e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2a6938861c48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07a5fb08c241a0" /><Relationship Type="http://schemas.openxmlformats.org/officeDocument/2006/relationships/image" Target="/ppt/media/image3.png" Id="R80b29800f4364b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3beab6433b40dd" /><Relationship Type="http://schemas.openxmlformats.org/officeDocument/2006/relationships/image" Target="/ppt/media/image4.png" Id="R4264c93f47a046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dde037658146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e0666c055485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af61f4d70472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bc6c96c3714f1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4f426d59047e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598f7666cb44d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d369d99be44ec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08a9b8af1540b3" /><Relationship Type="http://schemas.openxmlformats.org/officeDocument/2006/relationships/image" Target="/ppt/media/image5.png" Id="R51ceb27a7570441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e630c6e4fe49c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c430b4dd75840b3" /><Relationship Type="http://schemas.openxmlformats.org/officeDocument/2006/relationships/image" Target="/ppt/media/image5.png" Id="Rd42bf61be5c94a9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3df5477a3e7401c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dbae7eaaf4f5a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62f622c5b40b2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785e47b464e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29800f4364bf1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4c93f47a04667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eb27a7570441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bf61be5c94a9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1b5592d1a845fa" /><Relationship Type="http://schemas.openxmlformats.org/officeDocument/2006/relationships/slideLayout" Target="/ppt/slideLayouts/slideLayout1.xml" Id="R9579acf28d71468c" /><Relationship Type="http://schemas.openxmlformats.org/officeDocument/2006/relationships/slideLayout" Target="/ppt/slideLayouts/slideLayout2.xml" Id="Rb083109a202946ba" /><Relationship Type="http://schemas.openxmlformats.org/officeDocument/2006/relationships/slideLayout" Target="/ppt/slideLayouts/slideLayout3.xml" Id="R18be754743f04284" /><Relationship Type="http://schemas.openxmlformats.org/officeDocument/2006/relationships/slideLayout" Target="/ppt/slideLayouts/slideLayout4.xml" Id="R48af2e726fff4a8b" /><Relationship Type="http://schemas.openxmlformats.org/officeDocument/2006/relationships/slideLayout" Target="/ppt/slideLayouts/slideLayout5.xml" Id="R16196633736f43bd" /><Relationship Type="http://schemas.openxmlformats.org/officeDocument/2006/relationships/slideLayout" Target="/ppt/slideLayouts/slideLayout6.xml" Id="Re3aeb53bfd8740a6" /><Relationship Type="http://schemas.openxmlformats.org/officeDocument/2006/relationships/slideLayout" Target="/ppt/slideLayouts/slideLayout7.xml" Id="R575bd95bb3e64012" /><Relationship Type="http://schemas.openxmlformats.org/officeDocument/2006/relationships/slideLayout" Target="/ppt/slideLayouts/slideLayout8.xml" Id="Re5512753de1b4737" /><Relationship Type="http://schemas.openxmlformats.org/officeDocument/2006/relationships/slideLayout" Target="/ppt/slideLayouts/slideLayout9.xml" Id="R07b1fa1f1ce746bf" /><Relationship Type="http://schemas.openxmlformats.org/officeDocument/2006/relationships/slideLayout" Target="/ppt/slideLayouts/slideLayout10.xml" Id="R9cfa710763614310" /><Relationship Type="http://schemas.openxmlformats.org/officeDocument/2006/relationships/slideLayout" Target="/ppt/slideLayouts/slideLayout11.xml" Id="R0969f501b7f14aa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4d0cfa0a8964625" /><Relationship Type="http://schemas.openxmlformats.org/officeDocument/2006/relationships/slideLayout" Target="/ppt/slideLayouts/slideLayout12.xml" Id="R7f15840eb15e4d24" /><Relationship Type="http://schemas.openxmlformats.org/officeDocument/2006/relationships/slideLayout" Target="/ppt/slideLayouts/slideLayout13.xml" Id="Rac5e25e2cebc46c7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6cfa220b077c46db" /><Relationship Type="http://schemas.openxmlformats.org/officeDocument/2006/relationships/slideLayout" Target="/ppt/slideLayouts/slideLayout14.xml" Id="R301cfaf3950241f2" /><Relationship Type="http://schemas.openxmlformats.org/officeDocument/2006/relationships/slideLayout" Target="/ppt/slideLayouts/slideLayout15.xml" Id="R9317b48cbaa144b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79acf28d71468c"/>
    <p:sldLayoutId xmlns:r="http://schemas.openxmlformats.org/officeDocument/2006/relationships" id="2147483650" r:id="Rb083109a202946ba"/>
    <p:sldLayoutId xmlns:r="http://schemas.openxmlformats.org/officeDocument/2006/relationships" id="2147483651" r:id="R18be754743f04284"/>
    <p:sldLayoutId xmlns:r="http://schemas.openxmlformats.org/officeDocument/2006/relationships" id="2147483652" r:id="R48af2e726fff4a8b"/>
    <p:sldLayoutId xmlns:r="http://schemas.openxmlformats.org/officeDocument/2006/relationships" id="2147483653" r:id="R16196633736f43bd"/>
    <p:sldLayoutId xmlns:r="http://schemas.openxmlformats.org/officeDocument/2006/relationships" id="2147483654" r:id="Re3aeb53bfd8740a6"/>
    <p:sldLayoutId xmlns:r="http://schemas.openxmlformats.org/officeDocument/2006/relationships" id="2147483655" r:id="R575bd95bb3e64012"/>
    <p:sldLayoutId xmlns:r="http://schemas.openxmlformats.org/officeDocument/2006/relationships" id="2147483656" r:id="Re5512753de1b4737"/>
    <p:sldLayoutId xmlns:r="http://schemas.openxmlformats.org/officeDocument/2006/relationships" id="2147483657" r:id="R07b1fa1f1ce746bf"/>
    <p:sldLayoutId xmlns:r="http://schemas.openxmlformats.org/officeDocument/2006/relationships" id="2147483658" r:id="R9cfa710763614310"/>
    <p:sldLayoutId xmlns:r="http://schemas.openxmlformats.org/officeDocument/2006/relationships" id="2147483659" r:id="R0969f501b7f14aa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f15840eb15e4d24"/>
    <p:sldLayoutId xmlns:r="http://schemas.openxmlformats.org/officeDocument/2006/relationships" id="2147483662" r:id="Rac5e25e2cebc46c7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301cfaf3950241f2"/>
    <p:sldLayoutId xmlns:r="http://schemas.openxmlformats.org/officeDocument/2006/relationships" id="2147483665" r:id="R9317b48cbaa144b2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2e01e874cba493e" /><Relationship Type="http://schemas.openxmlformats.org/officeDocument/2006/relationships/image" Target="/ppt/media/image6.png" Id="R5248e58d22dc4fd3" /><Relationship Type="http://schemas.openxmlformats.org/officeDocument/2006/relationships/image" Target="/ppt/media/image.svg" Id="R7b07a9ee6a124e06" /><Relationship Type="http://schemas.openxmlformats.org/officeDocument/2006/relationships/image" Target="/ppt/media/image7.png" Id="R5431294d87b64e7a" /><Relationship Type="http://schemas.openxmlformats.org/officeDocument/2006/relationships/image" Target="/ppt/media/image2.svg" Id="R225fcbd6e79b41f1" /><Relationship Type="http://schemas.openxmlformats.org/officeDocument/2006/relationships/image" Target="/ppt/media/image8.png" Id="R1a6075734d5f48a6" /><Relationship Type="http://schemas.openxmlformats.org/officeDocument/2006/relationships/image" Target="/ppt/media/image3.svg" Id="R8cf67de6106a47f6" /><Relationship Type="http://schemas.openxmlformats.org/officeDocument/2006/relationships/image" Target="/ppt/media/image9.png" Id="Rb6aa77a68e004cd3" /><Relationship Type="http://schemas.openxmlformats.org/officeDocument/2006/relationships/image" Target="/ppt/media/image4.svg" Id="Ra1d4eb0e75104222" /><Relationship Type="http://schemas.openxmlformats.org/officeDocument/2006/relationships/notesSlide" Target="/ppt/notesSlides/notesSlide1.xml" Id="Rbd73cfce68b241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0dbb3a0a1d4211" /><Relationship Type="http://schemas.openxmlformats.org/officeDocument/2006/relationships/image" Target="/ppt/media/image10.png" Id="R4e14e2611c79495f" /><Relationship Type="http://schemas.openxmlformats.org/officeDocument/2006/relationships/image" Target="/ppt/media/image5.svg" Id="R227cce83573b4c5d" /><Relationship Type="http://schemas.openxmlformats.org/officeDocument/2006/relationships/image" Target="/ppt/media/image11.png" Id="R2ae90a4850914968" /><Relationship Type="http://schemas.openxmlformats.org/officeDocument/2006/relationships/image" Target="/ppt/media/image6.svg" Id="Rb52c6120c6bf426a" /><Relationship Type="http://schemas.openxmlformats.org/officeDocument/2006/relationships/image" Target="/ppt/media/image12.png" Id="R3df8c5b1af6d4c2f" /><Relationship Type="http://schemas.openxmlformats.org/officeDocument/2006/relationships/image" Target="/ppt/media/image7.svg" Id="Rb099a5bf24a0475d" /><Relationship Type="http://schemas.openxmlformats.org/officeDocument/2006/relationships/notesSlide" Target="/ppt/notesSlides/notesSlide2.xml" Id="Rb680b241122748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b106221dbbb4d3e" /><Relationship Type="http://schemas.openxmlformats.org/officeDocument/2006/relationships/notesSlide" Target="/ppt/notesSlides/notesSlide3.xml" Id="R2fbfdcfdef08453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登记口径先覆盖四类信息，后续追溯才有据可查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追溯闭环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F419CE2F-83A6-4290-A3A8-05152334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7779" y="3473625"/>
            <a:ext cx="2163118" cy="362426"/>
          </a:xfrm>
          <a:custGeom xmlns:a="http://schemas.openxmlformats.org/drawingml/2006/main">
            <a:pathLst>
              <a:path w="2163118" h="362426">
                <a:moveTo>
                  <a:pt x="2162451" y="0"/>
                </a:moveTo>
                <a:lnTo>
                  <a:pt x="2163118" y="13345"/>
                </a:lnTo>
                <a:lnTo>
                  <a:pt x="2162813" y="26699"/>
                </a:lnTo>
                <a:lnTo>
                  <a:pt x="2161765" y="40034"/>
                </a:lnTo>
                <a:lnTo>
                  <a:pt x="2160022" y="53350"/>
                </a:lnTo>
                <a:lnTo>
                  <a:pt x="2157613" y="66618"/>
                </a:lnTo>
                <a:lnTo>
                  <a:pt x="2154536" y="79829"/>
                </a:lnTo>
                <a:lnTo>
                  <a:pt x="2150783" y="92974"/>
                </a:lnTo>
                <a:lnTo>
                  <a:pt x="2146364" y="106032"/>
                </a:lnTo>
                <a:lnTo>
                  <a:pt x="2141258" y="118996"/>
                </a:lnTo>
                <a:lnTo>
                  <a:pt x="2135448" y="131836"/>
                </a:lnTo>
                <a:lnTo>
                  <a:pt x="2128914" y="144542"/>
                </a:lnTo>
                <a:lnTo>
                  <a:pt x="2121656" y="157086"/>
                </a:lnTo>
                <a:lnTo>
                  <a:pt x="2113655" y="169450"/>
                </a:lnTo>
                <a:lnTo>
                  <a:pt x="2104892" y="181613"/>
                </a:lnTo>
                <a:lnTo>
                  <a:pt x="2095357" y="193538"/>
                </a:lnTo>
                <a:lnTo>
                  <a:pt x="2085032" y="205197"/>
                </a:lnTo>
                <a:lnTo>
                  <a:pt x="2073935" y="216570"/>
                </a:lnTo>
                <a:lnTo>
                  <a:pt x="2062048" y="227628"/>
                </a:lnTo>
                <a:lnTo>
                  <a:pt x="2049380" y="238335"/>
                </a:lnTo>
                <a:lnTo>
                  <a:pt x="2035959" y="248660"/>
                </a:lnTo>
                <a:lnTo>
                  <a:pt x="2021777" y="258585"/>
                </a:lnTo>
                <a:lnTo>
                  <a:pt x="2006879" y="268081"/>
                </a:lnTo>
                <a:lnTo>
                  <a:pt x="1991287" y="277120"/>
                </a:lnTo>
                <a:lnTo>
                  <a:pt x="1975037" y="285693"/>
                </a:lnTo>
                <a:lnTo>
                  <a:pt x="1958169" y="293770"/>
                </a:lnTo>
                <a:lnTo>
                  <a:pt x="1940738" y="301361"/>
                </a:lnTo>
                <a:lnTo>
                  <a:pt x="1922774" y="308439"/>
                </a:lnTo>
                <a:lnTo>
                  <a:pt x="1904324" y="315011"/>
                </a:lnTo>
                <a:lnTo>
                  <a:pt x="1885455" y="321078"/>
                </a:lnTo>
                <a:lnTo>
                  <a:pt x="1866195" y="326650"/>
                </a:lnTo>
                <a:lnTo>
                  <a:pt x="1846602" y="331727"/>
                </a:lnTo>
                <a:lnTo>
                  <a:pt x="1826714" y="336328"/>
                </a:lnTo>
                <a:lnTo>
                  <a:pt x="1806569" y="340462"/>
                </a:lnTo>
                <a:lnTo>
                  <a:pt x="1786204" y="344148"/>
                </a:lnTo>
                <a:lnTo>
                  <a:pt x="1765649" y="347396"/>
                </a:lnTo>
                <a:lnTo>
                  <a:pt x="1744942" y="350225"/>
                </a:lnTo>
                <a:lnTo>
                  <a:pt x="1724111" y="352663"/>
                </a:lnTo>
                <a:lnTo>
                  <a:pt x="1703175" y="354711"/>
                </a:lnTo>
                <a:lnTo>
                  <a:pt x="1682153" y="356397"/>
                </a:lnTo>
                <a:lnTo>
                  <a:pt x="1661074" y="357730"/>
                </a:lnTo>
                <a:lnTo>
                  <a:pt x="1639948" y="358731"/>
                </a:lnTo>
                <a:lnTo>
                  <a:pt x="1618774" y="359207"/>
                </a:lnTo>
                <a:lnTo>
                  <a:pt x="1597590" y="359512"/>
                </a:lnTo>
                <a:lnTo>
                  <a:pt x="1576407" y="359759"/>
                </a:lnTo>
                <a:lnTo>
                  <a:pt x="1555223" y="359978"/>
                </a:lnTo>
                <a:lnTo>
                  <a:pt x="1534030" y="360159"/>
                </a:lnTo>
                <a:lnTo>
                  <a:pt x="1512846" y="360331"/>
                </a:lnTo>
                <a:lnTo>
                  <a:pt x="1491663" y="360483"/>
                </a:lnTo>
                <a:lnTo>
                  <a:pt x="1470470" y="360617"/>
                </a:lnTo>
                <a:lnTo>
                  <a:pt x="1449286" y="360750"/>
                </a:lnTo>
                <a:lnTo>
                  <a:pt x="1428093" y="360874"/>
                </a:lnTo>
                <a:lnTo>
                  <a:pt x="1406909" y="360988"/>
                </a:lnTo>
                <a:lnTo>
                  <a:pt x="1385716" y="361093"/>
                </a:lnTo>
                <a:lnTo>
                  <a:pt x="1364532" y="361198"/>
                </a:lnTo>
                <a:lnTo>
                  <a:pt x="1343349" y="361283"/>
                </a:lnTo>
                <a:lnTo>
                  <a:pt x="1322156" y="361379"/>
                </a:lnTo>
                <a:lnTo>
                  <a:pt x="1300972" y="361464"/>
                </a:lnTo>
                <a:lnTo>
                  <a:pt x="1279779" y="361540"/>
                </a:lnTo>
                <a:lnTo>
                  <a:pt x="1258595" y="361617"/>
                </a:lnTo>
                <a:lnTo>
                  <a:pt x="1237402" y="361693"/>
                </a:lnTo>
                <a:lnTo>
                  <a:pt x="1216219" y="361750"/>
                </a:lnTo>
                <a:lnTo>
                  <a:pt x="1195026" y="361817"/>
                </a:lnTo>
                <a:lnTo>
                  <a:pt x="1173842" y="361883"/>
                </a:lnTo>
                <a:lnTo>
                  <a:pt x="1152649" y="361940"/>
                </a:lnTo>
                <a:lnTo>
                  <a:pt x="1131465" y="361988"/>
                </a:lnTo>
                <a:lnTo>
                  <a:pt x="1110272" y="362045"/>
                </a:lnTo>
                <a:lnTo>
                  <a:pt x="1089089" y="362083"/>
                </a:lnTo>
                <a:lnTo>
                  <a:pt x="1067895" y="362131"/>
                </a:lnTo>
                <a:lnTo>
                  <a:pt x="1046712" y="362179"/>
                </a:lnTo>
                <a:lnTo>
                  <a:pt x="1025519" y="362207"/>
                </a:lnTo>
                <a:lnTo>
                  <a:pt x="1004335" y="362245"/>
                </a:lnTo>
                <a:lnTo>
                  <a:pt x="983142" y="362274"/>
                </a:lnTo>
                <a:lnTo>
                  <a:pt x="961958" y="362302"/>
                </a:lnTo>
                <a:lnTo>
                  <a:pt x="940765" y="362331"/>
                </a:lnTo>
                <a:lnTo>
                  <a:pt x="919582" y="362350"/>
                </a:lnTo>
                <a:lnTo>
                  <a:pt x="898388" y="362379"/>
                </a:lnTo>
                <a:lnTo>
                  <a:pt x="877205" y="362388"/>
                </a:lnTo>
                <a:lnTo>
                  <a:pt x="856012" y="362407"/>
                </a:lnTo>
                <a:lnTo>
                  <a:pt x="834828" y="362417"/>
                </a:lnTo>
                <a:lnTo>
                  <a:pt x="813635" y="362426"/>
                </a:lnTo>
                <a:lnTo>
                  <a:pt x="792451" y="362426"/>
                </a:lnTo>
                <a:lnTo>
                  <a:pt x="771258" y="362426"/>
                </a:lnTo>
                <a:lnTo>
                  <a:pt x="750065" y="362426"/>
                </a:lnTo>
                <a:lnTo>
                  <a:pt x="728882" y="362426"/>
                </a:lnTo>
                <a:lnTo>
                  <a:pt x="707688" y="362417"/>
                </a:lnTo>
                <a:lnTo>
                  <a:pt x="686505" y="362407"/>
                </a:lnTo>
                <a:lnTo>
                  <a:pt x="665312" y="362388"/>
                </a:lnTo>
                <a:lnTo>
                  <a:pt x="644128" y="362369"/>
                </a:lnTo>
                <a:lnTo>
                  <a:pt x="622935" y="362350"/>
                </a:lnTo>
                <a:lnTo>
                  <a:pt x="601751" y="362321"/>
                </a:lnTo>
                <a:lnTo>
                  <a:pt x="580558" y="362293"/>
                </a:lnTo>
                <a:lnTo>
                  <a:pt x="559375" y="362255"/>
                </a:lnTo>
                <a:lnTo>
                  <a:pt x="538182" y="362217"/>
                </a:lnTo>
                <a:lnTo>
                  <a:pt x="516998" y="362179"/>
                </a:lnTo>
                <a:lnTo>
                  <a:pt x="495805" y="362131"/>
                </a:lnTo>
                <a:lnTo>
                  <a:pt x="474621" y="362083"/>
                </a:lnTo>
                <a:lnTo>
                  <a:pt x="453428" y="362017"/>
                </a:lnTo>
                <a:lnTo>
                  <a:pt x="432245" y="361960"/>
                </a:lnTo>
                <a:lnTo>
                  <a:pt x="411051" y="361893"/>
                </a:lnTo>
                <a:lnTo>
                  <a:pt x="389868" y="361817"/>
                </a:lnTo>
                <a:lnTo>
                  <a:pt x="368675" y="361731"/>
                </a:lnTo>
                <a:lnTo>
                  <a:pt x="347491" y="361645"/>
                </a:lnTo>
                <a:lnTo>
                  <a:pt x="326307" y="361550"/>
                </a:lnTo>
                <a:lnTo>
                  <a:pt x="305114" y="361445"/>
                </a:lnTo>
                <a:lnTo>
                  <a:pt x="283931" y="361331"/>
                </a:lnTo>
                <a:lnTo>
                  <a:pt x="262738" y="361207"/>
                </a:lnTo>
                <a:lnTo>
                  <a:pt x="241554" y="361074"/>
                </a:lnTo>
                <a:lnTo>
                  <a:pt x="220361" y="360921"/>
                </a:lnTo>
                <a:lnTo>
                  <a:pt x="199177" y="360759"/>
                </a:lnTo>
                <a:lnTo>
                  <a:pt x="177994" y="360578"/>
                </a:lnTo>
                <a:lnTo>
                  <a:pt x="156810" y="360378"/>
                </a:lnTo>
                <a:lnTo>
                  <a:pt x="135617" y="360159"/>
                </a:lnTo>
                <a:lnTo>
                  <a:pt x="114433" y="359912"/>
                </a:lnTo>
                <a:lnTo>
                  <a:pt x="93250" y="359616"/>
                </a:lnTo>
                <a:lnTo>
                  <a:pt x="72066" y="359273"/>
                </a:lnTo>
                <a:lnTo>
                  <a:pt x="50892" y="358864"/>
                </a:lnTo>
                <a:lnTo>
                  <a:pt x="29718" y="358311"/>
                </a:lnTo>
                <a:lnTo>
                  <a:pt x="8582" y="357445"/>
                </a:lnTo>
                <a:lnTo>
                  <a:pt x="3924" y="346596"/>
                </a:lnTo>
                <a:lnTo>
                  <a:pt x="3648" y="333242"/>
                </a:lnTo>
                <a:lnTo>
                  <a:pt x="3372" y="319888"/>
                </a:lnTo>
                <a:lnTo>
                  <a:pt x="3086" y="306534"/>
                </a:lnTo>
                <a:lnTo>
                  <a:pt x="2810" y="293180"/>
                </a:lnTo>
                <a:lnTo>
                  <a:pt x="2524" y="279816"/>
                </a:lnTo>
                <a:lnTo>
                  <a:pt x="2248" y="266462"/>
                </a:lnTo>
                <a:lnTo>
                  <a:pt x="1962" y="253108"/>
                </a:lnTo>
                <a:lnTo>
                  <a:pt x="1686" y="239754"/>
                </a:lnTo>
                <a:lnTo>
                  <a:pt x="1400" y="226400"/>
                </a:lnTo>
                <a:lnTo>
                  <a:pt x="1124" y="213046"/>
                </a:lnTo>
                <a:lnTo>
                  <a:pt x="838" y="199692"/>
                </a:lnTo>
                <a:lnTo>
                  <a:pt x="562" y="186338"/>
                </a:lnTo>
                <a:lnTo>
                  <a:pt x="276" y="172984"/>
                </a:lnTo>
                <a:lnTo>
                  <a:pt x="0" y="159629"/>
                </a:lnTo>
                <a:lnTo>
                  <a:pt x="7772" y="150895"/>
                </a:lnTo>
                <a:lnTo>
                  <a:pt x="28908" y="149924"/>
                </a:lnTo>
                <a:lnTo>
                  <a:pt x="50054" y="149114"/>
                </a:lnTo>
                <a:lnTo>
                  <a:pt x="71218" y="148428"/>
                </a:lnTo>
                <a:lnTo>
                  <a:pt x="92383" y="147876"/>
                </a:lnTo>
                <a:lnTo>
                  <a:pt x="113567" y="147428"/>
                </a:lnTo>
                <a:lnTo>
                  <a:pt x="134741" y="147085"/>
                </a:lnTo>
                <a:lnTo>
                  <a:pt x="155924" y="146828"/>
                </a:lnTo>
                <a:lnTo>
                  <a:pt x="177117" y="146656"/>
                </a:lnTo>
                <a:lnTo>
                  <a:pt x="198301" y="146561"/>
                </a:lnTo>
                <a:lnTo>
                  <a:pt x="219494" y="146533"/>
                </a:lnTo>
                <a:lnTo>
                  <a:pt x="240678" y="146571"/>
                </a:lnTo>
                <a:lnTo>
                  <a:pt x="261871" y="146666"/>
                </a:lnTo>
                <a:lnTo>
                  <a:pt x="283054" y="146809"/>
                </a:lnTo>
                <a:lnTo>
                  <a:pt x="304238" y="147009"/>
                </a:lnTo>
                <a:lnTo>
                  <a:pt x="325422" y="147266"/>
                </a:lnTo>
                <a:lnTo>
                  <a:pt x="346605" y="147552"/>
                </a:lnTo>
                <a:lnTo>
                  <a:pt x="367789" y="147876"/>
                </a:lnTo>
                <a:lnTo>
                  <a:pt x="388972" y="148247"/>
                </a:lnTo>
                <a:lnTo>
                  <a:pt x="410147" y="148647"/>
                </a:lnTo>
                <a:lnTo>
                  <a:pt x="431330" y="149076"/>
                </a:lnTo>
                <a:lnTo>
                  <a:pt x="452504" y="149543"/>
                </a:lnTo>
                <a:lnTo>
                  <a:pt x="473678" y="150028"/>
                </a:lnTo>
                <a:lnTo>
                  <a:pt x="494852" y="150543"/>
                </a:lnTo>
                <a:lnTo>
                  <a:pt x="516026" y="151076"/>
                </a:lnTo>
                <a:lnTo>
                  <a:pt x="537191" y="151638"/>
                </a:lnTo>
                <a:lnTo>
                  <a:pt x="558365" y="152210"/>
                </a:lnTo>
                <a:lnTo>
                  <a:pt x="579530" y="152810"/>
                </a:lnTo>
                <a:lnTo>
                  <a:pt x="600694" y="153419"/>
                </a:lnTo>
                <a:lnTo>
                  <a:pt x="621859" y="154038"/>
                </a:lnTo>
                <a:lnTo>
                  <a:pt x="643023" y="154676"/>
                </a:lnTo>
                <a:lnTo>
                  <a:pt x="664188" y="155334"/>
                </a:lnTo>
                <a:lnTo>
                  <a:pt x="685352" y="155991"/>
                </a:lnTo>
                <a:lnTo>
                  <a:pt x="706517" y="156658"/>
                </a:lnTo>
                <a:lnTo>
                  <a:pt x="727672" y="157334"/>
                </a:lnTo>
                <a:lnTo>
                  <a:pt x="748836" y="158020"/>
                </a:lnTo>
                <a:lnTo>
                  <a:pt x="769991" y="158706"/>
                </a:lnTo>
                <a:lnTo>
                  <a:pt x="791156" y="159391"/>
                </a:lnTo>
                <a:lnTo>
                  <a:pt x="812311" y="160087"/>
                </a:lnTo>
                <a:lnTo>
                  <a:pt x="833476" y="160782"/>
                </a:lnTo>
                <a:lnTo>
                  <a:pt x="854631" y="161468"/>
                </a:lnTo>
                <a:lnTo>
                  <a:pt x="875795" y="162163"/>
                </a:lnTo>
                <a:lnTo>
                  <a:pt x="896960" y="162849"/>
                </a:lnTo>
                <a:lnTo>
                  <a:pt x="918115" y="163535"/>
                </a:lnTo>
                <a:lnTo>
                  <a:pt x="939279" y="164221"/>
                </a:lnTo>
                <a:lnTo>
                  <a:pt x="960434" y="164887"/>
                </a:lnTo>
                <a:lnTo>
                  <a:pt x="981599" y="165554"/>
                </a:lnTo>
                <a:lnTo>
                  <a:pt x="1002763" y="166211"/>
                </a:lnTo>
                <a:lnTo>
                  <a:pt x="1023928" y="166849"/>
                </a:lnTo>
                <a:lnTo>
                  <a:pt x="1045093" y="167488"/>
                </a:lnTo>
                <a:lnTo>
                  <a:pt x="1066257" y="168107"/>
                </a:lnTo>
                <a:lnTo>
                  <a:pt x="1087422" y="168716"/>
                </a:lnTo>
                <a:lnTo>
                  <a:pt x="1108596" y="169297"/>
                </a:lnTo>
                <a:lnTo>
                  <a:pt x="1129760" y="169869"/>
                </a:lnTo>
                <a:lnTo>
                  <a:pt x="1150934" y="170412"/>
                </a:lnTo>
                <a:lnTo>
                  <a:pt x="1172108" y="170945"/>
                </a:lnTo>
                <a:lnTo>
                  <a:pt x="1193282" y="171440"/>
                </a:lnTo>
                <a:lnTo>
                  <a:pt x="1214457" y="171917"/>
                </a:lnTo>
                <a:lnTo>
                  <a:pt x="1235631" y="172364"/>
                </a:lnTo>
                <a:lnTo>
                  <a:pt x="1256805" y="172774"/>
                </a:lnTo>
                <a:lnTo>
                  <a:pt x="1277988" y="173155"/>
                </a:lnTo>
                <a:lnTo>
                  <a:pt x="1299172" y="173507"/>
                </a:lnTo>
                <a:lnTo>
                  <a:pt x="1320356" y="173812"/>
                </a:lnTo>
                <a:lnTo>
                  <a:pt x="1341539" y="174069"/>
                </a:lnTo>
                <a:lnTo>
                  <a:pt x="1362723" y="174288"/>
                </a:lnTo>
                <a:lnTo>
                  <a:pt x="1383906" y="174450"/>
                </a:lnTo>
                <a:lnTo>
                  <a:pt x="1405099" y="174565"/>
                </a:lnTo>
                <a:lnTo>
                  <a:pt x="1426283" y="174612"/>
                </a:lnTo>
                <a:lnTo>
                  <a:pt x="1447476" y="174603"/>
                </a:lnTo>
                <a:lnTo>
                  <a:pt x="1468660" y="174517"/>
                </a:lnTo>
                <a:lnTo>
                  <a:pt x="1489853" y="174355"/>
                </a:lnTo>
                <a:lnTo>
                  <a:pt x="1511036" y="174107"/>
                </a:lnTo>
                <a:lnTo>
                  <a:pt x="1532220" y="173774"/>
                </a:lnTo>
                <a:lnTo>
                  <a:pt x="1553394" y="173326"/>
                </a:lnTo>
                <a:lnTo>
                  <a:pt x="1574559" y="172764"/>
                </a:lnTo>
                <a:lnTo>
                  <a:pt x="1595723" y="172079"/>
                </a:lnTo>
                <a:lnTo>
                  <a:pt x="1616869" y="171250"/>
                </a:lnTo>
                <a:lnTo>
                  <a:pt x="1638005" y="170259"/>
                </a:lnTo>
                <a:lnTo>
                  <a:pt x="1659103" y="169078"/>
                </a:lnTo>
                <a:lnTo>
                  <a:pt x="1680181" y="167688"/>
                </a:lnTo>
                <a:lnTo>
                  <a:pt x="1701203" y="166040"/>
                </a:lnTo>
                <a:lnTo>
                  <a:pt x="1722168" y="164106"/>
                </a:lnTo>
                <a:lnTo>
                  <a:pt x="1743037" y="161811"/>
                </a:lnTo>
                <a:lnTo>
                  <a:pt x="1763782" y="159077"/>
                </a:lnTo>
                <a:lnTo>
                  <a:pt x="1784318" y="155800"/>
                </a:lnTo>
                <a:lnTo>
                  <a:pt x="1804540" y="151819"/>
                </a:lnTo>
                <a:lnTo>
                  <a:pt x="1824218" y="146876"/>
                </a:lnTo>
                <a:lnTo>
                  <a:pt x="1842907" y="140608"/>
                </a:lnTo>
                <a:lnTo>
                  <a:pt x="1859613" y="132436"/>
                </a:lnTo>
                <a:lnTo>
                  <a:pt x="1872091" y="121720"/>
                </a:lnTo>
                <a:lnTo>
                  <a:pt x="1877120" y="108852"/>
                </a:lnTo>
                <a:lnTo>
                  <a:pt x="1891322" y="102156"/>
                </a:lnTo>
                <a:lnTo>
                  <a:pt x="1911258" y="97641"/>
                </a:lnTo>
                <a:lnTo>
                  <a:pt x="1930927" y="92688"/>
                </a:lnTo>
                <a:lnTo>
                  <a:pt x="1950349" y="87335"/>
                </a:lnTo>
                <a:lnTo>
                  <a:pt x="1969513" y="81639"/>
                </a:lnTo>
                <a:lnTo>
                  <a:pt x="1988429" y="75619"/>
                </a:lnTo>
                <a:lnTo>
                  <a:pt x="2007089" y="69294"/>
                </a:lnTo>
                <a:lnTo>
                  <a:pt x="2025482" y="62675"/>
                </a:lnTo>
                <a:lnTo>
                  <a:pt x="2043617" y="55769"/>
                </a:lnTo>
                <a:lnTo>
                  <a:pt x="2061477" y="48578"/>
                </a:lnTo>
                <a:lnTo>
                  <a:pt x="2079050" y="41119"/>
                </a:lnTo>
                <a:lnTo>
                  <a:pt x="2096338" y="33404"/>
                </a:lnTo>
                <a:lnTo>
                  <a:pt x="2113331" y="25422"/>
                </a:lnTo>
                <a:lnTo>
                  <a:pt x="2130019" y="17193"/>
                </a:lnTo>
                <a:lnTo>
                  <a:pt x="2146392" y="8715"/>
                </a:lnTo>
                <a:lnTo>
                  <a:pt x="216245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A06476D4-347E-4AD9-99D8-5473C420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7607" y="2471738"/>
            <a:ext cx="2162623" cy="1363113"/>
          </a:xfrm>
          <a:custGeom xmlns:a="http://schemas.openxmlformats.org/drawingml/2006/main">
            <a:pathLst>
              <a:path w="2162623" h="1363113">
                <a:moveTo>
                  <a:pt x="0" y="1363113"/>
                </a:moveTo>
                <a:lnTo>
                  <a:pt x="34719" y="1363113"/>
                </a:lnTo>
                <a:lnTo>
                  <a:pt x="69447" y="1363113"/>
                </a:lnTo>
                <a:lnTo>
                  <a:pt x="104165" y="1363113"/>
                </a:lnTo>
                <a:lnTo>
                  <a:pt x="138894" y="1363113"/>
                </a:lnTo>
                <a:lnTo>
                  <a:pt x="173612" y="1363113"/>
                </a:lnTo>
                <a:lnTo>
                  <a:pt x="208340" y="1363113"/>
                </a:lnTo>
                <a:lnTo>
                  <a:pt x="243059" y="1363113"/>
                </a:lnTo>
                <a:lnTo>
                  <a:pt x="277787" y="1363113"/>
                </a:lnTo>
                <a:lnTo>
                  <a:pt x="312506" y="1363113"/>
                </a:lnTo>
                <a:lnTo>
                  <a:pt x="347234" y="1363113"/>
                </a:lnTo>
                <a:lnTo>
                  <a:pt x="381953" y="1363113"/>
                </a:lnTo>
                <a:lnTo>
                  <a:pt x="416681" y="1363113"/>
                </a:lnTo>
                <a:lnTo>
                  <a:pt x="451399" y="1363113"/>
                </a:lnTo>
                <a:lnTo>
                  <a:pt x="486127" y="1363113"/>
                </a:lnTo>
                <a:lnTo>
                  <a:pt x="520846" y="1363113"/>
                </a:lnTo>
                <a:lnTo>
                  <a:pt x="555574" y="1363113"/>
                </a:lnTo>
                <a:lnTo>
                  <a:pt x="590293" y="1363113"/>
                </a:lnTo>
                <a:lnTo>
                  <a:pt x="625021" y="1363113"/>
                </a:lnTo>
                <a:lnTo>
                  <a:pt x="659740" y="1363113"/>
                </a:lnTo>
                <a:lnTo>
                  <a:pt x="694468" y="1363113"/>
                </a:lnTo>
                <a:lnTo>
                  <a:pt x="729186" y="1363113"/>
                </a:lnTo>
                <a:lnTo>
                  <a:pt x="763915" y="1363113"/>
                </a:lnTo>
                <a:lnTo>
                  <a:pt x="798633" y="1363113"/>
                </a:lnTo>
                <a:lnTo>
                  <a:pt x="833361" y="1363113"/>
                </a:lnTo>
                <a:lnTo>
                  <a:pt x="868080" y="1363113"/>
                </a:lnTo>
                <a:lnTo>
                  <a:pt x="902808" y="1363113"/>
                </a:lnTo>
                <a:lnTo>
                  <a:pt x="937527" y="1363113"/>
                </a:lnTo>
                <a:lnTo>
                  <a:pt x="972255" y="1363113"/>
                </a:lnTo>
                <a:lnTo>
                  <a:pt x="1006973" y="1363113"/>
                </a:lnTo>
                <a:lnTo>
                  <a:pt x="1041692" y="1363113"/>
                </a:lnTo>
                <a:lnTo>
                  <a:pt x="1076420" y="1363113"/>
                </a:lnTo>
                <a:lnTo>
                  <a:pt x="1111139" y="1363113"/>
                </a:lnTo>
                <a:lnTo>
                  <a:pt x="1145867" y="1363113"/>
                </a:lnTo>
                <a:lnTo>
                  <a:pt x="1180586" y="1363113"/>
                </a:lnTo>
                <a:lnTo>
                  <a:pt x="1215314" y="1363113"/>
                </a:lnTo>
                <a:lnTo>
                  <a:pt x="1250032" y="1363113"/>
                </a:lnTo>
                <a:lnTo>
                  <a:pt x="1284761" y="1363113"/>
                </a:lnTo>
                <a:lnTo>
                  <a:pt x="1319479" y="1363113"/>
                </a:lnTo>
                <a:lnTo>
                  <a:pt x="1354207" y="1363113"/>
                </a:lnTo>
                <a:lnTo>
                  <a:pt x="1388926" y="1363113"/>
                </a:lnTo>
                <a:lnTo>
                  <a:pt x="1423654" y="1363113"/>
                </a:lnTo>
                <a:lnTo>
                  <a:pt x="1458030" y="1360646"/>
                </a:lnTo>
                <a:lnTo>
                  <a:pt x="1492225" y="1356827"/>
                </a:lnTo>
                <a:lnTo>
                  <a:pt x="1526410" y="1353007"/>
                </a:lnTo>
                <a:lnTo>
                  <a:pt x="1560595" y="1349178"/>
                </a:lnTo>
                <a:lnTo>
                  <a:pt x="1594790" y="1345359"/>
                </a:lnTo>
                <a:lnTo>
                  <a:pt x="1628975" y="1341530"/>
                </a:lnTo>
                <a:lnTo>
                  <a:pt x="1663170" y="1337710"/>
                </a:lnTo>
                <a:lnTo>
                  <a:pt x="1697355" y="1333891"/>
                </a:lnTo>
                <a:lnTo>
                  <a:pt x="1723454" y="1320498"/>
                </a:lnTo>
                <a:lnTo>
                  <a:pt x="1747552" y="1304735"/>
                </a:lnTo>
                <a:lnTo>
                  <a:pt x="1771640" y="1288980"/>
                </a:lnTo>
                <a:lnTo>
                  <a:pt x="1795739" y="1273216"/>
                </a:lnTo>
                <a:lnTo>
                  <a:pt x="1819827" y="1257462"/>
                </a:lnTo>
                <a:lnTo>
                  <a:pt x="1843926" y="1241698"/>
                </a:lnTo>
                <a:lnTo>
                  <a:pt x="1868024" y="1225944"/>
                </a:lnTo>
                <a:lnTo>
                  <a:pt x="1892113" y="1210180"/>
                </a:lnTo>
                <a:lnTo>
                  <a:pt x="1916211" y="1194416"/>
                </a:lnTo>
                <a:lnTo>
                  <a:pt x="1940300" y="1178662"/>
                </a:lnTo>
                <a:lnTo>
                  <a:pt x="1964398" y="1162898"/>
                </a:lnTo>
                <a:lnTo>
                  <a:pt x="1988487" y="1147143"/>
                </a:lnTo>
                <a:lnTo>
                  <a:pt x="2012585" y="1131380"/>
                </a:lnTo>
                <a:lnTo>
                  <a:pt x="2036683" y="1115616"/>
                </a:lnTo>
                <a:lnTo>
                  <a:pt x="2060772" y="1099861"/>
                </a:lnTo>
                <a:lnTo>
                  <a:pt x="2084870" y="1084097"/>
                </a:lnTo>
                <a:lnTo>
                  <a:pt x="2108959" y="1068343"/>
                </a:lnTo>
                <a:lnTo>
                  <a:pt x="2133057" y="1052579"/>
                </a:lnTo>
                <a:lnTo>
                  <a:pt x="2157155" y="1036825"/>
                </a:lnTo>
                <a:lnTo>
                  <a:pt x="2162623" y="1016327"/>
                </a:lnTo>
                <a:lnTo>
                  <a:pt x="2162623" y="994439"/>
                </a:lnTo>
                <a:lnTo>
                  <a:pt x="2162623" y="972550"/>
                </a:lnTo>
                <a:lnTo>
                  <a:pt x="2162623" y="950671"/>
                </a:lnTo>
                <a:lnTo>
                  <a:pt x="2162623" y="928783"/>
                </a:lnTo>
                <a:lnTo>
                  <a:pt x="2162623" y="906894"/>
                </a:lnTo>
                <a:lnTo>
                  <a:pt x="2162623" y="885006"/>
                </a:lnTo>
                <a:lnTo>
                  <a:pt x="2162623" y="863117"/>
                </a:lnTo>
                <a:lnTo>
                  <a:pt x="2162623" y="841238"/>
                </a:lnTo>
                <a:lnTo>
                  <a:pt x="2162623" y="819350"/>
                </a:lnTo>
                <a:lnTo>
                  <a:pt x="2162623" y="797462"/>
                </a:lnTo>
                <a:lnTo>
                  <a:pt x="2162623" y="775573"/>
                </a:lnTo>
                <a:lnTo>
                  <a:pt x="2162623" y="753694"/>
                </a:lnTo>
                <a:lnTo>
                  <a:pt x="2162623" y="731806"/>
                </a:lnTo>
                <a:lnTo>
                  <a:pt x="2162623" y="709917"/>
                </a:lnTo>
                <a:lnTo>
                  <a:pt x="2162623" y="688029"/>
                </a:lnTo>
                <a:lnTo>
                  <a:pt x="2162623" y="666140"/>
                </a:lnTo>
                <a:lnTo>
                  <a:pt x="2162623" y="644261"/>
                </a:lnTo>
                <a:lnTo>
                  <a:pt x="2162623" y="622373"/>
                </a:lnTo>
                <a:lnTo>
                  <a:pt x="2162623" y="600485"/>
                </a:lnTo>
                <a:lnTo>
                  <a:pt x="2162623" y="578596"/>
                </a:lnTo>
                <a:lnTo>
                  <a:pt x="2162623" y="556717"/>
                </a:lnTo>
                <a:lnTo>
                  <a:pt x="2162623" y="534829"/>
                </a:lnTo>
                <a:lnTo>
                  <a:pt x="2162623" y="512940"/>
                </a:lnTo>
                <a:lnTo>
                  <a:pt x="2162623" y="491052"/>
                </a:lnTo>
                <a:lnTo>
                  <a:pt x="2162623" y="469163"/>
                </a:lnTo>
                <a:lnTo>
                  <a:pt x="2162623" y="447284"/>
                </a:lnTo>
                <a:lnTo>
                  <a:pt x="2162623" y="425396"/>
                </a:lnTo>
                <a:lnTo>
                  <a:pt x="2162623" y="403508"/>
                </a:lnTo>
                <a:lnTo>
                  <a:pt x="2162623" y="381619"/>
                </a:lnTo>
                <a:lnTo>
                  <a:pt x="2162623" y="359740"/>
                </a:lnTo>
                <a:lnTo>
                  <a:pt x="2162623" y="337852"/>
                </a:lnTo>
                <a:lnTo>
                  <a:pt x="2162623" y="315963"/>
                </a:lnTo>
                <a:lnTo>
                  <a:pt x="2162623" y="294075"/>
                </a:lnTo>
                <a:lnTo>
                  <a:pt x="2162623" y="272186"/>
                </a:lnTo>
                <a:lnTo>
                  <a:pt x="2162623" y="250307"/>
                </a:lnTo>
                <a:lnTo>
                  <a:pt x="2162623" y="228419"/>
                </a:lnTo>
                <a:lnTo>
                  <a:pt x="2162623" y="206531"/>
                </a:lnTo>
                <a:lnTo>
                  <a:pt x="2162623" y="184642"/>
                </a:lnTo>
                <a:lnTo>
                  <a:pt x="2162623" y="162763"/>
                </a:lnTo>
                <a:lnTo>
                  <a:pt x="2162623" y="140875"/>
                </a:lnTo>
                <a:lnTo>
                  <a:pt x="2162623" y="118986"/>
                </a:lnTo>
                <a:lnTo>
                  <a:pt x="2162623" y="97098"/>
                </a:lnTo>
                <a:lnTo>
                  <a:pt x="2162623" y="75219"/>
                </a:lnTo>
                <a:lnTo>
                  <a:pt x="2162623" y="53330"/>
                </a:lnTo>
                <a:lnTo>
                  <a:pt x="2162623" y="31442"/>
                </a:lnTo>
                <a:lnTo>
                  <a:pt x="2162623" y="9554"/>
                </a:lnTo>
                <a:lnTo>
                  <a:pt x="2143058" y="0"/>
                </a:lnTo>
                <a:lnTo>
                  <a:pt x="2108330" y="0"/>
                </a:lnTo>
                <a:lnTo>
                  <a:pt x="2073612" y="0"/>
                </a:lnTo>
                <a:lnTo>
                  <a:pt x="2038893" y="0"/>
                </a:lnTo>
                <a:lnTo>
                  <a:pt x="2004165" y="0"/>
                </a:lnTo>
                <a:lnTo>
                  <a:pt x="1969446" y="0"/>
                </a:lnTo>
                <a:lnTo>
                  <a:pt x="1934718" y="0"/>
                </a:lnTo>
                <a:lnTo>
                  <a:pt x="1899999" y="0"/>
                </a:lnTo>
                <a:lnTo>
                  <a:pt x="1865271" y="0"/>
                </a:lnTo>
                <a:lnTo>
                  <a:pt x="1830553" y="0"/>
                </a:lnTo>
                <a:lnTo>
                  <a:pt x="1795824" y="0"/>
                </a:lnTo>
                <a:lnTo>
                  <a:pt x="1761106" y="0"/>
                </a:lnTo>
                <a:lnTo>
                  <a:pt x="1726378" y="0"/>
                </a:lnTo>
                <a:lnTo>
                  <a:pt x="1691659" y="0"/>
                </a:lnTo>
                <a:lnTo>
                  <a:pt x="1656931" y="0"/>
                </a:lnTo>
                <a:lnTo>
                  <a:pt x="1622212" y="0"/>
                </a:lnTo>
                <a:lnTo>
                  <a:pt x="1587484" y="0"/>
                </a:lnTo>
                <a:lnTo>
                  <a:pt x="1552766" y="0"/>
                </a:lnTo>
                <a:lnTo>
                  <a:pt x="1518037" y="0"/>
                </a:lnTo>
                <a:lnTo>
                  <a:pt x="1483319" y="0"/>
                </a:lnTo>
                <a:lnTo>
                  <a:pt x="1448591" y="0"/>
                </a:lnTo>
                <a:lnTo>
                  <a:pt x="1413872" y="0"/>
                </a:lnTo>
                <a:lnTo>
                  <a:pt x="1379144" y="0"/>
                </a:lnTo>
                <a:lnTo>
                  <a:pt x="1344425" y="0"/>
                </a:lnTo>
                <a:lnTo>
                  <a:pt x="1309697" y="0"/>
                </a:lnTo>
                <a:lnTo>
                  <a:pt x="1274978" y="0"/>
                </a:lnTo>
                <a:lnTo>
                  <a:pt x="1240250" y="0"/>
                </a:lnTo>
                <a:lnTo>
                  <a:pt x="1205532" y="0"/>
                </a:lnTo>
                <a:lnTo>
                  <a:pt x="1170803" y="0"/>
                </a:lnTo>
                <a:lnTo>
                  <a:pt x="1136085" y="0"/>
                </a:lnTo>
                <a:lnTo>
                  <a:pt x="1101357" y="0"/>
                </a:lnTo>
                <a:lnTo>
                  <a:pt x="1066638" y="0"/>
                </a:lnTo>
                <a:lnTo>
                  <a:pt x="1031919" y="0"/>
                </a:lnTo>
                <a:lnTo>
                  <a:pt x="997191" y="0"/>
                </a:lnTo>
                <a:lnTo>
                  <a:pt x="962473" y="0"/>
                </a:lnTo>
                <a:lnTo>
                  <a:pt x="927745" y="0"/>
                </a:lnTo>
                <a:lnTo>
                  <a:pt x="893026" y="0"/>
                </a:lnTo>
                <a:lnTo>
                  <a:pt x="858298" y="0"/>
                </a:lnTo>
                <a:lnTo>
                  <a:pt x="823579" y="0"/>
                </a:lnTo>
                <a:lnTo>
                  <a:pt x="788851" y="0"/>
                </a:lnTo>
                <a:lnTo>
                  <a:pt x="754132" y="0"/>
                </a:lnTo>
                <a:lnTo>
                  <a:pt x="719404" y="0"/>
                </a:lnTo>
                <a:lnTo>
                  <a:pt x="684686" y="0"/>
                </a:lnTo>
                <a:lnTo>
                  <a:pt x="649957" y="0"/>
                </a:lnTo>
                <a:lnTo>
                  <a:pt x="615239" y="0"/>
                </a:lnTo>
                <a:lnTo>
                  <a:pt x="580511" y="0"/>
                </a:lnTo>
                <a:lnTo>
                  <a:pt x="545792" y="0"/>
                </a:lnTo>
                <a:lnTo>
                  <a:pt x="511064" y="0"/>
                </a:lnTo>
                <a:lnTo>
                  <a:pt x="476345" y="0"/>
                </a:lnTo>
                <a:lnTo>
                  <a:pt x="441617" y="0"/>
                </a:lnTo>
                <a:lnTo>
                  <a:pt x="406898" y="0"/>
                </a:lnTo>
                <a:lnTo>
                  <a:pt x="372170" y="0"/>
                </a:lnTo>
                <a:lnTo>
                  <a:pt x="337452" y="0"/>
                </a:lnTo>
                <a:lnTo>
                  <a:pt x="302724" y="0"/>
                </a:lnTo>
                <a:lnTo>
                  <a:pt x="268005" y="0"/>
                </a:lnTo>
                <a:lnTo>
                  <a:pt x="233277" y="0"/>
                </a:lnTo>
                <a:lnTo>
                  <a:pt x="198558" y="0"/>
                </a:lnTo>
                <a:lnTo>
                  <a:pt x="163830" y="0"/>
                </a:lnTo>
                <a:lnTo>
                  <a:pt x="129111" y="0"/>
                </a:lnTo>
                <a:lnTo>
                  <a:pt x="94383" y="0"/>
                </a:lnTo>
                <a:lnTo>
                  <a:pt x="59665" y="0"/>
                </a:lnTo>
                <a:lnTo>
                  <a:pt x="24946" y="0"/>
                </a:lnTo>
                <a:lnTo>
                  <a:pt x="0" y="6163"/>
                </a:lnTo>
                <a:lnTo>
                  <a:pt x="0" y="28051"/>
                </a:lnTo>
                <a:lnTo>
                  <a:pt x="0" y="49940"/>
                </a:lnTo>
                <a:lnTo>
                  <a:pt x="0" y="71828"/>
                </a:lnTo>
                <a:lnTo>
                  <a:pt x="0" y="93707"/>
                </a:lnTo>
                <a:lnTo>
                  <a:pt x="0" y="115595"/>
                </a:lnTo>
                <a:lnTo>
                  <a:pt x="0" y="137484"/>
                </a:lnTo>
                <a:lnTo>
                  <a:pt x="0" y="159372"/>
                </a:lnTo>
                <a:lnTo>
                  <a:pt x="0" y="181251"/>
                </a:lnTo>
                <a:lnTo>
                  <a:pt x="0" y="203140"/>
                </a:lnTo>
                <a:lnTo>
                  <a:pt x="0" y="225028"/>
                </a:lnTo>
                <a:lnTo>
                  <a:pt x="0" y="246917"/>
                </a:lnTo>
                <a:lnTo>
                  <a:pt x="0" y="268805"/>
                </a:lnTo>
                <a:lnTo>
                  <a:pt x="0" y="290684"/>
                </a:lnTo>
                <a:lnTo>
                  <a:pt x="0" y="312572"/>
                </a:lnTo>
                <a:lnTo>
                  <a:pt x="0" y="334461"/>
                </a:lnTo>
                <a:lnTo>
                  <a:pt x="0" y="356349"/>
                </a:lnTo>
                <a:lnTo>
                  <a:pt x="0" y="378228"/>
                </a:lnTo>
                <a:lnTo>
                  <a:pt x="0" y="400117"/>
                </a:lnTo>
                <a:lnTo>
                  <a:pt x="0" y="422005"/>
                </a:lnTo>
                <a:lnTo>
                  <a:pt x="0" y="443894"/>
                </a:lnTo>
                <a:lnTo>
                  <a:pt x="0" y="465782"/>
                </a:lnTo>
                <a:lnTo>
                  <a:pt x="0" y="487661"/>
                </a:lnTo>
                <a:lnTo>
                  <a:pt x="0" y="509549"/>
                </a:lnTo>
                <a:lnTo>
                  <a:pt x="0" y="531438"/>
                </a:lnTo>
                <a:lnTo>
                  <a:pt x="0" y="553326"/>
                </a:lnTo>
                <a:lnTo>
                  <a:pt x="0" y="575205"/>
                </a:lnTo>
                <a:lnTo>
                  <a:pt x="0" y="597094"/>
                </a:lnTo>
                <a:lnTo>
                  <a:pt x="0" y="618982"/>
                </a:lnTo>
                <a:lnTo>
                  <a:pt x="0" y="640871"/>
                </a:lnTo>
                <a:lnTo>
                  <a:pt x="0" y="662759"/>
                </a:lnTo>
                <a:lnTo>
                  <a:pt x="0" y="684638"/>
                </a:lnTo>
                <a:lnTo>
                  <a:pt x="0" y="706526"/>
                </a:lnTo>
                <a:lnTo>
                  <a:pt x="0" y="728415"/>
                </a:lnTo>
                <a:lnTo>
                  <a:pt x="0" y="750303"/>
                </a:lnTo>
                <a:lnTo>
                  <a:pt x="0" y="772182"/>
                </a:lnTo>
                <a:lnTo>
                  <a:pt x="0" y="794071"/>
                </a:lnTo>
                <a:lnTo>
                  <a:pt x="0" y="815959"/>
                </a:lnTo>
                <a:lnTo>
                  <a:pt x="0" y="837848"/>
                </a:lnTo>
                <a:lnTo>
                  <a:pt x="0" y="859736"/>
                </a:lnTo>
                <a:lnTo>
                  <a:pt x="0" y="881615"/>
                </a:lnTo>
                <a:lnTo>
                  <a:pt x="0" y="903503"/>
                </a:lnTo>
                <a:lnTo>
                  <a:pt x="0" y="925392"/>
                </a:lnTo>
                <a:lnTo>
                  <a:pt x="0" y="947280"/>
                </a:lnTo>
                <a:lnTo>
                  <a:pt x="0" y="969159"/>
                </a:lnTo>
                <a:lnTo>
                  <a:pt x="0" y="991048"/>
                </a:lnTo>
                <a:lnTo>
                  <a:pt x="0" y="1012936"/>
                </a:lnTo>
                <a:lnTo>
                  <a:pt x="0" y="1034825"/>
                </a:lnTo>
                <a:lnTo>
                  <a:pt x="0" y="1056713"/>
                </a:lnTo>
                <a:lnTo>
                  <a:pt x="0" y="1078592"/>
                </a:lnTo>
                <a:lnTo>
                  <a:pt x="0" y="1100480"/>
                </a:lnTo>
                <a:lnTo>
                  <a:pt x="0" y="1122369"/>
                </a:lnTo>
                <a:lnTo>
                  <a:pt x="0" y="1144257"/>
                </a:lnTo>
                <a:lnTo>
                  <a:pt x="0" y="1166136"/>
                </a:lnTo>
                <a:lnTo>
                  <a:pt x="0" y="1188025"/>
                </a:lnTo>
                <a:lnTo>
                  <a:pt x="0" y="1209913"/>
                </a:lnTo>
                <a:lnTo>
                  <a:pt x="0" y="1231802"/>
                </a:lnTo>
                <a:lnTo>
                  <a:pt x="0" y="1253690"/>
                </a:lnTo>
                <a:lnTo>
                  <a:pt x="0" y="1275569"/>
                </a:lnTo>
                <a:lnTo>
                  <a:pt x="0" y="1297457"/>
                </a:lnTo>
                <a:lnTo>
                  <a:pt x="0" y="1319346"/>
                </a:lnTo>
                <a:lnTo>
                  <a:pt x="0" y="1341234"/>
                </a:lnTo>
                <a:lnTo>
                  <a:pt x="0" y="136311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17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7C3A941A-F819-49CE-B0A4-C6BEDD14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7607" y="2471738"/>
            <a:ext cx="2162623" cy="2344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2944B5CB-EA07-4F0B-AAFC-41DC6759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3454" y="3504981"/>
            <a:ext cx="796776" cy="330127"/>
          </a:xfrm>
          <a:custGeom xmlns:a="http://schemas.openxmlformats.org/drawingml/2006/main">
            <a:pathLst>
              <a:path w="796776" h="330127">
                <a:moveTo>
                  <a:pt x="796776" y="0"/>
                </a:moveTo>
                <a:lnTo>
                  <a:pt x="795823" y="5477"/>
                </a:lnTo>
                <a:lnTo>
                  <a:pt x="794585" y="10925"/>
                </a:lnTo>
                <a:lnTo>
                  <a:pt x="793128" y="16364"/>
                </a:lnTo>
                <a:lnTo>
                  <a:pt x="791489" y="21774"/>
                </a:lnTo>
                <a:lnTo>
                  <a:pt x="789689" y="27165"/>
                </a:lnTo>
                <a:lnTo>
                  <a:pt x="787727" y="32528"/>
                </a:lnTo>
                <a:lnTo>
                  <a:pt x="785622" y="37871"/>
                </a:lnTo>
                <a:lnTo>
                  <a:pt x="783374" y="43196"/>
                </a:lnTo>
                <a:lnTo>
                  <a:pt x="780983" y="48501"/>
                </a:lnTo>
                <a:lnTo>
                  <a:pt x="778459" y="53769"/>
                </a:lnTo>
                <a:lnTo>
                  <a:pt x="775802" y="59017"/>
                </a:lnTo>
                <a:lnTo>
                  <a:pt x="773011" y="64237"/>
                </a:lnTo>
                <a:lnTo>
                  <a:pt x="770087" y="69428"/>
                </a:lnTo>
                <a:lnTo>
                  <a:pt x="767039" y="74590"/>
                </a:lnTo>
                <a:lnTo>
                  <a:pt x="763867" y="79724"/>
                </a:lnTo>
                <a:lnTo>
                  <a:pt x="760571" y="84830"/>
                </a:lnTo>
                <a:lnTo>
                  <a:pt x="757152" y="89897"/>
                </a:lnTo>
                <a:lnTo>
                  <a:pt x="753608" y="94936"/>
                </a:lnTo>
                <a:lnTo>
                  <a:pt x="749941" y="99936"/>
                </a:lnTo>
                <a:lnTo>
                  <a:pt x="746160" y="104899"/>
                </a:lnTo>
                <a:lnTo>
                  <a:pt x="742255" y="109823"/>
                </a:lnTo>
                <a:lnTo>
                  <a:pt x="738226" y="114719"/>
                </a:lnTo>
                <a:lnTo>
                  <a:pt x="734082" y="119567"/>
                </a:lnTo>
                <a:lnTo>
                  <a:pt x="729825" y="124377"/>
                </a:lnTo>
                <a:lnTo>
                  <a:pt x="725443" y="129140"/>
                </a:lnTo>
                <a:lnTo>
                  <a:pt x="720947" y="133874"/>
                </a:lnTo>
                <a:lnTo>
                  <a:pt x="716337" y="138551"/>
                </a:lnTo>
                <a:lnTo>
                  <a:pt x="711622" y="143189"/>
                </a:lnTo>
                <a:lnTo>
                  <a:pt x="706784" y="147771"/>
                </a:lnTo>
                <a:lnTo>
                  <a:pt x="701840" y="152314"/>
                </a:lnTo>
                <a:lnTo>
                  <a:pt x="696782" y="156810"/>
                </a:lnTo>
                <a:lnTo>
                  <a:pt x="691610" y="161249"/>
                </a:lnTo>
                <a:lnTo>
                  <a:pt x="686333" y="165640"/>
                </a:lnTo>
                <a:lnTo>
                  <a:pt x="680952" y="169983"/>
                </a:lnTo>
                <a:lnTo>
                  <a:pt x="675465" y="174269"/>
                </a:lnTo>
                <a:lnTo>
                  <a:pt x="669874" y="178508"/>
                </a:lnTo>
                <a:lnTo>
                  <a:pt x="664178" y="182680"/>
                </a:lnTo>
                <a:lnTo>
                  <a:pt x="658387" y="186804"/>
                </a:lnTo>
                <a:lnTo>
                  <a:pt x="652491" y="190871"/>
                </a:lnTo>
                <a:lnTo>
                  <a:pt x="646490" y="194882"/>
                </a:lnTo>
                <a:lnTo>
                  <a:pt x="640404" y="198834"/>
                </a:lnTo>
                <a:lnTo>
                  <a:pt x="634213" y="202721"/>
                </a:lnTo>
                <a:lnTo>
                  <a:pt x="627936" y="206550"/>
                </a:lnTo>
                <a:lnTo>
                  <a:pt x="621563" y="210322"/>
                </a:lnTo>
                <a:lnTo>
                  <a:pt x="615105" y="214036"/>
                </a:lnTo>
                <a:lnTo>
                  <a:pt x="608562" y="217684"/>
                </a:lnTo>
                <a:lnTo>
                  <a:pt x="601923" y="221266"/>
                </a:lnTo>
                <a:lnTo>
                  <a:pt x="595208" y="224800"/>
                </a:lnTo>
                <a:lnTo>
                  <a:pt x="588407" y="228257"/>
                </a:lnTo>
                <a:lnTo>
                  <a:pt x="581530" y="231658"/>
                </a:lnTo>
                <a:lnTo>
                  <a:pt x="574577" y="234991"/>
                </a:lnTo>
                <a:lnTo>
                  <a:pt x="567547" y="238258"/>
                </a:lnTo>
                <a:lnTo>
                  <a:pt x="560441" y="241468"/>
                </a:lnTo>
                <a:lnTo>
                  <a:pt x="553260" y="244612"/>
                </a:lnTo>
                <a:lnTo>
                  <a:pt x="546011" y="247688"/>
                </a:lnTo>
                <a:lnTo>
                  <a:pt x="538696" y="250708"/>
                </a:lnTo>
                <a:lnTo>
                  <a:pt x="531324" y="253660"/>
                </a:lnTo>
                <a:lnTo>
                  <a:pt x="523875" y="256546"/>
                </a:lnTo>
                <a:lnTo>
                  <a:pt x="516369" y="259366"/>
                </a:lnTo>
                <a:lnTo>
                  <a:pt x="508806" y="262128"/>
                </a:lnTo>
                <a:lnTo>
                  <a:pt x="501186" y="264824"/>
                </a:lnTo>
                <a:lnTo>
                  <a:pt x="493509" y="267452"/>
                </a:lnTo>
                <a:lnTo>
                  <a:pt x="485775" y="270024"/>
                </a:lnTo>
                <a:lnTo>
                  <a:pt x="477993" y="272529"/>
                </a:lnTo>
                <a:lnTo>
                  <a:pt x="470164" y="274977"/>
                </a:lnTo>
                <a:lnTo>
                  <a:pt x="462277" y="277358"/>
                </a:lnTo>
                <a:lnTo>
                  <a:pt x="454352" y="279673"/>
                </a:lnTo>
                <a:lnTo>
                  <a:pt x="446380" y="281930"/>
                </a:lnTo>
                <a:lnTo>
                  <a:pt x="438369" y="284131"/>
                </a:lnTo>
                <a:lnTo>
                  <a:pt x="430311" y="286274"/>
                </a:lnTo>
                <a:lnTo>
                  <a:pt x="422224" y="288350"/>
                </a:lnTo>
                <a:lnTo>
                  <a:pt x="414090" y="290370"/>
                </a:lnTo>
                <a:lnTo>
                  <a:pt x="405917" y="292332"/>
                </a:lnTo>
                <a:lnTo>
                  <a:pt x="397716" y="294227"/>
                </a:lnTo>
                <a:lnTo>
                  <a:pt x="389487" y="296075"/>
                </a:lnTo>
                <a:lnTo>
                  <a:pt x="381219" y="297866"/>
                </a:lnTo>
                <a:lnTo>
                  <a:pt x="372923" y="299590"/>
                </a:lnTo>
                <a:lnTo>
                  <a:pt x="364598" y="301266"/>
                </a:lnTo>
                <a:lnTo>
                  <a:pt x="356245" y="302895"/>
                </a:lnTo>
                <a:lnTo>
                  <a:pt x="347863" y="304457"/>
                </a:lnTo>
                <a:lnTo>
                  <a:pt x="339461" y="305972"/>
                </a:lnTo>
                <a:lnTo>
                  <a:pt x="331032" y="307429"/>
                </a:lnTo>
                <a:lnTo>
                  <a:pt x="322583" y="308839"/>
                </a:lnTo>
                <a:lnTo>
                  <a:pt x="314115" y="310191"/>
                </a:lnTo>
                <a:lnTo>
                  <a:pt x="305619" y="311496"/>
                </a:lnTo>
                <a:lnTo>
                  <a:pt x="297113" y="312753"/>
                </a:lnTo>
                <a:lnTo>
                  <a:pt x="288579" y="313954"/>
                </a:lnTo>
                <a:lnTo>
                  <a:pt x="280035" y="315116"/>
                </a:lnTo>
                <a:lnTo>
                  <a:pt x="271472" y="316220"/>
                </a:lnTo>
                <a:lnTo>
                  <a:pt x="262900" y="317278"/>
                </a:lnTo>
                <a:lnTo>
                  <a:pt x="254308" y="318287"/>
                </a:lnTo>
                <a:lnTo>
                  <a:pt x="245707" y="319259"/>
                </a:lnTo>
                <a:lnTo>
                  <a:pt x="237087" y="320173"/>
                </a:lnTo>
                <a:lnTo>
                  <a:pt x="228457" y="321050"/>
                </a:lnTo>
                <a:lnTo>
                  <a:pt x="219818" y="321878"/>
                </a:lnTo>
                <a:lnTo>
                  <a:pt x="211169" y="322669"/>
                </a:lnTo>
                <a:lnTo>
                  <a:pt x="202511" y="323412"/>
                </a:lnTo>
                <a:lnTo>
                  <a:pt x="193843" y="324117"/>
                </a:lnTo>
                <a:lnTo>
                  <a:pt x="185166" y="324774"/>
                </a:lnTo>
                <a:lnTo>
                  <a:pt x="176479" y="325393"/>
                </a:lnTo>
                <a:lnTo>
                  <a:pt x="167783" y="325965"/>
                </a:lnTo>
                <a:lnTo>
                  <a:pt x="159087" y="326507"/>
                </a:lnTo>
                <a:lnTo>
                  <a:pt x="150381" y="327003"/>
                </a:lnTo>
                <a:lnTo>
                  <a:pt x="141675" y="327460"/>
                </a:lnTo>
                <a:lnTo>
                  <a:pt x="132959" y="327879"/>
                </a:lnTo>
                <a:lnTo>
                  <a:pt x="124244" y="328260"/>
                </a:lnTo>
                <a:lnTo>
                  <a:pt x="115519" y="328603"/>
                </a:lnTo>
                <a:lnTo>
                  <a:pt x="106794" y="328917"/>
                </a:lnTo>
                <a:lnTo>
                  <a:pt x="98060" y="329184"/>
                </a:lnTo>
                <a:lnTo>
                  <a:pt x="89335" y="329422"/>
                </a:lnTo>
                <a:lnTo>
                  <a:pt x="80601" y="329622"/>
                </a:lnTo>
                <a:lnTo>
                  <a:pt x="71866" y="329794"/>
                </a:lnTo>
                <a:lnTo>
                  <a:pt x="63122" y="329927"/>
                </a:lnTo>
                <a:lnTo>
                  <a:pt x="54388" y="330022"/>
                </a:lnTo>
                <a:lnTo>
                  <a:pt x="45644" y="330089"/>
                </a:lnTo>
                <a:lnTo>
                  <a:pt x="36909" y="330127"/>
                </a:lnTo>
                <a:lnTo>
                  <a:pt x="28165" y="330127"/>
                </a:lnTo>
                <a:lnTo>
                  <a:pt x="19431" y="330098"/>
                </a:lnTo>
                <a:lnTo>
                  <a:pt x="10687" y="330032"/>
                </a:lnTo>
                <a:lnTo>
                  <a:pt x="1953" y="329946"/>
                </a:lnTo>
                <a:lnTo>
                  <a:pt x="0" y="329860"/>
                </a:lnTo>
                <a:lnTo>
                  <a:pt x="8734" y="329717"/>
                </a:lnTo>
                <a:lnTo>
                  <a:pt x="17469" y="329489"/>
                </a:lnTo>
                <a:lnTo>
                  <a:pt x="26194" y="329184"/>
                </a:lnTo>
                <a:lnTo>
                  <a:pt x="34919" y="328822"/>
                </a:lnTo>
                <a:lnTo>
                  <a:pt x="43625" y="328384"/>
                </a:lnTo>
                <a:lnTo>
                  <a:pt x="52330" y="327898"/>
                </a:lnTo>
                <a:lnTo>
                  <a:pt x="61027" y="327346"/>
                </a:lnTo>
                <a:lnTo>
                  <a:pt x="69713" y="326736"/>
                </a:lnTo>
                <a:lnTo>
                  <a:pt x="78391" y="326069"/>
                </a:lnTo>
                <a:lnTo>
                  <a:pt x="87059" y="325345"/>
                </a:lnTo>
                <a:lnTo>
                  <a:pt x="95707" y="324564"/>
                </a:lnTo>
                <a:lnTo>
                  <a:pt x="104346" y="323726"/>
                </a:lnTo>
                <a:lnTo>
                  <a:pt x="112967" y="322821"/>
                </a:lnTo>
                <a:lnTo>
                  <a:pt x="121568" y="321859"/>
                </a:lnTo>
                <a:lnTo>
                  <a:pt x="130159" y="320840"/>
                </a:lnTo>
                <a:lnTo>
                  <a:pt x="138732" y="319764"/>
                </a:lnTo>
                <a:lnTo>
                  <a:pt x="147285" y="318621"/>
                </a:lnTo>
                <a:lnTo>
                  <a:pt x="155810" y="317411"/>
                </a:lnTo>
                <a:lnTo>
                  <a:pt x="164316" y="316144"/>
                </a:lnTo>
                <a:lnTo>
                  <a:pt x="172793" y="314811"/>
                </a:lnTo>
                <a:lnTo>
                  <a:pt x="181242" y="313401"/>
                </a:lnTo>
                <a:lnTo>
                  <a:pt x="189662" y="311934"/>
                </a:lnTo>
                <a:lnTo>
                  <a:pt x="198053" y="310391"/>
                </a:lnTo>
                <a:lnTo>
                  <a:pt x="206407" y="308772"/>
                </a:lnTo>
                <a:lnTo>
                  <a:pt x="214722" y="307086"/>
                </a:lnTo>
                <a:lnTo>
                  <a:pt x="223009" y="305314"/>
                </a:lnTo>
                <a:lnTo>
                  <a:pt x="231238" y="303467"/>
                </a:lnTo>
                <a:lnTo>
                  <a:pt x="239430" y="301542"/>
                </a:lnTo>
                <a:lnTo>
                  <a:pt x="247564" y="299533"/>
                </a:lnTo>
                <a:lnTo>
                  <a:pt x="255651" y="297447"/>
                </a:lnTo>
                <a:lnTo>
                  <a:pt x="263681" y="295265"/>
                </a:lnTo>
                <a:lnTo>
                  <a:pt x="271643" y="292999"/>
                </a:lnTo>
                <a:lnTo>
                  <a:pt x="279540" y="290636"/>
                </a:lnTo>
                <a:lnTo>
                  <a:pt x="287360" y="288179"/>
                </a:lnTo>
                <a:lnTo>
                  <a:pt x="295104" y="285626"/>
                </a:lnTo>
                <a:lnTo>
                  <a:pt x="302771" y="282978"/>
                </a:lnTo>
                <a:lnTo>
                  <a:pt x="310344" y="280226"/>
                </a:lnTo>
                <a:lnTo>
                  <a:pt x="317821" y="277378"/>
                </a:lnTo>
                <a:lnTo>
                  <a:pt x="325184" y="274415"/>
                </a:lnTo>
                <a:lnTo>
                  <a:pt x="332442" y="271348"/>
                </a:lnTo>
                <a:lnTo>
                  <a:pt x="339576" y="268167"/>
                </a:lnTo>
                <a:lnTo>
                  <a:pt x="346586" y="264871"/>
                </a:lnTo>
                <a:lnTo>
                  <a:pt x="353454" y="261471"/>
                </a:lnTo>
                <a:lnTo>
                  <a:pt x="360178" y="257947"/>
                </a:lnTo>
                <a:lnTo>
                  <a:pt x="366741" y="254308"/>
                </a:lnTo>
                <a:lnTo>
                  <a:pt x="373142" y="250555"/>
                </a:lnTo>
                <a:lnTo>
                  <a:pt x="379362" y="246688"/>
                </a:lnTo>
                <a:lnTo>
                  <a:pt x="385391" y="242697"/>
                </a:lnTo>
                <a:lnTo>
                  <a:pt x="391220" y="238601"/>
                </a:lnTo>
                <a:lnTo>
                  <a:pt x="396850" y="234382"/>
                </a:lnTo>
                <a:lnTo>
                  <a:pt x="402250" y="230048"/>
                </a:lnTo>
                <a:lnTo>
                  <a:pt x="407422" y="225619"/>
                </a:lnTo>
                <a:lnTo>
                  <a:pt x="412366" y="221066"/>
                </a:lnTo>
                <a:lnTo>
                  <a:pt x="417062" y="216427"/>
                </a:lnTo>
                <a:lnTo>
                  <a:pt x="421500" y="211674"/>
                </a:lnTo>
                <a:lnTo>
                  <a:pt x="425672" y="206835"/>
                </a:lnTo>
                <a:lnTo>
                  <a:pt x="429587" y="201911"/>
                </a:lnTo>
                <a:lnTo>
                  <a:pt x="433235" y="196910"/>
                </a:lnTo>
                <a:lnTo>
                  <a:pt x="436597" y="191824"/>
                </a:lnTo>
                <a:lnTo>
                  <a:pt x="439693" y="186671"/>
                </a:lnTo>
                <a:lnTo>
                  <a:pt x="442512" y="181461"/>
                </a:lnTo>
                <a:lnTo>
                  <a:pt x="445056" y="176193"/>
                </a:lnTo>
                <a:lnTo>
                  <a:pt x="447332" y="170869"/>
                </a:lnTo>
                <a:lnTo>
                  <a:pt x="449332" y="165506"/>
                </a:lnTo>
                <a:lnTo>
                  <a:pt x="451066" y="160106"/>
                </a:lnTo>
                <a:lnTo>
                  <a:pt x="452542" y="154676"/>
                </a:lnTo>
                <a:lnTo>
                  <a:pt x="453761" y="149228"/>
                </a:lnTo>
                <a:lnTo>
                  <a:pt x="454724" y="143751"/>
                </a:lnTo>
                <a:lnTo>
                  <a:pt x="455457" y="138265"/>
                </a:lnTo>
                <a:lnTo>
                  <a:pt x="455943" y="132759"/>
                </a:lnTo>
                <a:lnTo>
                  <a:pt x="456200" y="127254"/>
                </a:lnTo>
                <a:lnTo>
                  <a:pt x="456248" y="121749"/>
                </a:lnTo>
                <a:lnTo>
                  <a:pt x="456067" y="116243"/>
                </a:lnTo>
                <a:lnTo>
                  <a:pt x="455695" y="110738"/>
                </a:lnTo>
                <a:lnTo>
                  <a:pt x="455114" y="105242"/>
                </a:lnTo>
                <a:lnTo>
                  <a:pt x="463201" y="103889"/>
                </a:lnTo>
                <a:lnTo>
                  <a:pt x="471716" y="102660"/>
                </a:lnTo>
                <a:lnTo>
                  <a:pt x="480212" y="101346"/>
                </a:lnTo>
                <a:lnTo>
                  <a:pt x="488671" y="99965"/>
                </a:lnTo>
                <a:lnTo>
                  <a:pt x="497100" y="98527"/>
                </a:lnTo>
                <a:lnTo>
                  <a:pt x="505511" y="97022"/>
                </a:lnTo>
                <a:lnTo>
                  <a:pt x="513893" y="95469"/>
                </a:lnTo>
                <a:lnTo>
                  <a:pt x="522256" y="93859"/>
                </a:lnTo>
                <a:lnTo>
                  <a:pt x="530590" y="92192"/>
                </a:lnTo>
                <a:lnTo>
                  <a:pt x="538886" y="90478"/>
                </a:lnTo>
                <a:lnTo>
                  <a:pt x="547164" y="88706"/>
                </a:lnTo>
                <a:lnTo>
                  <a:pt x="555412" y="86887"/>
                </a:lnTo>
                <a:lnTo>
                  <a:pt x="563642" y="85011"/>
                </a:lnTo>
                <a:lnTo>
                  <a:pt x="571824" y="83096"/>
                </a:lnTo>
                <a:lnTo>
                  <a:pt x="579987" y="81124"/>
                </a:lnTo>
                <a:lnTo>
                  <a:pt x="588121" y="79096"/>
                </a:lnTo>
                <a:lnTo>
                  <a:pt x="596217" y="77019"/>
                </a:lnTo>
                <a:lnTo>
                  <a:pt x="604276" y="74895"/>
                </a:lnTo>
                <a:lnTo>
                  <a:pt x="612305" y="72714"/>
                </a:lnTo>
                <a:lnTo>
                  <a:pt x="620297" y="70485"/>
                </a:lnTo>
                <a:lnTo>
                  <a:pt x="628250" y="68209"/>
                </a:lnTo>
                <a:lnTo>
                  <a:pt x="636165" y="65875"/>
                </a:lnTo>
                <a:lnTo>
                  <a:pt x="644042" y="63484"/>
                </a:lnTo>
                <a:lnTo>
                  <a:pt x="651872" y="61046"/>
                </a:lnTo>
                <a:lnTo>
                  <a:pt x="659663" y="58541"/>
                </a:lnTo>
                <a:lnTo>
                  <a:pt x="667417" y="55997"/>
                </a:lnTo>
                <a:lnTo>
                  <a:pt x="675113" y="53388"/>
                </a:lnTo>
                <a:lnTo>
                  <a:pt x="682762" y="50721"/>
                </a:lnTo>
                <a:lnTo>
                  <a:pt x="690362" y="48006"/>
                </a:lnTo>
                <a:lnTo>
                  <a:pt x="697916" y="45225"/>
                </a:lnTo>
                <a:lnTo>
                  <a:pt x="705402" y="42396"/>
                </a:lnTo>
                <a:lnTo>
                  <a:pt x="712841" y="39500"/>
                </a:lnTo>
                <a:lnTo>
                  <a:pt x="720223" y="36547"/>
                </a:lnTo>
                <a:lnTo>
                  <a:pt x="727539" y="33538"/>
                </a:lnTo>
                <a:lnTo>
                  <a:pt x="734797" y="30470"/>
                </a:lnTo>
                <a:lnTo>
                  <a:pt x="741988" y="27337"/>
                </a:lnTo>
                <a:lnTo>
                  <a:pt x="749103" y="24136"/>
                </a:lnTo>
                <a:lnTo>
                  <a:pt x="756152" y="20879"/>
                </a:lnTo>
                <a:lnTo>
                  <a:pt x="763124" y="17564"/>
                </a:lnTo>
                <a:lnTo>
                  <a:pt x="770020" y="14183"/>
                </a:lnTo>
                <a:lnTo>
                  <a:pt x="776840" y="10735"/>
                </a:lnTo>
                <a:lnTo>
                  <a:pt x="783574" y="7220"/>
                </a:lnTo>
                <a:lnTo>
                  <a:pt x="790223" y="3639"/>
                </a:lnTo>
                <a:lnTo>
                  <a:pt x="796776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19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B5D7D1C1-89B7-465B-811C-99BAEAA5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79" y="3473625"/>
            <a:ext cx="2163118" cy="362426"/>
          </a:xfrm>
          <a:custGeom xmlns:a="http://schemas.openxmlformats.org/drawingml/2006/main">
            <a:pathLst>
              <a:path w="2163118" h="362426">
                <a:moveTo>
                  <a:pt x="2162451" y="0"/>
                </a:moveTo>
                <a:lnTo>
                  <a:pt x="2163118" y="13345"/>
                </a:lnTo>
                <a:lnTo>
                  <a:pt x="2162813" y="26699"/>
                </a:lnTo>
                <a:lnTo>
                  <a:pt x="2161765" y="40034"/>
                </a:lnTo>
                <a:lnTo>
                  <a:pt x="2160022" y="53350"/>
                </a:lnTo>
                <a:lnTo>
                  <a:pt x="2157613" y="66618"/>
                </a:lnTo>
                <a:lnTo>
                  <a:pt x="2154536" y="79829"/>
                </a:lnTo>
                <a:lnTo>
                  <a:pt x="2150783" y="92974"/>
                </a:lnTo>
                <a:lnTo>
                  <a:pt x="2146364" y="106032"/>
                </a:lnTo>
                <a:lnTo>
                  <a:pt x="2141258" y="118996"/>
                </a:lnTo>
                <a:lnTo>
                  <a:pt x="2135448" y="131836"/>
                </a:lnTo>
                <a:lnTo>
                  <a:pt x="2128914" y="144542"/>
                </a:lnTo>
                <a:lnTo>
                  <a:pt x="2121656" y="157086"/>
                </a:lnTo>
                <a:lnTo>
                  <a:pt x="2113655" y="169450"/>
                </a:lnTo>
                <a:lnTo>
                  <a:pt x="2104892" y="181613"/>
                </a:lnTo>
                <a:lnTo>
                  <a:pt x="2095357" y="193538"/>
                </a:lnTo>
                <a:lnTo>
                  <a:pt x="2085032" y="205197"/>
                </a:lnTo>
                <a:lnTo>
                  <a:pt x="2073935" y="216570"/>
                </a:lnTo>
                <a:lnTo>
                  <a:pt x="2062048" y="227628"/>
                </a:lnTo>
                <a:lnTo>
                  <a:pt x="2049380" y="238335"/>
                </a:lnTo>
                <a:lnTo>
                  <a:pt x="2035959" y="248660"/>
                </a:lnTo>
                <a:lnTo>
                  <a:pt x="2021777" y="258585"/>
                </a:lnTo>
                <a:lnTo>
                  <a:pt x="2006879" y="268081"/>
                </a:lnTo>
                <a:lnTo>
                  <a:pt x="1991287" y="277120"/>
                </a:lnTo>
                <a:lnTo>
                  <a:pt x="1975037" y="285693"/>
                </a:lnTo>
                <a:lnTo>
                  <a:pt x="1958169" y="293770"/>
                </a:lnTo>
                <a:lnTo>
                  <a:pt x="1940738" y="301361"/>
                </a:lnTo>
                <a:lnTo>
                  <a:pt x="1922774" y="308439"/>
                </a:lnTo>
                <a:lnTo>
                  <a:pt x="1904324" y="315011"/>
                </a:lnTo>
                <a:lnTo>
                  <a:pt x="1885455" y="321078"/>
                </a:lnTo>
                <a:lnTo>
                  <a:pt x="1866195" y="326650"/>
                </a:lnTo>
                <a:lnTo>
                  <a:pt x="1846602" y="331727"/>
                </a:lnTo>
                <a:lnTo>
                  <a:pt x="1826714" y="336328"/>
                </a:lnTo>
                <a:lnTo>
                  <a:pt x="1806569" y="340462"/>
                </a:lnTo>
                <a:lnTo>
                  <a:pt x="1786204" y="344148"/>
                </a:lnTo>
                <a:lnTo>
                  <a:pt x="1765649" y="347396"/>
                </a:lnTo>
                <a:lnTo>
                  <a:pt x="1744942" y="350225"/>
                </a:lnTo>
                <a:lnTo>
                  <a:pt x="1724111" y="352663"/>
                </a:lnTo>
                <a:lnTo>
                  <a:pt x="1703175" y="354711"/>
                </a:lnTo>
                <a:lnTo>
                  <a:pt x="1682153" y="356397"/>
                </a:lnTo>
                <a:lnTo>
                  <a:pt x="1661074" y="357730"/>
                </a:lnTo>
                <a:lnTo>
                  <a:pt x="1639948" y="358731"/>
                </a:lnTo>
                <a:lnTo>
                  <a:pt x="1618774" y="359207"/>
                </a:lnTo>
                <a:lnTo>
                  <a:pt x="1597590" y="359512"/>
                </a:lnTo>
                <a:lnTo>
                  <a:pt x="1576407" y="359759"/>
                </a:lnTo>
                <a:lnTo>
                  <a:pt x="1555223" y="359978"/>
                </a:lnTo>
                <a:lnTo>
                  <a:pt x="1534030" y="360159"/>
                </a:lnTo>
                <a:lnTo>
                  <a:pt x="1512846" y="360331"/>
                </a:lnTo>
                <a:lnTo>
                  <a:pt x="1491663" y="360483"/>
                </a:lnTo>
                <a:lnTo>
                  <a:pt x="1470470" y="360617"/>
                </a:lnTo>
                <a:lnTo>
                  <a:pt x="1449286" y="360750"/>
                </a:lnTo>
                <a:lnTo>
                  <a:pt x="1428093" y="360874"/>
                </a:lnTo>
                <a:lnTo>
                  <a:pt x="1406909" y="360988"/>
                </a:lnTo>
                <a:lnTo>
                  <a:pt x="1385716" y="361093"/>
                </a:lnTo>
                <a:lnTo>
                  <a:pt x="1364532" y="361198"/>
                </a:lnTo>
                <a:lnTo>
                  <a:pt x="1343349" y="361283"/>
                </a:lnTo>
                <a:lnTo>
                  <a:pt x="1322156" y="361379"/>
                </a:lnTo>
                <a:lnTo>
                  <a:pt x="1300972" y="361464"/>
                </a:lnTo>
                <a:lnTo>
                  <a:pt x="1279779" y="361540"/>
                </a:lnTo>
                <a:lnTo>
                  <a:pt x="1258595" y="361617"/>
                </a:lnTo>
                <a:lnTo>
                  <a:pt x="1237402" y="361693"/>
                </a:lnTo>
                <a:lnTo>
                  <a:pt x="1216219" y="361750"/>
                </a:lnTo>
                <a:lnTo>
                  <a:pt x="1195026" y="361817"/>
                </a:lnTo>
                <a:lnTo>
                  <a:pt x="1173842" y="361883"/>
                </a:lnTo>
                <a:lnTo>
                  <a:pt x="1152649" y="361940"/>
                </a:lnTo>
                <a:lnTo>
                  <a:pt x="1131465" y="361988"/>
                </a:lnTo>
                <a:lnTo>
                  <a:pt x="1110272" y="362045"/>
                </a:lnTo>
                <a:lnTo>
                  <a:pt x="1089089" y="362083"/>
                </a:lnTo>
                <a:lnTo>
                  <a:pt x="1067895" y="362131"/>
                </a:lnTo>
                <a:lnTo>
                  <a:pt x="1046712" y="362179"/>
                </a:lnTo>
                <a:lnTo>
                  <a:pt x="1025519" y="362207"/>
                </a:lnTo>
                <a:lnTo>
                  <a:pt x="1004335" y="362245"/>
                </a:lnTo>
                <a:lnTo>
                  <a:pt x="983142" y="362274"/>
                </a:lnTo>
                <a:lnTo>
                  <a:pt x="961958" y="362302"/>
                </a:lnTo>
                <a:lnTo>
                  <a:pt x="940765" y="362331"/>
                </a:lnTo>
                <a:lnTo>
                  <a:pt x="919582" y="362350"/>
                </a:lnTo>
                <a:lnTo>
                  <a:pt x="898388" y="362379"/>
                </a:lnTo>
                <a:lnTo>
                  <a:pt x="877205" y="362388"/>
                </a:lnTo>
                <a:lnTo>
                  <a:pt x="856012" y="362407"/>
                </a:lnTo>
                <a:lnTo>
                  <a:pt x="834828" y="362417"/>
                </a:lnTo>
                <a:lnTo>
                  <a:pt x="813635" y="362426"/>
                </a:lnTo>
                <a:lnTo>
                  <a:pt x="792451" y="362426"/>
                </a:lnTo>
                <a:lnTo>
                  <a:pt x="771258" y="362426"/>
                </a:lnTo>
                <a:lnTo>
                  <a:pt x="750065" y="362426"/>
                </a:lnTo>
                <a:lnTo>
                  <a:pt x="728882" y="362426"/>
                </a:lnTo>
                <a:lnTo>
                  <a:pt x="707688" y="362417"/>
                </a:lnTo>
                <a:lnTo>
                  <a:pt x="686505" y="362407"/>
                </a:lnTo>
                <a:lnTo>
                  <a:pt x="665312" y="362388"/>
                </a:lnTo>
                <a:lnTo>
                  <a:pt x="644128" y="362369"/>
                </a:lnTo>
                <a:lnTo>
                  <a:pt x="622935" y="362350"/>
                </a:lnTo>
                <a:lnTo>
                  <a:pt x="601751" y="362321"/>
                </a:lnTo>
                <a:lnTo>
                  <a:pt x="580558" y="362293"/>
                </a:lnTo>
                <a:lnTo>
                  <a:pt x="559375" y="362255"/>
                </a:lnTo>
                <a:lnTo>
                  <a:pt x="538182" y="362217"/>
                </a:lnTo>
                <a:lnTo>
                  <a:pt x="516998" y="362179"/>
                </a:lnTo>
                <a:lnTo>
                  <a:pt x="495805" y="362131"/>
                </a:lnTo>
                <a:lnTo>
                  <a:pt x="474621" y="362083"/>
                </a:lnTo>
                <a:lnTo>
                  <a:pt x="453428" y="362017"/>
                </a:lnTo>
                <a:lnTo>
                  <a:pt x="432245" y="361960"/>
                </a:lnTo>
                <a:lnTo>
                  <a:pt x="411051" y="361893"/>
                </a:lnTo>
                <a:lnTo>
                  <a:pt x="389868" y="361817"/>
                </a:lnTo>
                <a:lnTo>
                  <a:pt x="368675" y="361731"/>
                </a:lnTo>
                <a:lnTo>
                  <a:pt x="347491" y="361645"/>
                </a:lnTo>
                <a:lnTo>
                  <a:pt x="326307" y="361550"/>
                </a:lnTo>
                <a:lnTo>
                  <a:pt x="305114" y="361445"/>
                </a:lnTo>
                <a:lnTo>
                  <a:pt x="283931" y="361331"/>
                </a:lnTo>
                <a:lnTo>
                  <a:pt x="262738" y="361207"/>
                </a:lnTo>
                <a:lnTo>
                  <a:pt x="241554" y="361074"/>
                </a:lnTo>
                <a:lnTo>
                  <a:pt x="220361" y="360921"/>
                </a:lnTo>
                <a:lnTo>
                  <a:pt x="199177" y="360759"/>
                </a:lnTo>
                <a:lnTo>
                  <a:pt x="177994" y="360578"/>
                </a:lnTo>
                <a:lnTo>
                  <a:pt x="156810" y="360378"/>
                </a:lnTo>
                <a:lnTo>
                  <a:pt x="135617" y="360159"/>
                </a:lnTo>
                <a:lnTo>
                  <a:pt x="114433" y="359912"/>
                </a:lnTo>
                <a:lnTo>
                  <a:pt x="93250" y="359616"/>
                </a:lnTo>
                <a:lnTo>
                  <a:pt x="72066" y="359273"/>
                </a:lnTo>
                <a:lnTo>
                  <a:pt x="50892" y="358864"/>
                </a:lnTo>
                <a:lnTo>
                  <a:pt x="29718" y="358311"/>
                </a:lnTo>
                <a:lnTo>
                  <a:pt x="8582" y="357445"/>
                </a:lnTo>
                <a:lnTo>
                  <a:pt x="3924" y="346596"/>
                </a:lnTo>
                <a:lnTo>
                  <a:pt x="3648" y="333242"/>
                </a:lnTo>
                <a:lnTo>
                  <a:pt x="3372" y="319888"/>
                </a:lnTo>
                <a:lnTo>
                  <a:pt x="3086" y="306534"/>
                </a:lnTo>
                <a:lnTo>
                  <a:pt x="2810" y="293180"/>
                </a:lnTo>
                <a:lnTo>
                  <a:pt x="2524" y="279816"/>
                </a:lnTo>
                <a:lnTo>
                  <a:pt x="2248" y="266462"/>
                </a:lnTo>
                <a:lnTo>
                  <a:pt x="1962" y="253108"/>
                </a:lnTo>
                <a:lnTo>
                  <a:pt x="1686" y="239754"/>
                </a:lnTo>
                <a:lnTo>
                  <a:pt x="1400" y="226400"/>
                </a:lnTo>
                <a:lnTo>
                  <a:pt x="1124" y="213046"/>
                </a:lnTo>
                <a:lnTo>
                  <a:pt x="838" y="199692"/>
                </a:lnTo>
                <a:lnTo>
                  <a:pt x="562" y="186338"/>
                </a:lnTo>
                <a:lnTo>
                  <a:pt x="276" y="172984"/>
                </a:lnTo>
                <a:lnTo>
                  <a:pt x="0" y="159629"/>
                </a:lnTo>
                <a:lnTo>
                  <a:pt x="7772" y="150895"/>
                </a:lnTo>
                <a:lnTo>
                  <a:pt x="28908" y="149924"/>
                </a:lnTo>
                <a:lnTo>
                  <a:pt x="50054" y="149114"/>
                </a:lnTo>
                <a:lnTo>
                  <a:pt x="71218" y="148428"/>
                </a:lnTo>
                <a:lnTo>
                  <a:pt x="92383" y="147876"/>
                </a:lnTo>
                <a:lnTo>
                  <a:pt x="113567" y="147428"/>
                </a:lnTo>
                <a:lnTo>
                  <a:pt x="134741" y="147085"/>
                </a:lnTo>
                <a:lnTo>
                  <a:pt x="155924" y="146828"/>
                </a:lnTo>
                <a:lnTo>
                  <a:pt x="177117" y="146656"/>
                </a:lnTo>
                <a:lnTo>
                  <a:pt x="198301" y="146561"/>
                </a:lnTo>
                <a:lnTo>
                  <a:pt x="219494" y="146533"/>
                </a:lnTo>
                <a:lnTo>
                  <a:pt x="240678" y="146571"/>
                </a:lnTo>
                <a:lnTo>
                  <a:pt x="261871" y="146666"/>
                </a:lnTo>
                <a:lnTo>
                  <a:pt x="283054" y="146809"/>
                </a:lnTo>
                <a:lnTo>
                  <a:pt x="304238" y="147009"/>
                </a:lnTo>
                <a:lnTo>
                  <a:pt x="325422" y="147266"/>
                </a:lnTo>
                <a:lnTo>
                  <a:pt x="346605" y="147552"/>
                </a:lnTo>
                <a:lnTo>
                  <a:pt x="367789" y="147876"/>
                </a:lnTo>
                <a:lnTo>
                  <a:pt x="388972" y="148247"/>
                </a:lnTo>
                <a:lnTo>
                  <a:pt x="410147" y="148647"/>
                </a:lnTo>
                <a:lnTo>
                  <a:pt x="431330" y="149076"/>
                </a:lnTo>
                <a:lnTo>
                  <a:pt x="452504" y="149543"/>
                </a:lnTo>
                <a:lnTo>
                  <a:pt x="473678" y="150028"/>
                </a:lnTo>
                <a:lnTo>
                  <a:pt x="494852" y="150543"/>
                </a:lnTo>
                <a:lnTo>
                  <a:pt x="516026" y="151076"/>
                </a:lnTo>
                <a:lnTo>
                  <a:pt x="537191" y="151638"/>
                </a:lnTo>
                <a:lnTo>
                  <a:pt x="558365" y="152210"/>
                </a:lnTo>
                <a:lnTo>
                  <a:pt x="579530" y="152810"/>
                </a:lnTo>
                <a:lnTo>
                  <a:pt x="600694" y="153419"/>
                </a:lnTo>
                <a:lnTo>
                  <a:pt x="621859" y="154038"/>
                </a:lnTo>
                <a:lnTo>
                  <a:pt x="643023" y="154676"/>
                </a:lnTo>
                <a:lnTo>
                  <a:pt x="664188" y="155334"/>
                </a:lnTo>
                <a:lnTo>
                  <a:pt x="685352" y="155991"/>
                </a:lnTo>
                <a:lnTo>
                  <a:pt x="706517" y="156658"/>
                </a:lnTo>
                <a:lnTo>
                  <a:pt x="727672" y="157334"/>
                </a:lnTo>
                <a:lnTo>
                  <a:pt x="748836" y="158020"/>
                </a:lnTo>
                <a:lnTo>
                  <a:pt x="769991" y="158706"/>
                </a:lnTo>
                <a:lnTo>
                  <a:pt x="791156" y="159391"/>
                </a:lnTo>
                <a:lnTo>
                  <a:pt x="812311" y="160087"/>
                </a:lnTo>
                <a:lnTo>
                  <a:pt x="833476" y="160782"/>
                </a:lnTo>
                <a:lnTo>
                  <a:pt x="854631" y="161468"/>
                </a:lnTo>
                <a:lnTo>
                  <a:pt x="875795" y="162163"/>
                </a:lnTo>
                <a:lnTo>
                  <a:pt x="896960" y="162849"/>
                </a:lnTo>
                <a:lnTo>
                  <a:pt x="918115" y="163535"/>
                </a:lnTo>
                <a:lnTo>
                  <a:pt x="939279" y="164221"/>
                </a:lnTo>
                <a:lnTo>
                  <a:pt x="960434" y="164887"/>
                </a:lnTo>
                <a:lnTo>
                  <a:pt x="981599" y="165554"/>
                </a:lnTo>
                <a:lnTo>
                  <a:pt x="1002763" y="166211"/>
                </a:lnTo>
                <a:lnTo>
                  <a:pt x="1023928" y="166849"/>
                </a:lnTo>
                <a:lnTo>
                  <a:pt x="1045093" y="167488"/>
                </a:lnTo>
                <a:lnTo>
                  <a:pt x="1066257" y="168107"/>
                </a:lnTo>
                <a:lnTo>
                  <a:pt x="1087422" y="168716"/>
                </a:lnTo>
                <a:lnTo>
                  <a:pt x="1108596" y="169297"/>
                </a:lnTo>
                <a:lnTo>
                  <a:pt x="1129760" y="169869"/>
                </a:lnTo>
                <a:lnTo>
                  <a:pt x="1150934" y="170412"/>
                </a:lnTo>
                <a:lnTo>
                  <a:pt x="1172108" y="170945"/>
                </a:lnTo>
                <a:lnTo>
                  <a:pt x="1193282" y="171440"/>
                </a:lnTo>
                <a:lnTo>
                  <a:pt x="1214457" y="171917"/>
                </a:lnTo>
                <a:lnTo>
                  <a:pt x="1235631" y="172364"/>
                </a:lnTo>
                <a:lnTo>
                  <a:pt x="1256805" y="172774"/>
                </a:lnTo>
                <a:lnTo>
                  <a:pt x="1277988" y="173155"/>
                </a:lnTo>
                <a:lnTo>
                  <a:pt x="1299172" y="173507"/>
                </a:lnTo>
                <a:lnTo>
                  <a:pt x="1320356" y="173812"/>
                </a:lnTo>
                <a:lnTo>
                  <a:pt x="1341539" y="174069"/>
                </a:lnTo>
                <a:lnTo>
                  <a:pt x="1362723" y="174288"/>
                </a:lnTo>
                <a:lnTo>
                  <a:pt x="1383906" y="174450"/>
                </a:lnTo>
                <a:lnTo>
                  <a:pt x="1405099" y="174565"/>
                </a:lnTo>
                <a:lnTo>
                  <a:pt x="1426283" y="174612"/>
                </a:lnTo>
                <a:lnTo>
                  <a:pt x="1447476" y="174603"/>
                </a:lnTo>
                <a:lnTo>
                  <a:pt x="1468660" y="174517"/>
                </a:lnTo>
                <a:lnTo>
                  <a:pt x="1489853" y="174355"/>
                </a:lnTo>
                <a:lnTo>
                  <a:pt x="1511036" y="174107"/>
                </a:lnTo>
                <a:lnTo>
                  <a:pt x="1532220" y="173774"/>
                </a:lnTo>
                <a:lnTo>
                  <a:pt x="1553394" y="173326"/>
                </a:lnTo>
                <a:lnTo>
                  <a:pt x="1574559" y="172764"/>
                </a:lnTo>
                <a:lnTo>
                  <a:pt x="1595723" y="172079"/>
                </a:lnTo>
                <a:lnTo>
                  <a:pt x="1616869" y="171250"/>
                </a:lnTo>
                <a:lnTo>
                  <a:pt x="1638005" y="170259"/>
                </a:lnTo>
                <a:lnTo>
                  <a:pt x="1659103" y="169078"/>
                </a:lnTo>
                <a:lnTo>
                  <a:pt x="1680181" y="167688"/>
                </a:lnTo>
                <a:lnTo>
                  <a:pt x="1701203" y="166040"/>
                </a:lnTo>
                <a:lnTo>
                  <a:pt x="1722168" y="164106"/>
                </a:lnTo>
                <a:lnTo>
                  <a:pt x="1743037" y="161811"/>
                </a:lnTo>
                <a:lnTo>
                  <a:pt x="1763782" y="159077"/>
                </a:lnTo>
                <a:lnTo>
                  <a:pt x="1784318" y="155800"/>
                </a:lnTo>
                <a:lnTo>
                  <a:pt x="1804540" y="151819"/>
                </a:lnTo>
                <a:lnTo>
                  <a:pt x="1824218" y="146876"/>
                </a:lnTo>
                <a:lnTo>
                  <a:pt x="1842907" y="140608"/>
                </a:lnTo>
                <a:lnTo>
                  <a:pt x="1859613" y="132436"/>
                </a:lnTo>
                <a:lnTo>
                  <a:pt x="1872091" y="121720"/>
                </a:lnTo>
                <a:lnTo>
                  <a:pt x="1877120" y="108852"/>
                </a:lnTo>
                <a:lnTo>
                  <a:pt x="1891322" y="102156"/>
                </a:lnTo>
                <a:lnTo>
                  <a:pt x="1911258" y="97641"/>
                </a:lnTo>
                <a:lnTo>
                  <a:pt x="1930927" y="92688"/>
                </a:lnTo>
                <a:lnTo>
                  <a:pt x="1950349" y="87335"/>
                </a:lnTo>
                <a:lnTo>
                  <a:pt x="1969513" y="81639"/>
                </a:lnTo>
                <a:lnTo>
                  <a:pt x="1988429" y="75619"/>
                </a:lnTo>
                <a:lnTo>
                  <a:pt x="2007089" y="69294"/>
                </a:lnTo>
                <a:lnTo>
                  <a:pt x="2025482" y="62675"/>
                </a:lnTo>
                <a:lnTo>
                  <a:pt x="2043617" y="55769"/>
                </a:lnTo>
                <a:lnTo>
                  <a:pt x="2061477" y="48578"/>
                </a:lnTo>
                <a:lnTo>
                  <a:pt x="2079050" y="41119"/>
                </a:lnTo>
                <a:lnTo>
                  <a:pt x="2096338" y="33404"/>
                </a:lnTo>
                <a:lnTo>
                  <a:pt x="2113331" y="25422"/>
                </a:lnTo>
                <a:lnTo>
                  <a:pt x="2130019" y="17193"/>
                </a:lnTo>
                <a:lnTo>
                  <a:pt x="2146392" y="8715"/>
                </a:lnTo>
                <a:lnTo>
                  <a:pt x="216245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EB0D333D-DB32-4765-BF29-12494844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698" y="2471738"/>
            <a:ext cx="2162623" cy="1363113"/>
          </a:xfrm>
          <a:custGeom xmlns:a="http://schemas.openxmlformats.org/drawingml/2006/main">
            <a:pathLst>
              <a:path w="2162623" h="1363113">
                <a:moveTo>
                  <a:pt x="0" y="1363113"/>
                </a:moveTo>
                <a:lnTo>
                  <a:pt x="34719" y="1363113"/>
                </a:lnTo>
                <a:lnTo>
                  <a:pt x="69447" y="1363113"/>
                </a:lnTo>
                <a:lnTo>
                  <a:pt x="104165" y="1363113"/>
                </a:lnTo>
                <a:lnTo>
                  <a:pt x="138894" y="1363113"/>
                </a:lnTo>
                <a:lnTo>
                  <a:pt x="173612" y="1363113"/>
                </a:lnTo>
                <a:lnTo>
                  <a:pt x="208340" y="1363113"/>
                </a:lnTo>
                <a:lnTo>
                  <a:pt x="243059" y="1363113"/>
                </a:lnTo>
                <a:lnTo>
                  <a:pt x="277787" y="1363113"/>
                </a:lnTo>
                <a:lnTo>
                  <a:pt x="312506" y="1363113"/>
                </a:lnTo>
                <a:lnTo>
                  <a:pt x="347234" y="1363113"/>
                </a:lnTo>
                <a:lnTo>
                  <a:pt x="381953" y="1363113"/>
                </a:lnTo>
                <a:lnTo>
                  <a:pt x="416681" y="1363113"/>
                </a:lnTo>
                <a:lnTo>
                  <a:pt x="451399" y="1363113"/>
                </a:lnTo>
                <a:lnTo>
                  <a:pt x="486127" y="1363113"/>
                </a:lnTo>
                <a:lnTo>
                  <a:pt x="520846" y="1363113"/>
                </a:lnTo>
                <a:lnTo>
                  <a:pt x="555574" y="1363113"/>
                </a:lnTo>
                <a:lnTo>
                  <a:pt x="590293" y="1363113"/>
                </a:lnTo>
                <a:lnTo>
                  <a:pt x="625021" y="1363113"/>
                </a:lnTo>
                <a:lnTo>
                  <a:pt x="659740" y="1363113"/>
                </a:lnTo>
                <a:lnTo>
                  <a:pt x="694468" y="1363113"/>
                </a:lnTo>
                <a:lnTo>
                  <a:pt x="729186" y="1363113"/>
                </a:lnTo>
                <a:lnTo>
                  <a:pt x="763915" y="1363113"/>
                </a:lnTo>
                <a:lnTo>
                  <a:pt x="798633" y="1363113"/>
                </a:lnTo>
                <a:lnTo>
                  <a:pt x="833361" y="1363113"/>
                </a:lnTo>
                <a:lnTo>
                  <a:pt x="868080" y="1363113"/>
                </a:lnTo>
                <a:lnTo>
                  <a:pt x="902808" y="1363113"/>
                </a:lnTo>
                <a:lnTo>
                  <a:pt x="937527" y="1363113"/>
                </a:lnTo>
                <a:lnTo>
                  <a:pt x="972255" y="1363113"/>
                </a:lnTo>
                <a:lnTo>
                  <a:pt x="1006973" y="1363113"/>
                </a:lnTo>
                <a:lnTo>
                  <a:pt x="1041692" y="1363113"/>
                </a:lnTo>
                <a:lnTo>
                  <a:pt x="1076420" y="1363113"/>
                </a:lnTo>
                <a:lnTo>
                  <a:pt x="1111139" y="1363113"/>
                </a:lnTo>
                <a:lnTo>
                  <a:pt x="1145867" y="1363113"/>
                </a:lnTo>
                <a:lnTo>
                  <a:pt x="1180586" y="1363113"/>
                </a:lnTo>
                <a:lnTo>
                  <a:pt x="1215314" y="1363113"/>
                </a:lnTo>
                <a:lnTo>
                  <a:pt x="1250032" y="1363113"/>
                </a:lnTo>
                <a:lnTo>
                  <a:pt x="1284761" y="1363113"/>
                </a:lnTo>
                <a:lnTo>
                  <a:pt x="1319479" y="1363113"/>
                </a:lnTo>
                <a:lnTo>
                  <a:pt x="1354207" y="1363113"/>
                </a:lnTo>
                <a:lnTo>
                  <a:pt x="1388926" y="1363113"/>
                </a:lnTo>
                <a:lnTo>
                  <a:pt x="1423654" y="1363113"/>
                </a:lnTo>
                <a:lnTo>
                  <a:pt x="1458030" y="1360646"/>
                </a:lnTo>
                <a:lnTo>
                  <a:pt x="1492225" y="1356827"/>
                </a:lnTo>
                <a:lnTo>
                  <a:pt x="1526410" y="1353007"/>
                </a:lnTo>
                <a:lnTo>
                  <a:pt x="1560595" y="1349178"/>
                </a:lnTo>
                <a:lnTo>
                  <a:pt x="1594790" y="1345359"/>
                </a:lnTo>
                <a:lnTo>
                  <a:pt x="1628975" y="1341530"/>
                </a:lnTo>
                <a:lnTo>
                  <a:pt x="1663170" y="1337710"/>
                </a:lnTo>
                <a:lnTo>
                  <a:pt x="1697355" y="1333891"/>
                </a:lnTo>
                <a:lnTo>
                  <a:pt x="1723454" y="1320498"/>
                </a:lnTo>
                <a:lnTo>
                  <a:pt x="1747552" y="1304735"/>
                </a:lnTo>
                <a:lnTo>
                  <a:pt x="1771640" y="1288980"/>
                </a:lnTo>
                <a:lnTo>
                  <a:pt x="1795739" y="1273216"/>
                </a:lnTo>
                <a:lnTo>
                  <a:pt x="1819827" y="1257462"/>
                </a:lnTo>
                <a:lnTo>
                  <a:pt x="1843926" y="1241698"/>
                </a:lnTo>
                <a:lnTo>
                  <a:pt x="1868024" y="1225944"/>
                </a:lnTo>
                <a:lnTo>
                  <a:pt x="1892113" y="1210180"/>
                </a:lnTo>
                <a:lnTo>
                  <a:pt x="1916211" y="1194416"/>
                </a:lnTo>
                <a:lnTo>
                  <a:pt x="1940300" y="1178662"/>
                </a:lnTo>
                <a:lnTo>
                  <a:pt x="1964398" y="1162898"/>
                </a:lnTo>
                <a:lnTo>
                  <a:pt x="1988487" y="1147143"/>
                </a:lnTo>
                <a:lnTo>
                  <a:pt x="2012585" y="1131380"/>
                </a:lnTo>
                <a:lnTo>
                  <a:pt x="2036683" y="1115616"/>
                </a:lnTo>
                <a:lnTo>
                  <a:pt x="2060772" y="1099861"/>
                </a:lnTo>
                <a:lnTo>
                  <a:pt x="2084870" y="1084097"/>
                </a:lnTo>
                <a:lnTo>
                  <a:pt x="2108959" y="1068343"/>
                </a:lnTo>
                <a:lnTo>
                  <a:pt x="2133057" y="1052579"/>
                </a:lnTo>
                <a:lnTo>
                  <a:pt x="2157155" y="1036825"/>
                </a:lnTo>
                <a:lnTo>
                  <a:pt x="2162623" y="1016327"/>
                </a:lnTo>
                <a:lnTo>
                  <a:pt x="2162623" y="994439"/>
                </a:lnTo>
                <a:lnTo>
                  <a:pt x="2162623" y="972550"/>
                </a:lnTo>
                <a:lnTo>
                  <a:pt x="2162623" y="950671"/>
                </a:lnTo>
                <a:lnTo>
                  <a:pt x="2162623" y="928783"/>
                </a:lnTo>
                <a:lnTo>
                  <a:pt x="2162623" y="906894"/>
                </a:lnTo>
                <a:lnTo>
                  <a:pt x="2162623" y="885006"/>
                </a:lnTo>
                <a:lnTo>
                  <a:pt x="2162623" y="863117"/>
                </a:lnTo>
                <a:lnTo>
                  <a:pt x="2162623" y="841238"/>
                </a:lnTo>
                <a:lnTo>
                  <a:pt x="2162623" y="819350"/>
                </a:lnTo>
                <a:lnTo>
                  <a:pt x="2162623" y="797462"/>
                </a:lnTo>
                <a:lnTo>
                  <a:pt x="2162623" y="775573"/>
                </a:lnTo>
                <a:lnTo>
                  <a:pt x="2162623" y="753694"/>
                </a:lnTo>
                <a:lnTo>
                  <a:pt x="2162623" y="731806"/>
                </a:lnTo>
                <a:lnTo>
                  <a:pt x="2162623" y="709917"/>
                </a:lnTo>
                <a:lnTo>
                  <a:pt x="2162623" y="688029"/>
                </a:lnTo>
                <a:lnTo>
                  <a:pt x="2162623" y="666140"/>
                </a:lnTo>
                <a:lnTo>
                  <a:pt x="2162623" y="644261"/>
                </a:lnTo>
                <a:lnTo>
                  <a:pt x="2162623" y="622373"/>
                </a:lnTo>
                <a:lnTo>
                  <a:pt x="2162623" y="600485"/>
                </a:lnTo>
                <a:lnTo>
                  <a:pt x="2162623" y="578596"/>
                </a:lnTo>
                <a:lnTo>
                  <a:pt x="2162623" y="556717"/>
                </a:lnTo>
                <a:lnTo>
                  <a:pt x="2162623" y="534829"/>
                </a:lnTo>
                <a:lnTo>
                  <a:pt x="2162623" y="512940"/>
                </a:lnTo>
                <a:lnTo>
                  <a:pt x="2162623" y="491052"/>
                </a:lnTo>
                <a:lnTo>
                  <a:pt x="2162623" y="469163"/>
                </a:lnTo>
                <a:lnTo>
                  <a:pt x="2162623" y="447284"/>
                </a:lnTo>
                <a:lnTo>
                  <a:pt x="2162623" y="425396"/>
                </a:lnTo>
                <a:lnTo>
                  <a:pt x="2162623" y="403508"/>
                </a:lnTo>
                <a:lnTo>
                  <a:pt x="2162623" y="381619"/>
                </a:lnTo>
                <a:lnTo>
                  <a:pt x="2162623" y="359740"/>
                </a:lnTo>
                <a:lnTo>
                  <a:pt x="2162623" y="337852"/>
                </a:lnTo>
                <a:lnTo>
                  <a:pt x="2162623" y="315963"/>
                </a:lnTo>
                <a:lnTo>
                  <a:pt x="2162623" y="294075"/>
                </a:lnTo>
                <a:lnTo>
                  <a:pt x="2162623" y="272186"/>
                </a:lnTo>
                <a:lnTo>
                  <a:pt x="2162623" y="250307"/>
                </a:lnTo>
                <a:lnTo>
                  <a:pt x="2162623" y="228419"/>
                </a:lnTo>
                <a:lnTo>
                  <a:pt x="2162623" y="206531"/>
                </a:lnTo>
                <a:lnTo>
                  <a:pt x="2162623" y="184642"/>
                </a:lnTo>
                <a:lnTo>
                  <a:pt x="2162623" y="162763"/>
                </a:lnTo>
                <a:lnTo>
                  <a:pt x="2162623" y="140875"/>
                </a:lnTo>
                <a:lnTo>
                  <a:pt x="2162623" y="118986"/>
                </a:lnTo>
                <a:lnTo>
                  <a:pt x="2162623" y="97098"/>
                </a:lnTo>
                <a:lnTo>
                  <a:pt x="2162623" y="75219"/>
                </a:lnTo>
                <a:lnTo>
                  <a:pt x="2162623" y="53330"/>
                </a:lnTo>
                <a:lnTo>
                  <a:pt x="2162623" y="31442"/>
                </a:lnTo>
                <a:lnTo>
                  <a:pt x="2162623" y="9554"/>
                </a:lnTo>
                <a:lnTo>
                  <a:pt x="2143058" y="0"/>
                </a:lnTo>
                <a:lnTo>
                  <a:pt x="2108330" y="0"/>
                </a:lnTo>
                <a:lnTo>
                  <a:pt x="2073612" y="0"/>
                </a:lnTo>
                <a:lnTo>
                  <a:pt x="2038893" y="0"/>
                </a:lnTo>
                <a:lnTo>
                  <a:pt x="2004165" y="0"/>
                </a:lnTo>
                <a:lnTo>
                  <a:pt x="1969446" y="0"/>
                </a:lnTo>
                <a:lnTo>
                  <a:pt x="1934718" y="0"/>
                </a:lnTo>
                <a:lnTo>
                  <a:pt x="1899999" y="0"/>
                </a:lnTo>
                <a:lnTo>
                  <a:pt x="1865271" y="0"/>
                </a:lnTo>
                <a:lnTo>
                  <a:pt x="1830553" y="0"/>
                </a:lnTo>
                <a:lnTo>
                  <a:pt x="1795824" y="0"/>
                </a:lnTo>
                <a:lnTo>
                  <a:pt x="1761106" y="0"/>
                </a:lnTo>
                <a:lnTo>
                  <a:pt x="1726378" y="0"/>
                </a:lnTo>
                <a:lnTo>
                  <a:pt x="1691659" y="0"/>
                </a:lnTo>
                <a:lnTo>
                  <a:pt x="1656931" y="0"/>
                </a:lnTo>
                <a:lnTo>
                  <a:pt x="1622212" y="0"/>
                </a:lnTo>
                <a:lnTo>
                  <a:pt x="1587484" y="0"/>
                </a:lnTo>
                <a:lnTo>
                  <a:pt x="1552766" y="0"/>
                </a:lnTo>
                <a:lnTo>
                  <a:pt x="1518037" y="0"/>
                </a:lnTo>
                <a:lnTo>
                  <a:pt x="1483319" y="0"/>
                </a:lnTo>
                <a:lnTo>
                  <a:pt x="1448591" y="0"/>
                </a:lnTo>
                <a:lnTo>
                  <a:pt x="1413872" y="0"/>
                </a:lnTo>
                <a:lnTo>
                  <a:pt x="1379144" y="0"/>
                </a:lnTo>
                <a:lnTo>
                  <a:pt x="1344425" y="0"/>
                </a:lnTo>
                <a:lnTo>
                  <a:pt x="1309697" y="0"/>
                </a:lnTo>
                <a:lnTo>
                  <a:pt x="1274978" y="0"/>
                </a:lnTo>
                <a:lnTo>
                  <a:pt x="1240250" y="0"/>
                </a:lnTo>
                <a:lnTo>
                  <a:pt x="1205532" y="0"/>
                </a:lnTo>
                <a:lnTo>
                  <a:pt x="1170803" y="0"/>
                </a:lnTo>
                <a:lnTo>
                  <a:pt x="1136085" y="0"/>
                </a:lnTo>
                <a:lnTo>
                  <a:pt x="1101357" y="0"/>
                </a:lnTo>
                <a:lnTo>
                  <a:pt x="1066638" y="0"/>
                </a:lnTo>
                <a:lnTo>
                  <a:pt x="1031919" y="0"/>
                </a:lnTo>
                <a:lnTo>
                  <a:pt x="997191" y="0"/>
                </a:lnTo>
                <a:lnTo>
                  <a:pt x="962473" y="0"/>
                </a:lnTo>
                <a:lnTo>
                  <a:pt x="927745" y="0"/>
                </a:lnTo>
                <a:lnTo>
                  <a:pt x="893026" y="0"/>
                </a:lnTo>
                <a:lnTo>
                  <a:pt x="858298" y="0"/>
                </a:lnTo>
                <a:lnTo>
                  <a:pt x="823579" y="0"/>
                </a:lnTo>
                <a:lnTo>
                  <a:pt x="788851" y="0"/>
                </a:lnTo>
                <a:lnTo>
                  <a:pt x="754132" y="0"/>
                </a:lnTo>
                <a:lnTo>
                  <a:pt x="719404" y="0"/>
                </a:lnTo>
                <a:lnTo>
                  <a:pt x="684686" y="0"/>
                </a:lnTo>
                <a:lnTo>
                  <a:pt x="649957" y="0"/>
                </a:lnTo>
                <a:lnTo>
                  <a:pt x="615239" y="0"/>
                </a:lnTo>
                <a:lnTo>
                  <a:pt x="580511" y="0"/>
                </a:lnTo>
                <a:lnTo>
                  <a:pt x="545792" y="0"/>
                </a:lnTo>
                <a:lnTo>
                  <a:pt x="511064" y="0"/>
                </a:lnTo>
                <a:lnTo>
                  <a:pt x="476345" y="0"/>
                </a:lnTo>
                <a:lnTo>
                  <a:pt x="441617" y="0"/>
                </a:lnTo>
                <a:lnTo>
                  <a:pt x="406898" y="0"/>
                </a:lnTo>
                <a:lnTo>
                  <a:pt x="372170" y="0"/>
                </a:lnTo>
                <a:lnTo>
                  <a:pt x="337452" y="0"/>
                </a:lnTo>
                <a:lnTo>
                  <a:pt x="302724" y="0"/>
                </a:lnTo>
                <a:lnTo>
                  <a:pt x="268005" y="0"/>
                </a:lnTo>
                <a:lnTo>
                  <a:pt x="233277" y="0"/>
                </a:lnTo>
                <a:lnTo>
                  <a:pt x="198558" y="0"/>
                </a:lnTo>
                <a:lnTo>
                  <a:pt x="163830" y="0"/>
                </a:lnTo>
                <a:lnTo>
                  <a:pt x="129111" y="0"/>
                </a:lnTo>
                <a:lnTo>
                  <a:pt x="94383" y="0"/>
                </a:lnTo>
                <a:lnTo>
                  <a:pt x="59665" y="0"/>
                </a:lnTo>
                <a:lnTo>
                  <a:pt x="24946" y="0"/>
                </a:lnTo>
                <a:lnTo>
                  <a:pt x="0" y="6163"/>
                </a:lnTo>
                <a:lnTo>
                  <a:pt x="0" y="28051"/>
                </a:lnTo>
                <a:lnTo>
                  <a:pt x="0" y="49940"/>
                </a:lnTo>
                <a:lnTo>
                  <a:pt x="0" y="71828"/>
                </a:lnTo>
                <a:lnTo>
                  <a:pt x="0" y="93707"/>
                </a:lnTo>
                <a:lnTo>
                  <a:pt x="0" y="115595"/>
                </a:lnTo>
                <a:lnTo>
                  <a:pt x="0" y="137484"/>
                </a:lnTo>
                <a:lnTo>
                  <a:pt x="0" y="159372"/>
                </a:lnTo>
                <a:lnTo>
                  <a:pt x="0" y="181251"/>
                </a:lnTo>
                <a:lnTo>
                  <a:pt x="0" y="203140"/>
                </a:lnTo>
                <a:lnTo>
                  <a:pt x="0" y="225028"/>
                </a:lnTo>
                <a:lnTo>
                  <a:pt x="0" y="246917"/>
                </a:lnTo>
                <a:lnTo>
                  <a:pt x="0" y="268805"/>
                </a:lnTo>
                <a:lnTo>
                  <a:pt x="0" y="290684"/>
                </a:lnTo>
                <a:lnTo>
                  <a:pt x="0" y="312572"/>
                </a:lnTo>
                <a:lnTo>
                  <a:pt x="0" y="334461"/>
                </a:lnTo>
                <a:lnTo>
                  <a:pt x="0" y="356349"/>
                </a:lnTo>
                <a:lnTo>
                  <a:pt x="0" y="378228"/>
                </a:lnTo>
                <a:lnTo>
                  <a:pt x="0" y="400117"/>
                </a:lnTo>
                <a:lnTo>
                  <a:pt x="0" y="422005"/>
                </a:lnTo>
                <a:lnTo>
                  <a:pt x="0" y="443894"/>
                </a:lnTo>
                <a:lnTo>
                  <a:pt x="0" y="465782"/>
                </a:lnTo>
                <a:lnTo>
                  <a:pt x="0" y="487661"/>
                </a:lnTo>
                <a:lnTo>
                  <a:pt x="0" y="509549"/>
                </a:lnTo>
                <a:lnTo>
                  <a:pt x="0" y="531438"/>
                </a:lnTo>
                <a:lnTo>
                  <a:pt x="0" y="553326"/>
                </a:lnTo>
                <a:lnTo>
                  <a:pt x="0" y="575205"/>
                </a:lnTo>
                <a:lnTo>
                  <a:pt x="0" y="597094"/>
                </a:lnTo>
                <a:lnTo>
                  <a:pt x="0" y="618982"/>
                </a:lnTo>
                <a:lnTo>
                  <a:pt x="0" y="640871"/>
                </a:lnTo>
                <a:lnTo>
                  <a:pt x="0" y="662759"/>
                </a:lnTo>
                <a:lnTo>
                  <a:pt x="0" y="684638"/>
                </a:lnTo>
                <a:lnTo>
                  <a:pt x="0" y="706526"/>
                </a:lnTo>
                <a:lnTo>
                  <a:pt x="0" y="728415"/>
                </a:lnTo>
                <a:lnTo>
                  <a:pt x="0" y="750303"/>
                </a:lnTo>
                <a:lnTo>
                  <a:pt x="0" y="772182"/>
                </a:lnTo>
                <a:lnTo>
                  <a:pt x="0" y="794071"/>
                </a:lnTo>
                <a:lnTo>
                  <a:pt x="0" y="815959"/>
                </a:lnTo>
                <a:lnTo>
                  <a:pt x="0" y="837848"/>
                </a:lnTo>
                <a:lnTo>
                  <a:pt x="0" y="859736"/>
                </a:lnTo>
                <a:lnTo>
                  <a:pt x="0" y="881615"/>
                </a:lnTo>
                <a:lnTo>
                  <a:pt x="0" y="903503"/>
                </a:lnTo>
                <a:lnTo>
                  <a:pt x="0" y="925392"/>
                </a:lnTo>
                <a:lnTo>
                  <a:pt x="0" y="947280"/>
                </a:lnTo>
                <a:lnTo>
                  <a:pt x="0" y="969159"/>
                </a:lnTo>
                <a:lnTo>
                  <a:pt x="0" y="991048"/>
                </a:lnTo>
                <a:lnTo>
                  <a:pt x="0" y="1012936"/>
                </a:lnTo>
                <a:lnTo>
                  <a:pt x="0" y="1034825"/>
                </a:lnTo>
                <a:lnTo>
                  <a:pt x="0" y="1056713"/>
                </a:lnTo>
                <a:lnTo>
                  <a:pt x="0" y="1078592"/>
                </a:lnTo>
                <a:lnTo>
                  <a:pt x="0" y="1100480"/>
                </a:lnTo>
                <a:lnTo>
                  <a:pt x="0" y="1122369"/>
                </a:lnTo>
                <a:lnTo>
                  <a:pt x="0" y="1144257"/>
                </a:lnTo>
                <a:lnTo>
                  <a:pt x="0" y="1166136"/>
                </a:lnTo>
                <a:lnTo>
                  <a:pt x="0" y="1188025"/>
                </a:lnTo>
                <a:lnTo>
                  <a:pt x="0" y="1209913"/>
                </a:lnTo>
                <a:lnTo>
                  <a:pt x="0" y="1231802"/>
                </a:lnTo>
                <a:lnTo>
                  <a:pt x="0" y="1253690"/>
                </a:lnTo>
                <a:lnTo>
                  <a:pt x="0" y="1275569"/>
                </a:lnTo>
                <a:lnTo>
                  <a:pt x="0" y="1297457"/>
                </a:lnTo>
                <a:lnTo>
                  <a:pt x="0" y="1319346"/>
                </a:lnTo>
                <a:lnTo>
                  <a:pt x="0" y="1341234"/>
                </a:lnTo>
                <a:lnTo>
                  <a:pt x="0" y="136311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1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1C5207D4-665D-45C8-839A-9320D2DE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698" y="2471738"/>
            <a:ext cx="2162623" cy="2344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93C6877F-5E49-40AA-BC88-A0D0DEB9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0545" y="3504981"/>
            <a:ext cx="796776" cy="330127"/>
          </a:xfrm>
          <a:custGeom xmlns:a="http://schemas.openxmlformats.org/drawingml/2006/main">
            <a:pathLst>
              <a:path w="796776" h="330127">
                <a:moveTo>
                  <a:pt x="796776" y="0"/>
                </a:moveTo>
                <a:lnTo>
                  <a:pt x="795823" y="5477"/>
                </a:lnTo>
                <a:lnTo>
                  <a:pt x="794585" y="10925"/>
                </a:lnTo>
                <a:lnTo>
                  <a:pt x="793128" y="16364"/>
                </a:lnTo>
                <a:lnTo>
                  <a:pt x="791489" y="21774"/>
                </a:lnTo>
                <a:lnTo>
                  <a:pt x="789689" y="27165"/>
                </a:lnTo>
                <a:lnTo>
                  <a:pt x="787727" y="32528"/>
                </a:lnTo>
                <a:lnTo>
                  <a:pt x="785622" y="37871"/>
                </a:lnTo>
                <a:lnTo>
                  <a:pt x="783374" y="43196"/>
                </a:lnTo>
                <a:lnTo>
                  <a:pt x="780983" y="48501"/>
                </a:lnTo>
                <a:lnTo>
                  <a:pt x="778459" y="53769"/>
                </a:lnTo>
                <a:lnTo>
                  <a:pt x="775802" y="59017"/>
                </a:lnTo>
                <a:lnTo>
                  <a:pt x="773011" y="64237"/>
                </a:lnTo>
                <a:lnTo>
                  <a:pt x="770087" y="69428"/>
                </a:lnTo>
                <a:lnTo>
                  <a:pt x="767039" y="74590"/>
                </a:lnTo>
                <a:lnTo>
                  <a:pt x="763867" y="79724"/>
                </a:lnTo>
                <a:lnTo>
                  <a:pt x="760571" y="84830"/>
                </a:lnTo>
                <a:lnTo>
                  <a:pt x="757152" y="89897"/>
                </a:lnTo>
                <a:lnTo>
                  <a:pt x="753608" y="94936"/>
                </a:lnTo>
                <a:lnTo>
                  <a:pt x="749941" y="99936"/>
                </a:lnTo>
                <a:lnTo>
                  <a:pt x="746160" y="104899"/>
                </a:lnTo>
                <a:lnTo>
                  <a:pt x="742255" y="109823"/>
                </a:lnTo>
                <a:lnTo>
                  <a:pt x="738226" y="114719"/>
                </a:lnTo>
                <a:lnTo>
                  <a:pt x="734082" y="119567"/>
                </a:lnTo>
                <a:lnTo>
                  <a:pt x="729825" y="124377"/>
                </a:lnTo>
                <a:lnTo>
                  <a:pt x="725443" y="129140"/>
                </a:lnTo>
                <a:lnTo>
                  <a:pt x="720947" y="133874"/>
                </a:lnTo>
                <a:lnTo>
                  <a:pt x="716337" y="138551"/>
                </a:lnTo>
                <a:lnTo>
                  <a:pt x="711622" y="143189"/>
                </a:lnTo>
                <a:lnTo>
                  <a:pt x="706784" y="147771"/>
                </a:lnTo>
                <a:lnTo>
                  <a:pt x="701840" y="152314"/>
                </a:lnTo>
                <a:lnTo>
                  <a:pt x="696782" y="156810"/>
                </a:lnTo>
                <a:lnTo>
                  <a:pt x="691610" y="161249"/>
                </a:lnTo>
                <a:lnTo>
                  <a:pt x="686333" y="165640"/>
                </a:lnTo>
                <a:lnTo>
                  <a:pt x="680952" y="169983"/>
                </a:lnTo>
                <a:lnTo>
                  <a:pt x="675465" y="174269"/>
                </a:lnTo>
                <a:lnTo>
                  <a:pt x="669874" y="178508"/>
                </a:lnTo>
                <a:lnTo>
                  <a:pt x="664178" y="182680"/>
                </a:lnTo>
                <a:lnTo>
                  <a:pt x="658387" y="186804"/>
                </a:lnTo>
                <a:lnTo>
                  <a:pt x="652491" y="190871"/>
                </a:lnTo>
                <a:lnTo>
                  <a:pt x="646490" y="194882"/>
                </a:lnTo>
                <a:lnTo>
                  <a:pt x="640404" y="198834"/>
                </a:lnTo>
                <a:lnTo>
                  <a:pt x="634213" y="202721"/>
                </a:lnTo>
                <a:lnTo>
                  <a:pt x="627936" y="206550"/>
                </a:lnTo>
                <a:lnTo>
                  <a:pt x="621563" y="210322"/>
                </a:lnTo>
                <a:lnTo>
                  <a:pt x="615105" y="214036"/>
                </a:lnTo>
                <a:lnTo>
                  <a:pt x="608562" y="217684"/>
                </a:lnTo>
                <a:lnTo>
                  <a:pt x="601923" y="221266"/>
                </a:lnTo>
                <a:lnTo>
                  <a:pt x="595208" y="224800"/>
                </a:lnTo>
                <a:lnTo>
                  <a:pt x="588407" y="228257"/>
                </a:lnTo>
                <a:lnTo>
                  <a:pt x="581530" y="231658"/>
                </a:lnTo>
                <a:lnTo>
                  <a:pt x="574577" y="234991"/>
                </a:lnTo>
                <a:lnTo>
                  <a:pt x="567547" y="238258"/>
                </a:lnTo>
                <a:lnTo>
                  <a:pt x="560441" y="241468"/>
                </a:lnTo>
                <a:lnTo>
                  <a:pt x="553260" y="244612"/>
                </a:lnTo>
                <a:lnTo>
                  <a:pt x="546011" y="247688"/>
                </a:lnTo>
                <a:lnTo>
                  <a:pt x="538696" y="250708"/>
                </a:lnTo>
                <a:lnTo>
                  <a:pt x="531324" y="253660"/>
                </a:lnTo>
                <a:lnTo>
                  <a:pt x="523875" y="256546"/>
                </a:lnTo>
                <a:lnTo>
                  <a:pt x="516369" y="259366"/>
                </a:lnTo>
                <a:lnTo>
                  <a:pt x="508806" y="262128"/>
                </a:lnTo>
                <a:lnTo>
                  <a:pt x="501186" y="264824"/>
                </a:lnTo>
                <a:lnTo>
                  <a:pt x="493509" y="267452"/>
                </a:lnTo>
                <a:lnTo>
                  <a:pt x="485775" y="270024"/>
                </a:lnTo>
                <a:lnTo>
                  <a:pt x="477993" y="272529"/>
                </a:lnTo>
                <a:lnTo>
                  <a:pt x="470164" y="274977"/>
                </a:lnTo>
                <a:lnTo>
                  <a:pt x="462277" y="277358"/>
                </a:lnTo>
                <a:lnTo>
                  <a:pt x="454352" y="279673"/>
                </a:lnTo>
                <a:lnTo>
                  <a:pt x="446380" y="281930"/>
                </a:lnTo>
                <a:lnTo>
                  <a:pt x="438369" y="284131"/>
                </a:lnTo>
                <a:lnTo>
                  <a:pt x="430311" y="286274"/>
                </a:lnTo>
                <a:lnTo>
                  <a:pt x="422224" y="288350"/>
                </a:lnTo>
                <a:lnTo>
                  <a:pt x="414090" y="290370"/>
                </a:lnTo>
                <a:lnTo>
                  <a:pt x="405917" y="292332"/>
                </a:lnTo>
                <a:lnTo>
                  <a:pt x="397716" y="294227"/>
                </a:lnTo>
                <a:lnTo>
                  <a:pt x="389487" y="296075"/>
                </a:lnTo>
                <a:lnTo>
                  <a:pt x="381219" y="297866"/>
                </a:lnTo>
                <a:lnTo>
                  <a:pt x="372923" y="299590"/>
                </a:lnTo>
                <a:lnTo>
                  <a:pt x="364598" y="301266"/>
                </a:lnTo>
                <a:lnTo>
                  <a:pt x="356245" y="302895"/>
                </a:lnTo>
                <a:lnTo>
                  <a:pt x="347863" y="304457"/>
                </a:lnTo>
                <a:lnTo>
                  <a:pt x="339461" y="305972"/>
                </a:lnTo>
                <a:lnTo>
                  <a:pt x="331032" y="307429"/>
                </a:lnTo>
                <a:lnTo>
                  <a:pt x="322583" y="308839"/>
                </a:lnTo>
                <a:lnTo>
                  <a:pt x="314115" y="310191"/>
                </a:lnTo>
                <a:lnTo>
                  <a:pt x="305619" y="311496"/>
                </a:lnTo>
                <a:lnTo>
                  <a:pt x="297113" y="312753"/>
                </a:lnTo>
                <a:lnTo>
                  <a:pt x="288579" y="313954"/>
                </a:lnTo>
                <a:lnTo>
                  <a:pt x="280035" y="315116"/>
                </a:lnTo>
                <a:lnTo>
                  <a:pt x="271472" y="316220"/>
                </a:lnTo>
                <a:lnTo>
                  <a:pt x="262900" y="317278"/>
                </a:lnTo>
                <a:lnTo>
                  <a:pt x="254308" y="318287"/>
                </a:lnTo>
                <a:lnTo>
                  <a:pt x="245707" y="319259"/>
                </a:lnTo>
                <a:lnTo>
                  <a:pt x="237087" y="320173"/>
                </a:lnTo>
                <a:lnTo>
                  <a:pt x="228457" y="321050"/>
                </a:lnTo>
                <a:lnTo>
                  <a:pt x="219818" y="321878"/>
                </a:lnTo>
                <a:lnTo>
                  <a:pt x="211169" y="322669"/>
                </a:lnTo>
                <a:lnTo>
                  <a:pt x="202511" y="323412"/>
                </a:lnTo>
                <a:lnTo>
                  <a:pt x="193843" y="324117"/>
                </a:lnTo>
                <a:lnTo>
                  <a:pt x="185166" y="324774"/>
                </a:lnTo>
                <a:lnTo>
                  <a:pt x="176479" y="325393"/>
                </a:lnTo>
                <a:lnTo>
                  <a:pt x="167783" y="325965"/>
                </a:lnTo>
                <a:lnTo>
                  <a:pt x="159087" y="326507"/>
                </a:lnTo>
                <a:lnTo>
                  <a:pt x="150381" y="327003"/>
                </a:lnTo>
                <a:lnTo>
                  <a:pt x="141675" y="327460"/>
                </a:lnTo>
                <a:lnTo>
                  <a:pt x="132959" y="327879"/>
                </a:lnTo>
                <a:lnTo>
                  <a:pt x="124244" y="328260"/>
                </a:lnTo>
                <a:lnTo>
                  <a:pt x="115519" y="328603"/>
                </a:lnTo>
                <a:lnTo>
                  <a:pt x="106794" y="328917"/>
                </a:lnTo>
                <a:lnTo>
                  <a:pt x="98060" y="329184"/>
                </a:lnTo>
                <a:lnTo>
                  <a:pt x="89335" y="329422"/>
                </a:lnTo>
                <a:lnTo>
                  <a:pt x="80601" y="329622"/>
                </a:lnTo>
                <a:lnTo>
                  <a:pt x="71866" y="329794"/>
                </a:lnTo>
                <a:lnTo>
                  <a:pt x="63122" y="329927"/>
                </a:lnTo>
                <a:lnTo>
                  <a:pt x="54388" y="330022"/>
                </a:lnTo>
                <a:lnTo>
                  <a:pt x="45644" y="330089"/>
                </a:lnTo>
                <a:lnTo>
                  <a:pt x="36909" y="330127"/>
                </a:lnTo>
                <a:lnTo>
                  <a:pt x="28165" y="330127"/>
                </a:lnTo>
                <a:lnTo>
                  <a:pt x="19431" y="330098"/>
                </a:lnTo>
                <a:lnTo>
                  <a:pt x="10687" y="330032"/>
                </a:lnTo>
                <a:lnTo>
                  <a:pt x="1953" y="329946"/>
                </a:lnTo>
                <a:lnTo>
                  <a:pt x="0" y="329860"/>
                </a:lnTo>
                <a:lnTo>
                  <a:pt x="8734" y="329717"/>
                </a:lnTo>
                <a:lnTo>
                  <a:pt x="17469" y="329489"/>
                </a:lnTo>
                <a:lnTo>
                  <a:pt x="26194" y="329184"/>
                </a:lnTo>
                <a:lnTo>
                  <a:pt x="34919" y="328822"/>
                </a:lnTo>
                <a:lnTo>
                  <a:pt x="43625" y="328384"/>
                </a:lnTo>
                <a:lnTo>
                  <a:pt x="52330" y="327898"/>
                </a:lnTo>
                <a:lnTo>
                  <a:pt x="61027" y="327346"/>
                </a:lnTo>
                <a:lnTo>
                  <a:pt x="69713" y="326736"/>
                </a:lnTo>
                <a:lnTo>
                  <a:pt x="78391" y="326069"/>
                </a:lnTo>
                <a:lnTo>
                  <a:pt x="87059" y="325345"/>
                </a:lnTo>
                <a:lnTo>
                  <a:pt x="95707" y="324564"/>
                </a:lnTo>
                <a:lnTo>
                  <a:pt x="104346" y="323726"/>
                </a:lnTo>
                <a:lnTo>
                  <a:pt x="112967" y="322821"/>
                </a:lnTo>
                <a:lnTo>
                  <a:pt x="121568" y="321859"/>
                </a:lnTo>
                <a:lnTo>
                  <a:pt x="130159" y="320840"/>
                </a:lnTo>
                <a:lnTo>
                  <a:pt x="138732" y="319764"/>
                </a:lnTo>
                <a:lnTo>
                  <a:pt x="147285" y="318621"/>
                </a:lnTo>
                <a:lnTo>
                  <a:pt x="155810" y="317411"/>
                </a:lnTo>
                <a:lnTo>
                  <a:pt x="164316" y="316144"/>
                </a:lnTo>
                <a:lnTo>
                  <a:pt x="172793" y="314811"/>
                </a:lnTo>
                <a:lnTo>
                  <a:pt x="181242" y="313401"/>
                </a:lnTo>
                <a:lnTo>
                  <a:pt x="189662" y="311934"/>
                </a:lnTo>
                <a:lnTo>
                  <a:pt x="198053" y="310391"/>
                </a:lnTo>
                <a:lnTo>
                  <a:pt x="206407" y="308772"/>
                </a:lnTo>
                <a:lnTo>
                  <a:pt x="214722" y="307086"/>
                </a:lnTo>
                <a:lnTo>
                  <a:pt x="223009" y="305314"/>
                </a:lnTo>
                <a:lnTo>
                  <a:pt x="231238" y="303467"/>
                </a:lnTo>
                <a:lnTo>
                  <a:pt x="239430" y="301542"/>
                </a:lnTo>
                <a:lnTo>
                  <a:pt x="247564" y="299533"/>
                </a:lnTo>
                <a:lnTo>
                  <a:pt x="255651" y="297447"/>
                </a:lnTo>
                <a:lnTo>
                  <a:pt x="263681" y="295265"/>
                </a:lnTo>
                <a:lnTo>
                  <a:pt x="271643" y="292999"/>
                </a:lnTo>
                <a:lnTo>
                  <a:pt x="279540" y="290636"/>
                </a:lnTo>
                <a:lnTo>
                  <a:pt x="287360" y="288179"/>
                </a:lnTo>
                <a:lnTo>
                  <a:pt x="295104" y="285626"/>
                </a:lnTo>
                <a:lnTo>
                  <a:pt x="302771" y="282978"/>
                </a:lnTo>
                <a:lnTo>
                  <a:pt x="310344" y="280226"/>
                </a:lnTo>
                <a:lnTo>
                  <a:pt x="317821" y="277378"/>
                </a:lnTo>
                <a:lnTo>
                  <a:pt x="325184" y="274415"/>
                </a:lnTo>
                <a:lnTo>
                  <a:pt x="332442" y="271348"/>
                </a:lnTo>
                <a:lnTo>
                  <a:pt x="339576" y="268167"/>
                </a:lnTo>
                <a:lnTo>
                  <a:pt x="346586" y="264871"/>
                </a:lnTo>
                <a:lnTo>
                  <a:pt x="353454" y="261471"/>
                </a:lnTo>
                <a:lnTo>
                  <a:pt x="360178" y="257947"/>
                </a:lnTo>
                <a:lnTo>
                  <a:pt x="366741" y="254308"/>
                </a:lnTo>
                <a:lnTo>
                  <a:pt x="373142" y="250555"/>
                </a:lnTo>
                <a:lnTo>
                  <a:pt x="379362" y="246688"/>
                </a:lnTo>
                <a:lnTo>
                  <a:pt x="385391" y="242697"/>
                </a:lnTo>
                <a:lnTo>
                  <a:pt x="391220" y="238601"/>
                </a:lnTo>
                <a:lnTo>
                  <a:pt x="396850" y="234382"/>
                </a:lnTo>
                <a:lnTo>
                  <a:pt x="402250" y="230048"/>
                </a:lnTo>
                <a:lnTo>
                  <a:pt x="407422" y="225619"/>
                </a:lnTo>
                <a:lnTo>
                  <a:pt x="412366" y="221066"/>
                </a:lnTo>
                <a:lnTo>
                  <a:pt x="417062" y="216427"/>
                </a:lnTo>
                <a:lnTo>
                  <a:pt x="421500" y="211674"/>
                </a:lnTo>
                <a:lnTo>
                  <a:pt x="425672" y="206835"/>
                </a:lnTo>
                <a:lnTo>
                  <a:pt x="429587" y="201911"/>
                </a:lnTo>
                <a:lnTo>
                  <a:pt x="433235" y="196910"/>
                </a:lnTo>
                <a:lnTo>
                  <a:pt x="436597" y="191824"/>
                </a:lnTo>
                <a:lnTo>
                  <a:pt x="439693" y="186671"/>
                </a:lnTo>
                <a:lnTo>
                  <a:pt x="442512" y="181461"/>
                </a:lnTo>
                <a:lnTo>
                  <a:pt x="445056" y="176193"/>
                </a:lnTo>
                <a:lnTo>
                  <a:pt x="447332" y="170869"/>
                </a:lnTo>
                <a:lnTo>
                  <a:pt x="449332" y="165506"/>
                </a:lnTo>
                <a:lnTo>
                  <a:pt x="451066" y="160106"/>
                </a:lnTo>
                <a:lnTo>
                  <a:pt x="452542" y="154676"/>
                </a:lnTo>
                <a:lnTo>
                  <a:pt x="453761" y="149228"/>
                </a:lnTo>
                <a:lnTo>
                  <a:pt x="454724" y="143751"/>
                </a:lnTo>
                <a:lnTo>
                  <a:pt x="455457" y="138265"/>
                </a:lnTo>
                <a:lnTo>
                  <a:pt x="455943" y="132759"/>
                </a:lnTo>
                <a:lnTo>
                  <a:pt x="456200" y="127254"/>
                </a:lnTo>
                <a:lnTo>
                  <a:pt x="456248" y="121749"/>
                </a:lnTo>
                <a:lnTo>
                  <a:pt x="456067" y="116243"/>
                </a:lnTo>
                <a:lnTo>
                  <a:pt x="455695" y="110738"/>
                </a:lnTo>
                <a:lnTo>
                  <a:pt x="455114" y="105242"/>
                </a:lnTo>
                <a:lnTo>
                  <a:pt x="463201" y="103889"/>
                </a:lnTo>
                <a:lnTo>
                  <a:pt x="471716" y="102660"/>
                </a:lnTo>
                <a:lnTo>
                  <a:pt x="480212" y="101346"/>
                </a:lnTo>
                <a:lnTo>
                  <a:pt x="488671" y="99965"/>
                </a:lnTo>
                <a:lnTo>
                  <a:pt x="497100" y="98527"/>
                </a:lnTo>
                <a:lnTo>
                  <a:pt x="505511" y="97022"/>
                </a:lnTo>
                <a:lnTo>
                  <a:pt x="513893" y="95469"/>
                </a:lnTo>
                <a:lnTo>
                  <a:pt x="522256" y="93859"/>
                </a:lnTo>
                <a:lnTo>
                  <a:pt x="530590" y="92192"/>
                </a:lnTo>
                <a:lnTo>
                  <a:pt x="538886" y="90478"/>
                </a:lnTo>
                <a:lnTo>
                  <a:pt x="547164" y="88706"/>
                </a:lnTo>
                <a:lnTo>
                  <a:pt x="555412" y="86887"/>
                </a:lnTo>
                <a:lnTo>
                  <a:pt x="563642" y="85011"/>
                </a:lnTo>
                <a:lnTo>
                  <a:pt x="571824" y="83096"/>
                </a:lnTo>
                <a:lnTo>
                  <a:pt x="579987" y="81124"/>
                </a:lnTo>
                <a:lnTo>
                  <a:pt x="588121" y="79096"/>
                </a:lnTo>
                <a:lnTo>
                  <a:pt x="596217" y="77019"/>
                </a:lnTo>
                <a:lnTo>
                  <a:pt x="604276" y="74895"/>
                </a:lnTo>
                <a:lnTo>
                  <a:pt x="612305" y="72714"/>
                </a:lnTo>
                <a:lnTo>
                  <a:pt x="620297" y="70485"/>
                </a:lnTo>
                <a:lnTo>
                  <a:pt x="628250" y="68209"/>
                </a:lnTo>
                <a:lnTo>
                  <a:pt x="636165" y="65875"/>
                </a:lnTo>
                <a:lnTo>
                  <a:pt x="644042" y="63484"/>
                </a:lnTo>
                <a:lnTo>
                  <a:pt x="651872" y="61046"/>
                </a:lnTo>
                <a:lnTo>
                  <a:pt x="659663" y="58541"/>
                </a:lnTo>
                <a:lnTo>
                  <a:pt x="667417" y="55997"/>
                </a:lnTo>
                <a:lnTo>
                  <a:pt x="675113" y="53388"/>
                </a:lnTo>
                <a:lnTo>
                  <a:pt x="682762" y="50721"/>
                </a:lnTo>
                <a:lnTo>
                  <a:pt x="690362" y="48006"/>
                </a:lnTo>
                <a:lnTo>
                  <a:pt x="697916" y="45225"/>
                </a:lnTo>
                <a:lnTo>
                  <a:pt x="705402" y="42396"/>
                </a:lnTo>
                <a:lnTo>
                  <a:pt x="712841" y="39500"/>
                </a:lnTo>
                <a:lnTo>
                  <a:pt x="720223" y="36547"/>
                </a:lnTo>
                <a:lnTo>
                  <a:pt x="727539" y="33538"/>
                </a:lnTo>
                <a:lnTo>
                  <a:pt x="734797" y="30470"/>
                </a:lnTo>
                <a:lnTo>
                  <a:pt x="741988" y="27337"/>
                </a:lnTo>
                <a:lnTo>
                  <a:pt x="749103" y="24136"/>
                </a:lnTo>
                <a:lnTo>
                  <a:pt x="756152" y="20879"/>
                </a:lnTo>
                <a:lnTo>
                  <a:pt x="763124" y="17564"/>
                </a:lnTo>
                <a:lnTo>
                  <a:pt x="770020" y="14183"/>
                </a:lnTo>
                <a:lnTo>
                  <a:pt x="776840" y="10735"/>
                </a:lnTo>
                <a:lnTo>
                  <a:pt x="783574" y="7220"/>
                </a:lnTo>
                <a:lnTo>
                  <a:pt x="790223" y="3639"/>
                </a:lnTo>
                <a:lnTo>
                  <a:pt x="796776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3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B9560C80-F557-4D8E-AF49-3CEB972B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7779" y="4967716"/>
            <a:ext cx="2163118" cy="362426"/>
          </a:xfrm>
          <a:custGeom xmlns:a="http://schemas.openxmlformats.org/drawingml/2006/main">
            <a:pathLst>
              <a:path w="2163118" h="362426">
                <a:moveTo>
                  <a:pt x="2162451" y="0"/>
                </a:moveTo>
                <a:lnTo>
                  <a:pt x="2163118" y="13345"/>
                </a:lnTo>
                <a:lnTo>
                  <a:pt x="2162813" y="26699"/>
                </a:lnTo>
                <a:lnTo>
                  <a:pt x="2161765" y="40034"/>
                </a:lnTo>
                <a:lnTo>
                  <a:pt x="2160022" y="53350"/>
                </a:lnTo>
                <a:lnTo>
                  <a:pt x="2157613" y="66618"/>
                </a:lnTo>
                <a:lnTo>
                  <a:pt x="2154536" y="79829"/>
                </a:lnTo>
                <a:lnTo>
                  <a:pt x="2150783" y="92974"/>
                </a:lnTo>
                <a:lnTo>
                  <a:pt x="2146364" y="106032"/>
                </a:lnTo>
                <a:lnTo>
                  <a:pt x="2141258" y="118996"/>
                </a:lnTo>
                <a:lnTo>
                  <a:pt x="2135448" y="131836"/>
                </a:lnTo>
                <a:lnTo>
                  <a:pt x="2128914" y="144542"/>
                </a:lnTo>
                <a:lnTo>
                  <a:pt x="2121656" y="157086"/>
                </a:lnTo>
                <a:lnTo>
                  <a:pt x="2113655" y="169450"/>
                </a:lnTo>
                <a:lnTo>
                  <a:pt x="2104892" y="181613"/>
                </a:lnTo>
                <a:lnTo>
                  <a:pt x="2095357" y="193538"/>
                </a:lnTo>
                <a:lnTo>
                  <a:pt x="2085032" y="205197"/>
                </a:lnTo>
                <a:lnTo>
                  <a:pt x="2073935" y="216570"/>
                </a:lnTo>
                <a:lnTo>
                  <a:pt x="2062048" y="227628"/>
                </a:lnTo>
                <a:lnTo>
                  <a:pt x="2049380" y="238335"/>
                </a:lnTo>
                <a:lnTo>
                  <a:pt x="2035959" y="248660"/>
                </a:lnTo>
                <a:lnTo>
                  <a:pt x="2021777" y="258585"/>
                </a:lnTo>
                <a:lnTo>
                  <a:pt x="2006879" y="268081"/>
                </a:lnTo>
                <a:lnTo>
                  <a:pt x="1991287" y="277120"/>
                </a:lnTo>
                <a:lnTo>
                  <a:pt x="1975037" y="285693"/>
                </a:lnTo>
                <a:lnTo>
                  <a:pt x="1958169" y="293770"/>
                </a:lnTo>
                <a:lnTo>
                  <a:pt x="1940738" y="301361"/>
                </a:lnTo>
                <a:lnTo>
                  <a:pt x="1922774" y="308439"/>
                </a:lnTo>
                <a:lnTo>
                  <a:pt x="1904324" y="315011"/>
                </a:lnTo>
                <a:lnTo>
                  <a:pt x="1885455" y="321078"/>
                </a:lnTo>
                <a:lnTo>
                  <a:pt x="1866195" y="326650"/>
                </a:lnTo>
                <a:lnTo>
                  <a:pt x="1846602" y="331727"/>
                </a:lnTo>
                <a:lnTo>
                  <a:pt x="1826714" y="336328"/>
                </a:lnTo>
                <a:lnTo>
                  <a:pt x="1806569" y="340462"/>
                </a:lnTo>
                <a:lnTo>
                  <a:pt x="1786204" y="344148"/>
                </a:lnTo>
                <a:lnTo>
                  <a:pt x="1765649" y="347396"/>
                </a:lnTo>
                <a:lnTo>
                  <a:pt x="1744942" y="350225"/>
                </a:lnTo>
                <a:lnTo>
                  <a:pt x="1724111" y="352663"/>
                </a:lnTo>
                <a:lnTo>
                  <a:pt x="1703175" y="354711"/>
                </a:lnTo>
                <a:lnTo>
                  <a:pt x="1682153" y="356397"/>
                </a:lnTo>
                <a:lnTo>
                  <a:pt x="1661074" y="357730"/>
                </a:lnTo>
                <a:lnTo>
                  <a:pt x="1639948" y="358731"/>
                </a:lnTo>
                <a:lnTo>
                  <a:pt x="1618774" y="359207"/>
                </a:lnTo>
                <a:lnTo>
                  <a:pt x="1597590" y="359512"/>
                </a:lnTo>
                <a:lnTo>
                  <a:pt x="1576407" y="359759"/>
                </a:lnTo>
                <a:lnTo>
                  <a:pt x="1555223" y="359978"/>
                </a:lnTo>
                <a:lnTo>
                  <a:pt x="1534030" y="360159"/>
                </a:lnTo>
                <a:lnTo>
                  <a:pt x="1512846" y="360331"/>
                </a:lnTo>
                <a:lnTo>
                  <a:pt x="1491663" y="360483"/>
                </a:lnTo>
                <a:lnTo>
                  <a:pt x="1470470" y="360617"/>
                </a:lnTo>
                <a:lnTo>
                  <a:pt x="1449286" y="360750"/>
                </a:lnTo>
                <a:lnTo>
                  <a:pt x="1428093" y="360874"/>
                </a:lnTo>
                <a:lnTo>
                  <a:pt x="1406909" y="360988"/>
                </a:lnTo>
                <a:lnTo>
                  <a:pt x="1385716" y="361093"/>
                </a:lnTo>
                <a:lnTo>
                  <a:pt x="1364532" y="361198"/>
                </a:lnTo>
                <a:lnTo>
                  <a:pt x="1343349" y="361283"/>
                </a:lnTo>
                <a:lnTo>
                  <a:pt x="1322156" y="361379"/>
                </a:lnTo>
                <a:lnTo>
                  <a:pt x="1300972" y="361464"/>
                </a:lnTo>
                <a:lnTo>
                  <a:pt x="1279779" y="361540"/>
                </a:lnTo>
                <a:lnTo>
                  <a:pt x="1258595" y="361617"/>
                </a:lnTo>
                <a:lnTo>
                  <a:pt x="1237402" y="361693"/>
                </a:lnTo>
                <a:lnTo>
                  <a:pt x="1216219" y="361750"/>
                </a:lnTo>
                <a:lnTo>
                  <a:pt x="1195026" y="361817"/>
                </a:lnTo>
                <a:lnTo>
                  <a:pt x="1173842" y="361883"/>
                </a:lnTo>
                <a:lnTo>
                  <a:pt x="1152649" y="361940"/>
                </a:lnTo>
                <a:lnTo>
                  <a:pt x="1131465" y="361988"/>
                </a:lnTo>
                <a:lnTo>
                  <a:pt x="1110272" y="362045"/>
                </a:lnTo>
                <a:lnTo>
                  <a:pt x="1089089" y="362083"/>
                </a:lnTo>
                <a:lnTo>
                  <a:pt x="1067895" y="362131"/>
                </a:lnTo>
                <a:lnTo>
                  <a:pt x="1046712" y="362179"/>
                </a:lnTo>
                <a:lnTo>
                  <a:pt x="1025519" y="362207"/>
                </a:lnTo>
                <a:lnTo>
                  <a:pt x="1004335" y="362245"/>
                </a:lnTo>
                <a:lnTo>
                  <a:pt x="983142" y="362274"/>
                </a:lnTo>
                <a:lnTo>
                  <a:pt x="961958" y="362302"/>
                </a:lnTo>
                <a:lnTo>
                  <a:pt x="940765" y="362331"/>
                </a:lnTo>
                <a:lnTo>
                  <a:pt x="919582" y="362350"/>
                </a:lnTo>
                <a:lnTo>
                  <a:pt x="898388" y="362379"/>
                </a:lnTo>
                <a:lnTo>
                  <a:pt x="877205" y="362388"/>
                </a:lnTo>
                <a:lnTo>
                  <a:pt x="856012" y="362407"/>
                </a:lnTo>
                <a:lnTo>
                  <a:pt x="834828" y="362417"/>
                </a:lnTo>
                <a:lnTo>
                  <a:pt x="813635" y="362426"/>
                </a:lnTo>
                <a:lnTo>
                  <a:pt x="792451" y="362426"/>
                </a:lnTo>
                <a:lnTo>
                  <a:pt x="771258" y="362426"/>
                </a:lnTo>
                <a:lnTo>
                  <a:pt x="750065" y="362426"/>
                </a:lnTo>
                <a:lnTo>
                  <a:pt x="728882" y="362426"/>
                </a:lnTo>
                <a:lnTo>
                  <a:pt x="707688" y="362417"/>
                </a:lnTo>
                <a:lnTo>
                  <a:pt x="686505" y="362407"/>
                </a:lnTo>
                <a:lnTo>
                  <a:pt x="665312" y="362388"/>
                </a:lnTo>
                <a:lnTo>
                  <a:pt x="644128" y="362369"/>
                </a:lnTo>
                <a:lnTo>
                  <a:pt x="622935" y="362350"/>
                </a:lnTo>
                <a:lnTo>
                  <a:pt x="601751" y="362321"/>
                </a:lnTo>
                <a:lnTo>
                  <a:pt x="580558" y="362293"/>
                </a:lnTo>
                <a:lnTo>
                  <a:pt x="559375" y="362255"/>
                </a:lnTo>
                <a:lnTo>
                  <a:pt x="538182" y="362217"/>
                </a:lnTo>
                <a:lnTo>
                  <a:pt x="516998" y="362179"/>
                </a:lnTo>
                <a:lnTo>
                  <a:pt x="495805" y="362131"/>
                </a:lnTo>
                <a:lnTo>
                  <a:pt x="474621" y="362083"/>
                </a:lnTo>
                <a:lnTo>
                  <a:pt x="453428" y="362017"/>
                </a:lnTo>
                <a:lnTo>
                  <a:pt x="432245" y="361960"/>
                </a:lnTo>
                <a:lnTo>
                  <a:pt x="411051" y="361893"/>
                </a:lnTo>
                <a:lnTo>
                  <a:pt x="389868" y="361817"/>
                </a:lnTo>
                <a:lnTo>
                  <a:pt x="368675" y="361731"/>
                </a:lnTo>
                <a:lnTo>
                  <a:pt x="347491" y="361645"/>
                </a:lnTo>
                <a:lnTo>
                  <a:pt x="326307" y="361550"/>
                </a:lnTo>
                <a:lnTo>
                  <a:pt x="305114" y="361445"/>
                </a:lnTo>
                <a:lnTo>
                  <a:pt x="283931" y="361331"/>
                </a:lnTo>
                <a:lnTo>
                  <a:pt x="262738" y="361207"/>
                </a:lnTo>
                <a:lnTo>
                  <a:pt x="241554" y="361074"/>
                </a:lnTo>
                <a:lnTo>
                  <a:pt x="220361" y="360921"/>
                </a:lnTo>
                <a:lnTo>
                  <a:pt x="199177" y="360759"/>
                </a:lnTo>
                <a:lnTo>
                  <a:pt x="177994" y="360578"/>
                </a:lnTo>
                <a:lnTo>
                  <a:pt x="156810" y="360378"/>
                </a:lnTo>
                <a:lnTo>
                  <a:pt x="135617" y="360159"/>
                </a:lnTo>
                <a:lnTo>
                  <a:pt x="114433" y="359912"/>
                </a:lnTo>
                <a:lnTo>
                  <a:pt x="93250" y="359616"/>
                </a:lnTo>
                <a:lnTo>
                  <a:pt x="72066" y="359273"/>
                </a:lnTo>
                <a:lnTo>
                  <a:pt x="50892" y="358864"/>
                </a:lnTo>
                <a:lnTo>
                  <a:pt x="29718" y="358311"/>
                </a:lnTo>
                <a:lnTo>
                  <a:pt x="8582" y="357445"/>
                </a:lnTo>
                <a:lnTo>
                  <a:pt x="3924" y="346596"/>
                </a:lnTo>
                <a:lnTo>
                  <a:pt x="3648" y="333242"/>
                </a:lnTo>
                <a:lnTo>
                  <a:pt x="3372" y="319888"/>
                </a:lnTo>
                <a:lnTo>
                  <a:pt x="3086" y="306534"/>
                </a:lnTo>
                <a:lnTo>
                  <a:pt x="2810" y="293180"/>
                </a:lnTo>
                <a:lnTo>
                  <a:pt x="2524" y="279816"/>
                </a:lnTo>
                <a:lnTo>
                  <a:pt x="2248" y="266462"/>
                </a:lnTo>
                <a:lnTo>
                  <a:pt x="1962" y="253108"/>
                </a:lnTo>
                <a:lnTo>
                  <a:pt x="1686" y="239754"/>
                </a:lnTo>
                <a:lnTo>
                  <a:pt x="1400" y="226400"/>
                </a:lnTo>
                <a:lnTo>
                  <a:pt x="1124" y="213046"/>
                </a:lnTo>
                <a:lnTo>
                  <a:pt x="838" y="199692"/>
                </a:lnTo>
                <a:lnTo>
                  <a:pt x="562" y="186338"/>
                </a:lnTo>
                <a:lnTo>
                  <a:pt x="276" y="172984"/>
                </a:lnTo>
                <a:lnTo>
                  <a:pt x="0" y="159629"/>
                </a:lnTo>
                <a:lnTo>
                  <a:pt x="7772" y="150895"/>
                </a:lnTo>
                <a:lnTo>
                  <a:pt x="28908" y="149924"/>
                </a:lnTo>
                <a:lnTo>
                  <a:pt x="50054" y="149114"/>
                </a:lnTo>
                <a:lnTo>
                  <a:pt x="71218" y="148428"/>
                </a:lnTo>
                <a:lnTo>
                  <a:pt x="92383" y="147876"/>
                </a:lnTo>
                <a:lnTo>
                  <a:pt x="113567" y="147428"/>
                </a:lnTo>
                <a:lnTo>
                  <a:pt x="134741" y="147085"/>
                </a:lnTo>
                <a:lnTo>
                  <a:pt x="155924" y="146828"/>
                </a:lnTo>
                <a:lnTo>
                  <a:pt x="177117" y="146656"/>
                </a:lnTo>
                <a:lnTo>
                  <a:pt x="198301" y="146561"/>
                </a:lnTo>
                <a:lnTo>
                  <a:pt x="219494" y="146533"/>
                </a:lnTo>
                <a:lnTo>
                  <a:pt x="240678" y="146571"/>
                </a:lnTo>
                <a:lnTo>
                  <a:pt x="261871" y="146666"/>
                </a:lnTo>
                <a:lnTo>
                  <a:pt x="283054" y="146809"/>
                </a:lnTo>
                <a:lnTo>
                  <a:pt x="304238" y="147009"/>
                </a:lnTo>
                <a:lnTo>
                  <a:pt x="325422" y="147266"/>
                </a:lnTo>
                <a:lnTo>
                  <a:pt x="346605" y="147552"/>
                </a:lnTo>
                <a:lnTo>
                  <a:pt x="367789" y="147876"/>
                </a:lnTo>
                <a:lnTo>
                  <a:pt x="388972" y="148247"/>
                </a:lnTo>
                <a:lnTo>
                  <a:pt x="410147" y="148647"/>
                </a:lnTo>
                <a:lnTo>
                  <a:pt x="431330" y="149076"/>
                </a:lnTo>
                <a:lnTo>
                  <a:pt x="452504" y="149543"/>
                </a:lnTo>
                <a:lnTo>
                  <a:pt x="473678" y="150028"/>
                </a:lnTo>
                <a:lnTo>
                  <a:pt x="494852" y="150543"/>
                </a:lnTo>
                <a:lnTo>
                  <a:pt x="516026" y="151076"/>
                </a:lnTo>
                <a:lnTo>
                  <a:pt x="537191" y="151638"/>
                </a:lnTo>
                <a:lnTo>
                  <a:pt x="558365" y="152210"/>
                </a:lnTo>
                <a:lnTo>
                  <a:pt x="579530" y="152810"/>
                </a:lnTo>
                <a:lnTo>
                  <a:pt x="600694" y="153419"/>
                </a:lnTo>
                <a:lnTo>
                  <a:pt x="621859" y="154038"/>
                </a:lnTo>
                <a:lnTo>
                  <a:pt x="643023" y="154676"/>
                </a:lnTo>
                <a:lnTo>
                  <a:pt x="664188" y="155334"/>
                </a:lnTo>
                <a:lnTo>
                  <a:pt x="685352" y="155991"/>
                </a:lnTo>
                <a:lnTo>
                  <a:pt x="706517" y="156658"/>
                </a:lnTo>
                <a:lnTo>
                  <a:pt x="727672" y="157334"/>
                </a:lnTo>
                <a:lnTo>
                  <a:pt x="748836" y="158020"/>
                </a:lnTo>
                <a:lnTo>
                  <a:pt x="769991" y="158706"/>
                </a:lnTo>
                <a:lnTo>
                  <a:pt x="791156" y="159391"/>
                </a:lnTo>
                <a:lnTo>
                  <a:pt x="812311" y="160087"/>
                </a:lnTo>
                <a:lnTo>
                  <a:pt x="833476" y="160782"/>
                </a:lnTo>
                <a:lnTo>
                  <a:pt x="854631" y="161468"/>
                </a:lnTo>
                <a:lnTo>
                  <a:pt x="875795" y="162163"/>
                </a:lnTo>
                <a:lnTo>
                  <a:pt x="896960" y="162849"/>
                </a:lnTo>
                <a:lnTo>
                  <a:pt x="918115" y="163535"/>
                </a:lnTo>
                <a:lnTo>
                  <a:pt x="939279" y="164221"/>
                </a:lnTo>
                <a:lnTo>
                  <a:pt x="960434" y="164887"/>
                </a:lnTo>
                <a:lnTo>
                  <a:pt x="981599" y="165554"/>
                </a:lnTo>
                <a:lnTo>
                  <a:pt x="1002763" y="166211"/>
                </a:lnTo>
                <a:lnTo>
                  <a:pt x="1023928" y="166849"/>
                </a:lnTo>
                <a:lnTo>
                  <a:pt x="1045093" y="167488"/>
                </a:lnTo>
                <a:lnTo>
                  <a:pt x="1066257" y="168107"/>
                </a:lnTo>
                <a:lnTo>
                  <a:pt x="1087422" y="168716"/>
                </a:lnTo>
                <a:lnTo>
                  <a:pt x="1108596" y="169297"/>
                </a:lnTo>
                <a:lnTo>
                  <a:pt x="1129760" y="169869"/>
                </a:lnTo>
                <a:lnTo>
                  <a:pt x="1150934" y="170412"/>
                </a:lnTo>
                <a:lnTo>
                  <a:pt x="1172108" y="170945"/>
                </a:lnTo>
                <a:lnTo>
                  <a:pt x="1193282" y="171440"/>
                </a:lnTo>
                <a:lnTo>
                  <a:pt x="1214457" y="171917"/>
                </a:lnTo>
                <a:lnTo>
                  <a:pt x="1235631" y="172364"/>
                </a:lnTo>
                <a:lnTo>
                  <a:pt x="1256805" y="172774"/>
                </a:lnTo>
                <a:lnTo>
                  <a:pt x="1277988" y="173155"/>
                </a:lnTo>
                <a:lnTo>
                  <a:pt x="1299172" y="173507"/>
                </a:lnTo>
                <a:lnTo>
                  <a:pt x="1320356" y="173812"/>
                </a:lnTo>
                <a:lnTo>
                  <a:pt x="1341539" y="174069"/>
                </a:lnTo>
                <a:lnTo>
                  <a:pt x="1362723" y="174288"/>
                </a:lnTo>
                <a:lnTo>
                  <a:pt x="1383906" y="174450"/>
                </a:lnTo>
                <a:lnTo>
                  <a:pt x="1405099" y="174565"/>
                </a:lnTo>
                <a:lnTo>
                  <a:pt x="1426283" y="174612"/>
                </a:lnTo>
                <a:lnTo>
                  <a:pt x="1447476" y="174603"/>
                </a:lnTo>
                <a:lnTo>
                  <a:pt x="1468660" y="174517"/>
                </a:lnTo>
                <a:lnTo>
                  <a:pt x="1489853" y="174355"/>
                </a:lnTo>
                <a:lnTo>
                  <a:pt x="1511036" y="174107"/>
                </a:lnTo>
                <a:lnTo>
                  <a:pt x="1532220" y="173774"/>
                </a:lnTo>
                <a:lnTo>
                  <a:pt x="1553394" y="173326"/>
                </a:lnTo>
                <a:lnTo>
                  <a:pt x="1574559" y="172764"/>
                </a:lnTo>
                <a:lnTo>
                  <a:pt x="1595723" y="172079"/>
                </a:lnTo>
                <a:lnTo>
                  <a:pt x="1616869" y="171250"/>
                </a:lnTo>
                <a:lnTo>
                  <a:pt x="1638005" y="170259"/>
                </a:lnTo>
                <a:lnTo>
                  <a:pt x="1659103" y="169078"/>
                </a:lnTo>
                <a:lnTo>
                  <a:pt x="1680181" y="167688"/>
                </a:lnTo>
                <a:lnTo>
                  <a:pt x="1701203" y="166040"/>
                </a:lnTo>
                <a:lnTo>
                  <a:pt x="1722168" y="164106"/>
                </a:lnTo>
                <a:lnTo>
                  <a:pt x="1743037" y="161811"/>
                </a:lnTo>
                <a:lnTo>
                  <a:pt x="1763782" y="159077"/>
                </a:lnTo>
                <a:lnTo>
                  <a:pt x="1784318" y="155800"/>
                </a:lnTo>
                <a:lnTo>
                  <a:pt x="1804540" y="151819"/>
                </a:lnTo>
                <a:lnTo>
                  <a:pt x="1824218" y="146876"/>
                </a:lnTo>
                <a:lnTo>
                  <a:pt x="1842907" y="140608"/>
                </a:lnTo>
                <a:lnTo>
                  <a:pt x="1859613" y="132436"/>
                </a:lnTo>
                <a:lnTo>
                  <a:pt x="1872091" y="121720"/>
                </a:lnTo>
                <a:lnTo>
                  <a:pt x="1877120" y="108852"/>
                </a:lnTo>
                <a:lnTo>
                  <a:pt x="1891322" y="102156"/>
                </a:lnTo>
                <a:lnTo>
                  <a:pt x="1911258" y="97641"/>
                </a:lnTo>
                <a:lnTo>
                  <a:pt x="1930927" y="92688"/>
                </a:lnTo>
                <a:lnTo>
                  <a:pt x="1950349" y="87335"/>
                </a:lnTo>
                <a:lnTo>
                  <a:pt x="1969513" y="81639"/>
                </a:lnTo>
                <a:lnTo>
                  <a:pt x="1988429" y="75619"/>
                </a:lnTo>
                <a:lnTo>
                  <a:pt x="2007089" y="69294"/>
                </a:lnTo>
                <a:lnTo>
                  <a:pt x="2025482" y="62675"/>
                </a:lnTo>
                <a:lnTo>
                  <a:pt x="2043617" y="55769"/>
                </a:lnTo>
                <a:lnTo>
                  <a:pt x="2061477" y="48578"/>
                </a:lnTo>
                <a:lnTo>
                  <a:pt x="2079050" y="41119"/>
                </a:lnTo>
                <a:lnTo>
                  <a:pt x="2096338" y="33404"/>
                </a:lnTo>
                <a:lnTo>
                  <a:pt x="2113331" y="25422"/>
                </a:lnTo>
                <a:lnTo>
                  <a:pt x="2130019" y="17193"/>
                </a:lnTo>
                <a:lnTo>
                  <a:pt x="2146392" y="8715"/>
                </a:lnTo>
                <a:lnTo>
                  <a:pt x="216245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4769472D-2939-4320-A378-2BDEAA78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7607" y="3965819"/>
            <a:ext cx="2162623" cy="1363113"/>
          </a:xfrm>
          <a:custGeom xmlns:a="http://schemas.openxmlformats.org/drawingml/2006/main">
            <a:pathLst>
              <a:path w="2162623" h="1363113">
                <a:moveTo>
                  <a:pt x="0" y="1363113"/>
                </a:moveTo>
                <a:lnTo>
                  <a:pt x="34719" y="1363113"/>
                </a:lnTo>
                <a:lnTo>
                  <a:pt x="69447" y="1363113"/>
                </a:lnTo>
                <a:lnTo>
                  <a:pt x="104165" y="1363113"/>
                </a:lnTo>
                <a:lnTo>
                  <a:pt x="138894" y="1363113"/>
                </a:lnTo>
                <a:lnTo>
                  <a:pt x="173612" y="1363113"/>
                </a:lnTo>
                <a:lnTo>
                  <a:pt x="208340" y="1363113"/>
                </a:lnTo>
                <a:lnTo>
                  <a:pt x="243059" y="1363113"/>
                </a:lnTo>
                <a:lnTo>
                  <a:pt x="277787" y="1363113"/>
                </a:lnTo>
                <a:lnTo>
                  <a:pt x="312506" y="1363113"/>
                </a:lnTo>
                <a:lnTo>
                  <a:pt x="347234" y="1363113"/>
                </a:lnTo>
                <a:lnTo>
                  <a:pt x="381953" y="1363113"/>
                </a:lnTo>
                <a:lnTo>
                  <a:pt x="416681" y="1363113"/>
                </a:lnTo>
                <a:lnTo>
                  <a:pt x="451399" y="1363113"/>
                </a:lnTo>
                <a:lnTo>
                  <a:pt x="486127" y="1363113"/>
                </a:lnTo>
                <a:lnTo>
                  <a:pt x="520846" y="1363113"/>
                </a:lnTo>
                <a:lnTo>
                  <a:pt x="555574" y="1363113"/>
                </a:lnTo>
                <a:lnTo>
                  <a:pt x="590293" y="1363113"/>
                </a:lnTo>
                <a:lnTo>
                  <a:pt x="625021" y="1363113"/>
                </a:lnTo>
                <a:lnTo>
                  <a:pt x="659740" y="1363113"/>
                </a:lnTo>
                <a:lnTo>
                  <a:pt x="694468" y="1363113"/>
                </a:lnTo>
                <a:lnTo>
                  <a:pt x="729186" y="1363113"/>
                </a:lnTo>
                <a:lnTo>
                  <a:pt x="763915" y="1363113"/>
                </a:lnTo>
                <a:lnTo>
                  <a:pt x="798633" y="1363113"/>
                </a:lnTo>
                <a:lnTo>
                  <a:pt x="833361" y="1363113"/>
                </a:lnTo>
                <a:lnTo>
                  <a:pt x="868080" y="1363113"/>
                </a:lnTo>
                <a:lnTo>
                  <a:pt x="902808" y="1363113"/>
                </a:lnTo>
                <a:lnTo>
                  <a:pt x="937527" y="1363113"/>
                </a:lnTo>
                <a:lnTo>
                  <a:pt x="972255" y="1363113"/>
                </a:lnTo>
                <a:lnTo>
                  <a:pt x="1006973" y="1363113"/>
                </a:lnTo>
                <a:lnTo>
                  <a:pt x="1041692" y="1363113"/>
                </a:lnTo>
                <a:lnTo>
                  <a:pt x="1076420" y="1363113"/>
                </a:lnTo>
                <a:lnTo>
                  <a:pt x="1111139" y="1363113"/>
                </a:lnTo>
                <a:lnTo>
                  <a:pt x="1145867" y="1363113"/>
                </a:lnTo>
                <a:lnTo>
                  <a:pt x="1180586" y="1363113"/>
                </a:lnTo>
                <a:lnTo>
                  <a:pt x="1215314" y="1363113"/>
                </a:lnTo>
                <a:lnTo>
                  <a:pt x="1250032" y="1363113"/>
                </a:lnTo>
                <a:lnTo>
                  <a:pt x="1284761" y="1363113"/>
                </a:lnTo>
                <a:lnTo>
                  <a:pt x="1319479" y="1363113"/>
                </a:lnTo>
                <a:lnTo>
                  <a:pt x="1354207" y="1363113"/>
                </a:lnTo>
                <a:lnTo>
                  <a:pt x="1388926" y="1363113"/>
                </a:lnTo>
                <a:lnTo>
                  <a:pt x="1423654" y="1363113"/>
                </a:lnTo>
                <a:lnTo>
                  <a:pt x="1458030" y="1360646"/>
                </a:lnTo>
                <a:lnTo>
                  <a:pt x="1492225" y="1356827"/>
                </a:lnTo>
                <a:lnTo>
                  <a:pt x="1526410" y="1353007"/>
                </a:lnTo>
                <a:lnTo>
                  <a:pt x="1560595" y="1349178"/>
                </a:lnTo>
                <a:lnTo>
                  <a:pt x="1594790" y="1345359"/>
                </a:lnTo>
                <a:lnTo>
                  <a:pt x="1628975" y="1341530"/>
                </a:lnTo>
                <a:lnTo>
                  <a:pt x="1663170" y="1337710"/>
                </a:lnTo>
                <a:lnTo>
                  <a:pt x="1697355" y="1333891"/>
                </a:lnTo>
                <a:lnTo>
                  <a:pt x="1723454" y="1320498"/>
                </a:lnTo>
                <a:lnTo>
                  <a:pt x="1747552" y="1304735"/>
                </a:lnTo>
                <a:lnTo>
                  <a:pt x="1771640" y="1288980"/>
                </a:lnTo>
                <a:lnTo>
                  <a:pt x="1795739" y="1273216"/>
                </a:lnTo>
                <a:lnTo>
                  <a:pt x="1819827" y="1257462"/>
                </a:lnTo>
                <a:lnTo>
                  <a:pt x="1843926" y="1241698"/>
                </a:lnTo>
                <a:lnTo>
                  <a:pt x="1868024" y="1225944"/>
                </a:lnTo>
                <a:lnTo>
                  <a:pt x="1892113" y="1210180"/>
                </a:lnTo>
                <a:lnTo>
                  <a:pt x="1916211" y="1194416"/>
                </a:lnTo>
                <a:lnTo>
                  <a:pt x="1940300" y="1178662"/>
                </a:lnTo>
                <a:lnTo>
                  <a:pt x="1964398" y="1162898"/>
                </a:lnTo>
                <a:lnTo>
                  <a:pt x="1988487" y="1147143"/>
                </a:lnTo>
                <a:lnTo>
                  <a:pt x="2012585" y="1131380"/>
                </a:lnTo>
                <a:lnTo>
                  <a:pt x="2036683" y="1115616"/>
                </a:lnTo>
                <a:lnTo>
                  <a:pt x="2060772" y="1099861"/>
                </a:lnTo>
                <a:lnTo>
                  <a:pt x="2084870" y="1084097"/>
                </a:lnTo>
                <a:lnTo>
                  <a:pt x="2108959" y="1068343"/>
                </a:lnTo>
                <a:lnTo>
                  <a:pt x="2133057" y="1052579"/>
                </a:lnTo>
                <a:lnTo>
                  <a:pt x="2157155" y="1036825"/>
                </a:lnTo>
                <a:lnTo>
                  <a:pt x="2162623" y="1016327"/>
                </a:lnTo>
                <a:lnTo>
                  <a:pt x="2162623" y="994439"/>
                </a:lnTo>
                <a:lnTo>
                  <a:pt x="2162623" y="972550"/>
                </a:lnTo>
                <a:lnTo>
                  <a:pt x="2162623" y="950671"/>
                </a:lnTo>
                <a:lnTo>
                  <a:pt x="2162623" y="928783"/>
                </a:lnTo>
                <a:lnTo>
                  <a:pt x="2162623" y="906894"/>
                </a:lnTo>
                <a:lnTo>
                  <a:pt x="2162623" y="885006"/>
                </a:lnTo>
                <a:lnTo>
                  <a:pt x="2162623" y="863117"/>
                </a:lnTo>
                <a:lnTo>
                  <a:pt x="2162623" y="841238"/>
                </a:lnTo>
                <a:lnTo>
                  <a:pt x="2162623" y="819350"/>
                </a:lnTo>
                <a:lnTo>
                  <a:pt x="2162623" y="797462"/>
                </a:lnTo>
                <a:lnTo>
                  <a:pt x="2162623" y="775573"/>
                </a:lnTo>
                <a:lnTo>
                  <a:pt x="2162623" y="753694"/>
                </a:lnTo>
                <a:lnTo>
                  <a:pt x="2162623" y="731806"/>
                </a:lnTo>
                <a:lnTo>
                  <a:pt x="2162623" y="709917"/>
                </a:lnTo>
                <a:lnTo>
                  <a:pt x="2162623" y="688029"/>
                </a:lnTo>
                <a:lnTo>
                  <a:pt x="2162623" y="666140"/>
                </a:lnTo>
                <a:lnTo>
                  <a:pt x="2162623" y="644261"/>
                </a:lnTo>
                <a:lnTo>
                  <a:pt x="2162623" y="622373"/>
                </a:lnTo>
                <a:lnTo>
                  <a:pt x="2162623" y="600485"/>
                </a:lnTo>
                <a:lnTo>
                  <a:pt x="2162623" y="578596"/>
                </a:lnTo>
                <a:lnTo>
                  <a:pt x="2162623" y="556717"/>
                </a:lnTo>
                <a:lnTo>
                  <a:pt x="2162623" y="534829"/>
                </a:lnTo>
                <a:lnTo>
                  <a:pt x="2162623" y="512940"/>
                </a:lnTo>
                <a:lnTo>
                  <a:pt x="2162623" y="491052"/>
                </a:lnTo>
                <a:lnTo>
                  <a:pt x="2162623" y="469163"/>
                </a:lnTo>
                <a:lnTo>
                  <a:pt x="2162623" y="447284"/>
                </a:lnTo>
                <a:lnTo>
                  <a:pt x="2162623" y="425396"/>
                </a:lnTo>
                <a:lnTo>
                  <a:pt x="2162623" y="403508"/>
                </a:lnTo>
                <a:lnTo>
                  <a:pt x="2162623" y="381619"/>
                </a:lnTo>
                <a:lnTo>
                  <a:pt x="2162623" y="359740"/>
                </a:lnTo>
                <a:lnTo>
                  <a:pt x="2162623" y="337852"/>
                </a:lnTo>
                <a:lnTo>
                  <a:pt x="2162623" y="315963"/>
                </a:lnTo>
                <a:lnTo>
                  <a:pt x="2162623" y="294075"/>
                </a:lnTo>
                <a:lnTo>
                  <a:pt x="2162623" y="272186"/>
                </a:lnTo>
                <a:lnTo>
                  <a:pt x="2162623" y="250307"/>
                </a:lnTo>
                <a:lnTo>
                  <a:pt x="2162623" y="228419"/>
                </a:lnTo>
                <a:lnTo>
                  <a:pt x="2162623" y="206531"/>
                </a:lnTo>
                <a:lnTo>
                  <a:pt x="2162623" y="184642"/>
                </a:lnTo>
                <a:lnTo>
                  <a:pt x="2162623" y="162763"/>
                </a:lnTo>
                <a:lnTo>
                  <a:pt x="2162623" y="140875"/>
                </a:lnTo>
                <a:lnTo>
                  <a:pt x="2162623" y="118986"/>
                </a:lnTo>
                <a:lnTo>
                  <a:pt x="2162623" y="97098"/>
                </a:lnTo>
                <a:lnTo>
                  <a:pt x="2162623" y="75219"/>
                </a:lnTo>
                <a:lnTo>
                  <a:pt x="2162623" y="53330"/>
                </a:lnTo>
                <a:lnTo>
                  <a:pt x="2162623" y="31442"/>
                </a:lnTo>
                <a:lnTo>
                  <a:pt x="2162623" y="9554"/>
                </a:lnTo>
                <a:lnTo>
                  <a:pt x="2143058" y="0"/>
                </a:lnTo>
                <a:lnTo>
                  <a:pt x="2108330" y="0"/>
                </a:lnTo>
                <a:lnTo>
                  <a:pt x="2073612" y="0"/>
                </a:lnTo>
                <a:lnTo>
                  <a:pt x="2038893" y="0"/>
                </a:lnTo>
                <a:lnTo>
                  <a:pt x="2004165" y="0"/>
                </a:lnTo>
                <a:lnTo>
                  <a:pt x="1969446" y="0"/>
                </a:lnTo>
                <a:lnTo>
                  <a:pt x="1934718" y="0"/>
                </a:lnTo>
                <a:lnTo>
                  <a:pt x="1899999" y="0"/>
                </a:lnTo>
                <a:lnTo>
                  <a:pt x="1865271" y="0"/>
                </a:lnTo>
                <a:lnTo>
                  <a:pt x="1830553" y="0"/>
                </a:lnTo>
                <a:lnTo>
                  <a:pt x="1795824" y="0"/>
                </a:lnTo>
                <a:lnTo>
                  <a:pt x="1761106" y="0"/>
                </a:lnTo>
                <a:lnTo>
                  <a:pt x="1726378" y="0"/>
                </a:lnTo>
                <a:lnTo>
                  <a:pt x="1691659" y="0"/>
                </a:lnTo>
                <a:lnTo>
                  <a:pt x="1656931" y="0"/>
                </a:lnTo>
                <a:lnTo>
                  <a:pt x="1622212" y="0"/>
                </a:lnTo>
                <a:lnTo>
                  <a:pt x="1587484" y="0"/>
                </a:lnTo>
                <a:lnTo>
                  <a:pt x="1552766" y="0"/>
                </a:lnTo>
                <a:lnTo>
                  <a:pt x="1518037" y="0"/>
                </a:lnTo>
                <a:lnTo>
                  <a:pt x="1483319" y="0"/>
                </a:lnTo>
                <a:lnTo>
                  <a:pt x="1448591" y="0"/>
                </a:lnTo>
                <a:lnTo>
                  <a:pt x="1413872" y="0"/>
                </a:lnTo>
                <a:lnTo>
                  <a:pt x="1379144" y="0"/>
                </a:lnTo>
                <a:lnTo>
                  <a:pt x="1344425" y="0"/>
                </a:lnTo>
                <a:lnTo>
                  <a:pt x="1309697" y="0"/>
                </a:lnTo>
                <a:lnTo>
                  <a:pt x="1274978" y="0"/>
                </a:lnTo>
                <a:lnTo>
                  <a:pt x="1240250" y="0"/>
                </a:lnTo>
                <a:lnTo>
                  <a:pt x="1205532" y="0"/>
                </a:lnTo>
                <a:lnTo>
                  <a:pt x="1170803" y="0"/>
                </a:lnTo>
                <a:lnTo>
                  <a:pt x="1136085" y="0"/>
                </a:lnTo>
                <a:lnTo>
                  <a:pt x="1101357" y="0"/>
                </a:lnTo>
                <a:lnTo>
                  <a:pt x="1066638" y="0"/>
                </a:lnTo>
                <a:lnTo>
                  <a:pt x="1031919" y="0"/>
                </a:lnTo>
                <a:lnTo>
                  <a:pt x="997191" y="0"/>
                </a:lnTo>
                <a:lnTo>
                  <a:pt x="962473" y="0"/>
                </a:lnTo>
                <a:lnTo>
                  <a:pt x="927745" y="0"/>
                </a:lnTo>
                <a:lnTo>
                  <a:pt x="893026" y="0"/>
                </a:lnTo>
                <a:lnTo>
                  <a:pt x="858298" y="0"/>
                </a:lnTo>
                <a:lnTo>
                  <a:pt x="823579" y="0"/>
                </a:lnTo>
                <a:lnTo>
                  <a:pt x="788851" y="0"/>
                </a:lnTo>
                <a:lnTo>
                  <a:pt x="754132" y="0"/>
                </a:lnTo>
                <a:lnTo>
                  <a:pt x="719404" y="0"/>
                </a:lnTo>
                <a:lnTo>
                  <a:pt x="684686" y="0"/>
                </a:lnTo>
                <a:lnTo>
                  <a:pt x="649957" y="0"/>
                </a:lnTo>
                <a:lnTo>
                  <a:pt x="615239" y="0"/>
                </a:lnTo>
                <a:lnTo>
                  <a:pt x="580511" y="0"/>
                </a:lnTo>
                <a:lnTo>
                  <a:pt x="545792" y="0"/>
                </a:lnTo>
                <a:lnTo>
                  <a:pt x="511064" y="0"/>
                </a:lnTo>
                <a:lnTo>
                  <a:pt x="476345" y="0"/>
                </a:lnTo>
                <a:lnTo>
                  <a:pt x="441617" y="0"/>
                </a:lnTo>
                <a:lnTo>
                  <a:pt x="406898" y="0"/>
                </a:lnTo>
                <a:lnTo>
                  <a:pt x="372170" y="0"/>
                </a:lnTo>
                <a:lnTo>
                  <a:pt x="337452" y="0"/>
                </a:lnTo>
                <a:lnTo>
                  <a:pt x="302724" y="0"/>
                </a:lnTo>
                <a:lnTo>
                  <a:pt x="268005" y="0"/>
                </a:lnTo>
                <a:lnTo>
                  <a:pt x="233277" y="0"/>
                </a:lnTo>
                <a:lnTo>
                  <a:pt x="198558" y="0"/>
                </a:lnTo>
                <a:lnTo>
                  <a:pt x="163830" y="0"/>
                </a:lnTo>
                <a:lnTo>
                  <a:pt x="129111" y="0"/>
                </a:lnTo>
                <a:lnTo>
                  <a:pt x="94383" y="0"/>
                </a:lnTo>
                <a:lnTo>
                  <a:pt x="59665" y="0"/>
                </a:lnTo>
                <a:lnTo>
                  <a:pt x="24946" y="0"/>
                </a:lnTo>
                <a:lnTo>
                  <a:pt x="0" y="6163"/>
                </a:lnTo>
                <a:lnTo>
                  <a:pt x="0" y="28051"/>
                </a:lnTo>
                <a:lnTo>
                  <a:pt x="0" y="49940"/>
                </a:lnTo>
                <a:lnTo>
                  <a:pt x="0" y="71828"/>
                </a:lnTo>
                <a:lnTo>
                  <a:pt x="0" y="93707"/>
                </a:lnTo>
                <a:lnTo>
                  <a:pt x="0" y="115595"/>
                </a:lnTo>
                <a:lnTo>
                  <a:pt x="0" y="137484"/>
                </a:lnTo>
                <a:lnTo>
                  <a:pt x="0" y="159372"/>
                </a:lnTo>
                <a:lnTo>
                  <a:pt x="0" y="181251"/>
                </a:lnTo>
                <a:lnTo>
                  <a:pt x="0" y="203140"/>
                </a:lnTo>
                <a:lnTo>
                  <a:pt x="0" y="225028"/>
                </a:lnTo>
                <a:lnTo>
                  <a:pt x="0" y="246917"/>
                </a:lnTo>
                <a:lnTo>
                  <a:pt x="0" y="268805"/>
                </a:lnTo>
                <a:lnTo>
                  <a:pt x="0" y="290684"/>
                </a:lnTo>
                <a:lnTo>
                  <a:pt x="0" y="312572"/>
                </a:lnTo>
                <a:lnTo>
                  <a:pt x="0" y="334461"/>
                </a:lnTo>
                <a:lnTo>
                  <a:pt x="0" y="356349"/>
                </a:lnTo>
                <a:lnTo>
                  <a:pt x="0" y="378228"/>
                </a:lnTo>
                <a:lnTo>
                  <a:pt x="0" y="400117"/>
                </a:lnTo>
                <a:lnTo>
                  <a:pt x="0" y="422005"/>
                </a:lnTo>
                <a:lnTo>
                  <a:pt x="0" y="443894"/>
                </a:lnTo>
                <a:lnTo>
                  <a:pt x="0" y="465782"/>
                </a:lnTo>
                <a:lnTo>
                  <a:pt x="0" y="487661"/>
                </a:lnTo>
                <a:lnTo>
                  <a:pt x="0" y="509549"/>
                </a:lnTo>
                <a:lnTo>
                  <a:pt x="0" y="531438"/>
                </a:lnTo>
                <a:lnTo>
                  <a:pt x="0" y="553326"/>
                </a:lnTo>
                <a:lnTo>
                  <a:pt x="0" y="575205"/>
                </a:lnTo>
                <a:lnTo>
                  <a:pt x="0" y="597094"/>
                </a:lnTo>
                <a:lnTo>
                  <a:pt x="0" y="618982"/>
                </a:lnTo>
                <a:lnTo>
                  <a:pt x="0" y="640871"/>
                </a:lnTo>
                <a:lnTo>
                  <a:pt x="0" y="662759"/>
                </a:lnTo>
                <a:lnTo>
                  <a:pt x="0" y="684638"/>
                </a:lnTo>
                <a:lnTo>
                  <a:pt x="0" y="706526"/>
                </a:lnTo>
                <a:lnTo>
                  <a:pt x="0" y="728415"/>
                </a:lnTo>
                <a:lnTo>
                  <a:pt x="0" y="750303"/>
                </a:lnTo>
                <a:lnTo>
                  <a:pt x="0" y="772182"/>
                </a:lnTo>
                <a:lnTo>
                  <a:pt x="0" y="794071"/>
                </a:lnTo>
                <a:lnTo>
                  <a:pt x="0" y="815959"/>
                </a:lnTo>
                <a:lnTo>
                  <a:pt x="0" y="837848"/>
                </a:lnTo>
                <a:lnTo>
                  <a:pt x="0" y="859736"/>
                </a:lnTo>
                <a:lnTo>
                  <a:pt x="0" y="881615"/>
                </a:lnTo>
                <a:lnTo>
                  <a:pt x="0" y="903503"/>
                </a:lnTo>
                <a:lnTo>
                  <a:pt x="0" y="925392"/>
                </a:lnTo>
                <a:lnTo>
                  <a:pt x="0" y="947280"/>
                </a:lnTo>
                <a:lnTo>
                  <a:pt x="0" y="969159"/>
                </a:lnTo>
                <a:lnTo>
                  <a:pt x="0" y="991048"/>
                </a:lnTo>
                <a:lnTo>
                  <a:pt x="0" y="1012936"/>
                </a:lnTo>
                <a:lnTo>
                  <a:pt x="0" y="1034825"/>
                </a:lnTo>
                <a:lnTo>
                  <a:pt x="0" y="1056713"/>
                </a:lnTo>
                <a:lnTo>
                  <a:pt x="0" y="1078592"/>
                </a:lnTo>
                <a:lnTo>
                  <a:pt x="0" y="1100480"/>
                </a:lnTo>
                <a:lnTo>
                  <a:pt x="0" y="1122369"/>
                </a:lnTo>
                <a:lnTo>
                  <a:pt x="0" y="1144257"/>
                </a:lnTo>
                <a:lnTo>
                  <a:pt x="0" y="1166136"/>
                </a:lnTo>
                <a:lnTo>
                  <a:pt x="0" y="1188025"/>
                </a:lnTo>
                <a:lnTo>
                  <a:pt x="0" y="1209913"/>
                </a:lnTo>
                <a:lnTo>
                  <a:pt x="0" y="1231802"/>
                </a:lnTo>
                <a:lnTo>
                  <a:pt x="0" y="1253690"/>
                </a:lnTo>
                <a:lnTo>
                  <a:pt x="0" y="1275569"/>
                </a:lnTo>
                <a:lnTo>
                  <a:pt x="0" y="1297457"/>
                </a:lnTo>
                <a:lnTo>
                  <a:pt x="0" y="1319346"/>
                </a:lnTo>
                <a:lnTo>
                  <a:pt x="0" y="1341234"/>
                </a:lnTo>
                <a:lnTo>
                  <a:pt x="0" y="136311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5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D81A0D10-7FB8-41B0-814D-56F2071D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7607" y="3965819"/>
            <a:ext cx="2162623" cy="2344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B4F126BE-57A5-4930-91AE-E86970A8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3454" y="4999063"/>
            <a:ext cx="796776" cy="330127"/>
          </a:xfrm>
          <a:custGeom xmlns:a="http://schemas.openxmlformats.org/drawingml/2006/main">
            <a:pathLst>
              <a:path w="796776" h="330127">
                <a:moveTo>
                  <a:pt x="796776" y="0"/>
                </a:moveTo>
                <a:lnTo>
                  <a:pt x="795823" y="5477"/>
                </a:lnTo>
                <a:lnTo>
                  <a:pt x="794585" y="10925"/>
                </a:lnTo>
                <a:lnTo>
                  <a:pt x="793128" y="16364"/>
                </a:lnTo>
                <a:lnTo>
                  <a:pt x="791489" y="21774"/>
                </a:lnTo>
                <a:lnTo>
                  <a:pt x="789689" y="27165"/>
                </a:lnTo>
                <a:lnTo>
                  <a:pt x="787727" y="32528"/>
                </a:lnTo>
                <a:lnTo>
                  <a:pt x="785622" y="37871"/>
                </a:lnTo>
                <a:lnTo>
                  <a:pt x="783374" y="43196"/>
                </a:lnTo>
                <a:lnTo>
                  <a:pt x="780983" y="48501"/>
                </a:lnTo>
                <a:lnTo>
                  <a:pt x="778459" y="53769"/>
                </a:lnTo>
                <a:lnTo>
                  <a:pt x="775802" y="59017"/>
                </a:lnTo>
                <a:lnTo>
                  <a:pt x="773011" y="64237"/>
                </a:lnTo>
                <a:lnTo>
                  <a:pt x="770087" y="69428"/>
                </a:lnTo>
                <a:lnTo>
                  <a:pt x="767039" y="74590"/>
                </a:lnTo>
                <a:lnTo>
                  <a:pt x="763867" y="79724"/>
                </a:lnTo>
                <a:lnTo>
                  <a:pt x="760571" y="84830"/>
                </a:lnTo>
                <a:lnTo>
                  <a:pt x="757152" y="89897"/>
                </a:lnTo>
                <a:lnTo>
                  <a:pt x="753608" y="94936"/>
                </a:lnTo>
                <a:lnTo>
                  <a:pt x="749941" y="99936"/>
                </a:lnTo>
                <a:lnTo>
                  <a:pt x="746160" y="104899"/>
                </a:lnTo>
                <a:lnTo>
                  <a:pt x="742255" y="109823"/>
                </a:lnTo>
                <a:lnTo>
                  <a:pt x="738226" y="114719"/>
                </a:lnTo>
                <a:lnTo>
                  <a:pt x="734082" y="119567"/>
                </a:lnTo>
                <a:lnTo>
                  <a:pt x="729825" y="124377"/>
                </a:lnTo>
                <a:lnTo>
                  <a:pt x="725443" y="129140"/>
                </a:lnTo>
                <a:lnTo>
                  <a:pt x="720947" y="133874"/>
                </a:lnTo>
                <a:lnTo>
                  <a:pt x="716337" y="138551"/>
                </a:lnTo>
                <a:lnTo>
                  <a:pt x="711622" y="143189"/>
                </a:lnTo>
                <a:lnTo>
                  <a:pt x="706784" y="147771"/>
                </a:lnTo>
                <a:lnTo>
                  <a:pt x="701840" y="152314"/>
                </a:lnTo>
                <a:lnTo>
                  <a:pt x="696782" y="156810"/>
                </a:lnTo>
                <a:lnTo>
                  <a:pt x="691610" y="161249"/>
                </a:lnTo>
                <a:lnTo>
                  <a:pt x="686333" y="165640"/>
                </a:lnTo>
                <a:lnTo>
                  <a:pt x="680952" y="169983"/>
                </a:lnTo>
                <a:lnTo>
                  <a:pt x="675465" y="174269"/>
                </a:lnTo>
                <a:lnTo>
                  <a:pt x="669874" y="178508"/>
                </a:lnTo>
                <a:lnTo>
                  <a:pt x="664178" y="182680"/>
                </a:lnTo>
                <a:lnTo>
                  <a:pt x="658387" y="186804"/>
                </a:lnTo>
                <a:lnTo>
                  <a:pt x="652491" y="190871"/>
                </a:lnTo>
                <a:lnTo>
                  <a:pt x="646490" y="194882"/>
                </a:lnTo>
                <a:lnTo>
                  <a:pt x="640404" y="198834"/>
                </a:lnTo>
                <a:lnTo>
                  <a:pt x="634213" y="202721"/>
                </a:lnTo>
                <a:lnTo>
                  <a:pt x="627936" y="206550"/>
                </a:lnTo>
                <a:lnTo>
                  <a:pt x="621563" y="210322"/>
                </a:lnTo>
                <a:lnTo>
                  <a:pt x="615105" y="214036"/>
                </a:lnTo>
                <a:lnTo>
                  <a:pt x="608562" y="217684"/>
                </a:lnTo>
                <a:lnTo>
                  <a:pt x="601923" y="221266"/>
                </a:lnTo>
                <a:lnTo>
                  <a:pt x="595208" y="224800"/>
                </a:lnTo>
                <a:lnTo>
                  <a:pt x="588407" y="228257"/>
                </a:lnTo>
                <a:lnTo>
                  <a:pt x="581530" y="231658"/>
                </a:lnTo>
                <a:lnTo>
                  <a:pt x="574577" y="234991"/>
                </a:lnTo>
                <a:lnTo>
                  <a:pt x="567547" y="238258"/>
                </a:lnTo>
                <a:lnTo>
                  <a:pt x="560441" y="241468"/>
                </a:lnTo>
                <a:lnTo>
                  <a:pt x="553260" y="244612"/>
                </a:lnTo>
                <a:lnTo>
                  <a:pt x="546011" y="247688"/>
                </a:lnTo>
                <a:lnTo>
                  <a:pt x="538696" y="250708"/>
                </a:lnTo>
                <a:lnTo>
                  <a:pt x="531324" y="253660"/>
                </a:lnTo>
                <a:lnTo>
                  <a:pt x="523875" y="256546"/>
                </a:lnTo>
                <a:lnTo>
                  <a:pt x="516369" y="259366"/>
                </a:lnTo>
                <a:lnTo>
                  <a:pt x="508806" y="262128"/>
                </a:lnTo>
                <a:lnTo>
                  <a:pt x="501186" y="264824"/>
                </a:lnTo>
                <a:lnTo>
                  <a:pt x="493509" y="267452"/>
                </a:lnTo>
                <a:lnTo>
                  <a:pt x="485775" y="270024"/>
                </a:lnTo>
                <a:lnTo>
                  <a:pt x="477993" y="272529"/>
                </a:lnTo>
                <a:lnTo>
                  <a:pt x="470164" y="274977"/>
                </a:lnTo>
                <a:lnTo>
                  <a:pt x="462277" y="277358"/>
                </a:lnTo>
                <a:lnTo>
                  <a:pt x="454352" y="279673"/>
                </a:lnTo>
                <a:lnTo>
                  <a:pt x="446380" y="281930"/>
                </a:lnTo>
                <a:lnTo>
                  <a:pt x="438369" y="284131"/>
                </a:lnTo>
                <a:lnTo>
                  <a:pt x="430311" y="286274"/>
                </a:lnTo>
                <a:lnTo>
                  <a:pt x="422224" y="288350"/>
                </a:lnTo>
                <a:lnTo>
                  <a:pt x="414090" y="290370"/>
                </a:lnTo>
                <a:lnTo>
                  <a:pt x="405917" y="292332"/>
                </a:lnTo>
                <a:lnTo>
                  <a:pt x="397716" y="294227"/>
                </a:lnTo>
                <a:lnTo>
                  <a:pt x="389487" y="296075"/>
                </a:lnTo>
                <a:lnTo>
                  <a:pt x="381219" y="297866"/>
                </a:lnTo>
                <a:lnTo>
                  <a:pt x="372923" y="299590"/>
                </a:lnTo>
                <a:lnTo>
                  <a:pt x="364598" y="301266"/>
                </a:lnTo>
                <a:lnTo>
                  <a:pt x="356245" y="302895"/>
                </a:lnTo>
                <a:lnTo>
                  <a:pt x="347863" y="304457"/>
                </a:lnTo>
                <a:lnTo>
                  <a:pt x="339461" y="305972"/>
                </a:lnTo>
                <a:lnTo>
                  <a:pt x="331032" y="307429"/>
                </a:lnTo>
                <a:lnTo>
                  <a:pt x="322583" y="308839"/>
                </a:lnTo>
                <a:lnTo>
                  <a:pt x="314115" y="310191"/>
                </a:lnTo>
                <a:lnTo>
                  <a:pt x="305619" y="311496"/>
                </a:lnTo>
                <a:lnTo>
                  <a:pt x="297113" y="312753"/>
                </a:lnTo>
                <a:lnTo>
                  <a:pt x="288579" y="313954"/>
                </a:lnTo>
                <a:lnTo>
                  <a:pt x="280035" y="315116"/>
                </a:lnTo>
                <a:lnTo>
                  <a:pt x="271472" y="316220"/>
                </a:lnTo>
                <a:lnTo>
                  <a:pt x="262900" y="317278"/>
                </a:lnTo>
                <a:lnTo>
                  <a:pt x="254308" y="318287"/>
                </a:lnTo>
                <a:lnTo>
                  <a:pt x="245707" y="319259"/>
                </a:lnTo>
                <a:lnTo>
                  <a:pt x="237087" y="320173"/>
                </a:lnTo>
                <a:lnTo>
                  <a:pt x="228457" y="321050"/>
                </a:lnTo>
                <a:lnTo>
                  <a:pt x="219818" y="321878"/>
                </a:lnTo>
                <a:lnTo>
                  <a:pt x="211169" y="322669"/>
                </a:lnTo>
                <a:lnTo>
                  <a:pt x="202511" y="323412"/>
                </a:lnTo>
                <a:lnTo>
                  <a:pt x="193843" y="324117"/>
                </a:lnTo>
                <a:lnTo>
                  <a:pt x="185166" y="324774"/>
                </a:lnTo>
                <a:lnTo>
                  <a:pt x="176479" y="325393"/>
                </a:lnTo>
                <a:lnTo>
                  <a:pt x="167783" y="325965"/>
                </a:lnTo>
                <a:lnTo>
                  <a:pt x="159087" y="326507"/>
                </a:lnTo>
                <a:lnTo>
                  <a:pt x="150381" y="327003"/>
                </a:lnTo>
                <a:lnTo>
                  <a:pt x="141675" y="327460"/>
                </a:lnTo>
                <a:lnTo>
                  <a:pt x="132959" y="327879"/>
                </a:lnTo>
                <a:lnTo>
                  <a:pt x="124244" y="328260"/>
                </a:lnTo>
                <a:lnTo>
                  <a:pt x="115519" y="328603"/>
                </a:lnTo>
                <a:lnTo>
                  <a:pt x="106794" y="328917"/>
                </a:lnTo>
                <a:lnTo>
                  <a:pt x="98060" y="329184"/>
                </a:lnTo>
                <a:lnTo>
                  <a:pt x="89335" y="329422"/>
                </a:lnTo>
                <a:lnTo>
                  <a:pt x="80601" y="329622"/>
                </a:lnTo>
                <a:lnTo>
                  <a:pt x="71866" y="329794"/>
                </a:lnTo>
                <a:lnTo>
                  <a:pt x="63122" y="329927"/>
                </a:lnTo>
                <a:lnTo>
                  <a:pt x="54388" y="330022"/>
                </a:lnTo>
                <a:lnTo>
                  <a:pt x="45644" y="330089"/>
                </a:lnTo>
                <a:lnTo>
                  <a:pt x="36909" y="330127"/>
                </a:lnTo>
                <a:lnTo>
                  <a:pt x="28165" y="330127"/>
                </a:lnTo>
                <a:lnTo>
                  <a:pt x="19431" y="330098"/>
                </a:lnTo>
                <a:lnTo>
                  <a:pt x="10687" y="330032"/>
                </a:lnTo>
                <a:lnTo>
                  <a:pt x="1953" y="329946"/>
                </a:lnTo>
                <a:lnTo>
                  <a:pt x="0" y="329860"/>
                </a:lnTo>
                <a:lnTo>
                  <a:pt x="8734" y="329717"/>
                </a:lnTo>
                <a:lnTo>
                  <a:pt x="17469" y="329489"/>
                </a:lnTo>
                <a:lnTo>
                  <a:pt x="26194" y="329184"/>
                </a:lnTo>
                <a:lnTo>
                  <a:pt x="34919" y="328822"/>
                </a:lnTo>
                <a:lnTo>
                  <a:pt x="43625" y="328384"/>
                </a:lnTo>
                <a:lnTo>
                  <a:pt x="52330" y="327898"/>
                </a:lnTo>
                <a:lnTo>
                  <a:pt x="61027" y="327346"/>
                </a:lnTo>
                <a:lnTo>
                  <a:pt x="69713" y="326736"/>
                </a:lnTo>
                <a:lnTo>
                  <a:pt x="78391" y="326069"/>
                </a:lnTo>
                <a:lnTo>
                  <a:pt x="87059" y="325345"/>
                </a:lnTo>
                <a:lnTo>
                  <a:pt x="95707" y="324564"/>
                </a:lnTo>
                <a:lnTo>
                  <a:pt x="104346" y="323726"/>
                </a:lnTo>
                <a:lnTo>
                  <a:pt x="112967" y="322821"/>
                </a:lnTo>
                <a:lnTo>
                  <a:pt x="121568" y="321859"/>
                </a:lnTo>
                <a:lnTo>
                  <a:pt x="130159" y="320840"/>
                </a:lnTo>
                <a:lnTo>
                  <a:pt x="138732" y="319764"/>
                </a:lnTo>
                <a:lnTo>
                  <a:pt x="147285" y="318621"/>
                </a:lnTo>
                <a:lnTo>
                  <a:pt x="155810" y="317411"/>
                </a:lnTo>
                <a:lnTo>
                  <a:pt x="164316" y="316144"/>
                </a:lnTo>
                <a:lnTo>
                  <a:pt x="172793" y="314811"/>
                </a:lnTo>
                <a:lnTo>
                  <a:pt x="181242" y="313401"/>
                </a:lnTo>
                <a:lnTo>
                  <a:pt x="189662" y="311934"/>
                </a:lnTo>
                <a:lnTo>
                  <a:pt x="198053" y="310391"/>
                </a:lnTo>
                <a:lnTo>
                  <a:pt x="206407" y="308772"/>
                </a:lnTo>
                <a:lnTo>
                  <a:pt x="214722" y="307086"/>
                </a:lnTo>
                <a:lnTo>
                  <a:pt x="223009" y="305314"/>
                </a:lnTo>
                <a:lnTo>
                  <a:pt x="231238" y="303467"/>
                </a:lnTo>
                <a:lnTo>
                  <a:pt x="239430" y="301542"/>
                </a:lnTo>
                <a:lnTo>
                  <a:pt x="247564" y="299533"/>
                </a:lnTo>
                <a:lnTo>
                  <a:pt x="255651" y="297447"/>
                </a:lnTo>
                <a:lnTo>
                  <a:pt x="263681" y="295265"/>
                </a:lnTo>
                <a:lnTo>
                  <a:pt x="271643" y="292999"/>
                </a:lnTo>
                <a:lnTo>
                  <a:pt x="279540" y="290636"/>
                </a:lnTo>
                <a:lnTo>
                  <a:pt x="287360" y="288179"/>
                </a:lnTo>
                <a:lnTo>
                  <a:pt x="295104" y="285626"/>
                </a:lnTo>
                <a:lnTo>
                  <a:pt x="302771" y="282978"/>
                </a:lnTo>
                <a:lnTo>
                  <a:pt x="310344" y="280226"/>
                </a:lnTo>
                <a:lnTo>
                  <a:pt x="317821" y="277378"/>
                </a:lnTo>
                <a:lnTo>
                  <a:pt x="325184" y="274415"/>
                </a:lnTo>
                <a:lnTo>
                  <a:pt x="332442" y="271348"/>
                </a:lnTo>
                <a:lnTo>
                  <a:pt x="339576" y="268167"/>
                </a:lnTo>
                <a:lnTo>
                  <a:pt x="346586" y="264871"/>
                </a:lnTo>
                <a:lnTo>
                  <a:pt x="353454" y="261471"/>
                </a:lnTo>
                <a:lnTo>
                  <a:pt x="360178" y="257947"/>
                </a:lnTo>
                <a:lnTo>
                  <a:pt x="366741" y="254308"/>
                </a:lnTo>
                <a:lnTo>
                  <a:pt x="373142" y="250555"/>
                </a:lnTo>
                <a:lnTo>
                  <a:pt x="379362" y="246688"/>
                </a:lnTo>
                <a:lnTo>
                  <a:pt x="385391" y="242697"/>
                </a:lnTo>
                <a:lnTo>
                  <a:pt x="391220" y="238601"/>
                </a:lnTo>
                <a:lnTo>
                  <a:pt x="396850" y="234382"/>
                </a:lnTo>
                <a:lnTo>
                  <a:pt x="402250" y="230048"/>
                </a:lnTo>
                <a:lnTo>
                  <a:pt x="407422" y="225619"/>
                </a:lnTo>
                <a:lnTo>
                  <a:pt x="412366" y="221066"/>
                </a:lnTo>
                <a:lnTo>
                  <a:pt x="417062" y="216427"/>
                </a:lnTo>
                <a:lnTo>
                  <a:pt x="421500" y="211674"/>
                </a:lnTo>
                <a:lnTo>
                  <a:pt x="425672" y="206835"/>
                </a:lnTo>
                <a:lnTo>
                  <a:pt x="429587" y="201911"/>
                </a:lnTo>
                <a:lnTo>
                  <a:pt x="433235" y="196910"/>
                </a:lnTo>
                <a:lnTo>
                  <a:pt x="436597" y="191824"/>
                </a:lnTo>
                <a:lnTo>
                  <a:pt x="439693" y="186671"/>
                </a:lnTo>
                <a:lnTo>
                  <a:pt x="442512" y="181461"/>
                </a:lnTo>
                <a:lnTo>
                  <a:pt x="445056" y="176193"/>
                </a:lnTo>
                <a:lnTo>
                  <a:pt x="447332" y="170869"/>
                </a:lnTo>
                <a:lnTo>
                  <a:pt x="449332" y="165506"/>
                </a:lnTo>
                <a:lnTo>
                  <a:pt x="451066" y="160106"/>
                </a:lnTo>
                <a:lnTo>
                  <a:pt x="452542" y="154676"/>
                </a:lnTo>
                <a:lnTo>
                  <a:pt x="453761" y="149228"/>
                </a:lnTo>
                <a:lnTo>
                  <a:pt x="454724" y="143751"/>
                </a:lnTo>
                <a:lnTo>
                  <a:pt x="455457" y="138265"/>
                </a:lnTo>
                <a:lnTo>
                  <a:pt x="455943" y="132759"/>
                </a:lnTo>
                <a:lnTo>
                  <a:pt x="456200" y="127254"/>
                </a:lnTo>
                <a:lnTo>
                  <a:pt x="456248" y="121749"/>
                </a:lnTo>
                <a:lnTo>
                  <a:pt x="456067" y="116243"/>
                </a:lnTo>
                <a:lnTo>
                  <a:pt x="455695" y="110738"/>
                </a:lnTo>
                <a:lnTo>
                  <a:pt x="455114" y="105242"/>
                </a:lnTo>
                <a:lnTo>
                  <a:pt x="463201" y="103889"/>
                </a:lnTo>
                <a:lnTo>
                  <a:pt x="471716" y="102660"/>
                </a:lnTo>
                <a:lnTo>
                  <a:pt x="480212" y="101346"/>
                </a:lnTo>
                <a:lnTo>
                  <a:pt x="488671" y="99965"/>
                </a:lnTo>
                <a:lnTo>
                  <a:pt x="497100" y="98527"/>
                </a:lnTo>
                <a:lnTo>
                  <a:pt x="505511" y="97022"/>
                </a:lnTo>
                <a:lnTo>
                  <a:pt x="513893" y="95469"/>
                </a:lnTo>
                <a:lnTo>
                  <a:pt x="522256" y="93859"/>
                </a:lnTo>
                <a:lnTo>
                  <a:pt x="530590" y="92192"/>
                </a:lnTo>
                <a:lnTo>
                  <a:pt x="538886" y="90478"/>
                </a:lnTo>
                <a:lnTo>
                  <a:pt x="547164" y="88706"/>
                </a:lnTo>
                <a:lnTo>
                  <a:pt x="555412" y="86887"/>
                </a:lnTo>
                <a:lnTo>
                  <a:pt x="563642" y="85011"/>
                </a:lnTo>
                <a:lnTo>
                  <a:pt x="571824" y="83096"/>
                </a:lnTo>
                <a:lnTo>
                  <a:pt x="579987" y="81124"/>
                </a:lnTo>
                <a:lnTo>
                  <a:pt x="588121" y="79096"/>
                </a:lnTo>
                <a:lnTo>
                  <a:pt x="596217" y="77019"/>
                </a:lnTo>
                <a:lnTo>
                  <a:pt x="604276" y="74895"/>
                </a:lnTo>
                <a:lnTo>
                  <a:pt x="612305" y="72714"/>
                </a:lnTo>
                <a:lnTo>
                  <a:pt x="620297" y="70485"/>
                </a:lnTo>
                <a:lnTo>
                  <a:pt x="628250" y="68209"/>
                </a:lnTo>
                <a:lnTo>
                  <a:pt x="636165" y="65875"/>
                </a:lnTo>
                <a:lnTo>
                  <a:pt x="644042" y="63484"/>
                </a:lnTo>
                <a:lnTo>
                  <a:pt x="651872" y="61046"/>
                </a:lnTo>
                <a:lnTo>
                  <a:pt x="659663" y="58541"/>
                </a:lnTo>
                <a:lnTo>
                  <a:pt x="667417" y="55997"/>
                </a:lnTo>
                <a:lnTo>
                  <a:pt x="675113" y="53388"/>
                </a:lnTo>
                <a:lnTo>
                  <a:pt x="682762" y="50721"/>
                </a:lnTo>
                <a:lnTo>
                  <a:pt x="690362" y="48006"/>
                </a:lnTo>
                <a:lnTo>
                  <a:pt x="697916" y="45225"/>
                </a:lnTo>
                <a:lnTo>
                  <a:pt x="705402" y="42396"/>
                </a:lnTo>
                <a:lnTo>
                  <a:pt x="712841" y="39500"/>
                </a:lnTo>
                <a:lnTo>
                  <a:pt x="720223" y="36547"/>
                </a:lnTo>
                <a:lnTo>
                  <a:pt x="727539" y="33538"/>
                </a:lnTo>
                <a:lnTo>
                  <a:pt x="734797" y="30470"/>
                </a:lnTo>
                <a:lnTo>
                  <a:pt x="741988" y="27337"/>
                </a:lnTo>
                <a:lnTo>
                  <a:pt x="749103" y="24136"/>
                </a:lnTo>
                <a:lnTo>
                  <a:pt x="756152" y="20879"/>
                </a:lnTo>
                <a:lnTo>
                  <a:pt x="763124" y="17564"/>
                </a:lnTo>
                <a:lnTo>
                  <a:pt x="770020" y="14183"/>
                </a:lnTo>
                <a:lnTo>
                  <a:pt x="776840" y="10735"/>
                </a:lnTo>
                <a:lnTo>
                  <a:pt x="783574" y="7220"/>
                </a:lnTo>
                <a:lnTo>
                  <a:pt x="790223" y="3639"/>
                </a:lnTo>
                <a:lnTo>
                  <a:pt x="796776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27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A85BBC27-F5F9-47B8-9FB0-58878508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79" y="4967716"/>
            <a:ext cx="2163118" cy="362426"/>
          </a:xfrm>
          <a:custGeom xmlns:a="http://schemas.openxmlformats.org/drawingml/2006/main">
            <a:pathLst>
              <a:path w="2163118" h="362426">
                <a:moveTo>
                  <a:pt x="2162451" y="0"/>
                </a:moveTo>
                <a:lnTo>
                  <a:pt x="2163118" y="13345"/>
                </a:lnTo>
                <a:lnTo>
                  <a:pt x="2162813" y="26699"/>
                </a:lnTo>
                <a:lnTo>
                  <a:pt x="2161765" y="40034"/>
                </a:lnTo>
                <a:lnTo>
                  <a:pt x="2160022" y="53350"/>
                </a:lnTo>
                <a:lnTo>
                  <a:pt x="2157613" y="66618"/>
                </a:lnTo>
                <a:lnTo>
                  <a:pt x="2154536" y="79829"/>
                </a:lnTo>
                <a:lnTo>
                  <a:pt x="2150783" y="92974"/>
                </a:lnTo>
                <a:lnTo>
                  <a:pt x="2146364" y="106032"/>
                </a:lnTo>
                <a:lnTo>
                  <a:pt x="2141258" y="118996"/>
                </a:lnTo>
                <a:lnTo>
                  <a:pt x="2135448" y="131836"/>
                </a:lnTo>
                <a:lnTo>
                  <a:pt x="2128914" y="144542"/>
                </a:lnTo>
                <a:lnTo>
                  <a:pt x="2121656" y="157086"/>
                </a:lnTo>
                <a:lnTo>
                  <a:pt x="2113655" y="169450"/>
                </a:lnTo>
                <a:lnTo>
                  <a:pt x="2104892" y="181613"/>
                </a:lnTo>
                <a:lnTo>
                  <a:pt x="2095357" y="193538"/>
                </a:lnTo>
                <a:lnTo>
                  <a:pt x="2085032" y="205197"/>
                </a:lnTo>
                <a:lnTo>
                  <a:pt x="2073935" y="216570"/>
                </a:lnTo>
                <a:lnTo>
                  <a:pt x="2062048" y="227628"/>
                </a:lnTo>
                <a:lnTo>
                  <a:pt x="2049380" y="238335"/>
                </a:lnTo>
                <a:lnTo>
                  <a:pt x="2035959" y="248660"/>
                </a:lnTo>
                <a:lnTo>
                  <a:pt x="2021777" y="258585"/>
                </a:lnTo>
                <a:lnTo>
                  <a:pt x="2006879" y="268081"/>
                </a:lnTo>
                <a:lnTo>
                  <a:pt x="1991287" y="277120"/>
                </a:lnTo>
                <a:lnTo>
                  <a:pt x="1975037" y="285693"/>
                </a:lnTo>
                <a:lnTo>
                  <a:pt x="1958169" y="293770"/>
                </a:lnTo>
                <a:lnTo>
                  <a:pt x="1940738" y="301361"/>
                </a:lnTo>
                <a:lnTo>
                  <a:pt x="1922774" y="308439"/>
                </a:lnTo>
                <a:lnTo>
                  <a:pt x="1904324" y="315011"/>
                </a:lnTo>
                <a:lnTo>
                  <a:pt x="1885455" y="321078"/>
                </a:lnTo>
                <a:lnTo>
                  <a:pt x="1866195" y="326650"/>
                </a:lnTo>
                <a:lnTo>
                  <a:pt x="1846602" y="331727"/>
                </a:lnTo>
                <a:lnTo>
                  <a:pt x="1826714" y="336328"/>
                </a:lnTo>
                <a:lnTo>
                  <a:pt x="1806569" y="340462"/>
                </a:lnTo>
                <a:lnTo>
                  <a:pt x="1786204" y="344148"/>
                </a:lnTo>
                <a:lnTo>
                  <a:pt x="1765649" y="347396"/>
                </a:lnTo>
                <a:lnTo>
                  <a:pt x="1744942" y="350225"/>
                </a:lnTo>
                <a:lnTo>
                  <a:pt x="1724111" y="352663"/>
                </a:lnTo>
                <a:lnTo>
                  <a:pt x="1703175" y="354711"/>
                </a:lnTo>
                <a:lnTo>
                  <a:pt x="1682153" y="356397"/>
                </a:lnTo>
                <a:lnTo>
                  <a:pt x="1661074" y="357730"/>
                </a:lnTo>
                <a:lnTo>
                  <a:pt x="1639948" y="358731"/>
                </a:lnTo>
                <a:lnTo>
                  <a:pt x="1618774" y="359207"/>
                </a:lnTo>
                <a:lnTo>
                  <a:pt x="1597590" y="359512"/>
                </a:lnTo>
                <a:lnTo>
                  <a:pt x="1576407" y="359759"/>
                </a:lnTo>
                <a:lnTo>
                  <a:pt x="1555223" y="359978"/>
                </a:lnTo>
                <a:lnTo>
                  <a:pt x="1534030" y="360159"/>
                </a:lnTo>
                <a:lnTo>
                  <a:pt x="1512846" y="360331"/>
                </a:lnTo>
                <a:lnTo>
                  <a:pt x="1491663" y="360483"/>
                </a:lnTo>
                <a:lnTo>
                  <a:pt x="1470470" y="360617"/>
                </a:lnTo>
                <a:lnTo>
                  <a:pt x="1449286" y="360750"/>
                </a:lnTo>
                <a:lnTo>
                  <a:pt x="1428093" y="360874"/>
                </a:lnTo>
                <a:lnTo>
                  <a:pt x="1406909" y="360988"/>
                </a:lnTo>
                <a:lnTo>
                  <a:pt x="1385716" y="361093"/>
                </a:lnTo>
                <a:lnTo>
                  <a:pt x="1364532" y="361198"/>
                </a:lnTo>
                <a:lnTo>
                  <a:pt x="1343349" y="361283"/>
                </a:lnTo>
                <a:lnTo>
                  <a:pt x="1322156" y="361379"/>
                </a:lnTo>
                <a:lnTo>
                  <a:pt x="1300972" y="361464"/>
                </a:lnTo>
                <a:lnTo>
                  <a:pt x="1279779" y="361540"/>
                </a:lnTo>
                <a:lnTo>
                  <a:pt x="1258595" y="361617"/>
                </a:lnTo>
                <a:lnTo>
                  <a:pt x="1237402" y="361693"/>
                </a:lnTo>
                <a:lnTo>
                  <a:pt x="1216219" y="361750"/>
                </a:lnTo>
                <a:lnTo>
                  <a:pt x="1195026" y="361817"/>
                </a:lnTo>
                <a:lnTo>
                  <a:pt x="1173842" y="361883"/>
                </a:lnTo>
                <a:lnTo>
                  <a:pt x="1152649" y="361940"/>
                </a:lnTo>
                <a:lnTo>
                  <a:pt x="1131465" y="361988"/>
                </a:lnTo>
                <a:lnTo>
                  <a:pt x="1110272" y="362045"/>
                </a:lnTo>
                <a:lnTo>
                  <a:pt x="1089089" y="362083"/>
                </a:lnTo>
                <a:lnTo>
                  <a:pt x="1067895" y="362131"/>
                </a:lnTo>
                <a:lnTo>
                  <a:pt x="1046712" y="362179"/>
                </a:lnTo>
                <a:lnTo>
                  <a:pt x="1025519" y="362207"/>
                </a:lnTo>
                <a:lnTo>
                  <a:pt x="1004335" y="362245"/>
                </a:lnTo>
                <a:lnTo>
                  <a:pt x="983142" y="362274"/>
                </a:lnTo>
                <a:lnTo>
                  <a:pt x="961958" y="362302"/>
                </a:lnTo>
                <a:lnTo>
                  <a:pt x="940765" y="362331"/>
                </a:lnTo>
                <a:lnTo>
                  <a:pt x="919582" y="362350"/>
                </a:lnTo>
                <a:lnTo>
                  <a:pt x="898388" y="362379"/>
                </a:lnTo>
                <a:lnTo>
                  <a:pt x="877205" y="362388"/>
                </a:lnTo>
                <a:lnTo>
                  <a:pt x="856012" y="362407"/>
                </a:lnTo>
                <a:lnTo>
                  <a:pt x="834828" y="362417"/>
                </a:lnTo>
                <a:lnTo>
                  <a:pt x="813635" y="362426"/>
                </a:lnTo>
                <a:lnTo>
                  <a:pt x="792451" y="362426"/>
                </a:lnTo>
                <a:lnTo>
                  <a:pt x="771258" y="362426"/>
                </a:lnTo>
                <a:lnTo>
                  <a:pt x="750065" y="362426"/>
                </a:lnTo>
                <a:lnTo>
                  <a:pt x="728882" y="362426"/>
                </a:lnTo>
                <a:lnTo>
                  <a:pt x="707688" y="362417"/>
                </a:lnTo>
                <a:lnTo>
                  <a:pt x="686505" y="362407"/>
                </a:lnTo>
                <a:lnTo>
                  <a:pt x="665312" y="362388"/>
                </a:lnTo>
                <a:lnTo>
                  <a:pt x="644128" y="362369"/>
                </a:lnTo>
                <a:lnTo>
                  <a:pt x="622935" y="362350"/>
                </a:lnTo>
                <a:lnTo>
                  <a:pt x="601751" y="362321"/>
                </a:lnTo>
                <a:lnTo>
                  <a:pt x="580558" y="362293"/>
                </a:lnTo>
                <a:lnTo>
                  <a:pt x="559375" y="362255"/>
                </a:lnTo>
                <a:lnTo>
                  <a:pt x="538182" y="362217"/>
                </a:lnTo>
                <a:lnTo>
                  <a:pt x="516998" y="362179"/>
                </a:lnTo>
                <a:lnTo>
                  <a:pt x="495805" y="362131"/>
                </a:lnTo>
                <a:lnTo>
                  <a:pt x="474621" y="362083"/>
                </a:lnTo>
                <a:lnTo>
                  <a:pt x="453428" y="362017"/>
                </a:lnTo>
                <a:lnTo>
                  <a:pt x="432245" y="361960"/>
                </a:lnTo>
                <a:lnTo>
                  <a:pt x="411051" y="361893"/>
                </a:lnTo>
                <a:lnTo>
                  <a:pt x="389868" y="361817"/>
                </a:lnTo>
                <a:lnTo>
                  <a:pt x="368675" y="361731"/>
                </a:lnTo>
                <a:lnTo>
                  <a:pt x="347491" y="361645"/>
                </a:lnTo>
                <a:lnTo>
                  <a:pt x="326307" y="361550"/>
                </a:lnTo>
                <a:lnTo>
                  <a:pt x="305114" y="361445"/>
                </a:lnTo>
                <a:lnTo>
                  <a:pt x="283931" y="361331"/>
                </a:lnTo>
                <a:lnTo>
                  <a:pt x="262738" y="361207"/>
                </a:lnTo>
                <a:lnTo>
                  <a:pt x="241554" y="361074"/>
                </a:lnTo>
                <a:lnTo>
                  <a:pt x="220361" y="360921"/>
                </a:lnTo>
                <a:lnTo>
                  <a:pt x="199177" y="360759"/>
                </a:lnTo>
                <a:lnTo>
                  <a:pt x="177994" y="360578"/>
                </a:lnTo>
                <a:lnTo>
                  <a:pt x="156810" y="360378"/>
                </a:lnTo>
                <a:lnTo>
                  <a:pt x="135617" y="360159"/>
                </a:lnTo>
                <a:lnTo>
                  <a:pt x="114433" y="359912"/>
                </a:lnTo>
                <a:lnTo>
                  <a:pt x="93250" y="359616"/>
                </a:lnTo>
                <a:lnTo>
                  <a:pt x="72066" y="359273"/>
                </a:lnTo>
                <a:lnTo>
                  <a:pt x="50892" y="358864"/>
                </a:lnTo>
                <a:lnTo>
                  <a:pt x="29718" y="358311"/>
                </a:lnTo>
                <a:lnTo>
                  <a:pt x="8582" y="357445"/>
                </a:lnTo>
                <a:lnTo>
                  <a:pt x="3924" y="346596"/>
                </a:lnTo>
                <a:lnTo>
                  <a:pt x="3648" y="333242"/>
                </a:lnTo>
                <a:lnTo>
                  <a:pt x="3372" y="319888"/>
                </a:lnTo>
                <a:lnTo>
                  <a:pt x="3086" y="306534"/>
                </a:lnTo>
                <a:lnTo>
                  <a:pt x="2810" y="293180"/>
                </a:lnTo>
                <a:lnTo>
                  <a:pt x="2524" y="279816"/>
                </a:lnTo>
                <a:lnTo>
                  <a:pt x="2248" y="266462"/>
                </a:lnTo>
                <a:lnTo>
                  <a:pt x="1962" y="253108"/>
                </a:lnTo>
                <a:lnTo>
                  <a:pt x="1686" y="239754"/>
                </a:lnTo>
                <a:lnTo>
                  <a:pt x="1400" y="226400"/>
                </a:lnTo>
                <a:lnTo>
                  <a:pt x="1124" y="213046"/>
                </a:lnTo>
                <a:lnTo>
                  <a:pt x="838" y="199692"/>
                </a:lnTo>
                <a:lnTo>
                  <a:pt x="562" y="186338"/>
                </a:lnTo>
                <a:lnTo>
                  <a:pt x="276" y="172984"/>
                </a:lnTo>
                <a:lnTo>
                  <a:pt x="0" y="159629"/>
                </a:lnTo>
                <a:lnTo>
                  <a:pt x="7772" y="150895"/>
                </a:lnTo>
                <a:lnTo>
                  <a:pt x="28908" y="149924"/>
                </a:lnTo>
                <a:lnTo>
                  <a:pt x="50054" y="149114"/>
                </a:lnTo>
                <a:lnTo>
                  <a:pt x="71218" y="148428"/>
                </a:lnTo>
                <a:lnTo>
                  <a:pt x="92383" y="147876"/>
                </a:lnTo>
                <a:lnTo>
                  <a:pt x="113567" y="147428"/>
                </a:lnTo>
                <a:lnTo>
                  <a:pt x="134741" y="147085"/>
                </a:lnTo>
                <a:lnTo>
                  <a:pt x="155924" y="146828"/>
                </a:lnTo>
                <a:lnTo>
                  <a:pt x="177117" y="146656"/>
                </a:lnTo>
                <a:lnTo>
                  <a:pt x="198301" y="146561"/>
                </a:lnTo>
                <a:lnTo>
                  <a:pt x="219494" y="146533"/>
                </a:lnTo>
                <a:lnTo>
                  <a:pt x="240678" y="146571"/>
                </a:lnTo>
                <a:lnTo>
                  <a:pt x="261871" y="146666"/>
                </a:lnTo>
                <a:lnTo>
                  <a:pt x="283054" y="146809"/>
                </a:lnTo>
                <a:lnTo>
                  <a:pt x="304238" y="147009"/>
                </a:lnTo>
                <a:lnTo>
                  <a:pt x="325422" y="147266"/>
                </a:lnTo>
                <a:lnTo>
                  <a:pt x="346605" y="147552"/>
                </a:lnTo>
                <a:lnTo>
                  <a:pt x="367789" y="147876"/>
                </a:lnTo>
                <a:lnTo>
                  <a:pt x="388972" y="148247"/>
                </a:lnTo>
                <a:lnTo>
                  <a:pt x="410147" y="148647"/>
                </a:lnTo>
                <a:lnTo>
                  <a:pt x="431330" y="149076"/>
                </a:lnTo>
                <a:lnTo>
                  <a:pt x="452504" y="149543"/>
                </a:lnTo>
                <a:lnTo>
                  <a:pt x="473678" y="150028"/>
                </a:lnTo>
                <a:lnTo>
                  <a:pt x="494852" y="150543"/>
                </a:lnTo>
                <a:lnTo>
                  <a:pt x="516026" y="151076"/>
                </a:lnTo>
                <a:lnTo>
                  <a:pt x="537191" y="151638"/>
                </a:lnTo>
                <a:lnTo>
                  <a:pt x="558365" y="152210"/>
                </a:lnTo>
                <a:lnTo>
                  <a:pt x="579530" y="152810"/>
                </a:lnTo>
                <a:lnTo>
                  <a:pt x="600694" y="153419"/>
                </a:lnTo>
                <a:lnTo>
                  <a:pt x="621859" y="154038"/>
                </a:lnTo>
                <a:lnTo>
                  <a:pt x="643023" y="154676"/>
                </a:lnTo>
                <a:lnTo>
                  <a:pt x="664188" y="155334"/>
                </a:lnTo>
                <a:lnTo>
                  <a:pt x="685352" y="155991"/>
                </a:lnTo>
                <a:lnTo>
                  <a:pt x="706517" y="156658"/>
                </a:lnTo>
                <a:lnTo>
                  <a:pt x="727672" y="157334"/>
                </a:lnTo>
                <a:lnTo>
                  <a:pt x="748836" y="158020"/>
                </a:lnTo>
                <a:lnTo>
                  <a:pt x="769991" y="158706"/>
                </a:lnTo>
                <a:lnTo>
                  <a:pt x="791156" y="159391"/>
                </a:lnTo>
                <a:lnTo>
                  <a:pt x="812311" y="160087"/>
                </a:lnTo>
                <a:lnTo>
                  <a:pt x="833476" y="160782"/>
                </a:lnTo>
                <a:lnTo>
                  <a:pt x="854631" y="161468"/>
                </a:lnTo>
                <a:lnTo>
                  <a:pt x="875795" y="162163"/>
                </a:lnTo>
                <a:lnTo>
                  <a:pt x="896960" y="162849"/>
                </a:lnTo>
                <a:lnTo>
                  <a:pt x="918115" y="163535"/>
                </a:lnTo>
                <a:lnTo>
                  <a:pt x="939279" y="164221"/>
                </a:lnTo>
                <a:lnTo>
                  <a:pt x="960434" y="164887"/>
                </a:lnTo>
                <a:lnTo>
                  <a:pt x="981599" y="165554"/>
                </a:lnTo>
                <a:lnTo>
                  <a:pt x="1002763" y="166211"/>
                </a:lnTo>
                <a:lnTo>
                  <a:pt x="1023928" y="166849"/>
                </a:lnTo>
                <a:lnTo>
                  <a:pt x="1045093" y="167488"/>
                </a:lnTo>
                <a:lnTo>
                  <a:pt x="1066257" y="168107"/>
                </a:lnTo>
                <a:lnTo>
                  <a:pt x="1087422" y="168716"/>
                </a:lnTo>
                <a:lnTo>
                  <a:pt x="1108596" y="169297"/>
                </a:lnTo>
                <a:lnTo>
                  <a:pt x="1129760" y="169869"/>
                </a:lnTo>
                <a:lnTo>
                  <a:pt x="1150934" y="170412"/>
                </a:lnTo>
                <a:lnTo>
                  <a:pt x="1172108" y="170945"/>
                </a:lnTo>
                <a:lnTo>
                  <a:pt x="1193282" y="171440"/>
                </a:lnTo>
                <a:lnTo>
                  <a:pt x="1214457" y="171917"/>
                </a:lnTo>
                <a:lnTo>
                  <a:pt x="1235631" y="172364"/>
                </a:lnTo>
                <a:lnTo>
                  <a:pt x="1256805" y="172774"/>
                </a:lnTo>
                <a:lnTo>
                  <a:pt x="1277988" y="173155"/>
                </a:lnTo>
                <a:lnTo>
                  <a:pt x="1299172" y="173507"/>
                </a:lnTo>
                <a:lnTo>
                  <a:pt x="1320356" y="173812"/>
                </a:lnTo>
                <a:lnTo>
                  <a:pt x="1341539" y="174069"/>
                </a:lnTo>
                <a:lnTo>
                  <a:pt x="1362723" y="174288"/>
                </a:lnTo>
                <a:lnTo>
                  <a:pt x="1383906" y="174450"/>
                </a:lnTo>
                <a:lnTo>
                  <a:pt x="1405099" y="174565"/>
                </a:lnTo>
                <a:lnTo>
                  <a:pt x="1426283" y="174612"/>
                </a:lnTo>
                <a:lnTo>
                  <a:pt x="1447476" y="174603"/>
                </a:lnTo>
                <a:lnTo>
                  <a:pt x="1468660" y="174517"/>
                </a:lnTo>
                <a:lnTo>
                  <a:pt x="1489853" y="174355"/>
                </a:lnTo>
                <a:lnTo>
                  <a:pt x="1511036" y="174107"/>
                </a:lnTo>
                <a:lnTo>
                  <a:pt x="1532220" y="173774"/>
                </a:lnTo>
                <a:lnTo>
                  <a:pt x="1553394" y="173326"/>
                </a:lnTo>
                <a:lnTo>
                  <a:pt x="1574559" y="172764"/>
                </a:lnTo>
                <a:lnTo>
                  <a:pt x="1595723" y="172079"/>
                </a:lnTo>
                <a:lnTo>
                  <a:pt x="1616869" y="171250"/>
                </a:lnTo>
                <a:lnTo>
                  <a:pt x="1638005" y="170259"/>
                </a:lnTo>
                <a:lnTo>
                  <a:pt x="1659103" y="169078"/>
                </a:lnTo>
                <a:lnTo>
                  <a:pt x="1680181" y="167688"/>
                </a:lnTo>
                <a:lnTo>
                  <a:pt x="1701203" y="166040"/>
                </a:lnTo>
                <a:lnTo>
                  <a:pt x="1722168" y="164106"/>
                </a:lnTo>
                <a:lnTo>
                  <a:pt x="1743037" y="161811"/>
                </a:lnTo>
                <a:lnTo>
                  <a:pt x="1763782" y="159077"/>
                </a:lnTo>
                <a:lnTo>
                  <a:pt x="1784318" y="155800"/>
                </a:lnTo>
                <a:lnTo>
                  <a:pt x="1804540" y="151819"/>
                </a:lnTo>
                <a:lnTo>
                  <a:pt x="1824218" y="146876"/>
                </a:lnTo>
                <a:lnTo>
                  <a:pt x="1842907" y="140608"/>
                </a:lnTo>
                <a:lnTo>
                  <a:pt x="1859613" y="132436"/>
                </a:lnTo>
                <a:lnTo>
                  <a:pt x="1872091" y="121720"/>
                </a:lnTo>
                <a:lnTo>
                  <a:pt x="1877120" y="108852"/>
                </a:lnTo>
                <a:lnTo>
                  <a:pt x="1891322" y="102156"/>
                </a:lnTo>
                <a:lnTo>
                  <a:pt x="1911258" y="97641"/>
                </a:lnTo>
                <a:lnTo>
                  <a:pt x="1930927" y="92688"/>
                </a:lnTo>
                <a:lnTo>
                  <a:pt x="1950349" y="87335"/>
                </a:lnTo>
                <a:lnTo>
                  <a:pt x="1969513" y="81639"/>
                </a:lnTo>
                <a:lnTo>
                  <a:pt x="1988429" y="75619"/>
                </a:lnTo>
                <a:lnTo>
                  <a:pt x="2007089" y="69294"/>
                </a:lnTo>
                <a:lnTo>
                  <a:pt x="2025482" y="62675"/>
                </a:lnTo>
                <a:lnTo>
                  <a:pt x="2043617" y="55769"/>
                </a:lnTo>
                <a:lnTo>
                  <a:pt x="2061477" y="48578"/>
                </a:lnTo>
                <a:lnTo>
                  <a:pt x="2079050" y="41119"/>
                </a:lnTo>
                <a:lnTo>
                  <a:pt x="2096338" y="33404"/>
                </a:lnTo>
                <a:lnTo>
                  <a:pt x="2113331" y="25422"/>
                </a:lnTo>
                <a:lnTo>
                  <a:pt x="2130019" y="17193"/>
                </a:lnTo>
                <a:lnTo>
                  <a:pt x="2146392" y="8715"/>
                </a:lnTo>
                <a:lnTo>
                  <a:pt x="2162451" y="0"/>
                </a:lnTo>
                <a:close/>
              </a:path>
            </a:pathLst>
          </a:custGeom>
          <a:solidFill xmlns:a="http://schemas.openxmlformats.org/drawingml/2006/main">
            <a:srgbClr val="315F91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67A941FB-AE1B-4B90-AA42-0B5692B7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698" y="3965819"/>
            <a:ext cx="2162623" cy="1363113"/>
          </a:xfrm>
          <a:custGeom xmlns:a="http://schemas.openxmlformats.org/drawingml/2006/main">
            <a:pathLst>
              <a:path w="2162623" h="1363113">
                <a:moveTo>
                  <a:pt x="0" y="1363113"/>
                </a:moveTo>
                <a:lnTo>
                  <a:pt x="34719" y="1363113"/>
                </a:lnTo>
                <a:lnTo>
                  <a:pt x="69447" y="1363113"/>
                </a:lnTo>
                <a:lnTo>
                  <a:pt x="104165" y="1363113"/>
                </a:lnTo>
                <a:lnTo>
                  <a:pt x="138894" y="1363113"/>
                </a:lnTo>
                <a:lnTo>
                  <a:pt x="173612" y="1363113"/>
                </a:lnTo>
                <a:lnTo>
                  <a:pt x="208340" y="1363113"/>
                </a:lnTo>
                <a:lnTo>
                  <a:pt x="243059" y="1363113"/>
                </a:lnTo>
                <a:lnTo>
                  <a:pt x="277787" y="1363113"/>
                </a:lnTo>
                <a:lnTo>
                  <a:pt x="312506" y="1363113"/>
                </a:lnTo>
                <a:lnTo>
                  <a:pt x="347234" y="1363113"/>
                </a:lnTo>
                <a:lnTo>
                  <a:pt x="381953" y="1363113"/>
                </a:lnTo>
                <a:lnTo>
                  <a:pt x="416681" y="1363113"/>
                </a:lnTo>
                <a:lnTo>
                  <a:pt x="451399" y="1363113"/>
                </a:lnTo>
                <a:lnTo>
                  <a:pt x="486127" y="1363113"/>
                </a:lnTo>
                <a:lnTo>
                  <a:pt x="520846" y="1363113"/>
                </a:lnTo>
                <a:lnTo>
                  <a:pt x="555574" y="1363113"/>
                </a:lnTo>
                <a:lnTo>
                  <a:pt x="590293" y="1363113"/>
                </a:lnTo>
                <a:lnTo>
                  <a:pt x="625021" y="1363113"/>
                </a:lnTo>
                <a:lnTo>
                  <a:pt x="659740" y="1363113"/>
                </a:lnTo>
                <a:lnTo>
                  <a:pt x="694468" y="1363113"/>
                </a:lnTo>
                <a:lnTo>
                  <a:pt x="729186" y="1363113"/>
                </a:lnTo>
                <a:lnTo>
                  <a:pt x="763915" y="1363113"/>
                </a:lnTo>
                <a:lnTo>
                  <a:pt x="798633" y="1363113"/>
                </a:lnTo>
                <a:lnTo>
                  <a:pt x="833361" y="1363113"/>
                </a:lnTo>
                <a:lnTo>
                  <a:pt x="868080" y="1363113"/>
                </a:lnTo>
                <a:lnTo>
                  <a:pt x="902808" y="1363113"/>
                </a:lnTo>
                <a:lnTo>
                  <a:pt x="937527" y="1363113"/>
                </a:lnTo>
                <a:lnTo>
                  <a:pt x="972255" y="1363113"/>
                </a:lnTo>
                <a:lnTo>
                  <a:pt x="1006973" y="1363113"/>
                </a:lnTo>
                <a:lnTo>
                  <a:pt x="1041692" y="1363113"/>
                </a:lnTo>
                <a:lnTo>
                  <a:pt x="1076420" y="1363113"/>
                </a:lnTo>
                <a:lnTo>
                  <a:pt x="1111139" y="1363113"/>
                </a:lnTo>
                <a:lnTo>
                  <a:pt x="1145867" y="1363113"/>
                </a:lnTo>
                <a:lnTo>
                  <a:pt x="1180586" y="1363113"/>
                </a:lnTo>
                <a:lnTo>
                  <a:pt x="1215314" y="1363113"/>
                </a:lnTo>
                <a:lnTo>
                  <a:pt x="1250032" y="1363113"/>
                </a:lnTo>
                <a:lnTo>
                  <a:pt x="1284761" y="1363113"/>
                </a:lnTo>
                <a:lnTo>
                  <a:pt x="1319479" y="1363113"/>
                </a:lnTo>
                <a:lnTo>
                  <a:pt x="1354207" y="1363113"/>
                </a:lnTo>
                <a:lnTo>
                  <a:pt x="1388926" y="1363113"/>
                </a:lnTo>
                <a:lnTo>
                  <a:pt x="1423654" y="1363113"/>
                </a:lnTo>
                <a:lnTo>
                  <a:pt x="1458030" y="1360646"/>
                </a:lnTo>
                <a:lnTo>
                  <a:pt x="1492225" y="1356827"/>
                </a:lnTo>
                <a:lnTo>
                  <a:pt x="1526410" y="1353007"/>
                </a:lnTo>
                <a:lnTo>
                  <a:pt x="1560595" y="1349178"/>
                </a:lnTo>
                <a:lnTo>
                  <a:pt x="1594790" y="1345359"/>
                </a:lnTo>
                <a:lnTo>
                  <a:pt x="1628975" y="1341530"/>
                </a:lnTo>
                <a:lnTo>
                  <a:pt x="1663170" y="1337710"/>
                </a:lnTo>
                <a:lnTo>
                  <a:pt x="1697355" y="1333891"/>
                </a:lnTo>
                <a:lnTo>
                  <a:pt x="1723454" y="1320498"/>
                </a:lnTo>
                <a:lnTo>
                  <a:pt x="1747552" y="1304735"/>
                </a:lnTo>
                <a:lnTo>
                  <a:pt x="1771640" y="1288980"/>
                </a:lnTo>
                <a:lnTo>
                  <a:pt x="1795739" y="1273216"/>
                </a:lnTo>
                <a:lnTo>
                  <a:pt x="1819827" y="1257462"/>
                </a:lnTo>
                <a:lnTo>
                  <a:pt x="1843926" y="1241698"/>
                </a:lnTo>
                <a:lnTo>
                  <a:pt x="1868024" y="1225944"/>
                </a:lnTo>
                <a:lnTo>
                  <a:pt x="1892113" y="1210180"/>
                </a:lnTo>
                <a:lnTo>
                  <a:pt x="1916211" y="1194416"/>
                </a:lnTo>
                <a:lnTo>
                  <a:pt x="1940300" y="1178662"/>
                </a:lnTo>
                <a:lnTo>
                  <a:pt x="1964398" y="1162898"/>
                </a:lnTo>
                <a:lnTo>
                  <a:pt x="1988487" y="1147143"/>
                </a:lnTo>
                <a:lnTo>
                  <a:pt x="2012585" y="1131380"/>
                </a:lnTo>
                <a:lnTo>
                  <a:pt x="2036683" y="1115616"/>
                </a:lnTo>
                <a:lnTo>
                  <a:pt x="2060772" y="1099861"/>
                </a:lnTo>
                <a:lnTo>
                  <a:pt x="2084870" y="1084097"/>
                </a:lnTo>
                <a:lnTo>
                  <a:pt x="2108959" y="1068343"/>
                </a:lnTo>
                <a:lnTo>
                  <a:pt x="2133057" y="1052579"/>
                </a:lnTo>
                <a:lnTo>
                  <a:pt x="2157155" y="1036825"/>
                </a:lnTo>
                <a:lnTo>
                  <a:pt x="2162623" y="1016327"/>
                </a:lnTo>
                <a:lnTo>
                  <a:pt x="2162623" y="994439"/>
                </a:lnTo>
                <a:lnTo>
                  <a:pt x="2162623" y="972550"/>
                </a:lnTo>
                <a:lnTo>
                  <a:pt x="2162623" y="950671"/>
                </a:lnTo>
                <a:lnTo>
                  <a:pt x="2162623" y="928783"/>
                </a:lnTo>
                <a:lnTo>
                  <a:pt x="2162623" y="906894"/>
                </a:lnTo>
                <a:lnTo>
                  <a:pt x="2162623" y="885006"/>
                </a:lnTo>
                <a:lnTo>
                  <a:pt x="2162623" y="863117"/>
                </a:lnTo>
                <a:lnTo>
                  <a:pt x="2162623" y="841238"/>
                </a:lnTo>
                <a:lnTo>
                  <a:pt x="2162623" y="819350"/>
                </a:lnTo>
                <a:lnTo>
                  <a:pt x="2162623" y="797462"/>
                </a:lnTo>
                <a:lnTo>
                  <a:pt x="2162623" y="775573"/>
                </a:lnTo>
                <a:lnTo>
                  <a:pt x="2162623" y="753694"/>
                </a:lnTo>
                <a:lnTo>
                  <a:pt x="2162623" y="731806"/>
                </a:lnTo>
                <a:lnTo>
                  <a:pt x="2162623" y="709917"/>
                </a:lnTo>
                <a:lnTo>
                  <a:pt x="2162623" y="688029"/>
                </a:lnTo>
                <a:lnTo>
                  <a:pt x="2162623" y="666140"/>
                </a:lnTo>
                <a:lnTo>
                  <a:pt x="2162623" y="644261"/>
                </a:lnTo>
                <a:lnTo>
                  <a:pt x="2162623" y="622373"/>
                </a:lnTo>
                <a:lnTo>
                  <a:pt x="2162623" y="600485"/>
                </a:lnTo>
                <a:lnTo>
                  <a:pt x="2162623" y="578596"/>
                </a:lnTo>
                <a:lnTo>
                  <a:pt x="2162623" y="556717"/>
                </a:lnTo>
                <a:lnTo>
                  <a:pt x="2162623" y="534829"/>
                </a:lnTo>
                <a:lnTo>
                  <a:pt x="2162623" y="512940"/>
                </a:lnTo>
                <a:lnTo>
                  <a:pt x="2162623" y="491052"/>
                </a:lnTo>
                <a:lnTo>
                  <a:pt x="2162623" y="469163"/>
                </a:lnTo>
                <a:lnTo>
                  <a:pt x="2162623" y="447284"/>
                </a:lnTo>
                <a:lnTo>
                  <a:pt x="2162623" y="425396"/>
                </a:lnTo>
                <a:lnTo>
                  <a:pt x="2162623" y="403508"/>
                </a:lnTo>
                <a:lnTo>
                  <a:pt x="2162623" y="381619"/>
                </a:lnTo>
                <a:lnTo>
                  <a:pt x="2162623" y="359740"/>
                </a:lnTo>
                <a:lnTo>
                  <a:pt x="2162623" y="337852"/>
                </a:lnTo>
                <a:lnTo>
                  <a:pt x="2162623" y="315963"/>
                </a:lnTo>
                <a:lnTo>
                  <a:pt x="2162623" y="294075"/>
                </a:lnTo>
                <a:lnTo>
                  <a:pt x="2162623" y="272186"/>
                </a:lnTo>
                <a:lnTo>
                  <a:pt x="2162623" y="250307"/>
                </a:lnTo>
                <a:lnTo>
                  <a:pt x="2162623" y="228419"/>
                </a:lnTo>
                <a:lnTo>
                  <a:pt x="2162623" y="206531"/>
                </a:lnTo>
                <a:lnTo>
                  <a:pt x="2162623" y="184642"/>
                </a:lnTo>
                <a:lnTo>
                  <a:pt x="2162623" y="162763"/>
                </a:lnTo>
                <a:lnTo>
                  <a:pt x="2162623" y="140875"/>
                </a:lnTo>
                <a:lnTo>
                  <a:pt x="2162623" y="118986"/>
                </a:lnTo>
                <a:lnTo>
                  <a:pt x="2162623" y="97098"/>
                </a:lnTo>
                <a:lnTo>
                  <a:pt x="2162623" y="75219"/>
                </a:lnTo>
                <a:lnTo>
                  <a:pt x="2162623" y="53330"/>
                </a:lnTo>
                <a:lnTo>
                  <a:pt x="2162623" y="31442"/>
                </a:lnTo>
                <a:lnTo>
                  <a:pt x="2162623" y="9554"/>
                </a:lnTo>
                <a:lnTo>
                  <a:pt x="2143058" y="0"/>
                </a:lnTo>
                <a:lnTo>
                  <a:pt x="2108330" y="0"/>
                </a:lnTo>
                <a:lnTo>
                  <a:pt x="2073612" y="0"/>
                </a:lnTo>
                <a:lnTo>
                  <a:pt x="2038893" y="0"/>
                </a:lnTo>
                <a:lnTo>
                  <a:pt x="2004165" y="0"/>
                </a:lnTo>
                <a:lnTo>
                  <a:pt x="1969446" y="0"/>
                </a:lnTo>
                <a:lnTo>
                  <a:pt x="1934718" y="0"/>
                </a:lnTo>
                <a:lnTo>
                  <a:pt x="1899999" y="0"/>
                </a:lnTo>
                <a:lnTo>
                  <a:pt x="1865271" y="0"/>
                </a:lnTo>
                <a:lnTo>
                  <a:pt x="1830553" y="0"/>
                </a:lnTo>
                <a:lnTo>
                  <a:pt x="1795824" y="0"/>
                </a:lnTo>
                <a:lnTo>
                  <a:pt x="1761106" y="0"/>
                </a:lnTo>
                <a:lnTo>
                  <a:pt x="1726378" y="0"/>
                </a:lnTo>
                <a:lnTo>
                  <a:pt x="1691659" y="0"/>
                </a:lnTo>
                <a:lnTo>
                  <a:pt x="1656931" y="0"/>
                </a:lnTo>
                <a:lnTo>
                  <a:pt x="1622212" y="0"/>
                </a:lnTo>
                <a:lnTo>
                  <a:pt x="1587484" y="0"/>
                </a:lnTo>
                <a:lnTo>
                  <a:pt x="1552766" y="0"/>
                </a:lnTo>
                <a:lnTo>
                  <a:pt x="1518037" y="0"/>
                </a:lnTo>
                <a:lnTo>
                  <a:pt x="1483319" y="0"/>
                </a:lnTo>
                <a:lnTo>
                  <a:pt x="1448591" y="0"/>
                </a:lnTo>
                <a:lnTo>
                  <a:pt x="1413872" y="0"/>
                </a:lnTo>
                <a:lnTo>
                  <a:pt x="1379144" y="0"/>
                </a:lnTo>
                <a:lnTo>
                  <a:pt x="1344425" y="0"/>
                </a:lnTo>
                <a:lnTo>
                  <a:pt x="1309697" y="0"/>
                </a:lnTo>
                <a:lnTo>
                  <a:pt x="1274978" y="0"/>
                </a:lnTo>
                <a:lnTo>
                  <a:pt x="1240250" y="0"/>
                </a:lnTo>
                <a:lnTo>
                  <a:pt x="1205532" y="0"/>
                </a:lnTo>
                <a:lnTo>
                  <a:pt x="1170803" y="0"/>
                </a:lnTo>
                <a:lnTo>
                  <a:pt x="1136085" y="0"/>
                </a:lnTo>
                <a:lnTo>
                  <a:pt x="1101357" y="0"/>
                </a:lnTo>
                <a:lnTo>
                  <a:pt x="1066638" y="0"/>
                </a:lnTo>
                <a:lnTo>
                  <a:pt x="1031919" y="0"/>
                </a:lnTo>
                <a:lnTo>
                  <a:pt x="997191" y="0"/>
                </a:lnTo>
                <a:lnTo>
                  <a:pt x="962473" y="0"/>
                </a:lnTo>
                <a:lnTo>
                  <a:pt x="927745" y="0"/>
                </a:lnTo>
                <a:lnTo>
                  <a:pt x="893026" y="0"/>
                </a:lnTo>
                <a:lnTo>
                  <a:pt x="858298" y="0"/>
                </a:lnTo>
                <a:lnTo>
                  <a:pt x="823579" y="0"/>
                </a:lnTo>
                <a:lnTo>
                  <a:pt x="788851" y="0"/>
                </a:lnTo>
                <a:lnTo>
                  <a:pt x="754132" y="0"/>
                </a:lnTo>
                <a:lnTo>
                  <a:pt x="719404" y="0"/>
                </a:lnTo>
                <a:lnTo>
                  <a:pt x="684686" y="0"/>
                </a:lnTo>
                <a:lnTo>
                  <a:pt x="649957" y="0"/>
                </a:lnTo>
                <a:lnTo>
                  <a:pt x="615239" y="0"/>
                </a:lnTo>
                <a:lnTo>
                  <a:pt x="580511" y="0"/>
                </a:lnTo>
                <a:lnTo>
                  <a:pt x="545792" y="0"/>
                </a:lnTo>
                <a:lnTo>
                  <a:pt x="511064" y="0"/>
                </a:lnTo>
                <a:lnTo>
                  <a:pt x="476345" y="0"/>
                </a:lnTo>
                <a:lnTo>
                  <a:pt x="441617" y="0"/>
                </a:lnTo>
                <a:lnTo>
                  <a:pt x="406898" y="0"/>
                </a:lnTo>
                <a:lnTo>
                  <a:pt x="372170" y="0"/>
                </a:lnTo>
                <a:lnTo>
                  <a:pt x="337452" y="0"/>
                </a:lnTo>
                <a:lnTo>
                  <a:pt x="302724" y="0"/>
                </a:lnTo>
                <a:lnTo>
                  <a:pt x="268005" y="0"/>
                </a:lnTo>
                <a:lnTo>
                  <a:pt x="233277" y="0"/>
                </a:lnTo>
                <a:lnTo>
                  <a:pt x="198558" y="0"/>
                </a:lnTo>
                <a:lnTo>
                  <a:pt x="163830" y="0"/>
                </a:lnTo>
                <a:lnTo>
                  <a:pt x="129111" y="0"/>
                </a:lnTo>
                <a:lnTo>
                  <a:pt x="94383" y="0"/>
                </a:lnTo>
                <a:lnTo>
                  <a:pt x="59665" y="0"/>
                </a:lnTo>
                <a:lnTo>
                  <a:pt x="24946" y="0"/>
                </a:lnTo>
                <a:lnTo>
                  <a:pt x="0" y="6163"/>
                </a:lnTo>
                <a:lnTo>
                  <a:pt x="0" y="28051"/>
                </a:lnTo>
                <a:lnTo>
                  <a:pt x="0" y="49940"/>
                </a:lnTo>
                <a:lnTo>
                  <a:pt x="0" y="71828"/>
                </a:lnTo>
                <a:lnTo>
                  <a:pt x="0" y="93707"/>
                </a:lnTo>
                <a:lnTo>
                  <a:pt x="0" y="115595"/>
                </a:lnTo>
                <a:lnTo>
                  <a:pt x="0" y="137484"/>
                </a:lnTo>
                <a:lnTo>
                  <a:pt x="0" y="159372"/>
                </a:lnTo>
                <a:lnTo>
                  <a:pt x="0" y="181251"/>
                </a:lnTo>
                <a:lnTo>
                  <a:pt x="0" y="203140"/>
                </a:lnTo>
                <a:lnTo>
                  <a:pt x="0" y="225028"/>
                </a:lnTo>
                <a:lnTo>
                  <a:pt x="0" y="246917"/>
                </a:lnTo>
                <a:lnTo>
                  <a:pt x="0" y="268805"/>
                </a:lnTo>
                <a:lnTo>
                  <a:pt x="0" y="290684"/>
                </a:lnTo>
                <a:lnTo>
                  <a:pt x="0" y="312572"/>
                </a:lnTo>
                <a:lnTo>
                  <a:pt x="0" y="334461"/>
                </a:lnTo>
                <a:lnTo>
                  <a:pt x="0" y="356349"/>
                </a:lnTo>
                <a:lnTo>
                  <a:pt x="0" y="378228"/>
                </a:lnTo>
                <a:lnTo>
                  <a:pt x="0" y="400117"/>
                </a:lnTo>
                <a:lnTo>
                  <a:pt x="0" y="422005"/>
                </a:lnTo>
                <a:lnTo>
                  <a:pt x="0" y="443894"/>
                </a:lnTo>
                <a:lnTo>
                  <a:pt x="0" y="465782"/>
                </a:lnTo>
                <a:lnTo>
                  <a:pt x="0" y="487661"/>
                </a:lnTo>
                <a:lnTo>
                  <a:pt x="0" y="509549"/>
                </a:lnTo>
                <a:lnTo>
                  <a:pt x="0" y="531438"/>
                </a:lnTo>
                <a:lnTo>
                  <a:pt x="0" y="553326"/>
                </a:lnTo>
                <a:lnTo>
                  <a:pt x="0" y="575205"/>
                </a:lnTo>
                <a:lnTo>
                  <a:pt x="0" y="597094"/>
                </a:lnTo>
                <a:lnTo>
                  <a:pt x="0" y="618982"/>
                </a:lnTo>
                <a:lnTo>
                  <a:pt x="0" y="640871"/>
                </a:lnTo>
                <a:lnTo>
                  <a:pt x="0" y="662759"/>
                </a:lnTo>
                <a:lnTo>
                  <a:pt x="0" y="684638"/>
                </a:lnTo>
                <a:lnTo>
                  <a:pt x="0" y="706526"/>
                </a:lnTo>
                <a:lnTo>
                  <a:pt x="0" y="728415"/>
                </a:lnTo>
                <a:lnTo>
                  <a:pt x="0" y="750303"/>
                </a:lnTo>
                <a:lnTo>
                  <a:pt x="0" y="772182"/>
                </a:lnTo>
                <a:lnTo>
                  <a:pt x="0" y="794071"/>
                </a:lnTo>
                <a:lnTo>
                  <a:pt x="0" y="815959"/>
                </a:lnTo>
                <a:lnTo>
                  <a:pt x="0" y="837848"/>
                </a:lnTo>
                <a:lnTo>
                  <a:pt x="0" y="859736"/>
                </a:lnTo>
                <a:lnTo>
                  <a:pt x="0" y="881615"/>
                </a:lnTo>
                <a:lnTo>
                  <a:pt x="0" y="903503"/>
                </a:lnTo>
                <a:lnTo>
                  <a:pt x="0" y="925392"/>
                </a:lnTo>
                <a:lnTo>
                  <a:pt x="0" y="947280"/>
                </a:lnTo>
                <a:lnTo>
                  <a:pt x="0" y="969159"/>
                </a:lnTo>
                <a:lnTo>
                  <a:pt x="0" y="991048"/>
                </a:lnTo>
                <a:lnTo>
                  <a:pt x="0" y="1012936"/>
                </a:lnTo>
                <a:lnTo>
                  <a:pt x="0" y="1034825"/>
                </a:lnTo>
                <a:lnTo>
                  <a:pt x="0" y="1056713"/>
                </a:lnTo>
                <a:lnTo>
                  <a:pt x="0" y="1078592"/>
                </a:lnTo>
                <a:lnTo>
                  <a:pt x="0" y="1100480"/>
                </a:lnTo>
                <a:lnTo>
                  <a:pt x="0" y="1122369"/>
                </a:lnTo>
                <a:lnTo>
                  <a:pt x="0" y="1144257"/>
                </a:lnTo>
                <a:lnTo>
                  <a:pt x="0" y="1166136"/>
                </a:lnTo>
                <a:lnTo>
                  <a:pt x="0" y="1188025"/>
                </a:lnTo>
                <a:lnTo>
                  <a:pt x="0" y="1209913"/>
                </a:lnTo>
                <a:lnTo>
                  <a:pt x="0" y="1231802"/>
                </a:lnTo>
                <a:lnTo>
                  <a:pt x="0" y="1253690"/>
                </a:lnTo>
                <a:lnTo>
                  <a:pt x="0" y="1275569"/>
                </a:lnTo>
                <a:lnTo>
                  <a:pt x="0" y="1297457"/>
                </a:lnTo>
                <a:lnTo>
                  <a:pt x="0" y="1319346"/>
                </a:lnTo>
                <a:lnTo>
                  <a:pt x="0" y="1341234"/>
                </a:lnTo>
                <a:lnTo>
                  <a:pt x="0" y="136311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CF2"/>
            </a:solidFill>
            <a:prstDash val="solid"/>
          </a:ln>
        </p:spPr>
      </p:sp>
      <p:sp>
        <p:nvSpPr>
          <p:cNvPr id="29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D2BC5A40-C1C1-4238-A9A9-5E531F16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698" y="3965819"/>
            <a:ext cx="2162623" cy="2344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94530962-CFC0-4F72-A834-BD1DF9DD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0545" y="4999063"/>
            <a:ext cx="796776" cy="330127"/>
          </a:xfrm>
          <a:custGeom xmlns:a="http://schemas.openxmlformats.org/drawingml/2006/main">
            <a:pathLst>
              <a:path w="796776" h="330127">
                <a:moveTo>
                  <a:pt x="796776" y="0"/>
                </a:moveTo>
                <a:lnTo>
                  <a:pt x="795823" y="5477"/>
                </a:lnTo>
                <a:lnTo>
                  <a:pt x="794585" y="10925"/>
                </a:lnTo>
                <a:lnTo>
                  <a:pt x="793128" y="16364"/>
                </a:lnTo>
                <a:lnTo>
                  <a:pt x="791489" y="21774"/>
                </a:lnTo>
                <a:lnTo>
                  <a:pt x="789689" y="27165"/>
                </a:lnTo>
                <a:lnTo>
                  <a:pt x="787727" y="32528"/>
                </a:lnTo>
                <a:lnTo>
                  <a:pt x="785622" y="37871"/>
                </a:lnTo>
                <a:lnTo>
                  <a:pt x="783374" y="43196"/>
                </a:lnTo>
                <a:lnTo>
                  <a:pt x="780983" y="48501"/>
                </a:lnTo>
                <a:lnTo>
                  <a:pt x="778459" y="53769"/>
                </a:lnTo>
                <a:lnTo>
                  <a:pt x="775802" y="59017"/>
                </a:lnTo>
                <a:lnTo>
                  <a:pt x="773011" y="64237"/>
                </a:lnTo>
                <a:lnTo>
                  <a:pt x="770087" y="69428"/>
                </a:lnTo>
                <a:lnTo>
                  <a:pt x="767039" y="74590"/>
                </a:lnTo>
                <a:lnTo>
                  <a:pt x="763867" y="79724"/>
                </a:lnTo>
                <a:lnTo>
                  <a:pt x="760571" y="84830"/>
                </a:lnTo>
                <a:lnTo>
                  <a:pt x="757152" y="89897"/>
                </a:lnTo>
                <a:lnTo>
                  <a:pt x="753608" y="94936"/>
                </a:lnTo>
                <a:lnTo>
                  <a:pt x="749941" y="99936"/>
                </a:lnTo>
                <a:lnTo>
                  <a:pt x="746160" y="104899"/>
                </a:lnTo>
                <a:lnTo>
                  <a:pt x="742255" y="109823"/>
                </a:lnTo>
                <a:lnTo>
                  <a:pt x="738226" y="114719"/>
                </a:lnTo>
                <a:lnTo>
                  <a:pt x="734082" y="119567"/>
                </a:lnTo>
                <a:lnTo>
                  <a:pt x="729825" y="124377"/>
                </a:lnTo>
                <a:lnTo>
                  <a:pt x="725443" y="129140"/>
                </a:lnTo>
                <a:lnTo>
                  <a:pt x="720947" y="133874"/>
                </a:lnTo>
                <a:lnTo>
                  <a:pt x="716337" y="138551"/>
                </a:lnTo>
                <a:lnTo>
                  <a:pt x="711622" y="143189"/>
                </a:lnTo>
                <a:lnTo>
                  <a:pt x="706784" y="147771"/>
                </a:lnTo>
                <a:lnTo>
                  <a:pt x="701840" y="152314"/>
                </a:lnTo>
                <a:lnTo>
                  <a:pt x="696782" y="156810"/>
                </a:lnTo>
                <a:lnTo>
                  <a:pt x="691610" y="161249"/>
                </a:lnTo>
                <a:lnTo>
                  <a:pt x="686333" y="165640"/>
                </a:lnTo>
                <a:lnTo>
                  <a:pt x="680952" y="169983"/>
                </a:lnTo>
                <a:lnTo>
                  <a:pt x="675465" y="174269"/>
                </a:lnTo>
                <a:lnTo>
                  <a:pt x="669874" y="178508"/>
                </a:lnTo>
                <a:lnTo>
                  <a:pt x="664178" y="182680"/>
                </a:lnTo>
                <a:lnTo>
                  <a:pt x="658387" y="186804"/>
                </a:lnTo>
                <a:lnTo>
                  <a:pt x="652491" y="190871"/>
                </a:lnTo>
                <a:lnTo>
                  <a:pt x="646490" y="194882"/>
                </a:lnTo>
                <a:lnTo>
                  <a:pt x="640404" y="198834"/>
                </a:lnTo>
                <a:lnTo>
                  <a:pt x="634213" y="202721"/>
                </a:lnTo>
                <a:lnTo>
                  <a:pt x="627936" y="206550"/>
                </a:lnTo>
                <a:lnTo>
                  <a:pt x="621563" y="210322"/>
                </a:lnTo>
                <a:lnTo>
                  <a:pt x="615105" y="214036"/>
                </a:lnTo>
                <a:lnTo>
                  <a:pt x="608562" y="217684"/>
                </a:lnTo>
                <a:lnTo>
                  <a:pt x="601923" y="221266"/>
                </a:lnTo>
                <a:lnTo>
                  <a:pt x="595208" y="224800"/>
                </a:lnTo>
                <a:lnTo>
                  <a:pt x="588407" y="228257"/>
                </a:lnTo>
                <a:lnTo>
                  <a:pt x="581530" y="231658"/>
                </a:lnTo>
                <a:lnTo>
                  <a:pt x="574577" y="234991"/>
                </a:lnTo>
                <a:lnTo>
                  <a:pt x="567547" y="238258"/>
                </a:lnTo>
                <a:lnTo>
                  <a:pt x="560441" y="241468"/>
                </a:lnTo>
                <a:lnTo>
                  <a:pt x="553260" y="244612"/>
                </a:lnTo>
                <a:lnTo>
                  <a:pt x="546011" y="247688"/>
                </a:lnTo>
                <a:lnTo>
                  <a:pt x="538696" y="250708"/>
                </a:lnTo>
                <a:lnTo>
                  <a:pt x="531324" y="253660"/>
                </a:lnTo>
                <a:lnTo>
                  <a:pt x="523875" y="256546"/>
                </a:lnTo>
                <a:lnTo>
                  <a:pt x="516369" y="259366"/>
                </a:lnTo>
                <a:lnTo>
                  <a:pt x="508806" y="262128"/>
                </a:lnTo>
                <a:lnTo>
                  <a:pt x="501186" y="264824"/>
                </a:lnTo>
                <a:lnTo>
                  <a:pt x="493509" y="267452"/>
                </a:lnTo>
                <a:lnTo>
                  <a:pt x="485775" y="270024"/>
                </a:lnTo>
                <a:lnTo>
                  <a:pt x="477993" y="272529"/>
                </a:lnTo>
                <a:lnTo>
                  <a:pt x="470164" y="274977"/>
                </a:lnTo>
                <a:lnTo>
                  <a:pt x="462277" y="277358"/>
                </a:lnTo>
                <a:lnTo>
                  <a:pt x="454352" y="279673"/>
                </a:lnTo>
                <a:lnTo>
                  <a:pt x="446380" y="281930"/>
                </a:lnTo>
                <a:lnTo>
                  <a:pt x="438369" y="284131"/>
                </a:lnTo>
                <a:lnTo>
                  <a:pt x="430311" y="286274"/>
                </a:lnTo>
                <a:lnTo>
                  <a:pt x="422224" y="288350"/>
                </a:lnTo>
                <a:lnTo>
                  <a:pt x="414090" y="290370"/>
                </a:lnTo>
                <a:lnTo>
                  <a:pt x="405917" y="292332"/>
                </a:lnTo>
                <a:lnTo>
                  <a:pt x="397716" y="294227"/>
                </a:lnTo>
                <a:lnTo>
                  <a:pt x="389487" y="296075"/>
                </a:lnTo>
                <a:lnTo>
                  <a:pt x="381219" y="297866"/>
                </a:lnTo>
                <a:lnTo>
                  <a:pt x="372923" y="299590"/>
                </a:lnTo>
                <a:lnTo>
                  <a:pt x="364598" y="301266"/>
                </a:lnTo>
                <a:lnTo>
                  <a:pt x="356245" y="302895"/>
                </a:lnTo>
                <a:lnTo>
                  <a:pt x="347863" y="304457"/>
                </a:lnTo>
                <a:lnTo>
                  <a:pt x="339461" y="305972"/>
                </a:lnTo>
                <a:lnTo>
                  <a:pt x="331032" y="307429"/>
                </a:lnTo>
                <a:lnTo>
                  <a:pt x="322583" y="308839"/>
                </a:lnTo>
                <a:lnTo>
                  <a:pt x="314115" y="310191"/>
                </a:lnTo>
                <a:lnTo>
                  <a:pt x="305619" y="311496"/>
                </a:lnTo>
                <a:lnTo>
                  <a:pt x="297113" y="312753"/>
                </a:lnTo>
                <a:lnTo>
                  <a:pt x="288579" y="313954"/>
                </a:lnTo>
                <a:lnTo>
                  <a:pt x="280035" y="315116"/>
                </a:lnTo>
                <a:lnTo>
                  <a:pt x="271472" y="316220"/>
                </a:lnTo>
                <a:lnTo>
                  <a:pt x="262900" y="317278"/>
                </a:lnTo>
                <a:lnTo>
                  <a:pt x="254308" y="318287"/>
                </a:lnTo>
                <a:lnTo>
                  <a:pt x="245707" y="319259"/>
                </a:lnTo>
                <a:lnTo>
                  <a:pt x="237087" y="320173"/>
                </a:lnTo>
                <a:lnTo>
                  <a:pt x="228457" y="321050"/>
                </a:lnTo>
                <a:lnTo>
                  <a:pt x="219818" y="321878"/>
                </a:lnTo>
                <a:lnTo>
                  <a:pt x="211169" y="322669"/>
                </a:lnTo>
                <a:lnTo>
                  <a:pt x="202511" y="323412"/>
                </a:lnTo>
                <a:lnTo>
                  <a:pt x="193843" y="324117"/>
                </a:lnTo>
                <a:lnTo>
                  <a:pt x="185166" y="324774"/>
                </a:lnTo>
                <a:lnTo>
                  <a:pt x="176479" y="325393"/>
                </a:lnTo>
                <a:lnTo>
                  <a:pt x="167783" y="325965"/>
                </a:lnTo>
                <a:lnTo>
                  <a:pt x="159087" y="326507"/>
                </a:lnTo>
                <a:lnTo>
                  <a:pt x="150381" y="327003"/>
                </a:lnTo>
                <a:lnTo>
                  <a:pt x="141675" y="327460"/>
                </a:lnTo>
                <a:lnTo>
                  <a:pt x="132959" y="327879"/>
                </a:lnTo>
                <a:lnTo>
                  <a:pt x="124244" y="328260"/>
                </a:lnTo>
                <a:lnTo>
                  <a:pt x="115519" y="328603"/>
                </a:lnTo>
                <a:lnTo>
                  <a:pt x="106794" y="328917"/>
                </a:lnTo>
                <a:lnTo>
                  <a:pt x="98060" y="329184"/>
                </a:lnTo>
                <a:lnTo>
                  <a:pt x="89335" y="329422"/>
                </a:lnTo>
                <a:lnTo>
                  <a:pt x="80601" y="329622"/>
                </a:lnTo>
                <a:lnTo>
                  <a:pt x="71866" y="329794"/>
                </a:lnTo>
                <a:lnTo>
                  <a:pt x="63122" y="329927"/>
                </a:lnTo>
                <a:lnTo>
                  <a:pt x="54388" y="330022"/>
                </a:lnTo>
                <a:lnTo>
                  <a:pt x="45644" y="330089"/>
                </a:lnTo>
                <a:lnTo>
                  <a:pt x="36909" y="330127"/>
                </a:lnTo>
                <a:lnTo>
                  <a:pt x="28165" y="330127"/>
                </a:lnTo>
                <a:lnTo>
                  <a:pt x="19431" y="330098"/>
                </a:lnTo>
                <a:lnTo>
                  <a:pt x="10687" y="330032"/>
                </a:lnTo>
                <a:lnTo>
                  <a:pt x="1953" y="329946"/>
                </a:lnTo>
                <a:lnTo>
                  <a:pt x="0" y="329860"/>
                </a:lnTo>
                <a:lnTo>
                  <a:pt x="8734" y="329717"/>
                </a:lnTo>
                <a:lnTo>
                  <a:pt x="17469" y="329489"/>
                </a:lnTo>
                <a:lnTo>
                  <a:pt x="26194" y="329184"/>
                </a:lnTo>
                <a:lnTo>
                  <a:pt x="34919" y="328822"/>
                </a:lnTo>
                <a:lnTo>
                  <a:pt x="43625" y="328384"/>
                </a:lnTo>
                <a:lnTo>
                  <a:pt x="52330" y="327898"/>
                </a:lnTo>
                <a:lnTo>
                  <a:pt x="61027" y="327346"/>
                </a:lnTo>
                <a:lnTo>
                  <a:pt x="69713" y="326736"/>
                </a:lnTo>
                <a:lnTo>
                  <a:pt x="78391" y="326069"/>
                </a:lnTo>
                <a:lnTo>
                  <a:pt x="87059" y="325345"/>
                </a:lnTo>
                <a:lnTo>
                  <a:pt x="95707" y="324564"/>
                </a:lnTo>
                <a:lnTo>
                  <a:pt x="104346" y="323726"/>
                </a:lnTo>
                <a:lnTo>
                  <a:pt x="112967" y="322821"/>
                </a:lnTo>
                <a:lnTo>
                  <a:pt x="121568" y="321859"/>
                </a:lnTo>
                <a:lnTo>
                  <a:pt x="130159" y="320840"/>
                </a:lnTo>
                <a:lnTo>
                  <a:pt x="138732" y="319764"/>
                </a:lnTo>
                <a:lnTo>
                  <a:pt x="147285" y="318621"/>
                </a:lnTo>
                <a:lnTo>
                  <a:pt x="155810" y="317411"/>
                </a:lnTo>
                <a:lnTo>
                  <a:pt x="164316" y="316144"/>
                </a:lnTo>
                <a:lnTo>
                  <a:pt x="172793" y="314811"/>
                </a:lnTo>
                <a:lnTo>
                  <a:pt x="181242" y="313401"/>
                </a:lnTo>
                <a:lnTo>
                  <a:pt x="189662" y="311934"/>
                </a:lnTo>
                <a:lnTo>
                  <a:pt x="198053" y="310391"/>
                </a:lnTo>
                <a:lnTo>
                  <a:pt x="206407" y="308772"/>
                </a:lnTo>
                <a:lnTo>
                  <a:pt x="214722" y="307086"/>
                </a:lnTo>
                <a:lnTo>
                  <a:pt x="223009" y="305314"/>
                </a:lnTo>
                <a:lnTo>
                  <a:pt x="231238" y="303467"/>
                </a:lnTo>
                <a:lnTo>
                  <a:pt x="239430" y="301542"/>
                </a:lnTo>
                <a:lnTo>
                  <a:pt x="247564" y="299533"/>
                </a:lnTo>
                <a:lnTo>
                  <a:pt x="255651" y="297447"/>
                </a:lnTo>
                <a:lnTo>
                  <a:pt x="263681" y="295265"/>
                </a:lnTo>
                <a:lnTo>
                  <a:pt x="271643" y="292999"/>
                </a:lnTo>
                <a:lnTo>
                  <a:pt x="279540" y="290636"/>
                </a:lnTo>
                <a:lnTo>
                  <a:pt x="287360" y="288179"/>
                </a:lnTo>
                <a:lnTo>
                  <a:pt x="295104" y="285626"/>
                </a:lnTo>
                <a:lnTo>
                  <a:pt x="302771" y="282978"/>
                </a:lnTo>
                <a:lnTo>
                  <a:pt x="310344" y="280226"/>
                </a:lnTo>
                <a:lnTo>
                  <a:pt x="317821" y="277378"/>
                </a:lnTo>
                <a:lnTo>
                  <a:pt x="325184" y="274415"/>
                </a:lnTo>
                <a:lnTo>
                  <a:pt x="332442" y="271348"/>
                </a:lnTo>
                <a:lnTo>
                  <a:pt x="339576" y="268167"/>
                </a:lnTo>
                <a:lnTo>
                  <a:pt x="346586" y="264871"/>
                </a:lnTo>
                <a:lnTo>
                  <a:pt x="353454" y="261471"/>
                </a:lnTo>
                <a:lnTo>
                  <a:pt x="360178" y="257947"/>
                </a:lnTo>
                <a:lnTo>
                  <a:pt x="366741" y="254308"/>
                </a:lnTo>
                <a:lnTo>
                  <a:pt x="373142" y="250555"/>
                </a:lnTo>
                <a:lnTo>
                  <a:pt x="379362" y="246688"/>
                </a:lnTo>
                <a:lnTo>
                  <a:pt x="385391" y="242697"/>
                </a:lnTo>
                <a:lnTo>
                  <a:pt x="391220" y="238601"/>
                </a:lnTo>
                <a:lnTo>
                  <a:pt x="396850" y="234382"/>
                </a:lnTo>
                <a:lnTo>
                  <a:pt x="402250" y="230048"/>
                </a:lnTo>
                <a:lnTo>
                  <a:pt x="407422" y="225619"/>
                </a:lnTo>
                <a:lnTo>
                  <a:pt x="412366" y="221066"/>
                </a:lnTo>
                <a:lnTo>
                  <a:pt x="417062" y="216427"/>
                </a:lnTo>
                <a:lnTo>
                  <a:pt x="421500" y="211674"/>
                </a:lnTo>
                <a:lnTo>
                  <a:pt x="425672" y="206835"/>
                </a:lnTo>
                <a:lnTo>
                  <a:pt x="429587" y="201911"/>
                </a:lnTo>
                <a:lnTo>
                  <a:pt x="433235" y="196910"/>
                </a:lnTo>
                <a:lnTo>
                  <a:pt x="436597" y="191824"/>
                </a:lnTo>
                <a:lnTo>
                  <a:pt x="439693" y="186671"/>
                </a:lnTo>
                <a:lnTo>
                  <a:pt x="442512" y="181461"/>
                </a:lnTo>
                <a:lnTo>
                  <a:pt x="445056" y="176193"/>
                </a:lnTo>
                <a:lnTo>
                  <a:pt x="447332" y="170869"/>
                </a:lnTo>
                <a:lnTo>
                  <a:pt x="449332" y="165506"/>
                </a:lnTo>
                <a:lnTo>
                  <a:pt x="451066" y="160106"/>
                </a:lnTo>
                <a:lnTo>
                  <a:pt x="452542" y="154676"/>
                </a:lnTo>
                <a:lnTo>
                  <a:pt x="453761" y="149228"/>
                </a:lnTo>
                <a:lnTo>
                  <a:pt x="454724" y="143751"/>
                </a:lnTo>
                <a:lnTo>
                  <a:pt x="455457" y="138265"/>
                </a:lnTo>
                <a:lnTo>
                  <a:pt x="455943" y="132759"/>
                </a:lnTo>
                <a:lnTo>
                  <a:pt x="456200" y="127254"/>
                </a:lnTo>
                <a:lnTo>
                  <a:pt x="456248" y="121749"/>
                </a:lnTo>
                <a:lnTo>
                  <a:pt x="456067" y="116243"/>
                </a:lnTo>
                <a:lnTo>
                  <a:pt x="455695" y="110738"/>
                </a:lnTo>
                <a:lnTo>
                  <a:pt x="455114" y="105242"/>
                </a:lnTo>
                <a:lnTo>
                  <a:pt x="463201" y="103889"/>
                </a:lnTo>
                <a:lnTo>
                  <a:pt x="471716" y="102660"/>
                </a:lnTo>
                <a:lnTo>
                  <a:pt x="480212" y="101346"/>
                </a:lnTo>
                <a:lnTo>
                  <a:pt x="488671" y="99965"/>
                </a:lnTo>
                <a:lnTo>
                  <a:pt x="497100" y="98527"/>
                </a:lnTo>
                <a:lnTo>
                  <a:pt x="505511" y="97022"/>
                </a:lnTo>
                <a:lnTo>
                  <a:pt x="513893" y="95469"/>
                </a:lnTo>
                <a:lnTo>
                  <a:pt x="522256" y="93859"/>
                </a:lnTo>
                <a:lnTo>
                  <a:pt x="530590" y="92192"/>
                </a:lnTo>
                <a:lnTo>
                  <a:pt x="538886" y="90478"/>
                </a:lnTo>
                <a:lnTo>
                  <a:pt x="547164" y="88706"/>
                </a:lnTo>
                <a:lnTo>
                  <a:pt x="555412" y="86887"/>
                </a:lnTo>
                <a:lnTo>
                  <a:pt x="563642" y="85011"/>
                </a:lnTo>
                <a:lnTo>
                  <a:pt x="571824" y="83096"/>
                </a:lnTo>
                <a:lnTo>
                  <a:pt x="579987" y="81124"/>
                </a:lnTo>
                <a:lnTo>
                  <a:pt x="588121" y="79096"/>
                </a:lnTo>
                <a:lnTo>
                  <a:pt x="596217" y="77019"/>
                </a:lnTo>
                <a:lnTo>
                  <a:pt x="604276" y="74895"/>
                </a:lnTo>
                <a:lnTo>
                  <a:pt x="612305" y="72714"/>
                </a:lnTo>
                <a:lnTo>
                  <a:pt x="620297" y="70485"/>
                </a:lnTo>
                <a:lnTo>
                  <a:pt x="628250" y="68209"/>
                </a:lnTo>
                <a:lnTo>
                  <a:pt x="636165" y="65875"/>
                </a:lnTo>
                <a:lnTo>
                  <a:pt x="644042" y="63484"/>
                </a:lnTo>
                <a:lnTo>
                  <a:pt x="651872" y="61046"/>
                </a:lnTo>
                <a:lnTo>
                  <a:pt x="659663" y="58541"/>
                </a:lnTo>
                <a:lnTo>
                  <a:pt x="667417" y="55997"/>
                </a:lnTo>
                <a:lnTo>
                  <a:pt x="675113" y="53388"/>
                </a:lnTo>
                <a:lnTo>
                  <a:pt x="682762" y="50721"/>
                </a:lnTo>
                <a:lnTo>
                  <a:pt x="690362" y="48006"/>
                </a:lnTo>
                <a:lnTo>
                  <a:pt x="697916" y="45225"/>
                </a:lnTo>
                <a:lnTo>
                  <a:pt x="705402" y="42396"/>
                </a:lnTo>
                <a:lnTo>
                  <a:pt x="712841" y="39500"/>
                </a:lnTo>
                <a:lnTo>
                  <a:pt x="720223" y="36547"/>
                </a:lnTo>
                <a:lnTo>
                  <a:pt x="727539" y="33538"/>
                </a:lnTo>
                <a:lnTo>
                  <a:pt x="734797" y="30470"/>
                </a:lnTo>
                <a:lnTo>
                  <a:pt x="741988" y="27337"/>
                </a:lnTo>
                <a:lnTo>
                  <a:pt x="749103" y="24136"/>
                </a:lnTo>
                <a:lnTo>
                  <a:pt x="756152" y="20879"/>
                </a:lnTo>
                <a:lnTo>
                  <a:pt x="763124" y="17564"/>
                </a:lnTo>
                <a:lnTo>
                  <a:pt x="770020" y="14183"/>
                </a:lnTo>
                <a:lnTo>
                  <a:pt x="776840" y="10735"/>
                </a:lnTo>
                <a:lnTo>
                  <a:pt x="783574" y="7220"/>
                </a:lnTo>
                <a:lnTo>
                  <a:pt x="790223" y="3639"/>
                </a:lnTo>
                <a:lnTo>
                  <a:pt x="796776" y="0"/>
                </a:lnTo>
                <a:close/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22860">
            <a:solidFill>
              <a:srgbClr val="B7C7D9"/>
            </a:solidFill>
            <a:prstDash val="solid"/>
          </a:ln>
        </p:spPr>
      </p:sp>
      <p:sp>
        <p:nvSpPr>
          <p:cNvPr id="31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F6E6ACF2-99EB-4A2E-ADBD-492D4362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6707" y="2471738"/>
            <a:ext cx="1484119" cy="229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32" name="note-body-0">
            <a:extLst xmlns:a="http://schemas.openxmlformats.org/drawingml/2006/main">
              <a:ext uri="{FF2B5EF4-FFF2-40B4-BE49-F238E27FC236}">
                <a16:creationId xmlns:a16="http://schemas.microsoft.com/office/drawing/2014/main" id="{EC0DD4EE-DF22-4786-BE9C-FF265A11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2382" y="2792759"/>
            <a:ext cx="1693669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申请人、课题与来源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渠道</a:t>
            </a:r>
          </a:p>
        </p:txBody>
      </p:sp>
      <p:sp>
        <p:nvSpPr>
          <p:cNvPr id="33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942761B1-D2D6-4878-85C0-5480CDEF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798" y="2471738"/>
            <a:ext cx="1484119" cy="229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审批依据</a:t>
            </a:r>
          </a:p>
        </p:txBody>
      </p:sp>
      <p:sp>
        <p:nvSpPr>
          <p:cNvPr id="34" name="note-body-1">
            <a:extLst xmlns:a="http://schemas.openxmlformats.org/drawingml/2006/main">
              <a:ext uri="{FF2B5EF4-FFF2-40B4-BE49-F238E27FC236}">
                <a16:creationId xmlns:a16="http://schemas.microsoft.com/office/drawing/2014/main" id="{A4C9C494-30D2-44F2-9B38-F28A1A49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473" y="2792759"/>
            <a:ext cx="1693669" cy="472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责任人、确认时间与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35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014F6B7D-813A-4802-B14C-49E8A330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6707" y="3965819"/>
            <a:ext cx="1484119" cy="229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36" name="note-body-2">
            <a:extLst xmlns:a="http://schemas.openxmlformats.org/drawingml/2006/main">
              <a:ext uri="{FF2B5EF4-FFF2-40B4-BE49-F238E27FC236}">
                <a16:creationId xmlns:a16="http://schemas.microsoft.com/office/drawing/2014/main" id="{BF8BB92F-B41C-4BB7-9D71-8DBB3D51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2382" y="4286850"/>
            <a:ext cx="1693669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参数、输出记录</a:t>
            </a:r>
          </a:p>
        </p:txBody>
      </p:sp>
      <p:sp>
        <p:nvSpPr>
          <p:cNvPr id="37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5ECC1AFF-7C52-4CE2-86A9-B8746688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798" y="3965819"/>
            <a:ext cx="1484119" cy="2293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38" name="note-body-3">
            <a:extLst xmlns:a="http://schemas.openxmlformats.org/drawingml/2006/main">
              <a:ext uri="{FF2B5EF4-FFF2-40B4-BE49-F238E27FC236}">
                <a16:creationId xmlns:a16="http://schemas.microsoft.com/office/drawing/2014/main" id="{EEE49B93-F9A1-4F41-980F-24D63A34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473" y="4286850"/>
            <a:ext cx="1693669" cy="236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原因与处置结论</a:t>
            </a:r>
          </a:p>
        </p:txBody>
      </p:sp>
      <p:sp>
        <p:nvSpPr>
          <p:cNvPr id="39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A3B6F76A-36A6-4091-9B58-ACCFADE0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7607" y="2471738"/>
            <a:ext cx="419100" cy="229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8e58d22dc4fd3">
            <a:extLst>
              <a:ext uri="{96DAC541-7B7A-43D3-8B79-37D633B846F1}">
                <asvg:svgBlip xmlns:asvg="http://schemas.microsoft.com/office/drawing/2016/SVG/main" r:embed="R7b07a9ee6a124e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42382" y="248781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1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E01FCACB-2163-41D1-B535-F5844AFA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698" y="2471738"/>
            <a:ext cx="419100" cy="229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1294d87b64e7a">
            <a:extLst>
              <a:ext uri="{96DAC541-7B7A-43D3-8B79-37D633B846F1}">
                <asvg:svgBlip xmlns:asvg="http://schemas.microsoft.com/office/drawing/2016/SVG/main" r:embed="R225fcbd6e79b41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19473" y="2487816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3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ABE778BF-9B14-4283-A93D-A53B6A54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7607" y="3965819"/>
            <a:ext cx="419100" cy="229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075734d5f48a6">
            <a:extLst>
              <a:ext uri="{96DAC541-7B7A-43D3-8B79-37D633B846F1}">
                <asvg:svgBlip xmlns:asvg="http://schemas.microsoft.com/office/drawing/2016/SVG/main" r:embed="R8cf67de6106a47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42382" y="3981898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5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4DE89147-3877-4D43-AF36-EC80851D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698" y="3965819"/>
            <a:ext cx="419100" cy="229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754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a77a68e004cd3">
            <a:extLst>
              <a:ext uri="{96DAC541-7B7A-43D3-8B79-37D633B846F1}">
                <asvg:svgBlip xmlns:asvg="http://schemas.microsoft.com/office/drawing/2016/SVG/main" r:embed="Ra1d4eb0e751042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19473" y="3981898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FADAF0-FA0B-46D1-8DE3-C20AEECF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7170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D54DEF-70CE-4369-908E-1DCB44B0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907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字段范围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019009-5FF0-4DA6-88E5-E9CC919A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908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四类信息各有追溯作用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8DF8C1-4C30-4DB9-A063-082B7630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3909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申请来源与审批依据说明入口。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执行结果与异常处置保留后续核查依据。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E72CF7-DADA-42D5-8BAE-10B0E8B6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4767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BF752B-E7BC-41DD-A546-215A1FB8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6672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保留字段，才能积累可追溯证据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三类来源进入试点，都要依次通过三道纳入关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纳入机制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3705397C-71F8-47E8-A891-87E066E8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2067916" y="2261492"/>
            <a:ext cx="4579553" cy="325389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F91">
                <a:alpha val="12000"/>
              </a:srgbClr>
            </a:solidFill>
            <a:prstDash val="solid"/>
          </a:ln>
        </p:spPr>
      </p:sp>
      <p:sp>
        <p:nvSpPr>
          <p:cNvPr id="16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408ECEB0-2C52-4E62-93DC-C86754CE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1340" y="2767651"/>
            <a:ext cx="2972686" cy="783984"/>
          </a:xfrm>
          <a:custGeom xmlns:a="http://schemas.openxmlformats.org/drawingml/2006/main">
            <a:pathLst>
              <a:path w="2972686" h="783984">
                <a:moveTo>
                  <a:pt x="0" y="0"/>
                </a:moveTo>
                <a:lnTo>
                  <a:pt x="15211" y="23717"/>
                </a:lnTo>
                <a:lnTo>
                  <a:pt x="30413" y="47435"/>
                </a:lnTo>
                <a:lnTo>
                  <a:pt x="45625" y="71142"/>
                </a:lnTo>
                <a:lnTo>
                  <a:pt x="60827" y="94859"/>
                </a:lnTo>
                <a:lnTo>
                  <a:pt x="76038" y="118577"/>
                </a:lnTo>
                <a:lnTo>
                  <a:pt x="91240" y="142294"/>
                </a:lnTo>
                <a:lnTo>
                  <a:pt x="106451" y="166011"/>
                </a:lnTo>
                <a:lnTo>
                  <a:pt x="121653" y="189719"/>
                </a:lnTo>
                <a:lnTo>
                  <a:pt x="136865" y="213436"/>
                </a:lnTo>
                <a:lnTo>
                  <a:pt x="152067" y="237153"/>
                </a:lnTo>
                <a:lnTo>
                  <a:pt x="167278" y="260871"/>
                </a:lnTo>
                <a:lnTo>
                  <a:pt x="182480" y="284588"/>
                </a:lnTo>
                <a:lnTo>
                  <a:pt x="197691" y="308305"/>
                </a:lnTo>
                <a:lnTo>
                  <a:pt x="212893" y="332013"/>
                </a:lnTo>
                <a:lnTo>
                  <a:pt x="228105" y="355730"/>
                </a:lnTo>
                <a:lnTo>
                  <a:pt x="243307" y="379447"/>
                </a:lnTo>
                <a:lnTo>
                  <a:pt x="258518" y="403165"/>
                </a:lnTo>
                <a:lnTo>
                  <a:pt x="273720" y="426882"/>
                </a:lnTo>
                <a:lnTo>
                  <a:pt x="288931" y="450590"/>
                </a:lnTo>
                <a:lnTo>
                  <a:pt x="304133" y="474307"/>
                </a:lnTo>
                <a:lnTo>
                  <a:pt x="319345" y="498024"/>
                </a:lnTo>
                <a:lnTo>
                  <a:pt x="334547" y="521741"/>
                </a:lnTo>
                <a:lnTo>
                  <a:pt x="349758" y="545459"/>
                </a:lnTo>
                <a:lnTo>
                  <a:pt x="364960" y="569166"/>
                </a:lnTo>
                <a:lnTo>
                  <a:pt x="380171" y="592884"/>
                </a:lnTo>
                <a:lnTo>
                  <a:pt x="395373" y="616601"/>
                </a:lnTo>
                <a:lnTo>
                  <a:pt x="410585" y="640318"/>
                </a:lnTo>
                <a:lnTo>
                  <a:pt x="425787" y="664035"/>
                </a:lnTo>
                <a:lnTo>
                  <a:pt x="440998" y="687743"/>
                </a:lnTo>
                <a:lnTo>
                  <a:pt x="456200" y="711460"/>
                </a:lnTo>
                <a:lnTo>
                  <a:pt x="475364" y="730406"/>
                </a:lnTo>
                <a:lnTo>
                  <a:pt x="502358" y="738368"/>
                </a:lnTo>
                <a:lnTo>
                  <a:pt x="530000" y="743788"/>
                </a:lnTo>
                <a:lnTo>
                  <a:pt x="557841" y="748055"/>
                </a:lnTo>
                <a:lnTo>
                  <a:pt x="585788" y="751608"/>
                </a:lnTo>
                <a:lnTo>
                  <a:pt x="613791" y="754685"/>
                </a:lnTo>
                <a:lnTo>
                  <a:pt x="641833" y="757399"/>
                </a:lnTo>
                <a:lnTo>
                  <a:pt x="669903" y="759819"/>
                </a:lnTo>
                <a:lnTo>
                  <a:pt x="697992" y="762010"/>
                </a:lnTo>
                <a:lnTo>
                  <a:pt x="726091" y="764000"/>
                </a:lnTo>
                <a:lnTo>
                  <a:pt x="754209" y="765820"/>
                </a:lnTo>
                <a:lnTo>
                  <a:pt x="782326" y="767496"/>
                </a:lnTo>
                <a:lnTo>
                  <a:pt x="810454" y="769039"/>
                </a:lnTo>
                <a:lnTo>
                  <a:pt x="838591" y="770468"/>
                </a:lnTo>
                <a:lnTo>
                  <a:pt x="866737" y="771792"/>
                </a:lnTo>
                <a:lnTo>
                  <a:pt x="894874" y="773020"/>
                </a:lnTo>
                <a:lnTo>
                  <a:pt x="923030" y="774154"/>
                </a:lnTo>
                <a:lnTo>
                  <a:pt x="951176" y="775211"/>
                </a:lnTo>
                <a:lnTo>
                  <a:pt x="979332" y="776192"/>
                </a:lnTo>
                <a:lnTo>
                  <a:pt x="1007488" y="777097"/>
                </a:lnTo>
                <a:lnTo>
                  <a:pt x="1035653" y="777935"/>
                </a:lnTo>
                <a:lnTo>
                  <a:pt x="1063809" y="778716"/>
                </a:lnTo>
                <a:lnTo>
                  <a:pt x="1091975" y="779431"/>
                </a:lnTo>
                <a:lnTo>
                  <a:pt x="1120140" y="780078"/>
                </a:lnTo>
                <a:lnTo>
                  <a:pt x="1148305" y="780679"/>
                </a:lnTo>
                <a:lnTo>
                  <a:pt x="1176471" y="781221"/>
                </a:lnTo>
                <a:lnTo>
                  <a:pt x="1204636" y="781717"/>
                </a:lnTo>
                <a:lnTo>
                  <a:pt x="1232811" y="782155"/>
                </a:lnTo>
                <a:lnTo>
                  <a:pt x="1260977" y="782545"/>
                </a:lnTo>
                <a:lnTo>
                  <a:pt x="1289152" y="782888"/>
                </a:lnTo>
                <a:lnTo>
                  <a:pt x="1317317" y="783184"/>
                </a:lnTo>
                <a:lnTo>
                  <a:pt x="1345492" y="783431"/>
                </a:lnTo>
                <a:lnTo>
                  <a:pt x="1373657" y="783631"/>
                </a:lnTo>
                <a:lnTo>
                  <a:pt x="1401832" y="783784"/>
                </a:lnTo>
                <a:lnTo>
                  <a:pt x="1430007" y="783898"/>
                </a:lnTo>
                <a:lnTo>
                  <a:pt x="1458173" y="783965"/>
                </a:lnTo>
                <a:lnTo>
                  <a:pt x="1486348" y="783984"/>
                </a:lnTo>
                <a:lnTo>
                  <a:pt x="1514523" y="783965"/>
                </a:lnTo>
                <a:lnTo>
                  <a:pt x="1542698" y="783898"/>
                </a:lnTo>
                <a:lnTo>
                  <a:pt x="1570863" y="783784"/>
                </a:lnTo>
                <a:lnTo>
                  <a:pt x="1599038" y="783631"/>
                </a:lnTo>
                <a:lnTo>
                  <a:pt x="1627213" y="783431"/>
                </a:lnTo>
                <a:lnTo>
                  <a:pt x="1655378" y="783184"/>
                </a:lnTo>
                <a:lnTo>
                  <a:pt x="1683553" y="782888"/>
                </a:lnTo>
                <a:lnTo>
                  <a:pt x="1711719" y="782545"/>
                </a:lnTo>
                <a:lnTo>
                  <a:pt x="1739894" y="782155"/>
                </a:lnTo>
                <a:lnTo>
                  <a:pt x="1768059" y="781717"/>
                </a:lnTo>
                <a:lnTo>
                  <a:pt x="1796225" y="781221"/>
                </a:lnTo>
                <a:lnTo>
                  <a:pt x="1824390" y="780679"/>
                </a:lnTo>
                <a:lnTo>
                  <a:pt x="1852555" y="780078"/>
                </a:lnTo>
                <a:lnTo>
                  <a:pt x="1880721" y="779421"/>
                </a:lnTo>
                <a:lnTo>
                  <a:pt x="1908886" y="778716"/>
                </a:lnTo>
                <a:lnTo>
                  <a:pt x="1937052" y="777935"/>
                </a:lnTo>
                <a:lnTo>
                  <a:pt x="1965208" y="777097"/>
                </a:lnTo>
                <a:lnTo>
                  <a:pt x="1993363" y="776192"/>
                </a:lnTo>
                <a:lnTo>
                  <a:pt x="2021519" y="775211"/>
                </a:lnTo>
                <a:lnTo>
                  <a:pt x="2049675" y="774154"/>
                </a:lnTo>
                <a:lnTo>
                  <a:pt x="2077822" y="773020"/>
                </a:lnTo>
                <a:lnTo>
                  <a:pt x="2105968" y="771792"/>
                </a:lnTo>
                <a:lnTo>
                  <a:pt x="2134105" y="770468"/>
                </a:lnTo>
                <a:lnTo>
                  <a:pt x="2162242" y="769039"/>
                </a:lnTo>
                <a:lnTo>
                  <a:pt x="2190369" y="767496"/>
                </a:lnTo>
                <a:lnTo>
                  <a:pt x="2218496" y="765820"/>
                </a:lnTo>
                <a:lnTo>
                  <a:pt x="2246605" y="764000"/>
                </a:lnTo>
                <a:lnTo>
                  <a:pt x="2274713" y="762000"/>
                </a:lnTo>
                <a:lnTo>
                  <a:pt x="2302793" y="759809"/>
                </a:lnTo>
                <a:lnTo>
                  <a:pt x="2330863" y="757399"/>
                </a:lnTo>
                <a:lnTo>
                  <a:pt x="2358904" y="754685"/>
                </a:lnTo>
                <a:lnTo>
                  <a:pt x="2386908" y="751608"/>
                </a:lnTo>
                <a:lnTo>
                  <a:pt x="2414854" y="748055"/>
                </a:lnTo>
                <a:lnTo>
                  <a:pt x="2442696" y="743788"/>
                </a:lnTo>
                <a:lnTo>
                  <a:pt x="2470337" y="738368"/>
                </a:lnTo>
                <a:lnTo>
                  <a:pt x="2497341" y="730406"/>
                </a:lnTo>
                <a:lnTo>
                  <a:pt x="2516495" y="711451"/>
                </a:lnTo>
                <a:lnTo>
                  <a:pt x="2531697" y="687743"/>
                </a:lnTo>
                <a:lnTo>
                  <a:pt x="2546909" y="664026"/>
                </a:lnTo>
                <a:lnTo>
                  <a:pt x="2562111" y="640309"/>
                </a:lnTo>
                <a:lnTo>
                  <a:pt x="2577322" y="616591"/>
                </a:lnTo>
                <a:lnTo>
                  <a:pt x="2592524" y="592874"/>
                </a:lnTo>
                <a:lnTo>
                  <a:pt x="2607735" y="569166"/>
                </a:lnTo>
                <a:lnTo>
                  <a:pt x="2622937" y="545449"/>
                </a:lnTo>
                <a:lnTo>
                  <a:pt x="2638149" y="521732"/>
                </a:lnTo>
                <a:lnTo>
                  <a:pt x="2653351" y="498015"/>
                </a:lnTo>
                <a:lnTo>
                  <a:pt x="2668562" y="474297"/>
                </a:lnTo>
                <a:lnTo>
                  <a:pt x="2683764" y="450590"/>
                </a:lnTo>
                <a:lnTo>
                  <a:pt x="2698975" y="426872"/>
                </a:lnTo>
                <a:lnTo>
                  <a:pt x="2714177" y="403155"/>
                </a:lnTo>
                <a:lnTo>
                  <a:pt x="2729389" y="379438"/>
                </a:lnTo>
                <a:lnTo>
                  <a:pt x="2744591" y="355721"/>
                </a:lnTo>
                <a:lnTo>
                  <a:pt x="2759802" y="332013"/>
                </a:lnTo>
                <a:lnTo>
                  <a:pt x="2775004" y="308296"/>
                </a:lnTo>
                <a:lnTo>
                  <a:pt x="2790215" y="284578"/>
                </a:lnTo>
                <a:lnTo>
                  <a:pt x="2805417" y="260861"/>
                </a:lnTo>
                <a:lnTo>
                  <a:pt x="2820629" y="237144"/>
                </a:lnTo>
                <a:lnTo>
                  <a:pt x="2835831" y="213436"/>
                </a:lnTo>
                <a:lnTo>
                  <a:pt x="2851042" y="189719"/>
                </a:lnTo>
                <a:lnTo>
                  <a:pt x="2866244" y="166002"/>
                </a:lnTo>
                <a:lnTo>
                  <a:pt x="2881455" y="142284"/>
                </a:lnTo>
                <a:lnTo>
                  <a:pt x="2896657" y="118567"/>
                </a:lnTo>
                <a:lnTo>
                  <a:pt x="2911869" y="94850"/>
                </a:lnTo>
                <a:lnTo>
                  <a:pt x="2927071" y="71142"/>
                </a:lnTo>
                <a:lnTo>
                  <a:pt x="2942282" y="47425"/>
                </a:lnTo>
                <a:lnTo>
                  <a:pt x="2957484" y="23708"/>
                </a:lnTo>
                <a:lnTo>
                  <a:pt x="2972686" y="10"/>
                </a:lnTo>
                <a:lnTo>
                  <a:pt x="2949121" y="13144"/>
                </a:lnTo>
                <a:lnTo>
                  <a:pt x="2921575" y="19012"/>
                </a:lnTo>
                <a:lnTo>
                  <a:pt x="2893733" y="23289"/>
                </a:lnTo>
                <a:lnTo>
                  <a:pt x="2865777" y="26756"/>
                </a:lnTo>
                <a:lnTo>
                  <a:pt x="2837755" y="29718"/>
                </a:lnTo>
                <a:lnTo>
                  <a:pt x="2809704" y="32318"/>
                </a:lnTo>
                <a:lnTo>
                  <a:pt x="2781633" y="34642"/>
                </a:lnTo>
                <a:lnTo>
                  <a:pt x="2753535" y="36747"/>
                </a:lnTo>
                <a:lnTo>
                  <a:pt x="2725436" y="38671"/>
                </a:lnTo>
                <a:lnTo>
                  <a:pt x="2697318" y="40453"/>
                </a:lnTo>
                <a:lnTo>
                  <a:pt x="2669191" y="42091"/>
                </a:lnTo>
                <a:lnTo>
                  <a:pt x="2641063" y="43634"/>
                </a:lnTo>
                <a:lnTo>
                  <a:pt x="2612927" y="45072"/>
                </a:lnTo>
                <a:lnTo>
                  <a:pt x="2584790" y="46425"/>
                </a:lnTo>
                <a:lnTo>
                  <a:pt x="2556643" y="47692"/>
                </a:lnTo>
                <a:lnTo>
                  <a:pt x="2528497" y="48882"/>
                </a:lnTo>
                <a:lnTo>
                  <a:pt x="2500351" y="50016"/>
                </a:lnTo>
                <a:lnTo>
                  <a:pt x="2472195" y="51083"/>
                </a:lnTo>
                <a:lnTo>
                  <a:pt x="2444039" y="52092"/>
                </a:lnTo>
                <a:lnTo>
                  <a:pt x="2415883" y="53054"/>
                </a:lnTo>
                <a:lnTo>
                  <a:pt x="2387727" y="53969"/>
                </a:lnTo>
                <a:lnTo>
                  <a:pt x="2359571" y="54826"/>
                </a:lnTo>
                <a:lnTo>
                  <a:pt x="2331406" y="55645"/>
                </a:lnTo>
                <a:lnTo>
                  <a:pt x="2303250" y="56426"/>
                </a:lnTo>
                <a:lnTo>
                  <a:pt x="2275084" y="57169"/>
                </a:lnTo>
                <a:lnTo>
                  <a:pt x="2246919" y="57874"/>
                </a:lnTo>
                <a:lnTo>
                  <a:pt x="2218763" y="58541"/>
                </a:lnTo>
                <a:lnTo>
                  <a:pt x="2190598" y="59169"/>
                </a:lnTo>
                <a:lnTo>
                  <a:pt x="2162432" y="59769"/>
                </a:lnTo>
                <a:lnTo>
                  <a:pt x="2134257" y="60331"/>
                </a:lnTo>
                <a:lnTo>
                  <a:pt x="2106092" y="60865"/>
                </a:lnTo>
                <a:lnTo>
                  <a:pt x="2077926" y="61370"/>
                </a:lnTo>
                <a:lnTo>
                  <a:pt x="2049761" y="61846"/>
                </a:lnTo>
                <a:lnTo>
                  <a:pt x="2021586" y="62303"/>
                </a:lnTo>
                <a:lnTo>
                  <a:pt x="1993421" y="62722"/>
                </a:lnTo>
                <a:lnTo>
                  <a:pt x="1965255" y="63122"/>
                </a:lnTo>
                <a:lnTo>
                  <a:pt x="1937080" y="63475"/>
                </a:lnTo>
                <a:lnTo>
                  <a:pt x="1908915" y="63837"/>
                </a:lnTo>
                <a:lnTo>
                  <a:pt x="1880740" y="64151"/>
                </a:lnTo>
                <a:lnTo>
                  <a:pt x="1852574" y="64446"/>
                </a:lnTo>
                <a:lnTo>
                  <a:pt x="1824399" y="64732"/>
                </a:lnTo>
                <a:lnTo>
                  <a:pt x="1796234" y="64970"/>
                </a:lnTo>
                <a:lnTo>
                  <a:pt x="1768059" y="65208"/>
                </a:lnTo>
                <a:lnTo>
                  <a:pt x="1739884" y="65399"/>
                </a:lnTo>
                <a:lnTo>
                  <a:pt x="1711719" y="65589"/>
                </a:lnTo>
                <a:lnTo>
                  <a:pt x="1683544" y="65751"/>
                </a:lnTo>
                <a:lnTo>
                  <a:pt x="1655369" y="65884"/>
                </a:lnTo>
                <a:lnTo>
                  <a:pt x="1627203" y="66018"/>
                </a:lnTo>
                <a:lnTo>
                  <a:pt x="1599028" y="66094"/>
                </a:lnTo>
                <a:lnTo>
                  <a:pt x="1570853" y="66180"/>
                </a:lnTo>
                <a:lnTo>
                  <a:pt x="1542688" y="66227"/>
                </a:lnTo>
                <a:lnTo>
                  <a:pt x="1514513" y="66256"/>
                </a:lnTo>
                <a:lnTo>
                  <a:pt x="1486338" y="66284"/>
                </a:lnTo>
                <a:lnTo>
                  <a:pt x="1458173" y="66256"/>
                </a:lnTo>
                <a:lnTo>
                  <a:pt x="1429998" y="66227"/>
                </a:lnTo>
                <a:lnTo>
                  <a:pt x="1401823" y="66180"/>
                </a:lnTo>
                <a:lnTo>
                  <a:pt x="1373648" y="66094"/>
                </a:lnTo>
                <a:lnTo>
                  <a:pt x="1345482" y="66018"/>
                </a:lnTo>
                <a:lnTo>
                  <a:pt x="1317308" y="65884"/>
                </a:lnTo>
                <a:lnTo>
                  <a:pt x="1289133" y="65751"/>
                </a:lnTo>
                <a:lnTo>
                  <a:pt x="1260967" y="65589"/>
                </a:lnTo>
                <a:lnTo>
                  <a:pt x="1232792" y="65399"/>
                </a:lnTo>
                <a:lnTo>
                  <a:pt x="1204627" y="65208"/>
                </a:lnTo>
                <a:lnTo>
                  <a:pt x="1176452" y="64970"/>
                </a:lnTo>
                <a:lnTo>
                  <a:pt x="1148277" y="64732"/>
                </a:lnTo>
                <a:lnTo>
                  <a:pt x="1120111" y="64446"/>
                </a:lnTo>
                <a:lnTo>
                  <a:pt x="1091936" y="64151"/>
                </a:lnTo>
                <a:lnTo>
                  <a:pt x="1063771" y="63837"/>
                </a:lnTo>
                <a:lnTo>
                  <a:pt x="1035596" y="63475"/>
                </a:lnTo>
                <a:lnTo>
                  <a:pt x="1007431" y="63122"/>
                </a:lnTo>
                <a:lnTo>
                  <a:pt x="979256" y="62722"/>
                </a:lnTo>
                <a:lnTo>
                  <a:pt x="951090" y="62303"/>
                </a:lnTo>
                <a:lnTo>
                  <a:pt x="922925" y="61846"/>
                </a:lnTo>
                <a:lnTo>
                  <a:pt x="894750" y="61370"/>
                </a:lnTo>
                <a:lnTo>
                  <a:pt x="866585" y="60865"/>
                </a:lnTo>
                <a:lnTo>
                  <a:pt x="838419" y="60331"/>
                </a:lnTo>
                <a:lnTo>
                  <a:pt x="810254" y="59769"/>
                </a:lnTo>
                <a:lnTo>
                  <a:pt x="782088" y="59169"/>
                </a:lnTo>
                <a:lnTo>
                  <a:pt x="753923" y="58541"/>
                </a:lnTo>
                <a:lnTo>
                  <a:pt x="725757" y="57874"/>
                </a:lnTo>
                <a:lnTo>
                  <a:pt x="697592" y="57169"/>
                </a:lnTo>
                <a:lnTo>
                  <a:pt x="669436" y="56426"/>
                </a:lnTo>
                <a:lnTo>
                  <a:pt x="641271" y="55645"/>
                </a:lnTo>
                <a:lnTo>
                  <a:pt x="613115" y="54826"/>
                </a:lnTo>
                <a:lnTo>
                  <a:pt x="584949" y="53969"/>
                </a:lnTo>
                <a:lnTo>
                  <a:pt x="556793" y="53054"/>
                </a:lnTo>
                <a:lnTo>
                  <a:pt x="528638" y="52092"/>
                </a:lnTo>
                <a:lnTo>
                  <a:pt x="500482" y="51083"/>
                </a:lnTo>
                <a:lnTo>
                  <a:pt x="472335" y="50016"/>
                </a:lnTo>
                <a:lnTo>
                  <a:pt x="444179" y="48882"/>
                </a:lnTo>
                <a:lnTo>
                  <a:pt x="416033" y="47692"/>
                </a:lnTo>
                <a:lnTo>
                  <a:pt x="387896" y="46425"/>
                </a:lnTo>
                <a:lnTo>
                  <a:pt x="359750" y="45072"/>
                </a:lnTo>
                <a:lnTo>
                  <a:pt x="331622" y="43634"/>
                </a:lnTo>
                <a:lnTo>
                  <a:pt x="303486" y="42091"/>
                </a:lnTo>
                <a:lnTo>
                  <a:pt x="275368" y="40453"/>
                </a:lnTo>
                <a:lnTo>
                  <a:pt x="247250" y="38671"/>
                </a:lnTo>
                <a:lnTo>
                  <a:pt x="219142" y="36747"/>
                </a:lnTo>
                <a:lnTo>
                  <a:pt x="191052" y="34642"/>
                </a:lnTo>
                <a:lnTo>
                  <a:pt x="162973" y="32318"/>
                </a:lnTo>
                <a:lnTo>
                  <a:pt x="134922" y="29718"/>
                </a:lnTo>
                <a:lnTo>
                  <a:pt x="106909" y="26756"/>
                </a:lnTo>
                <a:lnTo>
                  <a:pt x="78953" y="23289"/>
                </a:lnTo>
                <a:lnTo>
                  <a:pt x="51102" y="19012"/>
                </a:lnTo>
                <a:lnTo>
                  <a:pt x="23555" y="131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7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956CAC74-F6C0-4DA0-B303-2BD518A2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1340" y="2663209"/>
            <a:ext cx="2972686" cy="208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18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0C0E8974-D406-4ACA-A48C-FA72973D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1550" y="3638007"/>
            <a:ext cx="2048227" cy="784060"/>
          </a:xfrm>
          <a:custGeom xmlns:a="http://schemas.openxmlformats.org/drawingml/2006/main">
            <a:pathLst>
              <a:path w="2048227" h="784060">
                <a:moveTo>
                  <a:pt x="0" y="0"/>
                </a:moveTo>
                <a:lnTo>
                  <a:pt x="9249" y="18850"/>
                </a:lnTo>
                <a:lnTo>
                  <a:pt x="18507" y="37709"/>
                </a:lnTo>
                <a:lnTo>
                  <a:pt x="27756" y="56559"/>
                </a:lnTo>
                <a:lnTo>
                  <a:pt x="37005" y="75409"/>
                </a:lnTo>
                <a:lnTo>
                  <a:pt x="46253" y="94269"/>
                </a:lnTo>
                <a:lnTo>
                  <a:pt x="55512" y="113119"/>
                </a:lnTo>
                <a:lnTo>
                  <a:pt x="64760" y="131969"/>
                </a:lnTo>
                <a:lnTo>
                  <a:pt x="74009" y="150828"/>
                </a:lnTo>
                <a:lnTo>
                  <a:pt x="83268" y="169678"/>
                </a:lnTo>
                <a:lnTo>
                  <a:pt x="92516" y="188538"/>
                </a:lnTo>
                <a:lnTo>
                  <a:pt x="101765" y="207388"/>
                </a:lnTo>
                <a:lnTo>
                  <a:pt x="111014" y="226238"/>
                </a:lnTo>
                <a:lnTo>
                  <a:pt x="120272" y="245097"/>
                </a:lnTo>
                <a:lnTo>
                  <a:pt x="129521" y="263947"/>
                </a:lnTo>
                <a:lnTo>
                  <a:pt x="138770" y="282797"/>
                </a:lnTo>
                <a:lnTo>
                  <a:pt x="148028" y="301657"/>
                </a:lnTo>
                <a:lnTo>
                  <a:pt x="157277" y="320507"/>
                </a:lnTo>
                <a:lnTo>
                  <a:pt x="166526" y="339357"/>
                </a:lnTo>
                <a:lnTo>
                  <a:pt x="175774" y="358216"/>
                </a:lnTo>
                <a:lnTo>
                  <a:pt x="185033" y="377066"/>
                </a:lnTo>
                <a:lnTo>
                  <a:pt x="194281" y="395916"/>
                </a:lnTo>
                <a:lnTo>
                  <a:pt x="203530" y="414776"/>
                </a:lnTo>
                <a:lnTo>
                  <a:pt x="212789" y="433626"/>
                </a:lnTo>
                <a:lnTo>
                  <a:pt x="222037" y="452485"/>
                </a:lnTo>
                <a:lnTo>
                  <a:pt x="231286" y="471335"/>
                </a:lnTo>
                <a:lnTo>
                  <a:pt x="240535" y="490185"/>
                </a:lnTo>
                <a:lnTo>
                  <a:pt x="249793" y="509045"/>
                </a:lnTo>
                <a:lnTo>
                  <a:pt x="259042" y="527895"/>
                </a:lnTo>
                <a:lnTo>
                  <a:pt x="268291" y="546745"/>
                </a:lnTo>
                <a:lnTo>
                  <a:pt x="277549" y="565604"/>
                </a:lnTo>
                <a:lnTo>
                  <a:pt x="286798" y="584454"/>
                </a:lnTo>
                <a:lnTo>
                  <a:pt x="296047" y="603304"/>
                </a:lnTo>
                <a:lnTo>
                  <a:pt x="305305" y="622163"/>
                </a:lnTo>
                <a:lnTo>
                  <a:pt x="314554" y="641013"/>
                </a:lnTo>
                <a:lnTo>
                  <a:pt x="323802" y="659863"/>
                </a:lnTo>
                <a:lnTo>
                  <a:pt x="333051" y="678723"/>
                </a:lnTo>
                <a:lnTo>
                  <a:pt x="342309" y="697573"/>
                </a:lnTo>
                <a:lnTo>
                  <a:pt x="351558" y="716423"/>
                </a:lnTo>
                <a:lnTo>
                  <a:pt x="364465" y="731815"/>
                </a:lnTo>
                <a:lnTo>
                  <a:pt x="383867" y="739778"/>
                </a:lnTo>
                <a:lnTo>
                  <a:pt x="404108" y="745379"/>
                </a:lnTo>
                <a:lnTo>
                  <a:pt x="424634" y="749818"/>
                </a:lnTo>
                <a:lnTo>
                  <a:pt x="445303" y="753513"/>
                </a:lnTo>
                <a:lnTo>
                  <a:pt x="466058" y="756704"/>
                </a:lnTo>
                <a:lnTo>
                  <a:pt x="486870" y="759514"/>
                </a:lnTo>
                <a:lnTo>
                  <a:pt x="507721" y="762010"/>
                </a:lnTo>
                <a:lnTo>
                  <a:pt x="528599" y="764257"/>
                </a:lnTo>
                <a:lnTo>
                  <a:pt x="549507" y="766296"/>
                </a:lnTo>
                <a:lnTo>
                  <a:pt x="570424" y="768144"/>
                </a:lnTo>
                <a:lnTo>
                  <a:pt x="591360" y="769839"/>
                </a:lnTo>
                <a:lnTo>
                  <a:pt x="612296" y="771392"/>
                </a:lnTo>
                <a:lnTo>
                  <a:pt x="633251" y="772811"/>
                </a:lnTo>
                <a:lnTo>
                  <a:pt x="654215" y="774125"/>
                </a:lnTo>
                <a:lnTo>
                  <a:pt x="675180" y="775325"/>
                </a:lnTo>
                <a:lnTo>
                  <a:pt x="696154" y="776421"/>
                </a:lnTo>
                <a:lnTo>
                  <a:pt x="717128" y="777431"/>
                </a:lnTo>
                <a:lnTo>
                  <a:pt x="738111" y="778364"/>
                </a:lnTo>
                <a:lnTo>
                  <a:pt x="759095" y="779202"/>
                </a:lnTo>
                <a:lnTo>
                  <a:pt x="780078" y="779974"/>
                </a:lnTo>
                <a:lnTo>
                  <a:pt x="801072" y="780659"/>
                </a:lnTo>
                <a:lnTo>
                  <a:pt x="822055" y="781288"/>
                </a:lnTo>
                <a:lnTo>
                  <a:pt x="843048" y="781841"/>
                </a:lnTo>
                <a:lnTo>
                  <a:pt x="864051" y="782326"/>
                </a:lnTo>
                <a:lnTo>
                  <a:pt x="885044" y="782755"/>
                </a:lnTo>
                <a:lnTo>
                  <a:pt x="906047" y="783117"/>
                </a:lnTo>
                <a:lnTo>
                  <a:pt x="927040" y="783422"/>
                </a:lnTo>
                <a:lnTo>
                  <a:pt x="948042" y="783669"/>
                </a:lnTo>
                <a:lnTo>
                  <a:pt x="969045" y="783850"/>
                </a:lnTo>
                <a:lnTo>
                  <a:pt x="990038" y="783984"/>
                </a:lnTo>
                <a:lnTo>
                  <a:pt x="1011041" y="784050"/>
                </a:lnTo>
                <a:lnTo>
                  <a:pt x="1032043" y="784060"/>
                </a:lnTo>
                <a:lnTo>
                  <a:pt x="1053046" y="784022"/>
                </a:lnTo>
                <a:lnTo>
                  <a:pt x="1074049" y="783917"/>
                </a:lnTo>
                <a:lnTo>
                  <a:pt x="1095042" y="783755"/>
                </a:lnTo>
                <a:lnTo>
                  <a:pt x="1116044" y="783536"/>
                </a:lnTo>
                <a:lnTo>
                  <a:pt x="1137047" y="783260"/>
                </a:lnTo>
                <a:lnTo>
                  <a:pt x="1158040" y="782926"/>
                </a:lnTo>
                <a:lnTo>
                  <a:pt x="1179043" y="782526"/>
                </a:lnTo>
                <a:lnTo>
                  <a:pt x="1200036" y="782060"/>
                </a:lnTo>
                <a:lnTo>
                  <a:pt x="1221029" y="781536"/>
                </a:lnTo>
                <a:lnTo>
                  <a:pt x="1242022" y="780945"/>
                </a:lnTo>
                <a:lnTo>
                  <a:pt x="1263015" y="780278"/>
                </a:lnTo>
                <a:lnTo>
                  <a:pt x="1283999" y="779545"/>
                </a:lnTo>
                <a:lnTo>
                  <a:pt x="1304982" y="778735"/>
                </a:lnTo>
                <a:lnTo>
                  <a:pt x="1325966" y="777850"/>
                </a:lnTo>
                <a:lnTo>
                  <a:pt x="1346949" y="776878"/>
                </a:lnTo>
                <a:lnTo>
                  <a:pt x="1367923" y="775811"/>
                </a:lnTo>
                <a:lnTo>
                  <a:pt x="1388888" y="774659"/>
                </a:lnTo>
                <a:lnTo>
                  <a:pt x="1409852" y="773401"/>
                </a:lnTo>
                <a:lnTo>
                  <a:pt x="1430807" y="772030"/>
                </a:lnTo>
                <a:lnTo>
                  <a:pt x="1451753" y="770534"/>
                </a:lnTo>
                <a:lnTo>
                  <a:pt x="1472698" y="768906"/>
                </a:lnTo>
                <a:lnTo>
                  <a:pt x="1493615" y="767124"/>
                </a:lnTo>
                <a:lnTo>
                  <a:pt x="1514532" y="765172"/>
                </a:lnTo>
                <a:lnTo>
                  <a:pt x="1535420" y="763029"/>
                </a:lnTo>
                <a:lnTo>
                  <a:pt x="1556280" y="760647"/>
                </a:lnTo>
                <a:lnTo>
                  <a:pt x="1577111" y="757980"/>
                </a:lnTo>
                <a:lnTo>
                  <a:pt x="1597904" y="754971"/>
                </a:lnTo>
                <a:lnTo>
                  <a:pt x="1618612" y="751503"/>
                </a:lnTo>
                <a:lnTo>
                  <a:pt x="1639214" y="747427"/>
                </a:lnTo>
                <a:lnTo>
                  <a:pt x="1659607" y="742417"/>
                </a:lnTo>
                <a:lnTo>
                  <a:pt x="1679505" y="735749"/>
                </a:lnTo>
                <a:lnTo>
                  <a:pt x="1697174" y="724738"/>
                </a:lnTo>
                <a:lnTo>
                  <a:pt x="1705928" y="705831"/>
                </a:lnTo>
                <a:lnTo>
                  <a:pt x="1715176" y="686972"/>
                </a:lnTo>
                <a:lnTo>
                  <a:pt x="1724425" y="668122"/>
                </a:lnTo>
                <a:lnTo>
                  <a:pt x="1733683" y="649272"/>
                </a:lnTo>
                <a:lnTo>
                  <a:pt x="1742932" y="630412"/>
                </a:lnTo>
                <a:lnTo>
                  <a:pt x="1752181" y="611562"/>
                </a:lnTo>
                <a:lnTo>
                  <a:pt x="1761430" y="592712"/>
                </a:lnTo>
                <a:lnTo>
                  <a:pt x="1770688" y="573853"/>
                </a:lnTo>
                <a:lnTo>
                  <a:pt x="1779937" y="555003"/>
                </a:lnTo>
                <a:lnTo>
                  <a:pt x="1789186" y="536153"/>
                </a:lnTo>
                <a:lnTo>
                  <a:pt x="1798444" y="517293"/>
                </a:lnTo>
                <a:lnTo>
                  <a:pt x="1807693" y="498443"/>
                </a:lnTo>
                <a:lnTo>
                  <a:pt x="1816941" y="479593"/>
                </a:lnTo>
                <a:lnTo>
                  <a:pt x="1826190" y="460734"/>
                </a:lnTo>
                <a:lnTo>
                  <a:pt x="1835448" y="441884"/>
                </a:lnTo>
                <a:lnTo>
                  <a:pt x="1844697" y="423034"/>
                </a:lnTo>
                <a:lnTo>
                  <a:pt x="1853946" y="404174"/>
                </a:lnTo>
                <a:lnTo>
                  <a:pt x="1863204" y="385324"/>
                </a:lnTo>
                <a:lnTo>
                  <a:pt x="1872453" y="366465"/>
                </a:lnTo>
                <a:lnTo>
                  <a:pt x="1881702" y="347615"/>
                </a:lnTo>
                <a:lnTo>
                  <a:pt x="1890951" y="328765"/>
                </a:lnTo>
                <a:lnTo>
                  <a:pt x="1900209" y="309905"/>
                </a:lnTo>
                <a:lnTo>
                  <a:pt x="1909458" y="291055"/>
                </a:lnTo>
                <a:lnTo>
                  <a:pt x="1918706" y="272205"/>
                </a:lnTo>
                <a:lnTo>
                  <a:pt x="1927965" y="253346"/>
                </a:lnTo>
                <a:lnTo>
                  <a:pt x="1937214" y="234496"/>
                </a:lnTo>
                <a:lnTo>
                  <a:pt x="1946462" y="215646"/>
                </a:lnTo>
                <a:lnTo>
                  <a:pt x="1955711" y="196787"/>
                </a:lnTo>
                <a:lnTo>
                  <a:pt x="1964969" y="177937"/>
                </a:lnTo>
                <a:lnTo>
                  <a:pt x="1974218" y="159087"/>
                </a:lnTo>
                <a:lnTo>
                  <a:pt x="1983467" y="140227"/>
                </a:lnTo>
                <a:lnTo>
                  <a:pt x="1992725" y="121377"/>
                </a:lnTo>
                <a:lnTo>
                  <a:pt x="2001974" y="102518"/>
                </a:lnTo>
                <a:lnTo>
                  <a:pt x="2011223" y="83668"/>
                </a:lnTo>
                <a:lnTo>
                  <a:pt x="2020472" y="64818"/>
                </a:lnTo>
                <a:lnTo>
                  <a:pt x="2029730" y="45958"/>
                </a:lnTo>
                <a:lnTo>
                  <a:pt x="2038979" y="27108"/>
                </a:lnTo>
                <a:lnTo>
                  <a:pt x="2048227" y="8258"/>
                </a:lnTo>
                <a:lnTo>
                  <a:pt x="2045170" y="8801"/>
                </a:lnTo>
                <a:lnTo>
                  <a:pt x="2025729" y="16612"/>
                </a:lnTo>
                <a:lnTo>
                  <a:pt x="2005365" y="21717"/>
                </a:lnTo>
                <a:lnTo>
                  <a:pt x="1984743" y="25698"/>
                </a:lnTo>
                <a:lnTo>
                  <a:pt x="1964007" y="29013"/>
                </a:lnTo>
                <a:lnTo>
                  <a:pt x="1943205" y="31880"/>
                </a:lnTo>
                <a:lnTo>
                  <a:pt x="1922364" y="34414"/>
                </a:lnTo>
                <a:lnTo>
                  <a:pt x="1901485" y="36690"/>
                </a:lnTo>
                <a:lnTo>
                  <a:pt x="1880587" y="38767"/>
                </a:lnTo>
                <a:lnTo>
                  <a:pt x="1859671" y="40672"/>
                </a:lnTo>
                <a:lnTo>
                  <a:pt x="1838744" y="42424"/>
                </a:lnTo>
                <a:lnTo>
                  <a:pt x="1817808" y="44053"/>
                </a:lnTo>
                <a:lnTo>
                  <a:pt x="1796863" y="45568"/>
                </a:lnTo>
                <a:lnTo>
                  <a:pt x="1775908" y="46987"/>
                </a:lnTo>
                <a:lnTo>
                  <a:pt x="1754943" y="48320"/>
                </a:lnTo>
                <a:lnTo>
                  <a:pt x="1733988" y="49568"/>
                </a:lnTo>
                <a:lnTo>
                  <a:pt x="1713014" y="50749"/>
                </a:lnTo>
                <a:lnTo>
                  <a:pt x="1692050" y="51854"/>
                </a:lnTo>
                <a:lnTo>
                  <a:pt x="1671066" y="52902"/>
                </a:lnTo>
                <a:lnTo>
                  <a:pt x="1650092" y="53892"/>
                </a:lnTo>
                <a:lnTo>
                  <a:pt x="1629108" y="54826"/>
                </a:lnTo>
                <a:lnTo>
                  <a:pt x="1608134" y="55712"/>
                </a:lnTo>
                <a:lnTo>
                  <a:pt x="1587141" y="56540"/>
                </a:lnTo>
                <a:lnTo>
                  <a:pt x="1566158" y="57331"/>
                </a:lnTo>
                <a:lnTo>
                  <a:pt x="1545174" y="58083"/>
                </a:lnTo>
                <a:lnTo>
                  <a:pt x="1524181" y="58788"/>
                </a:lnTo>
                <a:lnTo>
                  <a:pt x="1503188" y="59446"/>
                </a:lnTo>
                <a:lnTo>
                  <a:pt x="1482204" y="60074"/>
                </a:lnTo>
                <a:lnTo>
                  <a:pt x="1461211" y="60674"/>
                </a:lnTo>
                <a:lnTo>
                  <a:pt x="1440218" y="61227"/>
                </a:lnTo>
                <a:lnTo>
                  <a:pt x="1419215" y="61751"/>
                </a:lnTo>
                <a:lnTo>
                  <a:pt x="1398222" y="62246"/>
                </a:lnTo>
                <a:lnTo>
                  <a:pt x="1377229" y="62703"/>
                </a:lnTo>
                <a:lnTo>
                  <a:pt x="1356236" y="63132"/>
                </a:lnTo>
                <a:lnTo>
                  <a:pt x="1335234" y="63532"/>
                </a:lnTo>
                <a:lnTo>
                  <a:pt x="1314240" y="63903"/>
                </a:lnTo>
                <a:lnTo>
                  <a:pt x="1293238" y="64246"/>
                </a:lnTo>
                <a:lnTo>
                  <a:pt x="1272245" y="64551"/>
                </a:lnTo>
                <a:lnTo>
                  <a:pt x="1251242" y="64837"/>
                </a:lnTo>
                <a:lnTo>
                  <a:pt x="1230239" y="65103"/>
                </a:lnTo>
                <a:lnTo>
                  <a:pt x="1209246" y="65332"/>
                </a:lnTo>
                <a:lnTo>
                  <a:pt x="1188244" y="65542"/>
                </a:lnTo>
                <a:lnTo>
                  <a:pt x="1167241" y="65723"/>
                </a:lnTo>
                <a:lnTo>
                  <a:pt x="1146239" y="65875"/>
                </a:lnTo>
                <a:lnTo>
                  <a:pt x="1125245" y="66008"/>
                </a:lnTo>
                <a:lnTo>
                  <a:pt x="1104243" y="66113"/>
                </a:lnTo>
                <a:lnTo>
                  <a:pt x="1083240" y="66189"/>
                </a:lnTo>
                <a:lnTo>
                  <a:pt x="1062238" y="66246"/>
                </a:lnTo>
                <a:lnTo>
                  <a:pt x="1041235" y="66275"/>
                </a:lnTo>
                <a:lnTo>
                  <a:pt x="1020242" y="66275"/>
                </a:lnTo>
                <a:lnTo>
                  <a:pt x="999239" y="66265"/>
                </a:lnTo>
                <a:lnTo>
                  <a:pt x="978237" y="66218"/>
                </a:lnTo>
                <a:lnTo>
                  <a:pt x="957234" y="66151"/>
                </a:lnTo>
                <a:lnTo>
                  <a:pt x="936231" y="66056"/>
                </a:lnTo>
                <a:lnTo>
                  <a:pt x="915238" y="65932"/>
                </a:lnTo>
                <a:lnTo>
                  <a:pt x="894236" y="65789"/>
                </a:lnTo>
                <a:lnTo>
                  <a:pt x="873233" y="65618"/>
                </a:lnTo>
                <a:lnTo>
                  <a:pt x="852230" y="65427"/>
                </a:lnTo>
                <a:lnTo>
                  <a:pt x="831237" y="65208"/>
                </a:lnTo>
                <a:lnTo>
                  <a:pt x="810235" y="64961"/>
                </a:lnTo>
                <a:lnTo>
                  <a:pt x="789232" y="64684"/>
                </a:lnTo>
                <a:lnTo>
                  <a:pt x="768239" y="64379"/>
                </a:lnTo>
                <a:lnTo>
                  <a:pt x="747236" y="64056"/>
                </a:lnTo>
                <a:lnTo>
                  <a:pt x="726243" y="63694"/>
                </a:lnTo>
                <a:lnTo>
                  <a:pt x="705241" y="63313"/>
                </a:lnTo>
                <a:lnTo>
                  <a:pt x="684247" y="62894"/>
                </a:lnTo>
                <a:lnTo>
                  <a:pt x="663245" y="62446"/>
                </a:lnTo>
                <a:lnTo>
                  <a:pt x="642252" y="61970"/>
                </a:lnTo>
                <a:lnTo>
                  <a:pt x="621259" y="61465"/>
                </a:lnTo>
                <a:lnTo>
                  <a:pt x="600266" y="60922"/>
                </a:lnTo>
                <a:lnTo>
                  <a:pt x="579272" y="60341"/>
                </a:lnTo>
                <a:lnTo>
                  <a:pt x="558279" y="59731"/>
                </a:lnTo>
                <a:lnTo>
                  <a:pt x="537286" y="59084"/>
                </a:lnTo>
                <a:lnTo>
                  <a:pt x="516303" y="58398"/>
                </a:lnTo>
                <a:lnTo>
                  <a:pt x="495310" y="57664"/>
                </a:lnTo>
                <a:lnTo>
                  <a:pt x="474326" y="56893"/>
                </a:lnTo>
                <a:lnTo>
                  <a:pt x="453342" y="56083"/>
                </a:lnTo>
                <a:lnTo>
                  <a:pt x="432359" y="55216"/>
                </a:lnTo>
                <a:lnTo>
                  <a:pt x="411375" y="54312"/>
                </a:lnTo>
                <a:lnTo>
                  <a:pt x="390392" y="53340"/>
                </a:lnTo>
                <a:lnTo>
                  <a:pt x="369418" y="52321"/>
                </a:lnTo>
                <a:lnTo>
                  <a:pt x="348444" y="51235"/>
                </a:lnTo>
                <a:lnTo>
                  <a:pt x="327479" y="50092"/>
                </a:lnTo>
                <a:lnTo>
                  <a:pt x="306515" y="48882"/>
                </a:lnTo>
                <a:lnTo>
                  <a:pt x="285550" y="47587"/>
                </a:lnTo>
                <a:lnTo>
                  <a:pt x="264595" y="46206"/>
                </a:lnTo>
                <a:lnTo>
                  <a:pt x="243649" y="44729"/>
                </a:lnTo>
                <a:lnTo>
                  <a:pt x="222704" y="43148"/>
                </a:lnTo>
                <a:lnTo>
                  <a:pt x="201768" y="41453"/>
                </a:lnTo>
                <a:lnTo>
                  <a:pt x="180851" y="39624"/>
                </a:lnTo>
                <a:lnTo>
                  <a:pt x="159944" y="37624"/>
                </a:lnTo>
                <a:lnTo>
                  <a:pt x="139055" y="35443"/>
                </a:lnTo>
                <a:lnTo>
                  <a:pt x="118196" y="33023"/>
                </a:lnTo>
                <a:lnTo>
                  <a:pt x="97374" y="30309"/>
                </a:lnTo>
                <a:lnTo>
                  <a:pt x="76600" y="27213"/>
                </a:lnTo>
                <a:lnTo>
                  <a:pt x="55921" y="23565"/>
                </a:lnTo>
                <a:lnTo>
                  <a:pt x="35414" y="19040"/>
                </a:lnTo>
                <a:lnTo>
                  <a:pt x="15383" y="127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225B7B33-C8D2-4E82-94D5-612A220C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1521" y="3533585"/>
            <a:ext cx="2052333" cy="208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0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0BB86A69-84E6-4F6D-B15D-418038B5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3775" y="4508440"/>
            <a:ext cx="1345101" cy="783984"/>
          </a:xfrm>
          <a:custGeom xmlns:a="http://schemas.openxmlformats.org/drawingml/2006/main">
            <a:pathLst>
              <a:path w="1345101" h="783984">
                <a:moveTo>
                  <a:pt x="0" y="0"/>
                </a:moveTo>
                <a:lnTo>
                  <a:pt x="6534" y="14630"/>
                </a:lnTo>
                <a:lnTo>
                  <a:pt x="13059" y="29261"/>
                </a:lnTo>
                <a:lnTo>
                  <a:pt x="19593" y="43891"/>
                </a:lnTo>
                <a:lnTo>
                  <a:pt x="26127" y="58522"/>
                </a:lnTo>
                <a:lnTo>
                  <a:pt x="32661" y="73152"/>
                </a:lnTo>
                <a:lnTo>
                  <a:pt x="39186" y="87782"/>
                </a:lnTo>
                <a:lnTo>
                  <a:pt x="45720" y="102413"/>
                </a:lnTo>
                <a:lnTo>
                  <a:pt x="52254" y="117043"/>
                </a:lnTo>
                <a:lnTo>
                  <a:pt x="58788" y="131674"/>
                </a:lnTo>
                <a:lnTo>
                  <a:pt x="65313" y="146314"/>
                </a:lnTo>
                <a:lnTo>
                  <a:pt x="71847" y="160944"/>
                </a:lnTo>
                <a:lnTo>
                  <a:pt x="78381" y="175574"/>
                </a:lnTo>
                <a:lnTo>
                  <a:pt x="84915" y="190205"/>
                </a:lnTo>
                <a:lnTo>
                  <a:pt x="91440" y="204835"/>
                </a:lnTo>
                <a:lnTo>
                  <a:pt x="97974" y="219466"/>
                </a:lnTo>
                <a:lnTo>
                  <a:pt x="104508" y="234096"/>
                </a:lnTo>
                <a:lnTo>
                  <a:pt x="111042" y="248726"/>
                </a:lnTo>
                <a:lnTo>
                  <a:pt x="117567" y="263357"/>
                </a:lnTo>
                <a:lnTo>
                  <a:pt x="124101" y="277987"/>
                </a:lnTo>
                <a:lnTo>
                  <a:pt x="130635" y="292618"/>
                </a:lnTo>
                <a:lnTo>
                  <a:pt x="137170" y="307248"/>
                </a:lnTo>
                <a:lnTo>
                  <a:pt x="143694" y="321878"/>
                </a:lnTo>
                <a:lnTo>
                  <a:pt x="150228" y="336509"/>
                </a:lnTo>
                <a:lnTo>
                  <a:pt x="156762" y="351139"/>
                </a:lnTo>
                <a:lnTo>
                  <a:pt x="163297" y="365770"/>
                </a:lnTo>
                <a:lnTo>
                  <a:pt x="169821" y="380400"/>
                </a:lnTo>
                <a:lnTo>
                  <a:pt x="176355" y="395030"/>
                </a:lnTo>
                <a:lnTo>
                  <a:pt x="182890" y="409661"/>
                </a:lnTo>
                <a:lnTo>
                  <a:pt x="189424" y="424291"/>
                </a:lnTo>
                <a:lnTo>
                  <a:pt x="195948" y="438922"/>
                </a:lnTo>
                <a:lnTo>
                  <a:pt x="202482" y="453561"/>
                </a:lnTo>
                <a:lnTo>
                  <a:pt x="209017" y="468192"/>
                </a:lnTo>
                <a:lnTo>
                  <a:pt x="215551" y="482822"/>
                </a:lnTo>
                <a:lnTo>
                  <a:pt x="222075" y="497453"/>
                </a:lnTo>
                <a:lnTo>
                  <a:pt x="228610" y="512083"/>
                </a:lnTo>
                <a:lnTo>
                  <a:pt x="235144" y="526713"/>
                </a:lnTo>
                <a:lnTo>
                  <a:pt x="241678" y="541344"/>
                </a:lnTo>
                <a:lnTo>
                  <a:pt x="248202" y="555974"/>
                </a:lnTo>
                <a:lnTo>
                  <a:pt x="254737" y="570605"/>
                </a:lnTo>
                <a:lnTo>
                  <a:pt x="261271" y="585235"/>
                </a:lnTo>
                <a:lnTo>
                  <a:pt x="267805" y="599865"/>
                </a:lnTo>
                <a:lnTo>
                  <a:pt x="274330" y="614496"/>
                </a:lnTo>
                <a:lnTo>
                  <a:pt x="280864" y="629126"/>
                </a:lnTo>
                <a:lnTo>
                  <a:pt x="287398" y="643757"/>
                </a:lnTo>
                <a:lnTo>
                  <a:pt x="293932" y="658387"/>
                </a:lnTo>
                <a:lnTo>
                  <a:pt x="300457" y="673017"/>
                </a:lnTo>
                <a:lnTo>
                  <a:pt x="306991" y="687648"/>
                </a:lnTo>
                <a:lnTo>
                  <a:pt x="313525" y="702278"/>
                </a:lnTo>
                <a:lnTo>
                  <a:pt x="320059" y="716909"/>
                </a:lnTo>
                <a:lnTo>
                  <a:pt x="326374" y="731244"/>
                </a:lnTo>
                <a:lnTo>
                  <a:pt x="339071" y="740921"/>
                </a:lnTo>
                <a:lnTo>
                  <a:pt x="353511" y="747836"/>
                </a:lnTo>
                <a:lnTo>
                  <a:pt x="368589" y="753237"/>
                </a:lnTo>
                <a:lnTo>
                  <a:pt x="383981" y="757657"/>
                </a:lnTo>
                <a:lnTo>
                  <a:pt x="399564" y="761400"/>
                </a:lnTo>
                <a:lnTo>
                  <a:pt x="415261" y="764629"/>
                </a:lnTo>
                <a:lnTo>
                  <a:pt x="431035" y="767439"/>
                </a:lnTo>
                <a:lnTo>
                  <a:pt x="446865" y="769915"/>
                </a:lnTo>
                <a:lnTo>
                  <a:pt x="462734" y="772087"/>
                </a:lnTo>
                <a:lnTo>
                  <a:pt x="478641" y="774021"/>
                </a:lnTo>
                <a:lnTo>
                  <a:pt x="494576" y="775726"/>
                </a:lnTo>
                <a:lnTo>
                  <a:pt x="510521" y="777240"/>
                </a:lnTo>
                <a:lnTo>
                  <a:pt x="526494" y="778564"/>
                </a:lnTo>
                <a:lnTo>
                  <a:pt x="542468" y="779736"/>
                </a:lnTo>
                <a:lnTo>
                  <a:pt x="558460" y="780736"/>
                </a:lnTo>
                <a:lnTo>
                  <a:pt x="574462" y="781593"/>
                </a:lnTo>
                <a:lnTo>
                  <a:pt x="590464" y="782317"/>
                </a:lnTo>
                <a:lnTo>
                  <a:pt x="606476" y="782898"/>
                </a:lnTo>
                <a:lnTo>
                  <a:pt x="622497" y="783355"/>
                </a:lnTo>
                <a:lnTo>
                  <a:pt x="638518" y="783688"/>
                </a:lnTo>
                <a:lnTo>
                  <a:pt x="654539" y="783898"/>
                </a:lnTo>
                <a:lnTo>
                  <a:pt x="670560" y="783984"/>
                </a:lnTo>
                <a:lnTo>
                  <a:pt x="686581" y="783946"/>
                </a:lnTo>
                <a:lnTo>
                  <a:pt x="702602" y="783784"/>
                </a:lnTo>
                <a:lnTo>
                  <a:pt x="718623" y="783507"/>
                </a:lnTo>
                <a:lnTo>
                  <a:pt x="734644" y="783107"/>
                </a:lnTo>
                <a:lnTo>
                  <a:pt x="750656" y="782574"/>
                </a:lnTo>
                <a:lnTo>
                  <a:pt x="766667" y="781917"/>
                </a:lnTo>
                <a:lnTo>
                  <a:pt x="782669" y="781117"/>
                </a:lnTo>
                <a:lnTo>
                  <a:pt x="798662" y="780174"/>
                </a:lnTo>
                <a:lnTo>
                  <a:pt x="814645" y="779078"/>
                </a:lnTo>
                <a:lnTo>
                  <a:pt x="830618" y="777821"/>
                </a:lnTo>
                <a:lnTo>
                  <a:pt x="846582" y="776383"/>
                </a:lnTo>
                <a:lnTo>
                  <a:pt x="862517" y="774764"/>
                </a:lnTo>
                <a:lnTo>
                  <a:pt x="878434" y="772925"/>
                </a:lnTo>
                <a:lnTo>
                  <a:pt x="894321" y="770849"/>
                </a:lnTo>
                <a:lnTo>
                  <a:pt x="910171" y="768515"/>
                </a:lnTo>
                <a:lnTo>
                  <a:pt x="925973" y="765858"/>
                </a:lnTo>
                <a:lnTo>
                  <a:pt x="941708" y="762810"/>
                </a:lnTo>
                <a:lnTo>
                  <a:pt x="957339" y="759304"/>
                </a:lnTo>
                <a:lnTo>
                  <a:pt x="972817" y="755190"/>
                </a:lnTo>
                <a:lnTo>
                  <a:pt x="988057" y="750237"/>
                </a:lnTo>
                <a:lnTo>
                  <a:pt x="1002830" y="744055"/>
                </a:lnTo>
                <a:lnTo>
                  <a:pt x="1016508" y="735768"/>
                </a:lnTo>
                <a:lnTo>
                  <a:pt x="1026404" y="723433"/>
                </a:lnTo>
                <a:lnTo>
                  <a:pt x="1031577" y="708412"/>
                </a:lnTo>
                <a:lnTo>
                  <a:pt x="1038101" y="693782"/>
                </a:lnTo>
                <a:lnTo>
                  <a:pt x="1044635" y="679152"/>
                </a:lnTo>
                <a:lnTo>
                  <a:pt x="1051169" y="664521"/>
                </a:lnTo>
                <a:lnTo>
                  <a:pt x="1057704" y="649891"/>
                </a:lnTo>
                <a:lnTo>
                  <a:pt x="1064228" y="635260"/>
                </a:lnTo>
                <a:lnTo>
                  <a:pt x="1070762" y="620630"/>
                </a:lnTo>
                <a:lnTo>
                  <a:pt x="1077297" y="606000"/>
                </a:lnTo>
                <a:lnTo>
                  <a:pt x="1083831" y="591369"/>
                </a:lnTo>
                <a:lnTo>
                  <a:pt x="1090355" y="576739"/>
                </a:lnTo>
                <a:lnTo>
                  <a:pt x="1096889" y="562108"/>
                </a:lnTo>
                <a:lnTo>
                  <a:pt x="1103424" y="547478"/>
                </a:lnTo>
                <a:lnTo>
                  <a:pt x="1109958" y="532848"/>
                </a:lnTo>
                <a:lnTo>
                  <a:pt x="1116482" y="518208"/>
                </a:lnTo>
                <a:lnTo>
                  <a:pt x="1123017" y="503577"/>
                </a:lnTo>
                <a:lnTo>
                  <a:pt x="1129551" y="488947"/>
                </a:lnTo>
                <a:lnTo>
                  <a:pt x="1136085" y="474316"/>
                </a:lnTo>
                <a:lnTo>
                  <a:pt x="1142609" y="459686"/>
                </a:lnTo>
                <a:lnTo>
                  <a:pt x="1149144" y="445056"/>
                </a:lnTo>
                <a:lnTo>
                  <a:pt x="1155678" y="430425"/>
                </a:lnTo>
                <a:lnTo>
                  <a:pt x="1162212" y="415795"/>
                </a:lnTo>
                <a:lnTo>
                  <a:pt x="1168737" y="401164"/>
                </a:lnTo>
                <a:lnTo>
                  <a:pt x="1175271" y="386534"/>
                </a:lnTo>
                <a:lnTo>
                  <a:pt x="1181805" y="371904"/>
                </a:lnTo>
                <a:lnTo>
                  <a:pt x="1188339" y="357273"/>
                </a:lnTo>
                <a:lnTo>
                  <a:pt x="1194864" y="342643"/>
                </a:lnTo>
                <a:lnTo>
                  <a:pt x="1201398" y="328012"/>
                </a:lnTo>
                <a:lnTo>
                  <a:pt x="1207932" y="313382"/>
                </a:lnTo>
                <a:lnTo>
                  <a:pt x="1214466" y="298752"/>
                </a:lnTo>
                <a:lnTo>
                  <a:pt x="1220991" y="284121"/>
                </a:lnTo>
                <a:lnTo>
                  <a:pt x="1227525" y="269491"/>
                </a:lnTo>
                <a:lnTo>
                  <a:pt x="1234059" y="254860"/>
                </a:lnTo>
                <a:lnTo>
                  <a:pt x="1240593" y="240230"/>
                </a:lnTo>
                <a:lnTo>
                  <a:pt x="1247118" y="225590"/>
                </a:lnTo>
                <a:lnTo>
                  <a:pt x="1253652" y="210960"/>
                </a:lnTo>
                <a:lnTo>
                  <a:pt x="1260186" y="196329"/>
                </a:lnTo>
                <a:lnTo>
                  <a:pt x="1266720" y="181699"/>
                </a:lnTo>
                <a:lnTo>
                  <a:pt x="1273245" y="167069"/>
                </a:lnTo>
                <a:lnTo>
                  <a:pt x="1279779" y="152438"/>
                </a:lnTo>
                <a:lnTo>
                  <a:pt x="1286313" y="137808"/>
                </a:lnTo>
                <a:lnTo>
                  <a:pt x="1292847" y="123177"/>
                </a:lnTo>
                <a:lnTo>
                  <a:pt x="1299372" y="108547"/>
                </a:lnTo>
                <a:lnTo>
                  <a:pt x="1305906" y="93917"/>
                </a:lnTo>
                <a:lnTo>
                  <a:pt x="1312440" y="79286"/>
                </a:lnTo>
                <a:lnTo>
                  <a:pt x="1318965" y="64656"/>
                </a:lnTo>
                <a:lnTo>
                  <a:pt x="1325499" y="50025"/>
                </a:lnTo>
                <a:lnTo>
                  <a:pt x="1332033" y="35395"/>
                </a:lnTo>
                <a:lnTo>
                  <a:pt x="1338567" y="20765"/>
                </a:lnTo>
                <a:lnTo>
                  <a:pt x="1345101" y="6134"/>
                </a:lnTo>
                <a:lnTo>
                  <a:pt x="1343854" y="8144"/>
                </a:lnTo>
                <a:lnTo>
                  <a:pt x="1330357" y="16631"/>
                </a:lnTo>
                <a:lnTo>
                  <a:pt x="1315364" y="22260"/>
                </a:lnTo>
                <a:lnTo>
                  <a:pt x="1299953" y="26613"/>
                </a:lnTo>
                <a:lnTo>
                  <a:pt x="1284341" y="30213"/>
                </a:lnTo>
                <a:lnTo>
                  <a:pt x="1268616" y="33318"/>
                </a:lnTo>
                <a:lnTo>
                  <a:pt x="1252833" y="36043"/>
                </a:lnTo>
                <a:lnTo>
                  <a:pt x="1236993" y="38491"/>
                </a:lnTo>
                <a:lnTo>
                  <a:pt x="1221124" y="40700"/>
                </a:lnTo>
                <a:lnTo>
                  <a:pt x="1205236" y="42720"/>
                </a:lnTo>
                <a:lnTo>
                  <a:pt x="1189320" y="44567"/>
                </a:lnTo>
                <a:lnTo>
                  <a:pt x="1173385" y="46282"/>
                </a:lnTo>
                <a:lnTo>
                  <a:pt x="1157440" y="47854"/>
                </a:lnTo>
                <a:lnTo>
                  <a:pt x="1141486" y="49330"/>
                </a:lnTo>
                <a:lnTo>
                  <a:pt x="1125522" y="50711"/>
                </a:lnTo>
                <a:lnTo>
                  <a:pt x="1109548" y="51987"/>
                </a:lnTo>
                <a:lnTo>
                  <a:pt x="1093575" y="53188"/>
                </a:lnTo>
                <a:lnTo>
                  <a:pt x="1077592" y="54312"/>
                </a:lnTo>
                <a:lnTo>
                  <a:pt x="1061599" y="55369"/>
                </a:lnTo>
                <a:lnTo>
                  <a:pt x="1045607" y="56350"/>
                </a:lnTo>
                <a:lnTo>
                  <a:pt x="1029614" y="57274"/>
                </a:lnTo>
                <a:lnTo>
                  <a:pt x="1013612" y="58141"/>
                </a:lnTo>
                <a:lnTo>
                  <a:pt x="997610" y="58950"/>
                </a:lnTo>
                <a:lnTo>
                  <a:pt x="981608" y="59712"/>
                </a:lnTo>
                <a:lnTo>
                  <a:pt x="965606" y="60427"/>
                </a:lnTo>
                <a:lnTo>
                  <a:pt x="949595" y="61084"/>
                </a:lnTo>
                <a:lnTo>
                  <a:pt x="933583" y="61693"/>
                </a:lnTo>
                <a:lnTo>
                  <a:pt x="917572" y="62265"/>
                </a:lnTo>
                <a:lnTo>
                  <a:pt x="901551" y="62798"/>
                </a:lnTo>
                <a:lnTo>
                  <a:pt x="885539" y="63284"/>
                </a:lnTo>
                <a:lnTo>
                  <a:pt x="869528" y="63732"/>
                </a:lnTo>
                <a:lnTo>
                  <a:pt x="853507" y="64141"/>
                </a:lnTo>
                <a:lnTo>
                  <a:pt x="837486" y="64513"/>
                </a:lnTo>
                <a:lnTo>
                  <a:pt x="821465" y="64846"/>
                </a:lnTo>
                <a:lnTo>
                  <a:pt x="805453" y="65141"/>
                </a:lnTo>
                <a:lnTo>
                  <a:pt x="789432" y="65408"/>
                </a:lnTo>
                <a:lnTo>
                  <a:pt x="773411" y="65637"/>
                </a:lnTo>
                <a:lnTo>
                  <a:pt x="757390" y="65827"/>
                </a:lnTo>
                <a:lnTo>
                  <a:pt x="741369" y="65980"/>
                </a:lnTo>
                <a:lnTo>
                  <a:pt x="725338" y="66104"/>
                </a:lnTo>
                <a:lnTo>
                  <a:pt x="709317" y="66199"/>
                </a:lnTo>
                <a:lnTo>
                  <a:pt x="693296" y="66256"/>
                </a:lnTo>
                <a:lnTo>
                  <a:pt x="677275" y="66275"/>
                </a:lnTo>
                <a:lnTo>
                  <a:pt x="661254" y="66265"/>
                </a:lnTo>
                <a:lnTo>
                  <a:pt x="645233" y="66227"/>
                </a:lnTo>
                <a:lnTo>
                  <a:pt x="629202" y="66151"/>
                </a:lnTo>
                <a:lnTo>
                  <a:pt x="613181" y="66037"/>
                </a:lnTo>
                <a:lnTo>
                  <a:pt x="597160" y="65894"/>
                </a:lnTo>
                <a:lnTo>
                  <a:pt x="581139" y="65723"/>
                </a:lnTo>
                <a:lnTo>
                  <a:pt x="565118" y="65503"/>
                </a:lnTo>
                <a:lnTo>
                  <a:pt x="549097" y="65265"/>
                </a:lnTo>
                <a:lnTo>
                  <a:pt x="533076" y="64980"/>
                </a:lnTo>
                <a:lnTo>
                  <a:pt x="517055" y="64656"/>
                </a:lnTo>
                <a:lnTo>
                  <a:pt x="501044" y="64303"/>
                </a:lnTo>
                <a:lnTo>
                  <a:pt x="485023" y="63913"/>
                </a:lnTo>
                <a:lnTo>
                  <a:pt x="469001" y="63475"/>
                </a:lnTo>
                <a:lnTo>
                  <a:pt x="452990" y="63008"/>
                </a:lnTo>
                <a:lnTo>
                  <a:pt x="436978" y="62494"/>
                </a:lnTo>
                <a:lnTo>
                  <a:pt x="420967" y="61941"/>
                </a:lnTo>
                <a:lnTo>
                  <a:pt x="404955" y="61341"/>
                </a:lnTo>
                <a:lnTo>
                  <a:pt x="388944" y="60703"/>
                </a:lnTo>
                <a:lnTo>
                  <a:pt x="372932" y="60017"/>
                </a:lnTo>
                <a:lnTo>
                  <a:pt x="356930" y="59274"/>
                </a:lnTo>
                <a:lnTo>
                  <a:pt x="340928" y="58493"/>
                </a:lnTo>
                <a:lnTo>
                  <a:pt x="324926" y="57645"/>
                </a:lnTo>
                <a:lnTo>
                  <a:pt x="308924" y="56750"/>
                </a:lnTo>
                <a:lnTo>
                  <a:pt x="292932" y="55788"/>
                </a:lnTo>
                <a:lnTo>
                  <a:pt x="276939" y="54759"/>
                </a:lnTo>
                <a:lnTo>
                  <a:pt x="260956" y="53673"/>
                </a:lnTo>
                <a:lnTo>
                  <a:pt x="244973" y="52502"/>
                </a:lnTo>
                <a:lnTo>
                  <a:pt x="229000" y="51254"/>
                </a:lnTo>
                <a:lnTo>
                  <a:pt x="213036" y="49921"/>
                </a:lnTo>
                <a:lnTo>
                  <a:pt x="197082" y="48492"/>
                </a:lnTo>
                <a:lnTo>
                  <a:pt x="181127" y="46949"/>
                </a:lnTo>
                <a:lnTo>
                  <a:pt x="165192" y="45301"/>
                </a:lnTo>
                <a:lnTo>
                  <a:pt x="149266" y="43510"/>
                </a:lnTo>
                <a:lnTo>
                  <a:pt x="133369" y="41567"/>
                </a:lnTo>
                <a:lnTo>
                  <a:pt x="117481" y="39443"/>
                </a:lnTo>
                <a:lnTo>
                  <a:pt x="101632" y="37100"/>
                </a:lnTo>
                <a:lnTo>
                  <a:pt x="85820" y="34500"/>
                </a:lnTo>
                <a:lnTo>
                  <a:pt x="70075" y="31566"/>
                </a:lnTo>
                <a:lnTo>
                  <a:pt x="54407" y="28194"/>
                </a:lnTo>
                <a:lnTo>
                  <a:pt x="38900" y="24194"/>
                </a:lnTo>
                <a:lnTo>
                  <a:pt x="23679" y="19202"/>
                </a:lnTo>
                <a:lnTo>
                  <a:pt x="9258" y="122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1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EED093FE-1986-443D-B749-FADE3BF0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3746" y="4403969"/>
            <a:ext cx="1347883" cy="2088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2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8A6394F9-E0A0-4CAC-99D3-76E8C350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4791" y="2735513"/>
            <a:ext cx="1545803" cy="2604316"/>
          </a:xfrm>
          <a:custGeom xmlns:a="http://schemas.openxmlformats.org/drawingml/2006/main">
            <a:pathLst>
              <a:path w="1545803" h="2604316">
                <a:moveTo>
                  <a:pt x="0" y="0"/>
                </a:moveTo>
                <a:lnTo>
                  <a:pt x="133" y="32595"/>
                </a:lnTo>
                <a:lnTo>
                  <a:pt x="9058" y="63951"/>
                </a:lnTo>
                <a:lnTo>
                  <a:pt x="17983" y="95317"/>
                </a:lnTo>
                <a:lnTo>
                  <a:pt x="26908" y="126683"/>
                </a:lnTo>
                <a:lnTo>
                  <a:pt x="35833" y="158048"/>
                </a:lnTo>
                <a:lnTo>
                  <a:pt x="44758" y="189405"/>
                </a:lnTo>
                <a:lnTo>
                  <a:pt x="53673" y="220770"/>
                </a:lnTo>
                <a:lnTo>
                  <a:pt x="62598" y="252136"/>
                </a:lnTo>
                <a:lnTo>
                  <a:pt x="71523" y="283502"/>
                </a:lnTo>
                <a:lnTo>
                  <a:pt x="80448" y="314858"/>
                </a:lnTo>
                <a:lnTo>
                  <a:pt x="89373" y="346224"/>
                </a:lnTo>
                <a:lnTo>
                  <a:pt x="98298" y="377590"/>
                </a:lnTo>
                <a:lnTo>
                  <a:pt x="107223" y="408956"/>
                </a:lnTo>
                <a:lnTo>
                  <a:pt x="116148" y="440322"/>
                </a:lnTo>
                <a:lnTo>
                  <a:pt x="125073" y="471678"/>
                </a:lnTo>
                <a:lnTo>
                  <a:pt x="133998" y="503044"/>
                </a:lnTo>
                <a:lnTo>
                  <a:pt x="142923" y="534410"/>
                </a:lnTo>
                <a:lnTo>
                  <a:pt x="151848" y="565775"/>
                </a:lnTo>
                <a:lnTo>
                  <a:pt x="160772" y="597132"/>
                </a:lnTo>
                <a:lnTo>
                  <a:pt x="169697" y="628498"/>
                </a:lnTo>
                <a:lnTo>
                  <a:pt x="178622" y="659863"/>
                </a:lnTo>
                <a:lnTo>
                  <a:pt x="187547" y="691229"/>
                </a:lnTo>
                <a:lnTo>
                  <a:pt x="196472" y="722586"/>
                </a:lnTo>
                <a:lnTo>
                  <a:pt x="205397" y="753951"/>
                </a:lnTo>
                <a:lnTo>
                  <a:pt x="214322" y="785317"/>
                </a:lnTo>
                <a:lnTo>
                  <a:pt x="223247" y="816683"/>
                </a:lnTo>
                <a:lnTo>
                  <a:pt x="231677" y="848173"/>
                </a:lnTo>
                <a:lnTo>
                  <a:pt x="239030" y="879939"/>
                </a:lnTo>
                <a:lnTo>
                  <a:pt x="246240" y="911743"/>
                </a:lnTo>
                <a:lnTo>
                  <a:pt x="253108" y="943613"/>
                </a:lnTo>
                <a:lnTo>
                  <a:pt x="259985" y="975493"/>
                </a:lnTo>
                <a:lnTo>
                  <a:pt x="266862" y="1007374"/>
                </a:lnTo>
                <a:lnTo>
                  <a:pt x="273739" y="1039244"/>
                </a:lnTo>
                <a:lnTo>
                  <a:pt x="280607" y="1071124"/>
                </a:lnTo>
                <a:lnTo>
                  <a:pt x="287484" y="1102995"/>
                </a:lnTo>
                <a:lnTo>
                  <a:pt x="294361" y="1134875"/>
                </a:lnTo>
                <a:lnTo>
                  <a:pt x="301238" y="1166746"/>
                </a:lnTo>
                <a:lnTo>
                  <a:pt x="308105" y="1198626"/>
                </a:lnTo>
                <a:lnTo>
                  <a:pt x="314982" y="1230497"/>
                </a:lnTo>
                <a:lnTo>
                  <a:pt x="321859" y="1262377"/>
                </a:lnTo>
                <a:lnTo>
                  <a:pt x="328736" y="1294247"/>
                </a:lnTo>
                <a:lnTo>
                  <a:pt x="335604" y="1326128"/>
                </a:lnTo>
                <a:lnTo>
                  <a:pt x="342481" y="1358008"/>
                </a:lnTo>
                <a:lnTo>
                  <a:pt x="349358" y="1389878"/>
                </a:lnTo>
                <a:lnTo>
                  <a:pt x="356225" y="1421759"/>
                </a:lnTo>
                <a:lnTo>
                  <a:pt x="363103" y="1453629"/>
                </a:lnTo>
                <a:lnTo>
                  <a:pt x="369980" y="1485509"/>
                </a:lnTo>
                <a:lnTo>
                  <a:pt x="376857" y="1517380"/>
                </a:lnTo>
                <a:lnTo>
                  <a:pt x="383724" y="1549260"/>
                </a:lnTo>
                <a:lnTo>
                  <a:pt x="390601" y="1581131"/>
                </a:lnTo>
                <a:lnTo>
                  <a:pt x="397478" y="1613011"/>
                </a:lnTo>
                <a:lnTo>
                  <a:pt x="404355" y="1644882"/>
                </a:lnTo>
                <a:lnTo>
                  <a:pt x="411223" y="1676762"/>
                </a:lnTo>
                <a:lnTo>
                  <a:pt x="418100" y="1708633"/>
                </a:lnTo>
                <a:lnTo>
                  <a:pt x="424615" y="1740589"/>
                </a:lnTo>
                <a:lnTo>
                  <a:pt x="431121" y="1772545"/>
                </a:lnTo>
                <a:lnTo>
                  <a:pt x="437512" y="1804521"/>
                </a:lnTo>
                <a:lnTo>
                  <a:pt x="443903" y="1836496"/>
                </a:lnTo>
                <a:lnTo>
                  <a:pt x="450294" y="1868472"/>
                </a:lnTo>
                <a:lnTo>
                  <a:pt x="456686" y="1900447"/>
                </a:lnTo>
                <a:lnTo>
                  <a:pt x="463077" y="1932422"/>
                </a:lnTo>
                <a:lnTo>
                  <a:pt x="469468" y="1964398"/>
                </a:lnTo>
                <a:lnTo>
                  <a:pt x="475859" y="1996373"/>
                </a:lnTo>
                <a:lnTo>
                  <a:pt x="482251" y="2028349"/>
                </a:lnTo>
                <a:lnTo>
                  <a:pt x="488642" y="2060324"/>
                </a:lnTo>
                <a:lnTo>
                  <a:pt x="490899" y="2088918"/>
                </a:lnTo>
                <a:lnTo>
                  <a:pt x="458286" y="2088918"/>
                </a:lnTo>
                <a:lnTo>
                  <a:pt x="425682" y="2088918"/>
                </a:lnTo>
                <a:lnTo>
                  <a:pt x="393068" y="2088918"/>
                </a:lnTo>
                <a:lnTo>
                  <a:pt x="360464" y="2088918"/>
                </a:lnTo>
                <a:lnTo>
                  <a:pt x="327851" y="2088918"/>
                </a:lnTo>
                <a:lnTo>
                  <a:pt x="295246" y="2088918"/>
                </a:lnTo>
                <a:lnTo>
                  <a:pt x="262633" y="2088918"/>
                </a:lnTo>
                <a:lnTo>
                  <a:pt x="256137" y="2099653"/>
                </a:lnTo>
                <a:lnTo>
                  <a:pt x="279311" y="2122589"/>
                </a:lnTo>
                <a:lnTo>
                  <a:pt x="302485" y="2145535"/>
                </a:lnTo>
                <a:lnTo>
                  <a:pt x="325660" y="2168471"/>
                </a:lnTo>
                <a:lnTo>
                  <a:pt x="348834" y="2191407"/>
                </a:lnTo>
                <a:lnTo>
                  <a:pt x="372008" y="2214353"/>
                </a:lnTo>
                <a:lnTo>
                  <a:pt x="395192" y="2237289"/>
                </a:lnTo>
                <a:lnTo>
                  <a:pt x="418367" y="2260225"/>
                </a:lnTo>
                <a:lnTo>
                  <a:pt x="441541" y="2283171"/>
                </a:lnTo>
                <a:lnTo>
                  <a:pt x="464715" y="2306107"/>
                </a:lnTo>
                <a:lnTo>
                  <a:pt x="487890" y="2329043"/>
                </a:lnTo>
                <a:lnTo>
                  <a:pt x="511064" y="2351989"/>
                </a:lnTo>
                <a:lnTo>
                  <a:pt x="534238" y="2374925"/>
                </a:lnTo>
                <a:lnTo>
                  <a:pt x="557422" y="2397862"/>
                </a:lnTo>
                <a:lnTo>
                  <a:pt x="580596" y="2420807"/>
                </a:lnTo>
                <a:lnTo>
                  <a:pt x="603771" y="2443744"/>
                </a:lnTo>
                <a:lnTo>
                  <a:pt x="626945" y="2466680"/>
                </a:lnTo>
                <a:lnTo>
                  <a:pt x="650119" y="2489625"/>
                </a:lnTo>
                <a:lnTo>
                  <a:pt x="673294" y="2512562"/>
                </a:lnTo>
                <a:lnTo>
                  <a:pt x="696468" y="2535498"/>
                </a:lnTo>
                <a:lnTo>
                  <a:pt x="719652" y="2558444"/>
                </a:lnTo>
                <a:lnTo>
                  <a:pt x="742826" y="2581380"/>
                </a:lnTo>
                <a:lnTo>
                  <a:pt x="766001" y="2604316"/>
                </a:lnTo>
                <a:lnTo>
                  <a:pt x="789175" y="2595039"/>
                </a:lnTo>
                <a:lnTo>
                  <a:pt x="812349" y="2572102"/>
                </a:lnTo>
                <a:lnTo>
                  <a:pt x="835523" y="2549157"/>
                </a:lnTo>
                <a:lnTo>
                  <a:pt x="858698" y="2526221"/>
                </a:lnTo>
                <a:lnTo>
                  <a:pt x="881882" y="2503284"/>
                </a:lnTo>
                <a:lnTo>
                  <a:pt x="905056" y="2480339"/>
                </a:lnTo>
                <a:lnTo>
                  <a:pt x="928230" y="2457402"/>
                </a:lnTo>
                <a:lnTo>
                  <a:pt x="951405" y="2434466"/>
                </a:lnTo>
                <a:lnTo>
                  <a:pt x="974579" y="2411520"/>
                </a:lnTo>
                <a:lnTo>
                  <a:pt x="997753" y="2388584"/>
                </a:lnTo>
                <a:lnTo>
                  <a:pt x="1020937" y="2365648"/>
                </a:lnTo>
                <a:lnTo>
                  <a:pt x="1044111" y="2342702"/>
                </a:lnTo>
                <a:lnTo>
                  <a:pt x="1067286" y="2319766"/>
                </a:lnTo>
                <a:lnTo>
                  <a:pt x="1090460" y="2296830"/>
                </a:lnTo>
                <a:lnTo>
                  <a:pt x="1113634" y="2273884"/>
                </a:lnTo>
                <a:lnTo>
                  <a:pt x="1136809" y="2250948"/>
                </a:lnTo>
                <a:lnTo>
                  <a:pt x="1159983" y="2228012"/>
                </a:lnTo>
                <a:lnTo>
                  <a:pt x="1183167" y="2205066"/>
                </a:lnTo>
                <a:lnTo>
                  <a:pt x="1206341" y="2182130"/>
                </a:lnTo>
                <a:lnTo>
                  <a:pt x="1229516" y="2159194"/>
                </a:lnTo>
                <a:lnTo>
                  <a:pt x="1252690" y="2136248"/>
                </a:lnTo>
                <a:lnTo>
                  <a:pt x="1275864" y="2113312"/>
                </a:lnTo>
                <a:lnTo>
                  <a:pt x="1299039" y="2090376"/>
                </a:lnTo>
                <a:lnTo>
                  <a:pt x="1269968" y="2088918"/>
                </a:lnTo>
                <a:lnTo>
                  <a:pt x="1237364" y="2088918"/>
                </a:lnTo>
                <a:lnTo>
                  <a:pt x="1204751" y="2088918"/>
                </a:lnTo>
                <a:lnTo>
                  <a:pt x="1172147" y="2088918"/>
                </a:lnTo>
                <a:lnTo>
                  <a:pt x="1139533" y="2088918"/>
                </a:lnTo>
                <a:lnTo>
                  <a:pt x="1106929" y="2088918"/>
                </a:lnTo>
                <a:lnTo>
                  <a:pt x="1074315" y="2088918"/>
                </a:lnTo>
                <a:lnTo>
                  <a:pt x="1053360" y="2079365"/>
                </a:lnTo>
                <a:lnTo>
                  <a:pt x="1059752" y="2047389"/>
                </a:lnTo>
                <a:lnTo>
                  <a:pt x="1066133" y="2015414"/>
                </a:lnTo>
                <a:lnTo>
                  <a:pt x="1072525" y="1983438"/>
                </a:lnTo>
                <a:lnTo>
                  <a:pt x="1078916" y="1951463"/>
                </a:lnTo>
                <a:lnTo>
                  <a:pt x="1085307" y="1919488"/>
                </a:lnTo>
                <a:lnTo>
                  <a:pt x="1091698" y="1887512"/>
                </a:lnTo>
                <a:lnTo>
                  <a:pt x="1098090" y="1855537"/>
                </a:lnTo>
                <a:lnTo>
                  <a:pt x="1104481" y="1823561"/>
                </a:lnTo>
                <a:lnTo>
                  <a:pt x="1110872" y="1791586"/>
                </a:lnTo>
                <a:lnTo>
                  <a:pt x="1117311" y="1759620"/>
                </a:lnTo>
                <a:lnTo>
                  <a:pt x="1123817" y="1727664"/>
                </a:lnTo>
                <a:lnTo>
                  <a:pt x="1130475" y="1695745"/>
                </a:lnTo>
                <a:lnTo>
                  <a:pt x="1137352" y="1663865"/>
                </a:lnTo>
                <a:lnTo>
                  <a:pt x="1144229" y="1631994"/>
                </a:lnTo>
                <a:lnTo>
                  <a:pt x="1151106" y="1600114"/>
                </a:lnTo>
                <a:lnTo>
                  <a:pt x="1157973" y="1568244"/>
                </a:lnTo>
                <a:lnTo>
                  <a:pt x="1164850" y="1536363"/>
                </a:lnTo>
                <a:lnTo>
                  <a:pt x="1171727" y="1504483"/>
                </a:lnTo>
                <a:lnTo>
                  <a:pt x="1178604" y="1472613"/>
                </a:lnTo>
                <a:lnTo>
                  <a:pt x="1185472" y="1440732"/>
                </a:lnTo>
                <a:lnTo>
                  <a:pt x="1192349" y="1408862"/>
                </a:lnTo>
                <a:lnTo>
                  <a:pt x="1199226" y="1376982"/>
                </a:lnTo>
                <a:lnTo>
                  <a:pt x="1206103" y="1345111"/>
                </a:lnTo>
                <a:lnTo>
                  <a:pt x="1212971" y="1313231"/>
                </a:lnTo>
                <a:lnTo>
                  <a:pt x="1219848" y="1281360"/>
                </a:lnTo>
                <a:lnTo>
                  <a:pt x="1226725" y="1249480"/>
                </a:lnTo>
                <a:lnTo>
                  <a:pt x="1233592" y="1217609"/>
                </a:lnTo>
                <a:lnTo>
                  <a:pt x="1240469" y="1185729"/>
                </a:lnTo>
                <a:lnTo>
                  <a:pt x="1247346" y="1153859"/>
                </a:lnTo>
                <a:lnTo>
                  <a:pt x="1254223" y="1121978"/>
                </a:lnTo>
                <a:lnTo>
                  <a:pt x="1261091" y="1090098"/>
                </a:lnTo>
                <a:lnTo>
                  <a:pt x="1267968" y="1058228"/>
                </a:lnTo>
                <a:lnTo>
                  <a:pt x="1274845" y="1026347"/>
                </a:lnTo>
                <a:lnTo>
                  <a:pt x="1281722" y="994477"/>
                </a:lnTo>
                <a:lnTo>
                  <a:pt x="1288590" y="962597"/>
                </a:lnTo>
                <a:lnTo>
                  <a:pt x="1295467" y="930726"/>
                </a:lnTo>
                <a:lnTo>
                  <a:pt x="1302401" y="898855"/>
                </a:lnTo>
                <a:lnTo>
                  <a:pt x="1309745" y="867089"/>
                </a:lnTo>
                <a:lnTo>
                  <a:pt x="1317231" y="835352"/>
                </a:lnTo>
                <a:lnTo>
                  <a:pt x="1326156" y="803996"/>
                </a:lnTo>
                <a:lnTo>
                  <a:pt x="1335081" y="772630"/>
                </a:lnTo>
                <a:lnTo>
                  <a:pt x="1344006" y="741264"/>
                </a:lnTo>
                <a:lnTo>
                  <a:pt x="1352931" y="709898"/>
                </a:lnTo>
                <a:lnTo>
                  <a:pt x="1361856" y="678542"/>
                </a:lnTo>
                <a:lnTo>
                  <a:pt x="1370781" y="647176"/>
                </a:lnTo>
                <a:lnTo>
                  <a:pt x="1379706" y="615810"/>
                </a:lnTo>
                <a:lnTo>
                  <a:pt x="1388631" y="584444"/>
                </a:lnTo>
                <a:lnTo>
                  <a:pt x="1397556" y="553088"/>
                </a:lnTo>
                <a:lnTo>
                  <a:pt x="1406481" y="521722"/>
                </a:lnTo>
                <a:lnTo>
                  <a:pt x="1415405" y="490357"/>
                </a:lnTo>
                <a:lnTo>
                  <a:pt x="1424330" y="458991"/>
                </a:lnTo>
                <a:lnTo>
                  <a:pt x="1433255" y="427625"/>
                </a:lnTo>
                <a:lnTo>
                  <a:pt x="1442180" y="396269"/>
                </a:lnTo>
                <a:lnTo>
                  <a:pt x="1451105" y="364903"/>
                </a:lnTo>
                <a:lnTo>
                  <a:pt x="1460030" y="333537"/>
                </a:lnTo>
                <a:lnTo>
                  <a:pt x="1468955" y="302171"/>
                </a:lnTo>
                <a:lnTo>
                  <a:pt x="1477880" y="270815"/>
                </a:lnTo>
                <a:lnTo>
                  <a:pt x="1486805" y="239449"/>
                </a:lnTo>
                <a:lnTo>
                  <a:pt x="1495730" y="208083"/>
                </a:lnTo>
                <a:lnTo>
                  <a:pt x="1504655" y="176717"/>
                </a:lnTo>
                <a:lnTo>
                  <a:pt x="1513580" y="145361"/>
                </a:lnTo>
                <a:lnTo>
                  <a:pt x="1522505" y="113995"/>
                </a:lnTo>
                <a:lnTo>
                  <a:pt x="1531430" y="82629"/>
                </a:lnTo>
                <a:lnTo>
                  <a:pt x="1540354" y="51264"/>
                </a:lnTo>
                <a:lnTo>
                  <a:pt x="1545803" y="19421"/>
                </a:lnTo>
                <a:lnTo>
                  <a:pt x="1532611" y="0"/>
                </a:lnTo>
                <a:lnTo>
                  <a:pt x="1499997" y="0"/>
                </a:lnTo>
                <a:lnTo>
                  <a:pt x="1467393" y="0"/>
                </a:lnTo>
                <a:lnTo>
                  <a:pt x="1434779" y="0"/>
                </a:lnTo>
                <a:lnTo>
                  <a:pt x="1402175" y="0"/>
                </a:lnTo>
                <a:lnTo>
                  <a:pt x="1369562" y="0"/>
                </a:lnTo>
                <a:lnTo>
                  <a:pt x="1336958" y="0"/>
                </a:lnTo>
                <a:lnTo>
                  <a:pt x="1304344" y="0"/>
                </a:lnTo>
                <a:lnTo>
                  <a:pt x="1271740" y="0"/>
                </a:lnTo>
                <a:lnTo>
                  <a:pt x="1239126" y="0"/>
                </a:lnTo>
                <a:lnTo>
                  <a:pt x="1206522" y="0"/>
                </a:lnTo>
                <a:lnTo>
                  <a:pt x="1173909" y="0"/>
                </a:lnTo>
                <a:lnTo>
                  <a:pt x="1141305" y="0"/>
                </a:lnTo>
                <a:lnTo>
                  <a:pt x="1108691" y="0"/>
                </a:lnTo>
                <a:lnTo>
                  <a:pt x="1076087" y="0"/>
                </a:lnTo>
                <a:lnTo>
                  <a:pt x="1043473" y="0"/>
                </a:lnTo>
                <a:lnTo>
                  <a:pt x="1010869" y="0"/>
                </a:lnTo>
                <a:lnTo>
                  <a:pt x="978256" y="0"/>
                </a:lnTo>
                <a:lnTo>
                  <a:pt x="945652" y="0"/>
                </a:lnTo>
                <a:lnTo>
                  <a:pt x="913047" y="0"/>
                </a:lnTo>
                <a:lnTo>
                  <a:pt x="880434" y="0"/>
                </a:lnTo>
                <a:lnTo>
                  <a:pt x="847830" y="0"/>
                </a:lnTo>
                <a:lnTo>
                  <a:pt x="815216" y="0"/>
                </a:lnTo>
                <a:lnTo>
                  <a:pt x="782612" y="0"/>
                </a:lnTo>
                <a:lnTo>
                  <a:pt x="749999" y="0"/>
                </a:lnTo>
                <a:lnTo>
                  <a:pt x="717394" y="0"/>
                </a:lnTo>
                <a:lnTo>
                  <a:pt x="684781" y="0"/>
                </a:lnTo>
                <a:lnTo>
                  <a:pt x="652177" y="0"/>
                </a:lnTo>
                <a:lnTo>
                  <a:pt x="619563" y="0"/>
                </a:lnTo>
                <a:lnTo>
                  <a:pt x="586959" y="0"/>
                </a:lnTo>
                <a:lnTo>
                  <a:pt x="554345" y="0"/>
                </a:lnTo>
                <a:lnTo>
                  <a:pt x="521741" y="0"/>
                </a:lnTo>
                <a:lnTo>
                  <a:pt x="489128" y="0"/>
                </a:lnTo>
                <a:lnTo>
                  <a:pt x="456524" y="0"/>
                </a:lnTo>
                <a:lnTo>
                  <a:pt x="423910" y="0"/>
                </a:lnTo>
                <a:lnTo>
                  <a:pt x="391306" y="0"/>
                </a:lnTo>
                <a:lnTo>
                  <a:pt x="358692" y="0"/>
                </a:lnTo>
                <a:lnTo>
                  <a:pt x="326088" y="0"/>
                </a:lnTo>
                <a:lnTo>
                  <a:pt x="293475" y="0"/>
                </a:lnTo>
                <a:lnTo>
                  <a:pt x="260871" y="0"/>
                </a:lnTo>
                <a:lnTo>
                  <a:pt x="228257" y="0"/>
                </a:lnTo>
                <a:lnTo>
                  <a:pt x="195653" y="0"/>
                </a:lnTo>
                <a:lnTo>
                  <a:pt x="163039" y="0"/>
                </a:lnTo>
                <a:lnTo>
                  <a:pt x="130435" y="0"/>
                </a:lnTo>
                <a:lnTo>
                  <a:pt x="97822" y="0"/>
                </a:lnTo>
                <a:lnTo>
                  <a:pt x="65218" y="0"/>
                </a:lnTo>
                <a:lnTo>
                  <a:pt x="32604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6ECF2">
                  <a:alpha val="0"/>
                </a:srgbClr>
              </a:gs>
              <a:gs pos="42000">
                <a:srgbClr val="B7C7D9">
                  <a:alpha val="16000"/>
                </a:srgbClr>
              </a:gs>
              <a:gs pos="76000">
                <a:srgbClr val="B7C7D9">
                  <a:alpha val="32000"/>
                </a:srgbClr>
              </a:gs>
              <a:gs pos="100000">
                <a:srgbClr val="7795B6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3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AB909102-A0FD-4BE0-9174-4DE97468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573" y="2799759"/>
            <a:ext cx="2448220" cy="67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资格核对</a:t>
            </a:r>
          </a:p>
        </p:txBody>
      </p:sp>
      <p:sp>
        <p:nvSpPr>
          <p:cNvPr id="24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50784ADE-69D9-4CFC-ABEA-2262633A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9804" y="3670106"/>
            <a:ext cx="1635766" cy="67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责任确认</a:t>
            </a:r>
          </a:p>
        </p:txBody>
      </p:sp>
      <p:sp>
        <p:nvSpPr>
          <p:cNvPr id="25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21D33502-EB50-465A-AFB0-72ADCCAE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151" y="4540453"/>
            <a:ext cx="963063" cy="67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26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9A916847-5958-4D4C-B577-D86BDDDE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9030" y="2148926"/>
            <a:ext cx="369541" cy="3695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4e2611c79495f">
            <a:extLst>
              <a:ext uri="{96DAC541-7B7A-43D3-8B79-37D633B846F1}">
                <asvg:svgBlip xmlns:asvg="http://schemas.microsoft.com/office/drawing/2016/SVG/main" r:embed="R227cce83573b4c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88300" y="2248195"/>
            <a:ext cx="171002" cy="171002"/>
          </a:xfrm>
          <a:prstGeom xmlns:a="http://schemas.openxmlformats.org/drawingml/2006/main" prst="rect">
            <a:avLst/>
          </a:prstGeom>
        </p:spPr>
      </p:pic>
      <p:sp>
        <p:nvSpPr>
          <p:cNvPr id="28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E198F0F9-D9E0-4516-A005-F857D3E9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7029" y="1972123"/>
            <a:ext cx="321316" cy="3213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90a4850914968">
            <a:extLst>
              <a:ext uri="{96DAC541-7B7A-43D3-8B79-37D633B846F1}">
                <asvg:svgBlip xmlns:asvg="http://schemas.microsoft.com/office/drawing/2016/SVG/main" r:embed="Rb52c6120c6bf42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96299" y="2071392"/>
            <a:ext cx="122787" cy="122787"/>
          </a:xfrm>
          <a:prstGeom xmlns:a="http://schemas.openxmlformats.org/drawingml/2006/main" prst="rect">
            <a:avLst/>
          </a:prstGeom>
        </p:spPr>
      </p:pic>
      <p:sp>
        <p:nvSpPr>
          <p:cNvPr id="30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ABAAC700-AF04-486A-A915-1A73CC32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6661" y="2116779"/>
            <a:ext cx="369541" cy="36954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8c5b1af6d4c2f">
            <a:extLst>
              <a:ext uri="{96DAC541-7B7A-43D3-8B79-37D633B846F1}">
                <asvg:svgBlip xmlns:asvg="http://schemas.microsoft.com/office/drawing/2016/SVG/main" r:embed="Rb099a5bf24a047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55930" y="2216048"/>
            <a:ext cx="171002" cy="171002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59FD32-705F-4B4C-85CF-13B0B804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课题组自荐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0C7645-3063-40DB-A86B-FB67D6F5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050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平台推荐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B89F1E-AB40-4DF4-A831-DA8F542F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5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跨团队合作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029F11-E809-41A6-9F34-7D7AB2D9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76450"/>
            <a:ext cx="571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557702-6A21-497A-9F5E-5558D0EE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095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三类来源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E2A08A-C6D3-413E-A8E8-9E3F47C3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955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三类来源共用纳入路径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250874-F312-4721-897B-E8D7E076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5814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完成记录准备后，才纳入试点。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当前处于统一登记级，下一步先关联执行与异常记录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能力建设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A0486B78-D6F6-4EC9-A587-06394983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65" y="3986374"/>
            <a:ext cx="1202912" cy="866594"/>
          </a:xfrm>
          <a:custGeom xmlns:a="http://schemas.openxmlformats.org/drawingml/2006/main">
            <a:pathLst>
              <a:path w="1202912" h="866594">
                <a:moveTo>
                  <a:pt x="71447" y="120806"/>
                </a:moveTo>
                <a:lnTo>
                  <a:pt x="90326" y="118777"/>
                </a:lnTo>
                <a:lnTo>
                  <a:pt x="109204" y="116738"/>
                </a:lnTo>
                <a:lnTo>
                  <a:pt x="128083" y="114710"/>
                </a:lnTo>
                <a:lnTo>
                  <a:pt x="146961" y="112671"/>
                </a:lnTo>
                <a:lnTo>
                  <a:pt x="165840" y="110642"/>
                </a:lnTo>
                <a:lnTo>
                  <a:pt x="184718" y="108604"/>
                </a:lnTo>
                <a:lnTo>
                  <a:pt x="203597" y="106575"/>
                </a:lnTo>
                <a:lnTo>
                  <a:pt x="222475" y="104537"/>
                </a:lnTo>
                <a:lnTo>
                  <a:pt x="241354" y="102508"/>
                </a:lnTo>
                <a:lnTo>
                  <a:pt x="260233" y="100470"/>
                </a:lnTo>
                <a:lnTo>
                  <a:pt x="279102" y="98431"/>
                </a:lnTo>
                <a:lnTo>
                  <a:pt x="297980" y="96403"/>
                </a:lnTo>
                <a:lnTo>
                  <a:pt x="316859" y="94364"/>
                </a:lnTo>
                <a:lnTo>
                  <a:pt x="335737" y="92335"/>
                </a:lnTo>
                <a:lnTo>
                  <a:pt x="354616" y="90297"/>
                </a:lnTo>
                <a:lnTo>
                  <a:pt x="373494" y="88268"/>
                </a:lnTo>
                <a:lnTo>
                  <a:pt x="392373" y="86230"/>
                </a:lnTo>
                <a:lnTo>
                  <a:pt x="411251" y="84201"/>
                </a:lnTo>
                <a:lnTo>
                  <a:pt x="430130" y="82163"/>
                </a:lnTo>
                <a:lnTo>
                  <a:pt x="449009" y="80134"/>
                </a:lnTo>
                <a:lnTo>
                  <a:pt x="467887" y="78095"/>
                </a:lnTo>
                <a:lnTo>
                  <a:pt x="486766" y="76057"/>
                </a:lnTo>
                <a:lnTo>
                  <a:pt x="505644" y="74028"/>
                </a:lnTo>
                <a:lnTo>
                  <a:pt x="524523" y="71990"/>
                </a:lnTo>
                <a:lnTo>
                  <a:pt x="543401" y="69961"/>
                </a:lnTo>
                <a:lnTo>
                  <a:pt x="562280" y="67923"/>
                </a:lnTo>
                <a:lnTo>
                  <a:pt x="581158" y="65894"/>
                </a:lnTo>
                <a:lnTo>
                  <a:pt x="600027" y="63856"/>
                </a:lnTo>
                <a:lnTo>
                  <a:pt x="618906" y="61827"/>
                </a:lnTo>
                <a:lnTo>
                  <a:pt x="637784" y="59788"/>
                </a:lnTo>
                <a:lnTo>
                  <a:pt x="656663" y="57760"/>
                </a:lnTo>
                <a:lnTo>
                  <a:pt x="675542" y="55721"/>
                </a:lnTo>
                <a:lnTo>
                  <a:pt x="694420" y="53692"/>
                </a:lnTo>
                <a:lnTo>
                  <a:pt x="713299" y="51654"/>
                </a:lnTo>
                <a:lnTo>
                  <a:pt x="732177" y="49616"/>
                </a:lnTo>
                <a:lnTo>
                  <a:pt x="751056" y="47587"/>
                </a:lnTo>
                <a:lnTo>
                  <a:pt x="769934" y="45549"/>
                </a:lnTo>
                <a:lnTo>
                  <a:pt x="788813" y="43520"/>
                </a:lnTo>
                <a:lnTo>
                  <a:pt x="807691" y="41481"/>
                </a:lnTo>
                <a:lnTo>
                  <a:pt x="826570" y="39453"/>
                </a:lnTo>
                <a:lnTo>
                  <a:pt x="845449" y="37414"/>
                </a:lnTo>
                <a:lnTo>
                  <a:pt x="864327" y="35385"/>
                </a:lnTo>
                <a:lnTo>
                  <a:pt x="883206" y="33347"/>
                </a:lnTo>
                <a:lnTo>
                  <a:pt x="902084" y="31318"/>
                </a:lnTo>
                <a:lnTo>
                  <a:pt x="920953" y="29280"/>
                </a:lnTo>
                <a:lnTo>
                  <a:pt x="939832" y="27242"/>
                </a:lnTo>
                <a:lnTo>
                  <a:pt x="958710" y="25213"/>
                </a:lnTo>
                <a:lnTo>
                  <a:pt x="977589" y="23174"/>
                </a:lnTo>
                <a:lnTo>
                  <a:pt x="996467" y="21146"/>
                </a:lnTo>
                <a:lnTo>
                  <a:pt x="1015346" y="19107"/>
                </a:lnTo>
                <a:lnTo>
                  <a:pt x="1034225" y="17078"/>
                </a:lnTo>
                <a:lnTo>
                  <a:pt x="1053103" y="15040"/>
                </a:lnTo>
                <a:lnTo>
                  <a:pt x="1071982" y="13011"/>
                </a:lnTo>
                <a:lnTo>
                  <a:pt x="1090860" y="10973"/>
                </a:lnTo>
                <a:lnTo>
                  <a:pt x="1109739" y="8944"/>
                </a:lnTo>
                <a:lnTo>
                  <a:pt x="1128617" y="6906"/>
                </a:lnTo>
                <a:lnTo>
                  <a:pt x="1147496" y="4877"/>
                </a:lnTo>
                <a:lnTo>
                  <a:pt x="1166374" y="2838"/>
                </a:lnTo>
                <a:lnTo>
                  <a:pt x="1185253" y="800"/>
                </a:lnTo>
                <a:lnTo>
                  <a:pt x="1202912" y="0"/>
                </a:lnTo>
                <a:lnTo>
                  <a:pt x="1201103" y="18898"/>
                </a:lnTo>
                <a:lnTo>
                  <a:pt x="1199302" y="37805"/>
                </a:lnTo>
                <a:lnTo>
                  <a:pt x="1197493" y="56702"/>
                </a:lnTo>
                <a:lnTo>
                  <a:pt x="1195692" y="75609"/>
                </a:lnTo>
                <a:lnTo>
                  <a:pt x="1193883" y="94507"/>
                </a:lnTo>
                <a:lnTo>
                  <a:pt x="1192073" y="113405"/>
                </a:lnTo>
                <a:lnTo>
                  <a:pt x="1190273" y="132312"/>
                </a:lnTo>
                <a:lnTo>
                  <a:pt x="1188463" y="151209"/>
                </a:lnTo>
                <a:lnTo>
                  <a:pt x="1186663" y="170107"/>
                </a:lnTo>
                <a:lnTo>
                  <a:pt x="1184853" y="189014"/>
                </a:lnTo>
                <a:lnTo>
                  <a:pt x="1183053" y="207912"/>
                </a:lnTo>
                <a:lnTo>
                  <a:pt x="1181243" y="226819"/>
                </a:lnTo>
                <a:lnTo>
                  <a:pt x="1179433" y="245716"/>
                </a:lnTo>
                <a:lnTo>
                  <a:pt x="1177633" y="264614"/>
                </a:lnTo>
                <a:lnTo>
                  <a:pt x="1175823" y="283521"/>
                </a:lnTo>
                <a:lnTo>
                  <a:pt x="1174023" y="302419"/>
                </a:lnTo>
                <a:lnTo>
                  <a:pt x="1172213" y="321316"/>
                </a:lnTo>
                <a:lnTo>
                  <a:pt x="1170403" y="340223"/>
                </a:lnTo>
                <a:lnTo>
                  <a:pt x="1168603" y="359121"/>
                </a:lnTo>
                <a:lnTo>
                  <a:pt x="1166793" y="378028"/>
                </a:lnTo>
                <a:lnTo>
                  <a:pt x="1164993" y="396926"/>
                </a:lnTo>
                <a:lnTo>
                  <a:pt x="1163183" y="415823"/>
                </a:lnTo>
                <a:lnTo>
                  <a:pt x="1161374" y="434731"/>
                </a:lnTo>
                <a:lnTo>
                  <a:pt x="1159574" y="453628"/>
                </a:lnTo>
                <a:lnTo>
                  <a:pt x="1157764" y="472526"/>
                </a:lnTo>
                <a:lnTo>
                  <a:pt x="1155964" y="491433"/>
                </a:lnTo>
                <a:lnTo>
                  <a:pt x="1154154" y="510330"/>
                </a:lnTo>
                <a:lnTo>
                  <a:pt x="1152344" y="529238"/>
                </a:lnTo>
                <a:lnTo>
                  <a:pt x="1150544" y="548135"/>
                </a:lnTo>
                <a:lnTo>
                  <a:pt x="1148734" y="567033"/>
                </a:lnTo>
                <a:lnTo>
                  <a:pt x="1146934" y="585940"/>
                </a:lnTo>
                <a:lnTo>
                  <a:pt x="1145124" y="604838"/>
                </a:lnTo>
                <a:lnTo>
                  <a:pt x="1143324" y="623735"/>
                </a:lnTo>
                <a:lnTo>
                  <a:pt x="1141514" y="642642"/>
                </a:lnTo>
                <a:lnTo>
                  <a:pt x="1139704" y="661540"/>
                </a:lnTo>
                <a:lnTo>
                  <a:pt x="1137904" y="680447"/>
                </a:lnTo>
                <a:lnTo>
                  <a:pt x="1136094" y="699345"/>
                </a:lnTo>
                <a:lnTo>
                  <a:pt x="1134294" y="718242"/>
                </a:lnTo>
                <a:lnTo>
                  <a:pt x="1132484" y="737149"/>
                </a:lnTo>
                <a:lnTo>
                  <a:pt x="1122150" y="747608"/>
                </a:lnTo>
                <a:lnTo>
                  <a:pt x="1103271" y="749627"/>
                </a:lnTo>
                <a:lnTo>
                  <a:pt x="1084383" y="751646"/>
                </a:lnTo>
                <a:lnTo>
                  <a:pt x="1065505" y="753656"/>
                </a:lnTo>
                <a:lnTo>
                  <a:pt x="1046626" y="755675"/>
                </a:lnTo>
                <a:lnTo>
                  <a:pt x="1027748" y="757695"/>
                </a:lnTo>
                <a:lnTo>
                  <a:pt x="1008869" y="759714"/>
                </a:lnTo>
                <a:lnTo>
                  <a:pt x="989990" y="761724"/>
                </a:lnTo>
                <a:lnTo>
                  <a:pt x="971112" y="763743"/>
                </a:lnTo>
                <a:lnTo>
                  <a:pt x="952224" y="765762"/>
                </a:lnTo>
                <a:lnTo>
                  <a:pt x="933345" y="767772"/>
                </a:lnTo>
                <a:lnTo>
                  <a:pt x="914467" y="769791"/>
                </a:lnTo>
                <a:lnTo>
                  <a:pt x="895588" y="771811"/>
                </a:lnTo>
                <a:lnTo>
                  <a:pt x="876710" y="773830"/>
                </a:lnTo>
                <a:lnTo>
                  <a:pt x="857831" y="775840"/>
                </a:lnTo>
                <a:lnTo>
                  <a:pt x="838952" y="777859"/>
                </a:lnTo>
                <a:lnTo>
                  <a:pt x="820074" y="779878"/>
                </a:lnTo>
                <a:lnTo>
                  <a:pt x="801186" y="781888"/>
                </a:lnTo>
                <a:lnTo>
                  <a:pt x="782307" y="783908"/>
                </a:lnTo>
                <a:lnTo>
                  <a:pt x="763429" y="785927"/>
                </a:lnTo>
                <a:lnTo>
                  <a:pt x="744550" y="787946"/>
                </a:lnTo>
                <a:lnTo>
                  <a:pt x="725672" y="789956"/>
                </a:lnTo>
                <a:lnTo>
                  <a:pt x="706793" y="791975"/>
                </a:lnTo>
                <a:lnTo>
                  <a:pt x="687915" y="793994"/>
                </a:lnTo>
                <a:lnTo>
                  <a:pt x="669026" y="796004"/>
                </a:lnTo>
                <a:lnTo>
                  <a:pt x="650148" y="798024"/>
                </a:lnTo>
                <a:lnTo>
                  <a:pt x="631269" y="800043"/>
                </a:lnTo>
                <a:lnTo>
                  <a:pt x="612391" y="802062"/>
                </a:lnTo>
                <a:lnTo>
                  <a:pt x="593512" y="804072"/>
                </a:lnTo>
                <a:lnTo>
                  <a:pt x="574634" y="806091"/>
                </a:lnTo>
                <a:lnTo>
                  <a:pt x="555755" y="808111"/>
                </a:lnTo>
                <a:lnTo>
                  <a:pt x="536867" y="810120"/>
                </a:lnTo>
                <a:lnTo>
                  <a:pt x="517989" y="812140"/>
                </a:lnTo>
                <a:lnTo>
                  <a:pt x="499110" y="814159"/>
                </a:lnTo>
                <a:lnTo>
                  <a:pt x="480231" y="816178"/>
                </a:lnTo>
                <a:lnTo>
                  <a:pt x="461353" y="818188"/>
                </a:lnTo>
                <a:lnTo>
                  <a:pt x="442474" y="820207"/>
                </a:lnTo>
                <a:lnTo>
                  <a:pt x="423596" y="822227"/>
                </a:lnTo>
                <a:lnTo>
                  <a:pt x="404708" y="824236"/>
                </a:lnTo>
                <a:lnTo>
                  <a:pt x="385829" y="826256"/>
                </a:lnTo>
                <a:lnTo>
                  <a:pt x="366951" y="828275"/>
                </a:lnTo>
                <a:lnTo>
                  <a:pt x="348072" y="830294"/>
                </a:lnTo>
                <a:lnTo>
                  <a:pt x="329194" y="832304"/>
                </a:lnTo>
                <a:lnTo>
                  <a:pt x="310315" y="834323"/>
                </a:lnTo>
                <a:lnTo>
                  <a:pt x="291436" y="836343"/>
                </a:lnTo>
                <a:lnTo>
                  <a:pt x="272558" y="838352"/>
                </a:lnTo>
                <a:lnTo>
                  <a:pt x="253670" y="840372"/>
                </a:lnTo>
                <a:lnTo>
                  <a:pt x="234791" y="842391"/>
                </a:lnTo>
                <a:lnTo>
                  <a:pt x="215913" y="844410"/>
                </a:lnTo>
                <a:lnTo>
                  <a:pt x="197034" y="846420"/>
                </a:lnTo>
                <a:lnTo>
                  <a:pt x="178156" y="848439"/>
                </a:lnTo>
                <a:lnTo>
                  <a:pt x="159277" y="850459"/>
                </a:lnTo>
                <a:lnTo>
                  <a:pt x="140399" y="852478"/>
                </a:lnTo>
                <a:lnTo>
                  <a:pt x="121510" y="854488"/>
                </a:lnTo>
                <a:lnTo>
                  <a:pt x="102632" y="856507"/>
                </a:lnTo>
                <a:lnTo>
                  <a:pt x="83753" y="858526"/>
                </a:lnTo>
                <a:lnTo>
                  <a:pt x="64875" y="860536"/>
                </a:lnTo>
                <a:lnTo>
                  <a:pt x="45996" y="862555"/>
                </a:lnTo>
                <a:lnTo>
                  <a:pt x="27118" y="864575"/>
                </a:lnTo>
                <a:lnTo>
                  <a:pt x="8239" y="866594"/>
                </a:lnTo>
                <a:lnTo>
                  <a:pt x="0" y="857860"/>
                </a:lnTo>
                <a:lnTo>
                  <a:pt x="1829" y="838962"/>
                </a:lnTo>
                <a:lnTo>
                  <a:pt x="3667" y="820064"/>
                </a:lnTo>
                <a:lnTo>
                  <a:pt x="5496" y="801157"/>
                </a:lnTo>
                <a:lnTo>
                  <a:pt x="7325" y="782260"/>
                </a:lnTo>
                <a:lnTo>
                  <a:pt x="9163" y="763362"/>
                </a:lnTo>
                <a:lnTo>
                  <a:pt x="10992" y="744464"/>
                </a:lnTo>
                <a:lnTo>
                  <a:pt x="12821" y="725567"/>
                </a:lnTo>
                <a:lnTo>
                  <a:pt x="14659" y="706669"/>
                </a:lnTo>
                <a:lnTo>
                  <a:pt x="16488" y="687772"/>
                </a:lnTo>
                <a:lnTo>
                  <a:pt x="18317" y="668874"/>
                </a:lnTo>
                <a:lnTo>
                  <a:pt x="20155" y="649976"/>
                </a:lnTo>
                <a:lnTo>
                  <a:pt x="21984" y="631069"/>
                </a:lnTo>
                <a:lnTo>
                  <a:pt x="23813" y="612172"/>
                </a:lnTo>
                <a:lnTo>
                  <a:pt x="25651" y="593274"/>
                </a:lnTo>
                <a:lnTo>
                  <a:pt x="27480" y="574377"/>
                </a:lnTo>
                <a:lnTo>
                  <a:pt x="29308" y="555479"/>
                </a:lnTo>
                <a:lnTo>
                  <a:pt x="31147" y="536581"/>
                </a:lnTo>
                <a:lnTo>
                  <a:pt x="32976" y="517684"/>
                </a:lnTo>
                <a:lnTo>
                  <a:pt x="34804" y="498786"/>
                </a:lnTo>
                <a:lnTo>
                  <a:pt x="36643" y="479889"/>
                </a:lnTo>
                <a:lnTo>
                  <a:pt x="38471" y="460981"/>
                </a:lnTo>
                <a:lnTo>
                  <a:pt x="40300" y="442084"/>
                </a:lnTo>
                <a:lnTo>
                  <a:pt x="42139" y="423186"/>
                </a:lnTo>
                <a:lnTo>
                  <a:pt x="43967" y="404289"/>
                </a:lnTo>
                <a:lnTo>
                  <a:pt x="45796" y="385391"/>
                </a:lnTo>
                <a:lnTo>
                  <a:pt x="47635" y="366493"/>
                </a:lnTo>
                <a:lnTo>
                  <a:pt x="49463" y="347596"/>
                </a:lnTo>
                <a:lnTo>
                  <a:pt x="51292" y="328698"/>
                </a:lnTo>
                <a:lnTo>
                  <a:pt x="53130" y="309801"/>
                </a:lnTo>
                <a:lnTo>
                  <a:pt x="54959" y="290894"/>
                </a:lnTo>
                <a:lnTo>
                  <a:pt x="56788" y="271996"/>
                </a:lnTo>
                <a:lnTo>
                  <a:pt x="58626" y="253098"/>
                </a:lnTo>
                <a:lnTo>
                  <a:pt x="60455" y="234201"/>
                </a:lnTo>
                <a:lnTo>
                  <a:pt x="62284" y="215303"/>
                </a:lnTo>
                <a:lnTo>
                  <a:pt x="64122" y="196406"/>
                </a:lnTo>
                <a:lnTo>
                  <a:pt x="65951" y="177508"/>
                </a:lnTo>
                <a:lnTo>
                  <a:pt x="67780" y="158610"/>
                </a:lnTo>
                <a:lnTo>
                  <a:pt x="69618" y="139713"/>
                </a:lnTo>
                <a:lnTo>
                  <a:pt x="71447" y="120806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65BE8252-DE6A-4316-9FF0-9D75058C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2762" y="3592478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54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72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69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5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59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3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1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32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B62DDB82-8930-4148-998D-A39D7EAA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1605" y="3199448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2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9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58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3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05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30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5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64" y="755009"/>
                </a:lnTo>
                <a:lnTo>
                  <a:pt x="1026195" y="757047"/>
                </a:lnTo>
                <a:lnTo>
                  <a:pt x="100732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907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C3223976-4A01-4136-AAE3-0EB18F4E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0249" y="2804331"/>
            <a:ext cx="1203027" cy="867518"/>
          </a:xfrm>
          <a:custGeom xmlns:a="http://schemas.openxmlformats.org/drawingml/2006/main">
            <a:pathLst>
              <a:path w="1203027" h="867518">
                <a:moveTo>
                  <a:pt x="70514" y="121749"/>
                </a:moveTo>
                <a:lnTo>
                  <a:pt x="89392" y="119720"/>
                </a:lnTo>
                <a:lnTo>
                  <a:pt x="108271" y="117691"/>
                </a:lnTo>
                <a:lnTo>
                  <a:pt x="127149" y="115653"/>
                </a:lnTo>
                <a:lnTo>
                  <a:pt x="146028" y="113624"/>
                </a:lnTo>
                <a:lnTo>
                  <a:pt x="164906" y="111595"/>
                </a:lnTo>
                <a:lnTo>
                  <a:pt x="183785" y="109557"/>
                </a:lnTo>
                <a:lnTo>
                  <a:pt x="202663" y="107528"/>
                </a:lnTo>
                <a:lnTo>
                  <a:pt x="221542" y="105499"/>
                </a:lnTo>
                <a:lnTo>
                  <a:pt x="240421" y="103461"/>
                </a:lnTo>
                <a:lnTo>
                  <a:pt x="259299" y="101432"/>
                </a:lnTo>
                <a:lnTo>
                  <a:pt x="278178" y="99393"/>
                </a:lnTo>
                <a:lnTo>
                  <a:pt x="297056" y="97365"/>
                </a:lnTo>
                <a:lnTo>
                  <a:pt x="315935" y="95336"/>
                </a:lnTo>
                <a:lnTo>
                  <a:pt x="334813" y="93297"/>
                </a:lnTo>
                <a:lnTo>
                  <a:pt x="353692" y="91269"/>
                </a:lnTo>
                <a:lnTo>
                  <a:pt x="372570" y="89240"/>
                </a:lnTo>
                <a:lnTo>
                  <a:pt x="391449" y="87201"/>
                </a:lnTo>
                <a:lnTo>
                  <a:pt x="410327" y="85173"/>
                </a:lnTo>
                <a:lnTo>
                  <a:pt x="429206" y="83134"/>
                </a:lnTo>
                <a:lnTo>
                  <a:pt x="448085" y="81105"/>
                </a:lnTo>
                <a:lnTo>
                  <a:pt x="466963" y="79077"/>
                </a:lnTo>
                <a:lnTo>
                  <a:pt x="485842" y="77038"/>
                </a:lnTo>
                <a:lnTo>
                  <a:pt x="504711" y="75009"/>
                </a:lnTo>
                <a:lnTo>
                  <a:pt x="523589" y="72981"/>
                </a:lnTo>
                <a:lnTo>
                  <a:pt x="542468" y="70942"/>
                </a:lnTo>
                <a:lnTo>
                  <a:pt x="561346" y="68913"/>
                </a:lnTo>
                <a:lnTo>
                  <a:pt x="580225" y="66885"/>
                </a:lnTo>
                <a:lnTo>
                  <a:pt x="599103" y="64846"/>
                </a:lnTo>
                <a:lnTo>
                  <a:pt x="617982" y="62817"/>
                </a:lnTo>
                <a:lnTo>
                  <a:pt x="636861" y="60779"/>
                </a:lnTo>
                <a:lnTo>
                  <a:pt x="655739" y="58750"/>
                </a:lnTo>
                <a:lnTo>
                  <a:pt x="674618" y="56721"/>
                </a:lnTo>
                <a:lnTo>
                  <a:pt x="693496" y="54683"/>
                </a:lnTo>
                <a:lnTo>
                  <a:pt x="712375" y="52654"/>
                </a:lnTo>
                <a:lnTo>
                  <a:pt x="731253" y="50625"/>
                </a:lnTo>
                <a:lnTo>
                  <a:pt x="750132" y="48587"/>
                </a:lnTo>
                <a:lnTo>
                  <a:pt x="769010" y="46558"/>
                </a:lnTo>
                <a:lnTo>
                  <a:pt x="787889" y="44529"/>
                </a:lnTo>
                <a:lnTo>
                  <a:pt x="806768" y="42491"/>
                </a:lnTo>
                <a:lnTo>
                  <a:pt x="825646" y="40462"/>
                </a:lnTo>
                <a:lnTo>
                  <a:pt x="844525" y="38424"/>
                </a:lnTo>
                <a:lnTo>
                  <a:pt x="863403" y="36395"/>
                </a:lnTo>
                <a:lnTo>
                  <a:pt x="882282" y="34366"/>
                </a:lnTo>
                <a:lnTo>
                  <a:pt x="901160" y="32328"/>
                </a:lnTo>
                <a:lnTo>
                  <a:pt x="920039" y="30299"/>
                </a:lnTo>
                <a:lnTo>
                  <a:pt x="938917" y="28270"/>
                </a:lnTo>
                <a:lnTo>
                  <a:pt x="957786" y="26232"/>
                </a:lnTo>
                <a:lnTo>
                  <a:pt x="976665" y="24203"/>
                </a:lnTo>
                <a:lnTo>
                  <a:pt x="995543" y="22174"/>
                </a:lnTo>
                <a:lnTo>
                  <a:pt x="1014422" y="20136"/>
                </a:lnTo>
                <a:lnTo>
                  <a:pt x="1033301" y="18107"/>
                </a:lnTo>
                <a:lnTo>
                  <a:pt x="1052179" y="16069"/>
                </a:lnTo>
                <a:lnTo>
                  <a:pt x="1071058" y="14040"/>
                </a:lnTo>
                <a:lnTo>
                  <a:pt x="1089936" y="12011"/>
                </a:lnTo>
                <a:lnTo>
                  <a:pt x="1108815" y="9973"/>
                </a:lnTo>
                <a:lnTo>
                  <a:pt x="1127693" y="7944"/>
                </a:lnTo>
                <a:lnTo>
                  <a:pt x="1146572" y="5915"/>
                </a:lnTo>
                <a:lnTo>
                  <a:pt x="1165450" y="3877"/>
                </a:lnTo>
                <a:lnTo>
                  <a:pt x="1184329" y="1848"/>
                </a:lnTo>
                <a:lnTo>
                  <a:pt x="1203027" y="0"/>
                </a:lnTo>
                <a:lnTo>
                  <a:pt x="1201198" y="18898"/>
                </a:lnTo>
                <a:lnTo>
                  <a:pt x="1199369" y="37795"/>
                </a:lnTo>
                <a:lnTo>
                  <a:pt x="1197531" y="56693"/>
                </a:lnTo>
                <a:lnTo>
                  <a:pt x="1195702" y="75600"/>
                </a:lnTo>
                <a:lnTo>
                  <a:pt x="1193873" y="94498"/>
                </a:lnTo>
                <a:lnTo>
                  <a:pt x="1192044" y="113395"/>
                </a:lnTo>
                <a:lnTo>
                  <a:pt x="1190215" y="132293"/>
                </a:lnTo>
                <a:lnTo>
                  <a:pt x="1188387" y="151190"/>
                </a:lnTo>
                <a:lnTo>
                  <a:pt x="1186558" y="170088"/>
                </a:lnTo>
                <a:lnTo>
                  <a:pt x="1184729" y="188986"/>
                </a:lnTo>
                <a:lnTo>
                  <a:pt x="1182900" y="207883"/>
                </a:lnTo>
                <a:lnTo>
                  <a:pt x="1181071" y="226790"/>
                </a:lnTo>
                <a:lnTo>
                  <a:pt x="1179233" y="245688"/>
                </a:lnTo>
                <a:lnTo>
                  <a:pt x="1177404" y="264585"/>
                </a:lnTo>
                <a:lnTo>
                  <a:pt x="1175576" y="283483"/>
                </a:lnTo>
                <a:lnTo>
                  <a:pt x="1173747" y="302381"/>
                </a:lnTo>
                <a:lnTo>
                  <a:pt x="1171918" y="321278"/>
                </a:lnTo>
                <a:lnTo>
                  <a:pt x="1170089" y="340176"/>
                </a:lnTo>
                <a:lnTo>
                  <a:pt x="1168260" y="359083"/>
                </a:lnTo>
                <a:lnTo>
                  <a:pt x="1166432" y="377981"/>
                </a:lnTo>
                <a:lnTo>
                  <a:pt x="1164603" y="396878"/>
                </a:lnTo>
                <a:lnTo>
                  <a:pt x="1162774" y="415776"/>
                </a:lnTo>
                <a:lnTo>
                  <a:pt x="1160936" y="434673"/>
                </a:lnTo>
                <a:lnTo>
                  <a:pt x="1159107" y="453571"/>
                </a:lnTo>
                <a:lnTo>
                  <a:pt x="1157278" y="472469"/>
                </a:lnTo>
                <a:lnTo>
                  <a:pt x="1155449" y="491366"/>
                </a:lnTo>
                <a:lnTo>
                  <a:pt x="1153620" y="510273"/>
                </a:lnTo>
                <a:lnTo>
                  <a:pt x="1151792" y="529171"/>
                </a:lnTo>
                <a:lnTo>
                  <a:pt x="1149963" y="548069"/>
                </a:lnTo>
                <a:lnTo>
                  <a:pt x="1148134" y="566966"/>
                </a:lnTo>
                <a:lnTo>
                  <a:pt x="1146305" y="585864"/>
                </a:lnTo>
                <a:lnTo>
                  <a:pt x="1144476" y="604761"/>
                </a:lnTo>
                <a:lnTo>
                  <a:pt x="1142648" y="623659"/>
                </a:lnTo>
                <a:lnTo>
                  <a:pt x="1140809" y="642566"/>
                </a:lnTo>
                <a:lnTo>
                  <a:pt x="1138980" y="661464"/>
                </a:lnTo>
                <a:lnTo>
                  <a:pt x="1137152" y="680361"/>
                </a:lnTo>
                <a:lnTo>
                  <a:pt x="1135323" y="699259"/>
                </a:lnTo>
                <a:lnTo>
                  <a:pt x="1133494" y="718156"/>
                </a:lnTo>
                <a:lnTo>
                  <a:pt x="1131665" y="737054"/>
                </a:lnTo>
                <a:lnTo>
                  <a:pt x="1122245" y="748446"/>
                </a:lnTo>
                <a:lnTo>
                  <a:pt x="1103366" y="750465"/>
                </a:lnTo>
                <a:lnTo>
                  <a:pt x="1084488" y="752475"/>
                </a:lnTo>
                <a:lnTo>
                  <a:pt x="1065609" y="754494"/>
                </a:lnTo>
                <a:lnTo>
                  <a:pt x="1046731" y="756514"/>
                </a:lnTo>
                <a:lnTo>
                  <a:pt x="1027852" y="758533"/>
                </a:lnTo>
                <a:lnTo>
                  <a:pt x="1008974" y="760552"/>
                </a:lnTo>
                <a:lnTo>
                  <a:pt x="990086" y="762572"/>
                </a:lnTo>
                <a:lnTo>
                  <a:pt x="971207" y="764591"/>
                </a:lnTo>
                <a:lnTo>
                  <a:pt x="952329" y="766610"/>
                </a:lnTo>
                <a:lnTo>
                  <a:pt x="933450" y="768629"/>
                </a:lnTo>
                <a:lnTo>
                  <a:pt x="914571" y="770649"/>
                </a:lnTo>
                <a:lnTo>
                  <a:pt x="895693" y="772658"/>
                </a:lnTo>
                <a:lnTo>
                  <a:pt x="876814" y="774678"/>
                </a:lnTo>
                <a:lnTo>
                  <a:pt x="857936" y="776697"/>
                </a:lnTo>
                <a:lnTo>
                  <a:pt x="839057" y="778716"/>
                </a:lnTo>
                <a:lnTo>
                  <a:pt x="820169" y="780736"/>
                </a:lnTo>
                <a:lnTo>
                  <a:pt x="801291" y="782755"/>
                </a:lnTo>
                <a:lnTo>
                  <a:pt x="782412" y="784774"/>
                </a:lnTo>
                <a:lnTo>
                  <a:pt x="763534" y="786794"/>
                </a:lnTo>
                <a:lnTo>
                  <a:pt x="744655" y="788813"/>
                </a:lnTo>
                <a:lnTo>
                  <a:pt x="725776" y="790823"/>
                </a:lnTo>
                <a:lnTo>
                  <a:pt x="706898" y="792842"/>
                </a:lnTo>
                <a:lnTo>
                  <a:pt x="688019" y="794861"/>
                </a:lnTo>
                <a:lnTo>
                  <a:pt x="669131" y="796881"/>
                </a:lnTo>
                <a:lnTo>
                  <a:pt x="650253" y="798900"/>
                </a:lnTo>
                <a:lnTo>
                  <a:pt x="631374" y="800919"/>
                </a:lnTo>
                <a:lnTo>
                  <a:pt x="612496" y="802938"/>
                </a:lnTo>
                <a:lnTo>
                  <a:pt x="593617" y="804958"/>
                </a:lnTo>
                <a:lnTo>
                  <a:pt x="574739" y="806977"/>
                </a:lnTo>
                <a:lnTo>
                  <a:pt x="555860" y="808996"/>
                </a:lnTo>
                <a:lnTo>
                  <a:pt x="536981" y="811006"/>
                </a:lnTo>
                <a:lnTo>
                  <a:pt x="518103" y="813025"/>
                </a:lnTo>
                <a:lnTo>
                  <a:pt x="499215" y="815045"/>
                </a:lnTo>
                <a:lnTo>
                  <a:pt x="480336" y="817064"/>
                </a:lnTo>
                <a:lnTo>
                  <a:pt x="461458" y="819083"/>
                </a:lnTo>
                <a:lnTo>
                  <a:pt x="442579" y="821103"/>
                </a:lnTo>
                <a:lnTo>
                  <a:pt x="423701" y="823122"/>
                </a:lnTo>
                <a:lnTo>
                  <a:pt x="404822" y="825141"/>
                </a:lnTo>
                <a:lnTo>
                  <a:pt x="385943" y="827161"/>
                </a:lnTo>
                <a:lnTo>
                  <a:pt x="367065" y="829170"/>
                </a:lnTo>
                <a:lnTo>
                  <a:pt x="348186" y="831190"/>
                </a:lnTo>
                <a:lnTo>
                  <a:pt x="329298" y="833209"/>
                </a:lnTo>
                <a:lnTo>
                  <a:pt x="310420" y="835228"/>
                </a:lnTo>
                <a:lnTo>
                  <a:pt x="291541" y="837248"/>
                </a:lnTo>
                <a:lnTo>
                  <a:pt x="272663" y="839267"/>
                </a:lnTo>
                <a:lnTo>
                  <a:pt x="253784" y="841286"/>
                </a:lnTo>
                <a:lnTo>
                  <a:pt x="234906" y="843305"/>
                </a:lnTo>
                <a:lnTo>
                  <a:pt x="216027" y="845325"/>
                </a:lnTo>
                <a:lnTo>
                  <a:pt x="197148" y="847334"/>
                </a:lnTo>
                <a:lnTo>
                  <a:pt x="178260" y="849354"/>
                </a:lnTo>
                <a:lnTo>
                  <a:pt x="159382" y="851373"/>
                </a:lnTo>
                <a:lnTo>
                  <a:pt x="140503" y="853392"/>
                </a:lnTo>
                <a:lnTo>
                  <a:pt x="121625" y="855412"/>
                </a:lnTo>
                <a:lnTo>
                  <a:pt x="102746" y="857431"/>
                </a:lnTo>
                <a:lnTo>
                  <a:pt x="83868" y="859450"/>
                </a:lnTo>
                <a:lnTo>
                  <a:pt x="64989" y="861470"/>
                </a:lnTo>
                <a:lnTo>
                  <a:pt x="46111" y="863489"/>
                </a:lnTo>
                <a:lnTo>
                  <a:pt x="27222" y="865508"/>
                </a:lnTo>
                <a:lnTo>
                  <a:pt x="8344" y="867518"/>
                </a:lnTo>
                <a:lnTo>
                  <a:pt x="0" y="858888"/>
                </a:lnTo>
                <a:lnTo>
                  <a:pt x="1810" y="839991"/>
                </a:lnTo>
                <a:lnTo>
                  <a:pt x="3620" y="821084"/>
                </a:lnTo>
                <a:lnTo>
                  <a:pt x="5429" y="802186"/>
                </a:lnTo>
                <a:lnTo>
                  <a:pt x="7229" y="783288"/>
                </a:lnTo>
                <a:lnTo>
                  <a:pt x="9039" y="764381"/>
                </a:lnTo>
                <a:lnTo>
                  <a:pt x="10849" y="745484"/>
                </a:lnTo>
                <a:lnTo>
                  <a:pt x="12659" y="726586"/>
                </a:lnTo>
                <a:lnTo>
                  <a:pt x="14468" y="707679"/>
                </a:lnTo>
                <a:lnTo>
                  <a:pt x="16269" y="688781"/>
                </a:lnTo>
                <a:lnTo>
                  <a:pt x="18078" y="669884"/>
                </a:lnTo>
                <a:lnTo>
                  <a:pt x="19888" y="650977"/>
                </a:lnTo>
                <a:lnTo>
                  <a:pt x="21698" y="632079"/>
                </a:lnTo>
                <a:lnTo>
                  <a:pt x="23508" y="613181"/>
                </a:lnTo>
                <a:lnTo>
                  <a:pt x="25317" y="594274"/>
                </a:lnTo>
                <a:lnTo>
                  <a:pt x="27118" y="575377"/>
                </a:lnTo>
                <a:lnTo>
                  <a:pt x="28927" y="556479"/>
                </a:lnTo>
                <a:lnTo>
                  <a:pt x="30737" y="537572"/>
                </a:lnTo>
                <a:lnTo>
                  <a:pt x="32547" y="518674"/>
                </a:lnTo>
                <a:lnTo>
                  <a:pt x="34357" y="499767"/>
                </a:lnTo>
                <a:lnTo>
                  <a:pt x="36166" y="480870"/>
                </a:lnTo>
                <a:lnTo>
                  <a:pt x="37967" y="461972"/>
                </a:lnTo>
                <a:lnTo>
                  <a:pt x="39776" y="443065"/>
                </a:lnTo>
                <a:lnTo>
                  <a:pt x="41586" y="424167"/>
                </a:lnTo>
                <a:lnTo>
                  <a:pt x="43396" y="405270"/>
                </a:lnTo>
                <a:lnTo>
                  <a:pt x="45206" y="386363"/>
                </a:lnTo>
                <a:lnTo>
                  <a:pt x="47015" y="367465"/>
                </a:lnTo>
                <a:lnTo>
                  <a:pt x="48816" y="348567"/>
                </a:lnTo>
                <a:lnTo>
                  <a:pt x="50625" y="329660"/>
                </a:lnTo>
                <a:lnTo>
                  <a:pt x="52435" y="310763"/>
                </a:lnTo>
                <a:lnTo>
                  <a:pt x="54245" y="291865"/>
                </a:lnTo>
                <a:lnTo>
                  <a:pt x="56055" y="272958"/>
                </a:lnTo>
                <a:lnTo>
                  <a:pt x="57864" y="254060"/>
                </a:lnTo>
                <a:lnTo>
                  <a:pt x="59665" y="235163"/>
                </a:lnTo>
                <a:lnTo>
                  <a:pt x="61474" y="216256"/>
                </a:lnTo>
                <a:lnTo>
                  <a:pt x="63284" y="197358"/>
                </a:lnTo>
                <a:lnTo>
                  <a:pt x="65094" y="178451"/>
                </a:lnTo>
                <a:lnTo>
                  <a:pt x="66904" y="159553"/>
                </a:lnTo>
                <a:lnTo>
                  <a:pt x="68713" y="140656"/>
                </a:lnTo>
                <a:lnTo>
                  <a:pt x="70514" y="121749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12B6C268-F6FF-47F6-BE16-0AA17B20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6503" y="4562465"/>
            <a:ext cx="425768" cy="543887"/>
          </a:xfrm>
          <a:custGeom xmlns:a="http://schemas.openxmlformats.org/drawingml/2006/main">
            <a:pathLst>
              <a:path w="425768" h="543887">
                <a:moveTo>
                  <a:pt x="0" y="543887"/>
                </a:moveTo>
                <a:lnTo>
                  <a:pt x="0" y="524885"/>
                </a:lnTo>
                <a:lnTo>
                  <a:pt x="0" y="505882"/>
                </a:lnTo>
                <a:lnTo>
                  <a:pt x="0" y="486870"/>
                </a:lnTo>
                <a:lnTo>
                  <a:pt x="0" y="467868"/>
                </a:lnTo>
                <a:lnTo>
                  <a:pt x="0" y="448856"/>
                </a:lnTo>
                <a:lnTo>
                  <a:pt x="0" y="429854"/>
                </a:lnTo>
                <a:lnTo>
                  <a:pt x="0" y="410851"/>
                </a:lnTo>
                <a:lnTo>
                  <a:pt x="0" y="391839"/>
                </a:lnTo>
                <a:lnTo>
                  <a:pt x="0" y="372837"/>
                </a:lnTo>
                <a:lnTo>
                  <a:pt x="0" y="353835"/>
                </a:lnTo>
                <a:lnTo>
                  <a:pt x="0" y="334823"/>
                </a:lnTo>
                <a:lnTo>
                  <a:pt x="0" y="315820"/>
                </a:lnTo>
                <a:lnTo>
                  <a:pt x="0" y="296809"/>
                </a:lnTo>
                <a:lnTo>
                  <a:pt x="0" y="277806"/>
                </a:lnTo>
                <a:lnTo>
                  <a:pt x="0" y="258804"/>
                </a:lnTo>
                <a:lnTo>
                  <a:pt x="0" y="239792"/>
                </a:lnTo>
                <a:lnTo>
                  <a:pt x="0" y="220790"/>
                </a:lnTo>
                <a:lnTo>
                  <a:pt x="0" y="201787"/>
                </a:lnTo>
                <a:lnTo>
                  <a:pt x="0" y="182775"/>
                </a:lnTo>
                <a:lnTo>
                  <a:pt x="0" y="163773"/>
                </a:lnTo>
                <a:lnTo>
                  <a:pt x="0" y="144770"/>
                </a:lnTo>
                <a:lnTo>
                  <a:pt x="10858" y="133655"/>
                </a:lnTo>
                <a:lnTo>
                  <a:pt x="28937" y="127787"/>
                </a:lnTo>
                <a:lnTo>
                  <a:pt x="47015" y="121920"/>
                </a:lnTo>
                <a:lnTo>
                  <a:pt x="65094" y="116062"/>
                </a:lnTo>
                <a:lnTo>
                  <a:pt x="83172" y="110195"/>
                </a:lnTo>
                <a:lnTo>
                  <a:pt x="101251" y="104327"/>
                </a:lnTo>
                <a:lnTo>
                  <a:pt x="119329" y="98460"/>
                </a:lnTo>
                <a:lnTo>
                  <a:pt x="137408" y="92602"/>
                </a:lnTo>
                <a:lnTo>
                  <a:pt x="155486" y="86735"/>
                </a:lnTo>
                <a:lnTo>
                  <a:pt x="173565" y="80867"/>
                </a:lnTo>
                <a:lnTo>
                  <a:pt x="191643" y="75009"/>
                </a:lnTo>
                <a:lnTo>
                  <a:pt x="209721" y="69142"/>
                </a:lnTo>
                <a:lnTo>
                  <a:pt x="227800" y="63275"/>
                </a:lnTo>
                <a:lnTo>
                  <a:pt x="245878" y="57417"/>
                </a:lnTo>
                <a:lnTo>
                  <a:pt x="263957" y="51549"/>
                </a:lnTo>
                <a:lnTo>
                  <a:pt x="282035" y="45682"/>
                </a:lnTo>
                <a:lnTo>
                  <a:pt x="300114" y="39824"/>
                </a:lnTo>
                <a:lnTo>
                  <a:pt x="318192" y="33957"/>
                </a:lnTo>
                <a:lnTo>
                  <a:pt x="336271" y="28089"/>
                </a:lnTo>
                <a:lnTo>
                  <a:pt x="354349" y="22231"/>
                </a:lnTo>
                <a:lnTo>
                  <a:pt x="372428" y="16364"/>
                </a:lnTo>
                <a:lnTo>
                  <a:pt x="390506" y="10497"/>
                </a:lnTo>
                <a:lnTo>
                  <a:pt x="408584" y="4639"/>
                </a:lnTo>
                <a:lnTo>
                  <a:pt x="425768" y="0"/>
                </a:lnTo>
                <a:lnTo>
                  <a:pt x="425768" y="19002"/>
                </a:lnTo>
                <a:lnTo>
                  <a:pt x="425768" y="38014"/>
                </a:lnTo>
                <a:lnTo>
                  <a:pt x="425768" y="57017"/>
                </a:lnTo>
                <a:lnTo>
                  <a:pt x="425768" y="76019"/>
                </a:lnTo>
                <a:lnTo>
                  <a:pt x="425768" y="95031"/>
                </a:lnTo>
                <a:lnTo>
                  <a:pt x="425768" y="114033"/>
                </a:lnTo>
                <a:lnTo>
                  <a:pt x="425768" y="133045"/>
                </a:lnTo>
                <a:lnTo>
                  <a:pt x="425768" y="152048"/>
                </a:lnTo>
                <a:lnTo>
                  <a:pt x="425768" y="171050"/>
                </a:lnTo>
                <a:lnTo>
                  <a:pt x="425768" y="190062"/>
                </a:lnTo>
                <a:lnTo>
                  <a:pt x="425768" y="209064"/>
                </a:lnTo>
                <a:lnTo>
                  <a:pt x="425768" y="228067"/>
                </a:lnTo>
                <a:lnTo>
                  <a:pt x="425768" y="247079"/>
                </a:lnTo>
                <a:lnTo>
                  <a:pt x="425768" y="266081"/>
                </a:lnTo>
                <a:lnTo>
                  <a:pt x="425768" y="285093"/>
                </a:lnTo>
                <a:lnTo>
                  <a:pt x="425768" y="304095"/>
                </a:lnTo>
                <a:lnTo>
                  <a:pt x="425768" y="323098"/>
                </a:lnTo>
                <a:lnTo>
                  <a:pt x="425768" y="342109"/>
                </a:lnTo>
                <a:lnTo>
                  <a:pt x="425768" y="361112"/>
                </a:lnTo>
                <a:lnTo>
                  <a:pt x="425710" y="380086"/>
                </a:lnTo>
                <a:lnTo>
                  <a:pt x="407975" y="386906"/>
                </a:lnTo>
                <a:lnTo>
                  <a:pt x="390239" y="393735"/>
                </a:lnTo>
                <a:lnTo>
                  <a:pt x="372504" y="400555"/>
                </a:lnTo>
                <a:lnTo>
                  <a:pt x="354759" y="407384"/>
                </a:lnTo>
                <a:lnTo>
                  <a:pt x="337023" y="414204"/>
                </a:lnTo>
                <a:lnTo>
                  <a:pt x="319288" y="421034"/>
                </a:lnTo>
                <a:lnTo>
                  <a:pt x="301542" y="427863"/>
                </a:lnTo>
                <a:lnTo>
                  <a:pt x="283807" y="434683"/>
                </a:lnTo>
                <a:lnTo>
                  <a:pt x="266071" y="441512"/>
                </a:lnTo>
                <a:lnTo>
                  <a:pt x="248336" y="448332"/>
                </a:lnTo>
                <a:lnTo>
                  <a:pt x="230591" y="455162"/>
                </a:lnTo>
                <a:lnTo>
                  <a:pt x="212855" y="461982"/>
                </a:lnTo>
                <a:lnTo>
                  <a:pt x="195120" y="468811"/>
                </a:lnTo>
                <a:lnTo>
                  <a:pt x="177384" y="475640"/>
                </a:lnTo>
                <a:lnTo>
                  <a:pt x="159639" y="482460"/>
                </a:lnTo>
                <a:lnTo>
                  <a:pt x="141903" y="489290"/>
                </a:lnTo>
                <a:lnTo>
                  <a:pt x="124168" y="496110"/>
                </a:lnTo>
                <a:lnTo>
                  <a:pt x="106432" y="502939"/>
                </a:lnTo>
                <a:lnTo>
                  <a:pt x="88687" y="509759"/>
                </a:lnTo>
                <a:lnTo>
                  <a:pt x="70952" y="516588"/>
                </a:lnTo>
                <a:lnTo>
                  <a:pt x="53216" y="523418"/>
                </a:lnTo>
                <a:lnTo>
                  <a:pt x="35481" y="530238"/>
                </a:lnTo>
                <a:lnTo>
                  <a:pt x="17736" y="537067"/>
                </a:lnTo>
                <a:lnTo>
                  <a:pt x="0" y="543887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52F1BC41-D28B-493D-85B3-1BD5D1C5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" y="4942523"/>
            <a:ext cx="2041503" cy="163830"/>
          </a:xfrm>
          <a:custGeom xmlns:a="http://schemas.openxmlformats.org/drawingml/2006/main">
            <a:pathLst>
              <a:path w="2041503" h="163830">
                <a:moveTo>
                  <a:pt x="0" y="163830"/>
                </a:moveTo>
                <a:lnTo>
                  <a:pt x="19002" y="163830"/>
                </a:lnTo>
                <a:lnTo>
                  <a:pt x="38014" y="163830"/>
                </a:lnTo>
                <a:lnTo>
                  <a:pt x="57017" y="163830"/>
                </a:lnTo>
                <a:lnTo>
                  <a:pt x="76029" y="163830"/>
                </a:lnTo>
                <a:lnTo>
                  <a:pt x="95031" y="163830"/>
                </a:lnTo>
                <a:lnTo>
                  <a:pt x="114043" y="163830"/>
                </a:lnTo>
                <a:lnTo>
                  <a:pt x="133045" y="163830"/>
                </a:lnTo>
                <a:lnTo>
                  <a:pt x="152057" y="163830"/>
                </a:lnTo>
                <a:lnTo>
                  <a:pt x="171059" y="163830"/>
                </a:lnTo>
                <a:lnTo>
                  <a:pt x="190071" y="163830"/>
                </a:lnTo>
                <a:lnTo>
                  <a:pt x="209074" y="163830"/>
                </a:lnTo>
                <a:lnTo>
                  <a:pt x="228086" y="163830"/>
                </a:lnTo>
                <a:lnTo>
                  <a:pt x="247088" y="163830"/>
                </a:lnTo>
                <a:lnTo>
                  <a:pt x="266100" y="163830"/>
                </a:lnTo>
                <a:lnTo>
                  <a:pt x="285102" y="163830"/>
                </a:lnTo>
                <a:lnTo>
                  <a:pt x="304114" y="163830"/>
                </a:lnTo>
                <a:lnTo>
                  <a:pt x="323117" y="163830"/>
                </a:lnTo>
                <a:lnTo>
                  <a:pt x="342119" y="163830"/>
                </a:lnTo>
                <a:lnTo>
                  <a:pt x="361131" y="163830"/>
                </a:lnTo>
                <a:lnTo>
                  <a:pt x="380133" y="163830"/>
                </a:lnTo>
                <a:lnTo>
                  <a:pt x="399145" y="163830"/>
                </a:lnTo>
                <a:lnTo>
                  <a:pt x="418148" y="163830"/>
                </a:lnTo>
                <a:lnTo>
                  <a:pt x="437159" y="163830"/>
                </a:lnTo>
                <a:lnTo>
                  <a:pt x="456162" y="163830"/>
                </a:lnTo>
                <a:lnTo>
                  <a:pt x="475174" y="163830"/>
                </a:lnTo>
                <a:lnTo>
                  <a:pt x="494176" y="163830"/>
                </a:lnTo>
                <a:lnTo>
                  <a:pt x="513188" y="163830"/>
                </a:lnTo>
                <a:lnTo>
                  <a:pt x="532190" y="163830"/>
                </a:lnTo>
                <a:lnTo>
                  <a:pt x="551202" y="163830"/>
                </a:lnTo>
                <a:lnTo>
                  <a:pt x="570205" y="163830"/>
                </a:lnTo>
                <a:lnTo>
                  <a:pt x="589217" y="163830"/>
                </a:lnTo>
                <a:lnTo>
                  <a:pt x="608219" y="163830"/>
                </a:lnTo>
                <a:lnTo>
                  <a:pt x="627231" y="163830"/>
                </a:lnTo>
                <a:lnTo>
                  <a:pt x="646233" y="163830"/>
                </a:lnTo>
                <a:lnTo>
                  <a:pt x="665236" y="163830"/>
                </a:lnTo>
                <a:lnTo>
                  <a:pt x="684247" y="163830"/>
                </a:lnTo>
                <a:lnTo>
                  <a:pt x="703250" y="163830"/>
                </a:lnTo>
                <a:lnTo>
                  <a:pt x="722262" y="163830"/>
                </a:lnTo>
                <a:lnTo>
                  <a:pt x="741264" y="163830"/>
                </a:lnTo>
                <a:lnTo>
                  <a:pt x="760276" y="163830"/>
                </a:lnTo>
                <a:lnTo>
                  <a:pt x="779278" y="163830"/>
                </a:lnTo>
                <a:lnTo>
                  <a:pt x="798290" y="163830"/>
                </a:lnTo>
                <a:lnTo>
                  <a:pt x="817293" y="163830"/>
                </a:lnTo>
                <a:lnTo>
                  <a:pt x="836305" y="163830"/>
                </a:lnTo>
                <a:lnTo>
                  <a:pt x="855307" y="163830"/>
                </a:lnTo>
                <a:lnTo>
                  <a:pt x="874319" y="163830"/>
                </a:lnTo>
                <a:lnTo>
                  <a:pt x="893321" y="163830"/>
                </a:lnTo>
                <a:lnTo>
                  <a:pt x="912333" y="163830"/>
                </a:lnTo>
                <a:lnTo>
                  <a:pt x="931335" y="163830"/>
                </a:lnTo>
                <a:lnTo>
                  <a:pt x="950347" y="163830"/>
                </a:lnTo>
                <a:lnTo>
                  <a:pt x="969350" y="163830"/>
                </a:lnTo>
                <a:lnTo>
                  <a:pt x="988352" y="163830"/>
                </a:lnTo>
                <a:lnTo>
                  <a:pt x="1007364" y="163830"/>
                </a:lnTo>
                <a:lnTo>
                  <a:pt x="1026366" y="163830"/>
                </a:lnTo>
                <a:lnTo>
                  <a:pt x="1045378" y="163830"/>
                </a:lnTo>
                <a:lnTo>
                  <a:pt x="1064381" y="163830"/>
                </a:lnTo>
                <a:lnTo>
                  <a:pt x="1083393" y="163830"/>
                </a:lnTo>
                <a:lnTo>
                  <a:pt x="1102395" y="163830"/>
                </a:lnTo>
                <a:lnTo>
                  <a:pt x="1121407" y="163830"/>
                </a:lnTo>
                <a:lnTo>
                  <a:pt x="1140409" y="163830"/>
                </a:lnTo>
                <a:lnTo>
                  <a:pt x="1159421" y="163830"/>
                </a:lnTo>
                <a:lnTo>
                  <a:pt x="1178423" y="163830"/>
                </a:lnTo>
                <a:lnTo>
                  <a:pt x="1197435" y="163830"/>
                </a:lnTo>
                <a:lnTo>
                  <a:pt x="1216438" y="163830"/>
                </a:lnTo>
                <a:lnTo>
                  <a:pt x="1235450" y="163830"/>
                </a:lnTo>
                <a:lnTo>
                  <a:pt x="1254452" y="163830"/>
                </a:lnTo>
                <a:lnTo>
                  <a:pt x="1273464" y="163830"/>
                </a:lnTo>
                <a:lnTo>
                  <a:pt x="1292466" y="163830"/>
                </a:lnTo>
                <a:lnTo>
                  <a:pt x="1311469" y="163830"/>
                </a:lnTo>
                <a:lnTo>
                  <a:pt x="1330481" y="163830"/>
                </a:lnTo>
                <a:lnTo>
                  <a:pt x="1349483" y="163830"/>
                </a:lnTo>
                <a:lnTo>
                  <a:pt x="1368495" y="163830"/>
                </a:lnTo>
                <a:lnTo>
                  <a:pt x="1387497" y="163830"/>
                </a:lnTo>
                <a:lnTo>
                  <a:pt x="1406509" y="163830"/>
                </a:lnTo>
                <a:lnTo>
                  <a:pt x="1425512" y="163830"/>
                </a:lnTo>
                <a:lnTo>
                  <a:pt x="1444523" y="163830"/>
                </a:lnTo>
                <a:lnTo>
                  <a:pt x="1463526" y="163830"/>
                </a:lnTo>
                <a:lnTo>
                  <a:pt x="1482538" y="163830"/>
                </a:lnTo>
                <a:lnTo>
                  <a:pt x="1501540" y="163830"/>
                </a:lnTo>
                <a:lnTo>
                  <a:pt x="1520552" y="163830"/>
                </a:lnTo>
                <a:lnTo>
                  <a:pt x="1539554" y="163830"/>
                </a:lnTo>
                <a:lnTo>
                  <a:pt x="1558566" y="163830"/>
                </a:lnTo>
                <a:lnTo>
                  <a:pt x="1577569" y="163830"/>
                </a:lnTo>
                <a:lnTo>
                  <a:pt x="1596581" y="163830"/>
                </a:lnTo>
                <a:lnTo>
                  <a:pt x="1615583" y="163830"/>
                </a:lnTo>
                <a:lnTo>
                  <a:pt x="1633499" y="157982"/>
                </a:lnTo>
                <a:lnTo>
                  <a:pt x="1651244" y="151152"/>
                </a:lnTo>
                <a:lnTo>
                  <a:pt x="1668980" y="144332"/>
                </a:lnTo>
                <a:lnTo>
                  <a:pt x="1686716" y="137503"/>
                </a:lnTo>
                <a:lnTo>
                  <a:pt x="1704461" y="130673"/>
                </a:lnTo>
                <a:lnTo>
                  <a:pt x="1722196" y="123854"/>
                </a:lnTo>
                <a:lnTo>
                  <a:pt x="1739941" y="117024"/>
                </a:lnTo>
                <a:lnTo>
                  <a:pt x="1757677" y="110195"/>
                </a:lnTo>
                <a:lnTo>
                  <a:pt x="1775412" y="103375"/>
                </a:lnTo>
                <a:lnTo>
                  <a:pt x="1793157" y="96545"/>
                </a:lnTo>
                <a:lnTo>
                  <a:pt x="1810893" y="89726"/>
                </a:lnTo>
                <a:lnTo>
                  <a:pt x="1828629" y="82896"/>
                </a:lnTo>
                <a:lnTo>
                  <a:pt x="1846374" y="76067"/>
                </a:lnTo>
                <a:lnTo>
                  <a:pt x="1864109" y="69247"/>
                </a:lnTo>
                <a:lnTo>
                  <a:pt x="1881845" y="62417"/>
                </a:lnTo>
                <a:lnTo>
                  <a:pt x="1899590" y="55597"/>
                </a:lnTo>
                <a:lnTo>
                  <a:pt x="1917325" y="48768"/>
                </a:lnTo>
                <a:lnTo>
                  <a:pt x="1935061" y="41939"/>
                </a:lnTo>
                <a:lnTo>
                  <a:pt x="1952806" y="35119"/>
                </a:lnTo>
                <a:lnTo>
                  <a:pt x="1970542" y="28289"/>
                </a:lnTo>
                <a:lnTo>
                  <a:pt x="1988287" y="21469"/>
                </a:lnTo>
                <a:lnTo>
                  <a:pt x="2006022" y="14640"/>
                </a:lnTo>
                <a:lnTo>
                  <a:pt x="2023758" y="7810"/>
                </a:lnTo>
                <a:lnTo>
                  <a:pt x="2041503" y="991"/>
                </a:lnTo>
                <a:lnTo>
                  <a:pt x="2027806" y="0"/>
                </a:lnTo>
                <a:lnTo>
                  <a:pt x="2008803" y="0"/>
                </a:lnTo>
                <a:lnTo>
                  <a:pt x="1989792" y="0"/>
                </a:lnTo>
                <a:lnTo>
                  <a:pt x="1970789" y="0"/>
                </a:lnTo>
                <a:lnTo>
                  <a:pt x="1951777" y="0"/>
                </a:lnTo>
                <a:lnTo>
                  <a:pt x="1932775" y="0"/>
                </a:lnTo>
                <a:lnTo>
                  <a:pt x="1913763" y="0"/>
                </a:lnTo>
                <a:lnTo>
                  <a:pt x="1894761" y="0"/>
                </a:lnTo>
                <a:lnTo>
                  <a:pt x="1875749" y="0"/>
                </a:lnTo>
                <a:lnTo>
                  <a:pt x="1856746" y="0"/>
                </a:lnTo>
                <a:lnTo>
                  <a:pt x="1837734" y="0"/>
                </a:lnTo>
                <a:lnTo>
                  <a:pt x="1818732" y="0"/>
                </a:lnTo>
                <a:lnTo>
                  <a:pt x="1799730" y="0"/>
                </a:lnTo>
                <a:lnTo>
                  <a:pt x="1780718" y="0"/>
                </a:lnTo>
                <a:lnTo>
                  <a:pt x="1761715" y="0"/>
                </a:lnTo>
                <a:lnTo>
                  <a:pt x="1742704" y="0"/>
                </a:lnTo>
                <a:lnTo>
                  <a:pt x="1723701" y="0"/>
                </a:lnTo>
                <a:lnTo>
                  <a:pt x="1704689" y="0"/>
                </a:lnTo>
                <a:lnTo>
                  <a:pt x="1685687" y="0"/>
                </a:lnTo>
                <a:lnTo>
                  <a:pt x="1666675" y="0"/>
                </a:lnTo>
                <a:lnTo>
                  <a:pt x="1647673" y="0"/>
                </a:lnTo>
                <a:lnTo>
                  <a:pt x="1628661" y="0"/>
                </a:lnTo>
                <a:lnTo>
                  <a:pt x="1609658" y="0"/>
                </a:lnTo>
                <a:lnTo>
                  <a:pt x="1590646" y="0"/>
                </a:lnTo>
                <a:lnTo>
                  <a:pt x="1571644" y="0"/>
                </a:lnTo>
                <a:lnTo>
                  <a:pt x="1552632" y="0"/>
                </a:lnTo>
                <a:lnTo>
                  <a:pt x="1533630" y="0"/>
                </a:lnTo>
                <a:lnTo>
                  <a:pt x="1514618" y="0"/>
                </a:lnTo>
                <a:lnTo>
                  <a:pt x="1495616" y="0"/>
                </a:lnTo>
                <a:lnTo>
                  <a:pt x="1476613" y="0"/>
                </a:lnTo>
                <a:lnTo>
                  <a:pt x="1457601" y="0"/>
                </a:lnTo>
                <a:lnTo>
                  <a:pt x="1438599" y="0"/>
                </a:lnTo>
                <a:lnTo>
                  <a:pt x="1419587" y="0"/>
                </a:lnTo>
                <a:lnTo>
                  <a:pt x="1400585" y="0"/>
                </a:lnTo>
                <a:lnTo>
                  <a:pt x="1381573" y="0"/>
                </a:lnTo>
                <a:lnTo>
                  <a:pt x="1362570" y="0"/>
                </a:lnTo>
                <a:lnTo>
                  <a:pt x="1343558" y="0"/>
                </a:lnTo>
                <a:lnTo>
                  <a:pt x="1324556" y="0"/>
                </a:lnTo>
                <a:lnTo>
                  <a:pt x="1305544" y="0"/>
                </a:lnTo>
                <a:lnTo>
                  <a:pt x="1286542" y="0"/>
                </a:lnTo>
                <a:lnTo>
                  <a:pt x="1267530" y="0"/>
                </a:lnTo>
                <a:lnTo>
                  <a:pt x="1248527" y="0"/>
                </a:lnTo>
                <a:lnTo>
                  <a:pt x="1229516" y="0"/>
                </a:lnTo>
                <a:lnTo>
                  <a:pt x="1210513" y="0"/>
                </a:lnTo>
                <a:lnTo>
                  <a:pt x="1191501" y="0"/>
                </a:lnTo>
                <a:lnTo>
                  <a:pt x="1172499" y="0"/>
                </a:lnTo>
                <a:lnTo>
                  <a:pt x="1153497" y="0"/>
                </a:lnTo>
                <a:lnTo>
                  <a:pt x="1134485" y="0"/>
                </a:lnTo>
                <a:lnTo>
                  <a:pt x="1115482" y="0"/>
                </a:lnTo>
                <a:lnTo>
                  <a:pt x="1096470" y="0"/>
                </a:lnTo>
                <a:lnTo>
                  <a:pt x="1077468" y="0"/>
                </a:lnTo>
                <a:lnTo>
                  <a:pt x="1058456" y="0"/>
                </a:lnTo>
                <a:lnTo>
                  <a:pt x="1039454" y="0"/>
                </a:lnTo>
                <a:lnTo>
                  <a:pt x="1020442" y="0"/>
                </a:lnTo>
                <a:lnTo>
                  <a:pt x="1001439" y="0"/>
                </a:lnTo>
                <a:lnTo>
                  <a:pt x="982428" y="0"/>
                </a:lnTo>
                <a:lnTo>
                  <a:pt x="963425" y="0"/>
                </a:lnTo>
                <a:lnTo>
                  <a:pt x="944413" y="0"/>
                </a:lnTo>
                <a:lnTo>
                  <a:pt x="925411" y="0"/>
                </a:lnTo>
                <a:lnTo>
                  <a:pt x="906399" y="0"/>
                </a:lnTo>
                <a:lnTo>
                  <a:pt x="887397" y="0"/>
                </a:lnTo>
                <a:lnTo>
                  <a:pt x="868385" y="0"/>
                </a:lnTo>
                <a:lnTo>
                  <a:pt x="849382" y="0"/>
                </a:lnTo>
                <a:lnTo>
                  <a:pt x="830380" y="0"/>
                </a:lnTo>
                <a:lnTo>
                  <a:pt x="811368" y="0"/>
                </a:lnTo>
                <a:lnTo>
                  <a:pt x="792366" y="0"/>
                </a:lnTo>
                <a:lnTo>
                  <a:pt x="773354" y="0"/>
                </a:lnTo>
                <a:lnTo>
                  <a:pt x="754351" y="0"/>
                </a:lnTo>
                <a:lnTo>
                  <a:pt x="735340" y="0"/>
                </a:lnTo>
                <a:lnTo>
                  <a:pt x="716337" y="0"/>
                </a:lnTo>
                <a:lnTo>
                  <a:pt x="697325" y="0"/>
                </a:lnTo>
                <a:lnTo>
                  <a:pt x="678323" y="0"/>
                </a:lnTo>
                <a:lnTo>
                  <a:pt x="659311" y="0"/>
                </a:lnTo>
                <a:lnTo>
                  <a:pt x="640309" y="0"/>
                </a:lnTo>
                <a:lnTo>
                  <a:pt x="621297" y="0"/>
                </a:lnTo>
                <a:lnTo>
                  <a:pt x="602294" y="0"/>
                </a:lnTo>
                <a:lnTo>
                  <a:pt x="583282" y="0"/>
                </a:lnTo>
                <a:lnTo>
                  <a:pt x="564280" y="0"/>
                </a:lnTo>
                <a:lnTo>
                  <a:pt x="545268" y="0"/>
                </a:lnTo>
                <a:lnTo>
                  <a:pt x="526266" y="0"/>
                </a:lnTo>
                <a:lnTo>
                  <a:pt x="508102" y="5505"/>
                </a:lnTo>
                <a:lnTo>
                  <a:pt x="489947" y="11163"/>
                </a:lnTo>
                <a:lnTo>
                  <a:pt x="471802" y="16821"/>
                </a:lnTo>
                <a:lnTo>
                  <a:pt x="453657" y="22469"/>
                </a:lnTo>
                <a:lnTo>
                  <a:pt x="435512" y="28127"/>
                </a:lnTo>
                <a:lnTo>
                  <a:pt x="417366" y="33785"/>
                </a:lnTo>
                <a:lnTo>
                  <a:pt x="399221" y="39434"/>
                </a:lnTo>
                <a:lnTo>
                  <a:pt x="381076" y="45091"/>
                </a:lnTo>
                <a:lnTo>
                  <a:pt x="362931" y="50740"/>
                </a:lnTo>
                <a:lnTo>
                  <a:pt x="344776" y="56398"/>
                </a:lnTo>
                <a:lnTo>
                  <a:pt x="326631" y="62055"/>
                </a:lnTo>
                <a:lnTo>
                  <a:pt x="308486" y="67704"/>
                </a:lnTo>
                <a:lnTo>
                  <a:pt x="290341" y="73362"/>
                </a:lnTo>
                <a:lnTo>
                  <a:pt x="272196" y="79019"/>
                </a:lnTo>
                <a:lnTo>
                  <a:pt x="254051" y="84668"/>
                </a:lnTo>
                <a:lnTo>
                  <a:pt x="235906" y="90326"/>
                </a:lnTo>
                <a:lnTo>
                  <a:pt x="217761" y="95974"/>
                </a:lnTo>
                <a:lnTo>
                  <a:pt x="199606" y="101632"/>
                </a:lnTo>
                <a:lnTo>
                  <a:pt x="181461" y="107290"/>
                </a:lnTo>
                <a:lnTo>
                  <a:pt x="163316" y="112938"/>
                </a:lnTo>
                <a:lnTo>
                  <a:pt x="145171" y="118596"/>
                </a:lnTo>
                <a:lnTo>
                  <a:pt x="127025" y="124254"/>
                </a:lnTo>
                <a:lnTo>
                  <a:pt x="108880" y="129902"/>
                </a:lnTo>
                <a:lnTo>
                  <a:pt x="90735" y="135560"/>
                </a:lnTo>
                <a:lnTo>
                  <a:pt x="72581" y="141218"/>
                </a:lnTo>
                <a:lnTo>
                  <a:pt x="54435" y="146866"/>
                </a:lnTo>
                <a:lnTo>
                  <a:pt x="36290" y="152524"/>
                </a:lnTo>
                <a:lnTo>
                  <a:pt x="18145" y="158172"/>
                </a:lnTo>
                <a:lnTo>
                  <a:pt x="0" y="163830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1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6E6F5AAF-4568-41D8-B254-5A63B758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978" y="4942523"/>
            <a:ext cx="1880235" cy="163830"/>
          </a:xfrm>
          <a:custGeom xmlns:a="http://schemas.openxmlformats.org/drawingml/2006/main">
            <a:pathLst>
              <a:path w="1880235" h="163830">
                <a:moveTo>
                  <a:pt x="0" y="163830"/>
                </a:moveTo>
                <a:lnTo>
                  <a:pt x="18917" y="163830"/>
                </a:lnTo>
                <a:lnTo>
                  <a:pt x="37824" y="163830"/>
                </a:lnTo>
                <a:lnTo>
                  <a:pt x="56740" y="163830"/>
                </a:lnTo>
                <a:lnTo>
                  <a:pt x="75657" y="163830"/>
                </a:lnTo>
                <a:lnTo>
                  <a:pt x="94564" y="163830"/>
                </a:lnTo>
                <a:lnTo>
                  <a:pt x="113481" y="163830"/>
                </a:lnTo>
                <a:lnTo>
                  <a:pt x="132398" y="163830"/>
                </a:lnTo>
                <a:lnTo>
                  <a:pt x="151314" y="163830"/>
                </a:lnTo>
                <a:lnTo>
                  <a:pt x="170221" y="163830"/>
                </a:lnTo>
                <a:lnTo>
                  <a:pt x="189138" y="163830"/>
                </a:lnTo>
                <a:lnTo>
                  <a:pt x="208055" y="163830"/>
                </a:lnTo>
                <a:lnTo>
                  <a:pt x="226962" y="163830"/>
                </a:lnTo>
                <a:lnTo>
                  <a:pt x="245878" y="163830"/>
                </a:lnTo>
                <a:lnTo>
                  <a:pt x="264795" y="163830"/>
                </a:lnTo>
                <a:lnTo>
                  <a:pt x="283702" y="163830"/>
                </a:lnTo>
                <a:lnTo>
                  <a:pt x="302619" y="163830"/>
                </a:lnTo>
                <a:lnTo>
                  <a:pt x="321535" y="163830"/>
                </a:lnTo>
                <a:lnTo>
                  <a:pt x="340452" y="163830"/>
                </a:lnTo>
                <a:lnTo>
                  <a:pt x="359359" y="163830"/>
                </a:lnTo>
                <a:lnTo>
                  <a:pt x="378276" y="163830"/>
                </a:lnTo>
                <a:lnTo>
                  <a:pt x="397193" y="163830"/>
                </a:lnTo>
                <a:lnTo>
                  <a:pt x="416100" y="163830"/>
                </a:lnTo>
                <a:lnTo>
                  <a:pt x="435016" y="163830"/>
                </a:lnTo>
                <a:lnTo>
                  <a:pt x="453933" y="163830"/>
                </a:lnTo>
                <a:lnTo>
                  <a:pt x="472840" y="163830"/>
                </a:lnTo>
                <a:lnTo>
                  <a:pt x="491757" y="163830"/>
                </a:lnTo>
                <a:lnTo>
                  <a:pt x="510673" y="163830"/>
                </a:lnTo>
                <a:lnTo>
                  <a:pt x="529590" y="163830"/>
                </a:lnTo>
                <a:lnTo>
                  <a:pt x="548497" y="163830"/>
                </a:lnTo>
                <a:lnTo>
                  <a:pt x="567414" y="163830"/>
                </a:lnTo>
                <a:lnTo>
                  <a:pt x="586330" y="163830"/>
                </a:lnTo>
                <a:lnTo>
                  <a:pt x="605238" y="163830"/>
                </a:lnTo>
                <a:lnTo>
                  <a:pt x="624154" y="163830"/>
                </a:lnTo>
                <a:lnTo>
                  <a:pt x="643071" y="163830"/>
                </a:lnTo>
                <a:lnTo>
                  <a:pt x="661978" y="163830"/>
                </a:lnTo>
                <a:lnTo>
                  <a:pt x="680895" y="163830"/>
                </a:lnTo>
                <a:lnTo>
                  <a:pt x="699811" y="163830"/>
                </a:lnTo>
                <a:lnTo>
                  <a:pt x="718728" y="163830"/>
                </a:lnTo>
                <a:lnTo>
                  <a:pt x="737635" y="163830"/>
                </a:lnTo>
                <a:lnTo>
                  <a:pt x="756552" y="163830"/>
                </a:lnTo>
                <a:lnTo>
                  <a:pt x="775468" y="163830"/>
                </a:lnTo>
                <a:lnTo>
                  <a:pt x="794375" y="163830"/>
                </a:lnTo>
                <a:lnTo>
                  <a:pt x="813292" y="163830"/>
                </a:lnTo>
                <a:lnTo>
                  <a:pt x="832209" y="163830"/>
                </a:lnTo>
                <a:lnTo>
                  <a:pt x="851116" y="163830"/>
                </a:lnTo>
                <a:lnTo>
                  <a:pt x="870033" y="163830"/>
                </a:lnTo>
                <a:lnTo>
                  <a:pt x="888949" y="163830"/>
                </a:lnTo>
                <a:lnTo>
                  <a:pt x="907856" y="163830"/>
                </a:lnTo>
                <a:lnTo>
                  <a:pt x="926773" y="163830"/>
                </a:lnTo>
                <a:lnTo>
                  <a:pt x="945690" y="163830"/>
                </a:lnTo>
                <a:lnTo>
                  <a:pt x="964606" y="163830"/>
                </a:lnTo>
                <a:lnTo>
                  <a:pt x="983513" y="163830"/>
                </a:lnTo>
                <a:lnTo>
                  <a:pt x="1002430" y="163830"/>
                </a:lnTo>
                <a:lnTo>
                  <a:pt x="1021347" y="163830"/>
                </a:lnTo>
                <a:lnTo>
                  <a:pt x="1040254" y="163830"/>
                </a:lnTo>
                <a:lnTo>
                  <a:pt x="1059170" y="163830"/>
                </a:lnTo>
                <a:lnTo>
                  <a:pt x="1078087" y="163830"/>
                </a:lnTo>
                <a:lnTo>
                  <a:pt x="1096994" y="163830"/>
                </a:lnTo>
                <a:lnTo>
                  <a:pt x="1115911" y="163830"/>
                </a:lnTo>
                <a:lnTo>
                  <a:pt x="1134828" y="163830"/>
                </a:lnTo>
                <a:lnTo>
                  <a:pt x="1153744" y="163830"/>
                </a:lnTo>
                <a:lnTo>
                  <a:pt x="1172651" y="163830"/>
                </a:lnTo>
                <a:lnTo>
                  <a:pt x="1191568" y="163830"/>
                </a:lnTo>
                <a:lnTo>
                  <a:pt x="1210485" y="163830"/>
                </a:lnTo>
                <a:lnTo>
                  <a:pt x="1229392" y="163830"/>
                </a:lnTo>
                <a:lnTo>
                  <a:pt x="1248308" y="163830"/>
                </a:lnTo>
                <a:lnTo>
                  <a:pt x="1267225" y="163830"/>
                </a:lnTo>
                <a:lnTo>
                  <a:pt x="1286132" y="163830"/>
                </a:lnTo>
                <a:lnTo>
                  <a:pt x="1305049" y="163830"/>
                </a:lnTo>
                <a:lnTo>
                  <a:pt x="1323965" y="163830"/>
                </a:lnTo>
                <a:lnTo>
                  <a:pt x="1342882" y="163830"/>
                </a:lnTo>
                <a:lnTo>
                  <a:pt x="1361789" y="163830"/>
                </a:lnTo>
                <a:lnTo>
                  <a:pt x="1380706" y="163830"/>
                </a:lnTo>
                <a:lnTo>
                  <a:pt x="1399623" y="163830"/>
                </a:lnTo>
                <a:lnTo>
                  <a:pt x="1418530" y="163830"/>
                </a:lnTo>
                <a:lnTo>
                  <a:pt x="1437446" y="163830"/>
                </a:lnTo>
                <a:lnTo>
                  <a:pt x="1455868" y="161134"/>
                </a:lnTo>
                <a:lnTo>
                  <a:pt x="1473546" y="154419"/>
                </a:lnTo>
                <a:lnTo>
                  <a:pt x="1491224" y="147704"/>
                </a:lnTo>
                <a:lnTo>
                  <a:pt x="1508912" y="140989"/>
                </a:lnTo>
                <a:lnTo>
                  <a:pt x="1526591" y="134274"/>
                </a:lnTo>
                <a:lnTo>
                  <a:pt x="1544279" y="127559"/>
                </a:lnTo>
                <a:lnTo>
                  <a:pt x="1561957" y="120844"/>
                </a:lnTo>
                <a:lnTo>
                  <a:pt x="1579636" y="114138"/>
                </a:lnTo>
                <a:lnTo>
                  <a:pt x="1597323" y="107423"/>
                </a:lnTo>
                <a:lnTo>
                  <a:pt x="1615002" y="100708"/>
                </a:lnTo>
                <a:lnTo>
                  <a:pt x="1632690" y="93993"/>
                </a:lnTo>
                <a:lnTo>
                  <a:pt x="1650368" y="87278"/>
                </a:lnTo>
                <a:lnTo>
                  <a:pt x="1668047" y="80562"/>
                </a:lnTo>
                <a:lnTo>
                  <a:pt x="1685735" y="73847"/>
                </a:lnTo>
                <a:lnTo>
                  <a:pt x="1703413" y="67142"/>
                </a:lnTo>
                <a:lnTo>
                  <a:pt x="1721101" y="60427"/>
                </a:lnTo>
                <a:lnTo>
                  <a:pt x="1738779" y="53711"/>
                </a:lnTo>
                <a:lnTo>
                  <a:pt x="1756458" y="46996"/>
                </a:lnTo>
                <a:lnTo>
                  <a:pt x="1774146" y="40281"/>
                </a:lnTo>
                <a:lnTo>
                  <a:pt x="1791824" y="33566"/>
                </a:lnTo>
                <a:lnTo>
                  <a:pt x="1809502" y="26851"/>
                </a:lnTo>
                <a:lnTo>
                  <a:pt x="1827190" y="20145"/>
                </a:lnTo>
                <a:lnTo>
                  <a:pt x="1844869" y="13430"/>
                </a:lnTo>
                <a:lnTo>
                  <a:pt x="1862557" y="6715"/>
                </a:lnTo>
                <a:lnTo>
                  <a:pt x="18802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90AFCB8E-9947-46C1-A6EE-15112709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3995" y="4942523"/>
            <a:ext cx="13592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3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360966A8-9E90-4AE4-9569-2E008518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4181999"/>
            <a:ext cx="326708" cy="517636"/>
          </a:xfrm>
          <a:custGeom xmlns:a="http://schemas.openxmlformats.org/drawingml/2006/main">
            <a:pathLst>
              <a:path w="326708" h="517636">
                <a:moveTo>
                  <a:pt x="0" y="517636"/>
                </a:moveTo>
                <a:lnTo>
                  <a:pt x="0" y="498815"/>
                </a:lnTo>
                <a:lnTo>
                  <a:pt x="0" y="479984"/>
                </a:lnTo>
                <a:lnTo>
                  <a:pt x="0" y="461162"/>
                </a:lnTo>
                <a:lnTo>
                  <a:pt x="0" y="442331"/>
                </a:lnTo>
                <a:lnTo>
                  <a:pt x="0" y="423510"/>
                </a:lnTo>
                <a:lnTo>
                  <a:pt x="0" y="404679"/>
                </a:lnTo>
                <a:lnTo>
                  <a:pt x="0" y="385848"/>
                </a:lnTo>
                <a:lnTo>
                  <a:pt x="0" y="367027"/>
                </a:lnTo>
                <a:lnTo>
                  <a:pt x="0" y="348196"/>
                </a:lnTo>
                <a:lnTo>
                  <a:pt x="0" y="329375"/>
                </a:lnTo>
                <a:lnTo>
                  <a:pt x="0" y="310544"/>
                </a:lnTo>
                <a:lnTo>
                  <a:pt x="0" y="291722"/>
                </a:lnTo>
                <a:lnTo>
                  <a:pt x="0" y="272891"/>
                </a:lnTo>
                <a:lnTo>
                  <a:pt x="0" y="254070"/>
                </a:lnTo>
                <a:lnTo>
                  <a:pt x="0" y="235239"/>
                </a:lnTo>
                <a:lnTo>
                  <a:pt x="0" y="216418"/>
                </a:lnTo>
                <a:lnTo>
                  <a:pt x="0" y="197587"/>
                </a:lnTo>
                <a:lnTo>
                  <a:pt x="0" y="178765"/>
                </a:lnTo>
                <a:lnTo>
                  <a:pt x="0" y="159934"/>
                </a:lnTo>
                <a:lnTo>
                  <a:pt x="0" y="141113"/>
                </a:lnTo>
                <a:lnTo>
                  <a:pt x="0" y="122282"/>
                </a:lnTo>
                <a:lnTo>
                  <a:pt x="7953" y="109118"/>
                </a:lnTo>
                <a:lnTo>
                  <a:pt x="25737" y="102946"/>
                </a:lnTo>
                <a:lnTo>
                  <a:pt x="43520" y="96774"/>
                </a:lnTo>
                <a:lnTo>
                  <a:pt x="61303" y="90602"/>
                </a:lnTo>
                <a:lnTo>
                  <a:pt x="79096" y="84430"/>
                </a:lnTo>
                <a:lnTo>
                  <a:pt x="96879" y="78257"/>
                </a:lnTo>
                <a:lnTo>
                  <a:pt x="114662" y="72085"/>
                </a:lnTo>
                <a:lnTo>
                  <a:pt x="132455" y="65923"/>
                </a:lnTo>
                <a:lnTo>
                  <a:pt x="150238" y="59750"/>
                </a:lnTo>
                <a:lnTo>
                  <a:pt x="168021" y="53578"/>
                </a:lnTo>
                <a:lnTo>
                  <a:pt x="185814" y="47406"/>
                </a:lnTo>
                <a:lnTo>
                  <a:pt x="203597" y="41234"/>
                </a:lnTo>
                <a:lnTo>
                  <a:pt x="221380" y="35062"/>
                </a:lnTo>
                <a:lnTo>
                  <a:pt x="239173" y="28899"/>
                </a:lnTo>
                <a:lnTo>
                  <a:pt x="256956" y="22727"/>
                </a:lnTo>
                <a:lnTo>
                  <a:pt x="274739" y="16554"/>
                </a:lnTo>
                <a:lnTo>
                  <a:pt x="292532" y="10382"/>
                </a:lnTo>
                <a:lnTo>
                  <a:pt x="310315" y="4210"/>
                </a:lnTo>
                <a:lnTo>
                  <a:pt x="326708" y="0"/>
                </a:lnTo>
                <a:lnTo>
                  <a:pt x="326708" y="18831"/>
                </a:lnTo>
                <a:lnTo>
                  <a:pt x="326708" y="37652"/>
                </a:lnTo>
                <a:lnTo>
                  <a:pt x="326708" y="56483"/>
                </a:lnTo>
                <a:lnTo>
                  <a:pt x="326708" y="75305"/>
                </a:lnTo>
                <a:lnTo>
                  <a:pt x="326708" y="94136"/>
                </a:lnTo>
                <a:lnTo>
                  <a:pt x="326708" y="112957"/>
                </a:lnTo>
                <a:lnTo>
                  <a:pt x="326708" y="131788"/>
                </a:lnTo>
                <a:lnTo>
                  <a:pt x="326708" y="150609"/>
                </a:lnTo>
                <a:lnTo>
                  <a:pt x="326708" y="169440"/>
                </a:lnTo>
                <a:lnTo>
                  <a:pt x="326708" y="188262"/>
                </a:lnTo>
                <a:lnTo>
                  <a:pt x="326708" y="207093"/>
                </a:lnTo>
                <a:lnTo>
                  <a:pt x="326708" y="225914"/>
                </a:lnTo>
                <a:lnTo>
                  <a:pt x="326708" y="244745"/>
                </a:lnTo>
                <a:lnTo>
                  <a:pt x="326708" y="263566"/>
                </a:lnTo>
                <a:lnTo>
                  <a:pt x="326708" y="282397"/>
                </a:lnTo>
                <a:lnTo>
                  <a:pt x="326708" y="301219"/>
                </a:lnTo>
                <a:lnTo>
                  <a:pt x="326708" y="320050"/>
                </a:lnTo>
                <a:lnTo>
                  <a:pt x="326708" y="338871"/>
                </a:lnTo>
                <a:lnTo>
                  <a:pt x="326708" y="357702"/>
                </a:lnTo>
                <a:lnTo>
                  <a:pt x="326708" y="376523"/>
                </a:lnTo>
                <a:lnTo>
                  <a:pt x="312125" y="385686"/>
                </a:lnTo>
                <a:lnTo>
                  <a:pt x="294789" y="393021"/>
                </a:lnTo>
                <a:lnTo>
                  <a:pt x="277444" y="400345"/>
                </a:lnTo>
                <a:lnTo>
                  <a:pt x="260109" y="407680"/>
                </a:lnTo>
                <a:lnTo>
                  <a:pt x="242764" y="415014"/>
                </a:lnTo>
                <a:lnTo>
                  <a:pt x="225428" y="422339"/>
                </a:lnTo>
                <a:lnTo>
                  <a:pt x="208083" y="429673"/>
                </a:lnTo>
                <a:lnTo>
                  <a:pt x="190748" y="436997"/>
                </a:lnTo>
                <a:lnTo>
                  <a:pt x="173403" y="444332"/>
                </a:lnTo>
                <a:lnTo>
                  <a:pt x="156067" y="451666"/>
                </a:lnTo>
                <a:lnTo>
                  <a:pt x="138722" y="458991"/>
                </a:lnTo>
                <a:lnTo>
                  <a:pt x="121387" y="466325"/>
                </a:lnTo>
                <a:lnTo>
                  <a:pt x="104042" y="473650"/>
                </a:lnTo>
                <a:lnTo>
                  <a:pt x="86706" y="480984"/>
                </a:lnTo>
                <a:lnTo>
                  <a:pt x="69361" y="488318"/>
                </a:lnTo>
                <a:lnTo>
                  <a:pt x="52026" y="495643"/>
                </a:lnTo>
                <a:lnTo>
                  <a:pt x="34681" y="502977"/>
                </a:lnTo>
                <a:lnTo>
                  <a:pt x="17345" y="510302"/>
                </a:lnTo>
                <a:lnTo>
                  <a:pt x="0" y="517636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AD762672-D3DE-4486-95A8-AFA4A8EF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6503" y="4561523"/>
            <a:ext cx="1938566" cy="138113"/>
          </a:xfrm>
          <a:custGeom xmlns:a="http://schemas.openxmlformats.org/drawingml/2006/main">
            <a:pathLst>
              <a:path w="1938566" h="138113">
                <a:moveTo>
                  <a:pt x="0" y="138113"/>
                </a:moveTo>
                <a:lnTo>
                  <a:pt x="19031" y="138113"/>
                </a:lnTo>
                <a:lnTo>
                  <a:pt x="38062" y="138113"/>
                </a:lnTo>
                <a:lnTo>
                  <a:pt x="57102" y="138113"/>
                </a:lnTo>
                <a:lnTo>
                  <a:pt x="76133" y="138113"/>
                </a:lnTo>
                <a:lnTo>
                  <a:pt x="95164" y="138113"/>
                </a:lnTo>
                <a:lnTo>
                  <a:pt x="114195" y="138113"/>
                </a:lnTo>
                <a:lnTo>
                  <a:pt x="133236" y="138113"/>
                </a:lnTo>
                <a:lnTo>
                  <a:pt x="152267" y="138113"/>
                </a:lnTo>
                <a:lnTo>
                  <a:pt x="171298" y="138113"/>
                </a:lnTo>
                <a:lnTo>
                  <a:pt x="190329" y="138113"/>
                </a:lnTo>
                <a:lnTo>
                  <a:pt x="209360" y="138113"/>
                </a:lnTo>
                <a:lnTo>
                  <a:pt x="228400" y="138113"/>
                </a:lnTo>
                <a:lnTo>
                  <a:pt x="247431" y="138113"/>
                </a:lnTo>
                <a:lnTo>
                  <a:pt x="266462" y="138113"/>
                </a:lnTo>
                <a:lnTo>
                  <a:pt x="285493" y="138113"/>
                </a:lnTo>
                <a:lnTo>
                  <a:pt x="304533" y="138113"/>
                </a:lnTo>
                <a:lnTo>
                  <a:pt x="323564" y="138113"/>
                </a:lnTo>
                <a:lnTo>
                  <a:pt x="342595" y="138113"/>
                </a:lnTo>
                <a:lnTo>
                  <a:pt x="361626" y="138113"/>
                </a:lnTo>
                <a:lnTo>
                  <a:pt x="380657" y="138113"/>
                </a:lnTo>
                <a:lnTo>
                  <a:pt x="399698" y="138113"/>
                </a:lnTo>
                <a:lnTo>
                  <a:pt x="418729" y="138113"/>
                </a:lnTo>
                <a:lnTo>
                  <a:pt x="437759" y="138113"/>
                </a:lnTo>
                <a:lnTo>
                  <a:pt x="456790" y="138113"/>
                </a:lnTo>
                <a:lnTo>
                  <a:pt x="475831" y="138113"/>
                </a:lnTo>
                <a:lnTo>
                  <a:pt x="494862" y="138113"/>
                </a:lnTo>
                <a:lnTo>
                  <a:pt x="513893" y="138113"/>
                </a:lnTo>
                <a:lnTo>
                  <a:pt x="532924" y="138113"/>
                </a:lnTo>
                <a:lnTo>
                  <a:pt x="551955" y="138113"/>
                </a:lnTo>
                <a:lnTo>
                  <a:pt x="570995" y="138113"/>
                </a:lnTo>
                <a:lnTo>
                  <a:pt x="590026" y="138113"/>
                </a:lnTo>
                <a:lnTo>
                  <a:pt x="609057" y="138113"/>
                </a:lnTo>
                <a:lnTo>
                  <a:pt x="628088" y="138113"/>
                </a:lnTo>
                <a:lnTo>
                  <a:pt x="647129" y="138113"/>
                </a:lnTo>
                <a:lnTo>
                  <a:pt x="666159" y="138113"/>
                </a:lnTo>
                <a:lnTo>
                  <a:pt x="685190" y="138113"/>
                </a:lnTo>
                <a:lnTo>
                  <a:pt x="704221" y="138113"/>
                </a:lnTo>
                <a:lnTo>
                  <a:pt x="723252" y="138113"/>
                </a:lnTo>
                <a:lnTo>
                  <a:pt x="742293" y="138113"/>
                </a:lnTo>
                <a:lnTo>
                  <a:pt x="761324" y="138113"/>
                </a:lnTo>
                <a:lnTo>
                  <a:pt x="780355" y="138113"/>
                </a:lnTo>
                <a:lnTo>
                  <a:pt x="799386" y="138113"/>
                </a:lnTo>
                <a:lnTo>
                  <a:pt x="818426" y="138113"/>
                </a:lnTo>
                <a:lnTo>
                  <a:pt x="837457" y="138113"/>
                </a:lnTo>
                <a:lnTo>
                  <a:pt x="856488" y="138113"/>
                </a:lnTo>
                <a:lnTo>
                  <a:pt x="875519" y="138113"/>
                </a:lnTo>
                <a:lnTo>
                  <a:pt x="894550" y="138113"/>
                </a:lnTo>
                <a:lnTo>
                  <a:pt x="913590" y="138113"/>
                </a:lnTo>
                <a:lnTo>
                  <a:pt x="932621" y="138113"/>
                </a:lnTo>
                <a:lnTo>
                  <a:pt x="951652" y="138113"/>
                </a:lnTo>
                <a:lnTo>
                  <a:pt x="970683" y="138113"/>
                </a:lnTo>
                <a:lnTo>
                  <a:pt x="989724" y="138113"/>
                </a:lnTo>
                <a:lnTo>
                  <a:pt x="1008755" y="138113"/>
                </a:lnTo>
                <a:lnTo>
                  <a:pt x="1027786" y="138113"/>
                </a:lnTo>
                <a:lnTo>
                  <a:pt x="1046817" y="138113"/>
                </a:lnTo>
                <a:lnTo>
                  <a:pt x="1065848" y="138113"/>
                </a:lnTo>
                <a:lnTo>
                  <a:pt x="1084888" y="138113"/>
                </a:lnTo>
                <a:lnTo>
                  <a:pt x="1103919" y="138113"/>
                </a:lnTo>
                <a:lnTo>
                  <a:pt x="1122950" y="138113"/>
                </a:lnTo>
                <a:lnTo>
                  <a:pt x="1141981" y="138113"/>
                </a:lnTo>
                <a:lnTo>
                  <a:pt x="1161021" y="138113"/>
                </a:lnTo>
                <a:lnTo>
                  <a:pt x="1180052" y="138113"/>
                </a:lnTo>
                <a:lnTo>
                  <a:pt x="1199083" y="138113"/>
                </a:lnTo>
                <a:lnTo>
                  <a:pt x="1218114" y="138113"/>
                </a:lnTo>
                <a:lnTo>
                  <a:pt x="1237145" y="138113"/>
                </a:lnTo>
                <a:lnTo>
                  <a:pt x="1256186" y="138113"/>
                </a:lnTo>
                <a:lnTo>
                  <a:pt x="1275217" y="138113"/>
                </a:lnTo>
                <a:lnTo>
                  <a:pt x="1294247" y="138113"/>
                </a:lnTo>
                <a:lnTo>
                  <a:pt x="1313278" y="138113"/>
                </a:lnTo>
                <a:lnTo>
                  <a:pt x="1332319" y="138113"/>
                </a:lnTo>
                <a:lnTo>
                  <a:pt x="1351350" y="138113"/>
                </a:lnTo>
                <a:lnTo>
                  <a:pt x="1370381" y="138113"/>
                </a:lnTo>
                <a:lnTo>
                  <a:pt x="1389412" y="138113"/>
                </a:lnTo>
                <a:lnTo>
                  <a:pt x="1408443" y="138113"/>
                </a:lnTo>
                <a:lnTo>
                  <a:pt x="1427483" y="138113"/>
                </a:lnTo>
                <a:lnTo>
                  <a:pt x="1446514" y="138113"/>
                </a:lnTo>
                <a:lnTo>
                  <a:pt x="1465545" y="138113"/>
                </a:lnTo>
                <a:lnTo>
                  <a:pt x="1484576" y="138113"/>
                </a:lnTo>
                <a:lnTo>
                  <a:pt x="1503617" y="138113"/>
                </a:lnTo>
                <a:lnTo>
                  <a:pt x="1522647" y="138113"/>
                </a:lnTo>
                <a:lnTo>
                  <a:pt x="1541678" y="138113"/>
                </a:lnTo>
                <a:lnTo>
                  <a:pt x="1560709" y="138113"/>
                </a:lnTo>
                <a:lnTo>
                  <a:pt x="1579740" y="138113"/>
                </a:lnTo>
                <a:lnTo>
                  <a:pt x="1598781" y="138113"/>
                </a:lnTo>
                <a:lnTo>
                  <a:pt x="1617812" y="138113"/>
                </a:lnTo>
                <a:lnTo>
                  <a:pt x="1635376" y="130893"/>
                </a:lnTo>
                <a:lnTo>
                  <a:pt x="1652911" y="123482"/>
                </a:lnTo>
                <a:lnTo>
                  <a:pt x="1670437" y="116072"/>
                </a:lnTo>
                <a:lnTo>
                  <a:pt x="1687973" y="108661"/>
                </a:lnTo>
                <a:lnTo>
                  <a:pt x="1705499" y="101251"/>
                </a:lnTo>
                <a:lnTo>
                  <a:pt x="1723034" y="93840"/>
                </a:lnTo>
                <a:lnTo>
                  <a:pt x="1740570" y="86420"/>
                </a:lnTo>
                <a:lnTo>
                  <a:pt x="1758096" y="79010"/>
                </a:lnTo>
                <a:lnTo>
                  <a:pt x="1775631" y="71599"/>
                </a:lnTo>
                <a:lnTo>
                  <a:pt x="1793157" y="64189"/>
                </a:lnTo>
                <a:lnTo>
                  <a:pt x="1810693" y="56779"/>
                </a:lnTo>
                <a:lnTo>
                  <a:pt x="1828219" y="49368"/>
                </a:lnTo>
                <a:lnTo>
                  <a:pt x="1845755" y="41958"/>
                </a:lnTo>
                <a:lnTo>
                  <a:pt x="1863281" y="34547"/>
                </a:lnTo>
                <a:lnTo>
                  <a:pt x="1880816" y="27137"/>
                </a:lnTo>
                <a:lnTo>
                  <a:pt x="1898342" y="19726"/>
                </a:lnTo>
                <a:lnTo>
                  <a:pt x="1915878" y="12316"/>
                </a:lnTo>
                <a:lnTo>
                  <a:pt x="1933404" y="4905"/>
                </a:lnTo>
                <a:lnTo>
                  <a:pt x="1938566" y="0"/>
                </a:lnTo>
                <a:lnTo>
                  <a:pt x="1919535" y="0"/>
                </a:lnTo>
                <a:lnTo>
                  <a:pt x="1900495" y="0"/>
                </a:lnTo>
                <a:lnTo>
                  <a:pt x="1881464" y="0"/>
                </a:lnTo>
                <a:lnTo>
                  <a:pt x="1862433" y="0"/>
                </a:lnTo>
                <a:lnTo>
                  <a:pt x="1843402" y="0"/>
                </a:lnTo>
                <a:lnTo>
                  <a:pt x="1824371" y="0"/>
                </a:lnTo>
                <a:lnTo>
                  <a:pt x="1805330" y="0"/>
                </a:lnTo>
                <a:lnTo>
                  <a:pt x="1786299" y="0"/>
                </a:lnTo>
                <a:lnTo>
                  <a:pt x="1767269" y="0"/>
                </a:lnTo>
                <a:lnTo>
                  <a:pt x="1748238" y="0"/>
                </a:lnTo>
                <a:lnTo>
                  <a:pt x="1729197" y="0"/>
                </a:lnTo>
                <a:lnTo>
                  <a:pt x="1710166" y="0"/>
                </a:lnTo>
                <a:lnTo>
                  <a:pt x="1691135" y="0"/>
                </a:lnTo>
                <a:lnTo>
                  <a:pt x="1672104" y="0"/>
                </a:lnTo>
                <a:lnTo>
                  <a:pt x="1653073" y="0"/>
                </a:lnTo>
                <a:lnTo>
                  <a:pt x="1634033" y="0"/>
                </a:lnTo>
                <a:lnTo>
                  <a:pt x="1615002" y="0"/>
                </a:lnTo>
                <a:lnTo>
                  <a:pt x="1595971" y="0"/>
                </a:lnTo>
                <a:lnTo>
                  <a:pt x="1576940" y="0"/>
                </a:lnTo>
                <a:lnTo>
                  <a:pt x="1557899" y="0"/>
                </a:lnTo>
                <a:lnTo>
                  <a:pt x="1538869" y="0"/>
                </a:lnTo>
                <a:lnTo>
                  <a:pt x="1519838" y="0"/>
                </a:lnTo>
                <a:lnTo>
                  <a:pt x="1500807" y="0"/>
                </a:lnTo>
                <a:lnTo>
                  <a:pt x="1481776" y="0"/>
                </a:lnTo>
                <a:lnTo>
                  <a:pt x="1462735" y="0"/>
                </a:lnTo>
                <a:lnTo>
                  <a:pt x="1443704" y="0"/>
                </a:lnTo>
                <a:lnTo>
                  <a:pt x="1424673" y="0"/>
                </a:lnTo>
                <a:lnTo>
                  <a:pt x="1405642" y="0"/>
                </a:lnTo>
                <a:lnTo>
                  <a:pt x="1386602" y="0"/>
                </a:lnTo>
                <a:lnTo>
                  <a:pt x="1367571" y="0"/>
                </a:lnTo>
                <a:lnTo>
                  <a:pt x="1348540" y="0"/>
                </a:lnTo>
                <a:lnTo>
                  <a:pt x="1329509" y="0"/>
                </a:lnTo>
                <a:lnTo>
                  <a:pt x="1310478" y="0"/>
                </a:lnTo>
                <a:lnTo>
                  <a:pt x="1291438" y="0"/>
                </a:lnTo>
                <a:lnTo>
                  <a:pt x="1272407" y="0"/>
                </a:lnTo>
                <a:lnTo>
                  <a:pt x="1253376" y="0"/>
                </a:lnTo>
                <a:lnTo>
                  <a:pt x="1234345" y="0"/>
                </a:lnTo>
                <a:lnTo>
                  <a:pt x="1215304" y="0"/>
                </a:lnTo>
                <a:lnTo>
                  <a:pt x="1196273" y="0"/>
                </a:lnTo>
                <a:lnTo>
                  <a:pt x="1177242" y="0"/>
                </a:lnTo>
                <a:lnTo>
                  <a:pt x="1158211" y="0"/>
                </a:lnTo>
                <a:lnTo>
                  <a:pt x="1139180" y="0"/>
                </a:lnTo>
                <a:lnTo>
                  <a:pt x="1120140" y="0"/>
                </a:lnTo>
                <a:lnTo>
                  <a:pt x="1101109" y="0"/>
                </a:lnTo>
                <a:lnTo>
                  <a:pt x="1082078" y="0"/>
                </a:lnTo>
                <a:lnTo>
                  <a:pt x="1063047" y="0"/>
                </a:lnTo>
                <a:lnTo>
                  <a:pt x="1044007" y="0"/>
                </a:lnTo>
                <a:lnTo>
                  <a:pt x="1024976" y="0"/>
                </a:lnTo>
                <a:lnTo>
                  <a:pt x="1005945" y="0"/>
                </a:lnTo>
                <a:lnTo>
                  <a:pt x="986914" y="0"/>
                </a:lnTo>
                <a:lnTo>
                  <a:pt x="967883" y="0"/>
                </a:lnTo>
                <a:lnTo>
                  <a:pt x="948842" y="0"/>
                </a:lnTo>
                <a:lnTo>
                  <a:pt x="929811" y="0"/>
                </a:lnTo>
                <a:lnTo>
                  <a:pt x="910781" y="0"/>
                </a:lnTo>
                <a:lnTo>
                  <a:pt x="891750" y="0"/>
                </a:lnTo>
                <a:lnTo>
                  <a:pt x="872709" y="0"/>
                </a:lnTo>
                <a:lnTo>
                  <a:pt x="853678" y="0"/>
                </a:lnTo>
                <a:lnTo>
                  <a:pt x="834647" y="0"/>
                </a:lnTo>
                <a:lnTo>
                  <a:pt x="815616" y="0"/>
                </a:lnTo>
                <a:lnTo>
                  <a:pt x="796585" y="0"/>
                </a:lnTo>
                <a:lnTo>
                  <a:pt x="777545" y="0"/>
                </a:lnTo>
                <a:lnTo>
                  <a:pt x="758514" y="0"/>
                </a:lnTo>
                <a:lnTo>
                  <a:pt x="739483" y="0"/>
                </a:lnTo>
                <a:lnTo>
                  <a:pt x="720452" y="0"/>
                </a:lnTo>
                <a:lnTo>
                  <a:pt x="701411" y="0"/>
                </a:lnTo>
                <a:lnTo>
                  <a:pt x="682381" y="0"/>
                </a:lnTo>
                <a:lnTo>
                  <a:pt x="663350" y="0"/>
                </a:lnTo>
                <a:lnTo>
                  <a:pt x="644319" y="0"/>
                </a:lnTo>
                <a:lnTo>
                  <a:pt x="625288" y="0"/>
                </a:lnTo>
                <a:lnTo>
                  <a:pt x="606247" y="0"/>
                </a:lnTo>
                <a:lnTo>
                  <a:pt x="587216" y="0"/>
                </a:lnTo>
                <a:lnTo>
                  <a:pt x="568185" y="0"/>
                </a:lnTo>
                <a:lnTo>
                  <a:pt x="549154" y="0"/>
                </a:lnTo>
                <a:lnTo>
                  <a:pt x="530114" y="0"/>
                </a:lnTo>
                <a:lnTo>
                  <a:pt x="511083" y="0"/>
                </a:lnTo>
                <a:lnTo>
                  <a:pt x="492052" y="0"/>
                </a:lnTo>
                <a:lnTo>
                  <a:pt x="473021" y="0"/>
                </a:lnTo>
                <a:lnTo>
                  <a:pt x="453990" y="0"/>
                </a:lnTo>
                <a:lnTo>
                  <a:pt x="434950" y="0"/>
                </a:lnTo>
                <a:lnTo>
                  <a:pt x="416404" y="3038"/>
                </a:lnTo>
                <a:lnTo>
                  <a:pt x="398297" y="8915"/>
                </a:lnTo>
                <a:lnTo>
                  <a:pt x="380190" y="14783"/>
                </a:lnTo>
                <a:lnTo>
                  <a:pt x="362083" y="20660"/>
                </a:lnTo>
                <a:lnTo>
                  <a:pt x="343986" y="26527"/>
                </a:lnTo>
                <a:lnTo>
                  <a:pt x="325879" y="32404"/>
                </a:lnTo>
                <a:lnTo>
                  <a:pt x="307772" y="38271"/>
                </a:lnTo>
                <a:lnTo>
                  <a:pt x="289674" y="44148"/>
                </a:lnTo>
                <a:lnTo>
                  <a:pt x="271567" y="50025"/>
                </a:lnTo>
                <a:lnTo>
                  <a:pt x="253460" y="55893"/>
                </a:lnTo>
                <a:lnTo>
                  <a:pt x="235353" y="61770"/>
                </a:lnTo>
                <a:lnTo>
                  <a:pt x="217256" y="67637"/>
                </a:lnTo>
                <a:lnTo>
                  <a:pt x="199149" y="73514"/>
                </a:lnTo>
                <a:lnTo>
                  <a:pt x="181042" y="79381"/>
                </a:lnTo>
                <a:lnTo>
                  <a:pt x="162935" y="85258"/>
                </a:lnTo>
                <a:lnTo>
                  <a:pt x="144837" y="91126"/>
                </a:lnTo>
                <a:lnTo>
                  <a:pt x="126730" y="97003"/>
                </a:lnTo>
                <a:lnTo>
                  <a:pt x="108623" y="102880"/>
                </a:lnTo>
                <a:lnTo>
                  <a:pt x="90526" y="108747"/>
                </a:lnTo>
                <a:lnTo>
                  <a:pt x="72419" y="114624"/>
                </a:lnTo>
                <a:lnTo>
                  <a:pt x="54312" y="120491"/>
                </a:lnTo>
                <a:lnTo>
                  <a:pt x="36205" y="126368"/>
                </a:lnTo>
                <a:lnTo>
                  <a:pt x="18107" y="132236"/>
                </a:lnTo>
                <a:lnTo>
                  <a:pt x="0" y="138113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5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7419EC8F-CA13-452E-9225-72E7B250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1275" y="4561523"/>
            <a:ext cx="1780223" cy="138113"/>
          </a:xfrm>
          <a:custGeom xmlns:a="http://schemas.openxmlformats.org/drawingml/2006/main">
            <a:pathLst>
              <a:path w="1780223" h="138113">
                <a:moveTo>
                  <a:pt x="0" y="138113"/>
                </a:moveTo>
                <a:lnTo>
                  <a:pt x="19031" y="138113"/>
                </a:lnTo>
                <a:lnTo>
                  <a:pt x="38062" y="138113"/>
                </a:lnTo>
                <a:lnTo>
                  <a:pt x="57093" y="138113"/>
                </a:lnTo>
                <a:lnTo>
                  <a:pt x="76124" y="138113"/>
                </a:lnTo>
                <a:lnTo>
                  <a:pt x="95145" y="138113"/>
                </a:lnTo>
                <a:lnTo>
                  <a:pt x="114176" y="138113"/>
                </a:lnTo>
                <a:lnTo>
                  <a:pt x="133207" y="138113"/>
                </a:lnTo>
                <a:lnTo>
                  <a:pt x="152238" y="138113"/>
                </a:lnTo>
                <a:lnTo>
                  <a:pt x="171269" y="138113"/>
                </a:lnTo>
                <a:lnTo>
                  <a:pt x="190300" y="138113"/>
                </a:lnTo>
                <a:lnTo>
                  <a:pt x="209331" y="138113"/>
                </a:lnTo>
                <a:lnTo>
                  <a:pt x="228362" y="138113"/>
                </a:lnTo>
                <a:lnTo>
                  <a:pt x="247393" y="138113"/>
                </a:lnTo>
                <a:lnTo>
                  <a:pt x="266424" y="138113"/>
                </a:lnTo>
                <a:lnTo>
                  <a:pt x="285445" y="138113"/>
                </a:lnTo>
                <a:lnTo>
                  <a:pt x="304476" y="138113"/>
                </a:lnTo>
                <a:lnTo>
                  <a:pt x="323507" y="138113"/>
                </a:lnTo>
                <a:lnTo>
                  <a:pt x="342538" y="138113"/>
                </a:lnTo>
                <a:lnTo>
                  <a:pt x="361569" y="138113"/>
                </a:lnTo>
                <a:lnTo>
                  <a:pt x="380600" y="138113"/>
                </a:lnTo>
                <a:lnTo>
                  <a:pt x="399631" y="138113"/>
                </a:lnTo>
                <a:lnTo>
                  <a:pt x="418662" y="138113"/>
                </a:lnTo>
                <a:lnTo>
                  <a:pt x="437693" y="138113"/>
                </a:lnTo>
                <a:lnTo>
                  <a:pt x="456714" y="138113"/>
                </a:lnTo>
                <a:lnTo>
                  <a:pt x="475745" y="138113"/>
                </a:lnTo>
                <a:lnTo>
                  <a:pt x="494776" y="138113"/>
                </a:lnTo>
                <a:lnTo>
                  <a:pt x="513807" y="138113"/>
                </a:lnTo>
                <a:lnTo>
                  <a:pt x="532838" y="138113"/>
                </a:lnTo>
                <a:lnTo>
                  <a:pt x="551869" y="138113"/>
                </a:lnTo>
                <a:lnTo>
                  <a:pt x="570900" y="138113"/>
                </a:lnTo>
                <a:lnTo>
                  <a:pt x="589931" y="138113"/>
                </a:lnTo>
                <a:lnTo>
                  <a:pt x="608962" y="138113"/>
                </a:lnTo>
                <a:lnTo>
                  <a:pt x="627993" y="138113"/>
                </a:lnTo>
                <a:lnTo>
                  <a:pt x="647014" y="138113"/>
                </a:lnTo>
                <a:lnTo>
                  <a:pt x="666045" y="138113"/>
                </a:lnTo>
                <a:lnTo>
                  <a:pt x="685076" y="138113"/>
                </a:lnTo>
                <a:lnTo>
                  <a:pt x="704107" y="138113"/>
                </a:lnTo>
                <a:lnTo>
                  <a:pt x="723138" y="138113"/>
                </a:lnTo>
                <a:lnTo>
                  <a:pt x="742169" y="138113"/>
                </a:lnTo>
                <a:lnTo>
                  <a:pt x="761200" y="138113"/>
                </a:lnTo>
                <a:lnTo>
                  <a:pt x="780231" y="138113"/>
                </a:lnTo>
                <a:lnTo>
                  <a:pt x="799262" y="138113"/>
                </a:lnTo>
                <a:lnTo>
                  <a:pt x="818283" y="138113"/>
                </a:lnTo>
                <a:lnTo>
                  <a:pt x="837314" y="138113"/>
                </a:lnTo>
                <a:lnTo>
                  <a:pt x="856345" y="138113"/>
                </a:lnTo>
                <a:lnTo>
                  <a:pt x="875376" y="138113"/>
                </a:lnTo>
                <a:lnTo>
                  <a:pt x="894407" y="138113"/>
                </a:lnTo>
                <a:lnTo>
                  <a:pt x="913438" y="138113"/>
                </a:lnTo>
                <a:lnTo>
                  <a:pt x="932469" y="138113"/>
                </a:lnTo>
                <a:lnTo>
                  <a:pt x="951500" y="138113"/>
                </a:lnTo>
                <a:lnTo>
                  <a:pt x="970531" y="138113"/>
                </a:lnTo>
                <a:lnTo>
                  <a:pt x="989562" y="138113"/>
                </a:lnTo>
                <a:lnTo>
                  <a:pt x="1008583" y="138113"/>
                </a:lnTo>
                <a:lnTo>
                  <a:pt x="1027614" y="138113"/>
                </a:lnTo>
                <a:lnTo>
                  <a:pt x="1046645" y="138113"/>
                </a:lnTo>
                <a:lnTo>
                  <a:pt x="1065676" y="138113"/>
                </a:lnTo>
                <a:lnTo>
                  <a:pt x="1084707" y="138113"/>
                </a:lnTo>
                <a:lnTo>
                  <a:pt x="1103738" y="138113"/>
                </a:lnTo>
                <a:lnTo>
                  <a:pt x="1122769" y="138113"/>
                </a:lnTo>
                <a:lnTo>
                  <a:pt x="1141800" y="138113"/>
                </a:lnTo>
                <a:lnTo>
                  <a:pt x="1160831" y="138113"/>
                </a:lnTo>
                <a:lnTo>
                  <a:pt x="1179852" y="138113"/>
                </a:lnTo>
                <a:lnTo>
                  <a:pt x="1198883" y="138113"/>
                </a:lnTo>
                <a:lnTo>
                  <a:pt x="1217914" y="138113"/>
                </a:lnTo>
                <a:lnTo>
                  <a:pt x="1236945" y="138113"/>
                </a:lnTo>
                <a:lnTo>
                  <a:pt x="1255976" y="138113"/>
                </a:lnTo>
                <a:lnTo>
                  <a:pt x="1275007" y="138113"/>
                </a:lnTo>
                <a:lnTo>
                  <a:pt x="1294038" y="138113"/>
                </a:lnTo>
                <a:lnTo>
                  <a:pt x="1313069" y="138113"/>
                </a:lnTo>
                <a:lnTo>
                  <a:pt x="1332100" y="138113"/>
                </a:lnTo>
                <a:lnTo>
                  <a:pt x="1351131" y="138113"/>
                </a:lnTo>
                <a:lnTo>
                  <a:pt x="1370152" y="138113"/>
                </a:lnTo>
                <a:lnTo>
                  <a:pt x="1389183" y="138113"/>
                </a:lnTo>
                <a:lnTo>
                  <a:pt x="1408214" y="138113"/>
                </a:lnTo>
                <a:lnTo>
                  <a:pt x="1427245" y="138113"/>
                </a:lnTo>
                <a:lnTo>
                  <a:pt x="1446276" y="138113"/>
                </a:lnTo>
                <a:lnTo>
                  <a:pt x="1464031" y="131750"/>
                </a:lnTo>
                <a:lnTo>
                  <a:pt x="1481595" y="124425"/>
                </a:lnTo>
                <a:lnTo>
                  <a:pt x="1499168" y="117110"/>
                </a:lnTo>
                <a:lnTo>
                  <a:pt x="1516732" y="109785"/>
                </a:lnTo>
                <a:lnTo>
                  <a:pt x="1534297" y="102470"/>
                </a:lnTo>
                <a:lnTo>
                  <a:pt x="1551861" y="95145"/>
                </a:lnTo>
                <a:lnTo>
                  <a:pt x="1569425" y="87830"/>
                </a:lnTo>
                <a:lnTo>
                  <a:pt x="1586998" y="80515"/>
                </a:lnTo>
                <a:lnTo>
                  <a:pt x="1604562" y="73190"/>
                </a:lnTo>
                <a:lnTo>
                  <a:pt x="1622127" y="65875"/>
                </a:lnTo>
                <a:lnTo>
                  <a:pt x="1639691" y="58550"/>
                </a:lnTo>
                <a:lnTo>
                  <a:pt x="1657264" y="51235"/>
                </a:lnTo>
                <a:lnTo>
                  <a:pt x="1674828" y="43920"/>
                </a:lnTo>
                <a:lnTo>
                  <a:pt x="1692392" y="36595"/>
                </a:lnTo>
                <a:lnTo>
                  <a:pt x="1709957" y="29280"/>
                </a:lnTo>
                <a:lnTo>
                  <a:pt x="1727521" y="21955"/>
                </a:lnTo>
                <a:lnTo>
                  <a:pt x="1745094" y="14640"/>
                </a:lnTo>
                <a:lnTo>
                  <a:pt x="1762658" y="7315"/>
                </a:lnTo>
                <a:lnTo>
                  <a:pt x="17802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A19BB1FD-756A-45AC-A821-DA39C613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2280" y="4561523"/>
            <a:ext cx="13592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7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9AAD4A9B-D477-4C70-AE5A-1A5ED361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3802285"/>
            <a:ext cx="225743" cy="491585"/>
          </a:xfrm>
          <a:custGeom xmlns:a="http://schemas.openxmlformats.org/drawingml/2006/main">
            <a:pathLst>
              <a:path w="225743" h="491585">
                <a:moveTo>
                  <a:pt x="0" y="491585"/>
                </a:moveTo>
                <a:lnTo>
                  <a:pt x="0" y="472726"/>
                </a:lnTo>
                <a:lnTo>
                  <a:pt x="0" y="453866"/>
                </a:lnTo>
                <a:lnTo>
                  <a:pt x="0" y="435007"/>
                </a:lnTo>
                <a:lnTo>
                  <a:pt x="0" y="416147"/>
                </a:lnTo>
                <a:lnTo>
                  <a:pt x="0" y="397288"/>
                </a:lnTo>
                <a:lnTo>
                  <a:pt x="0" y="378428"/>
                </a:lnTo>
                <a:lnTo>
                  <a:pt x="0" y="359569"/>
                </a:lnTo>
                <a:lnTo>
                  <a:pt x="0" y="340709"/>
                </a:lnTo>
                <a:lnTo>
                  <a:pt x="0" y="321850"/>
                </a:lnTo>
                <a:lnTo>
                  <a:pt x="0" y="302990"/>
                </a:lnTo>
                <a:lnTo>
                  <a:pt x="0" y="284121"/>
                </a:lnTo>
                <a:lnTo>
                  <a:pt x="0" y="265262"/>
                </a:lnTo>
                <a:lnTo>
                  <a:pt x="0" y="246402"/>
                </a:lnTo>
                <a:lnTo>
                  <a:pt x="0" y="227543"/>
                </a:lnTo>
                <a:lnTo>
                  <a:pt x="0" y="208683"/>
                </a:lnTo>
                <a:lnTo>
                  <a:pt x="0" y="189824"/>
                </a:lnTo>
                <a:lnTo>
                  <a:pt x="0" y="170964"/>
                </a:lnTo>
                <a:lnTo>
                  <a:pt x="0" y="152105"/>
                </a:lnTo>
                <a:lnTo>
                  <a:pt x="0" y="133245"/>
                </a:lnTo>
                <a:lnTo>
                  <a:pt x="0" y="114386"/>
                </a:lnTo>
                <a:lnTo>
                  <a:pt x="0" y="95526"/>
                </a:lnTo>
                <a:lnTo>
                  <a:pt x="7649" y="81896"/>
                </a:lnTo>
                <a:lnTo>
                  <a:pt x="25222" y="75076"/>
                </a:lnTo>
                <a:lnTo>
                  <a:pt x="42805" y="68247"/>
                </a:lnTo>
                <a:lnTo>
                  <a:pt x="60389" y="61427"/>
                </a:lnTo>
                <a:lnTo>
                  <a:pt x="77972" y="54597"/>
                </a:lnTo>
                <a:lnTo>
                  <a:pt x="95555" y="47777"/>
                </a:lnTo>
                <a:lnTo>
                  <a:pt x="113138" y="40948"/>
                </a:lnTo>
                <a:lnTo>
                  <a:pt x="130721" y="34128"/>
                </a:lnTo>
                <a:lnTo>
                  <a:pt x="148295" y="27299"/>
                </a:lnTo>
                <a:lnTo>
                  <a:pt x="165878" y="20479"/>
                </a:lnTo>
                <a:lnTo>
                  <a:pt x="183461" y="13649"/>
                </a:lnTo>
                <a:lnTo>
                  <a:pt x="201044" y="6829"/>
                </a:lnTo>
                <a:lnTo>
                  <a:pt x="218627" y="0"/>
                </a:lnTo>
                <a:lnTo>
                  <a:pt x="225743" y="8458"/>
                </a:lnTo>
                <a:lnTo>
                  <a:pt x="225743" y="27318"/>
                </a:lnTo>
                <a:lnTo>
                  <a:pt x="225743" y="46177"/>
                </a:lnTo>
                <a:lnTo>
                  <a:pt x="225743" y="65037"/>
                </a:lnTo>
                <a:lnTo>
                  <a:pt x="225743" y="83906"/>
                </a:lnTo>
                <a:lnTo>
                  <a:pt x="225743" y="102765"/>
                </a:lnTo>
                <a:lnTo>
                  <a:pt x="225743" y="121625"/>
                </a:lnTo>
                <a:lnTo>
                  <a:pt x="225743" y="140484"/>
                </a:lnTo>
                <a:lnTo>
                  <a:pt x="225743" y="159344"/>
                </a:lnTo>
                <a:lnTo>
                  <a:pt x="225743" y="178203"/>
                </a:lnTo>
                <a:lnTo>
                  <a:pt x="225743" y="197063"/>
                </a:lnTo>
                <a:lnTo>
                  <a:pt x="225743" y="215922"/>
                </a:lnTo>
                <a:lnTo>
                  <a:pt x="225743" y="234782"/>
                </a:lnTo>
                <a:lnTo>
                  <a:pt x="225743" y="253641"/>
                </a:lnTo>
                <a:lnTo>
                  <a:pt x="225743" y="272501"/>
                </a:lnTo>
                <a:lnTo>
                  <a:pt x="225743" y="291360"/>
                </a:lnTo>
                <a:lnTo>
                  <a:pt x="225743" y="310220"/>
                </a:lnTo>
                <a:lnTo>
                  <a:pt x="225743" y="329079"/>
                </a:lnTo>
                <a:lnTo>
                  <a:pt x="225743" y="347939"/>
                </a:lnTo>
                <a:lnTo>
                  <a:pt x="225743" y="366798"/>
                </a:lnTo>
                <a:lnTo>
                  <a:pt x="219113" y="381572"/>
                </a:lnTo>
                <a:lnTo>
                  <a:pt x="202254" y="390030"/>
                </a:lnTo>
                <a:lnTo>
                  <a:pt x="185404" y="398497"/>
                </a:lnTo>
                <a:lnTo>
                  <a:pt x="168545" y="406956"/>
                </a:lnTo>
                <a:lnTo>
                  <a:pt x="151695" y="415423"/>
                </a:lnTo>
                <a:lnTo>
                  <a:pt x="134836" y="423882"/>
                </a:lnTo>
                <a:lnTo>
                  <a:pt x="117986" y="432349"/>
                </a:lnTo>
                <a:lnTo>
                  <a:pt x="101127" y="440807"/>
                </a:lnTo>
                <a:lnTo>
                  <a:pt x="84277" y="449266"/>
                </a:lnTo>
                <a:lnTo>
                  <a:pt x="67418" y="457733"/>
                </a:lnTo>
                <a:lnTo>
                  <a:pt x="50568" y="466192"/>
                </a:lnTo>
                <a:lnTo>
                  <a:pt x="33709" y="474659"/>
                </a:lnTo>
                <a:lnTo>
                  <a:pt x="16859" y="483118"/>
                </a:lnTo>
                <a:lnTo>
                  <a:pt x="0" y="491585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B85D800E-FCA0-4643-BFEB-905332D8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4180523"/>
            <a:ext cx="1839392" cy="113348"/>
          </a:xfrm>
          <a:custGeom xmlns:a="http://schemas.openxmlformats.org/drawingml/2006/main">
            <a:pathLst>
              <a:path w="1839392" h="113348">
                <a:moveTo>
                  <a:pt x="0" y="113348"/>
                </a:moveTo>
                <a:lnTo>
                  <a:pt x="18964" y="113348"/>
                </a:lnTo>
                <a:lnTo>
                  <a:pt x="37929" y="113348"/>
                </a:lnTo>
                <a:lnTo>
                  <a:pt x="56893" y="113348"/>
                </a:lnTo>
                <a:lnTo>
                  <a:pt x="75857" y="113348"/>
                </a:lnTo>
                <a:lnTo>
                  <a:pt x="94821" y="113348"/>
                </a:lnTo>
                <a:lnTo>
                  <a:pt x="113786" y="113348"/>
                </a:lnTo>
                <a:lnTo>
                  <a:pt x="132750" y="113348"/>
                </a:lnTo>
                <a:lnTo>
                  <a:pt x="151714" y="113348"/>
                </a:lnTo>
                <a:lnTo>
                  <a:pt x="170678" y="113348"/>
                </a:lnTo>
                <a:lnTo>
                  <a:pt x="189643" y="113348"/>
                </a:lnTo>
                <a:lnTo>
                  <a:pt x="208607" y="113348"/>
                </a:lnTo>
                <a:lnTo>
                  <a:pt x="227571" y="113348"/>
                </a:lnTo>
                <a:lnTo>
                  <a:pt x="246536" y="113348"/>
                </a:lnTo>
                <a:lnTo>
                  <a:pt x="265500" y="113348"/>
                </a:lnTo>
                <a:lnTo>
                  <a:pt x="284464" y="113348"/>
                </a:lnTo>
                <a:lnTo>
                  <a:pt x="303428" y="113348"/>
                </a:lnTo>
                <a:lnTo>
                  <a:pt x="322393" y="113348"/>
                </a:lnTo>
                <a:lnTo>
                  <a:pt x="341357" y="113348"/>
                </a:lnTo>
                <a:lnTo>
                  <a:pt x="360321" y="113348"/>
                </a:lnTo>
                <a:lnTo>
                  <a:pt x="379286" y="113348"/>
                </a:lnTo>
                <a:lnTo>
                  <a:pt x="398250" y="113348"/>
                </a:lnTo>
                <a:lnTo>
                  <a:pt x="417214" y="113348"/>
                </a:lnTo>
                <a:lnTo>
                  <a:pt x="436178" y="113348"/>
                </a:lnTo>
                <a:lnTo>
                  <a:pt x="455143" y="113348"/>
                </a:lnTo>
                <a:lnTo>
                  <a:pt x="474107" y="113348"/>
                </a:lnTo>
                <a:lnTo>
                  <a:pt x="493071" y="113348"/>
                </a:lnTo>
                <a:lnTo>
                  <a:pt x="512035" y="113348"/>
                </a:lnTo>
                <a:lnTo>
                  <a:pt x="531000" y="113348"/>
                </a:lnTo>
                <a:lnTo>
                  <a:pt x="549964" y="113348"/>
                </a:lnTo>
                <a:lnTo>
                  <a:pt x="568928" y="113348"/>
                </a:lnTo>
                <a:lnTo>
                  <a:pt x="587893" y="113348"/>
                </a:lnTo>
                <a:lnTo>
                  <a:pt x="606857" y="113348"/>
                </a:lnTo>
                <a:lnTo>
                  <a:pt x="625821" y="113348"/>
                </a:lnTo>
                <a:lnTo>
                  <a:pt x="644785" y="113348"/>
                </a:lnTo>
                <a:lnTo>
                  <a:pt x="663750" y="113348"/>
                </a:lnTo>
                <a:lnTo>
                  <a:pt x="682714" y="113348"/>
                </a:lnTo>
                <a:lnTo>
                  <a:pt x="701678" y="113348"/>
                </a:lnTo>
                <a:lnTo>
                  <a:pt x="720642" y="113348"/>
                </a:lnTo>
                <a:lnTo>
                  <a:pt x="739607" y="113348"/>
                </a:lnTo>
                <a:lnTo>
                  <a:pt x="758571" y="113348"/>
                </a:lnTo>
                <a:lnTo>
                  <a:pt x="777535" y="113348"/>
                </a:lnTo>
                <a:lnTo>
                  <a:pt x="796500" y="113348"/>
                </a:lnTo>
                <a:lnTo>
                  <a:pt x="815464" y="113348"/>
                </a:lnTo>
                <a:lnTo>
                  <a:pt x="834428" y="113348"/>
                </a:lnTo>
                <a:lnTo>
                  <a:pt x="853392" y="113348"/>
                </a:lnTo>
                <a:lnTo>
                  <a:pt x="872357" y="113348"/>
                </a:lnTo>
                <a:lnTo>
                  <a:pt x="891321" y="113348"/>
                </a:lnTo>
                <a:lnTo>
                  <a:pt x="910285" y="113348"/>
                </a:lnTo>
                <a:lnTo>
                  <a:pt x="929249" y="113348"/>
                </a:lnTo>
                <a:lnTo>
                  <a:pt x="948214" y="113348"/>
                </a:lnTo>
                <a:lnTo>
                  <a:pt x="967178" y="113348"/>
                </a:lnTo>
                <a:lnTo>
                  <a:pt x="986142" y="113348"/>
                </a:lnTo>
                <a:lnTo>
                  <a:pt x="1005107" y="113348"/>
                </a:lnTo>
                <a:lnTo>
                  <a:pt x="1024071" y="113348"/>
                </a:lnTo>
                <a:lnTo>
                  <a:pt x="1043035" y="113348"/>
                </a:lnTo>
                <a:lnTo>
                  <a:pt x="1061999" y="113348"/>
                </a:lnTo>
                <a:lnTo>
                  <a:pt x="1080964" y="113348"/>
                </a:lnTo>
                <a:lnTo>
                  <a:pt x="1099928" y="113348"/>
                </a:lnTo>
                <a:lnTo>
                  <a:pt x="1118892" y="113348"/>
                </a:lnTo>
                <a:lnTo>
                  <a:pt x="1137857" y="113348"/>
                </a:lnTo>
                <a:lnTo>
                  <a:pt x="1156821" y="113348"/>
                </a:lnTo>
                <a:lnTo>
                  <a:pt x="1175785" y="113348"/>
                </a:lnTo>
                <a:lnTo>
                  <a:pt x="1194749" y="113348"/>
                </a:lnTo>
                <a:lnTo>
                  <a:pt x="1213714" y="113348"/>
                </a:lnTo>
                <a:lnTo>
                  <a:pt x="1232668" y="113348"/>
                </a:lnTo>
                <a:lnTo>
                  <a:pt x="1251642" y="113348"/>
                </a:lnTo>
                <a:lnTo>
                  <a:pt x="1270597" y="113348"/>
                </a:lnTo>
                <a:lnTo>
                  <a:pt x="1289561" y="113348"/>
                </a:lnTo>
                <a:lnTo>
                  <a:pt x="1308525" y="113348"/>
                </a:lnTo>
                <a:lnTo>
                  <a:pt x="1327490" y="113348"/>
                </a:lnTo>
                <a:lnTo>
                  <a:pt x="1346454" y="113348"/>
                </a:lnTo>
                <a:lnTo>
                  <a:pt x="1365418" y="113348"/>
                </a:lnTo>
                <a:lnTo>
                  <a:pt x="1384383" y="113348"/>
                </a:lnTo>
                <a:lnTo>
                  <a:pt x="1403347" y="113348"/>
                </a:lnTo>
                <a:lnTo>
                  <a:pt x="1422311" y="113348"/>
                </a:lnTo>
                <a:lnTo>
                  <a:pt x="1441275" y="113348"/>
                </a:lnTo>
                <a:lnTo>
                  <a:pt x="1460240" y="113348"/>
                </a:lnTo>
                <a:lnTo>
                  <a:pt x="1479204" y="113348"/>
                </a:lnTo>
                <a:lnTo>
                  <a:pt x="1498168" y="113348"/>
                </a:lnTo>
                <a:lnTo>
                  <a:pt x="1517132" y="113348"/>
                </a:lnTo>
                <a:lnTo>
                  <a:pt x="1536097" y="113348"/>
                </a:lnTo>
                <a:lnTo>
                  <a:pt x="1555061" y="113348"/>
                </a:lnTo>
                <a:lnTo>
                  <a:pt x="1574025" y="113348"/>
                </a:lnTo>
                <a:lnTo>
                  <a:pt x="1592990" y="113348"/>
                </a:lnTo>
                <a:lnTo>
                  <a:pt x="1611954" y="113348"/>
                </a:lnTo>
                <a:lnTo>
                  <a:pt x="1629680" y="108109"/>
                </a:lnTo>
                <a:lnTo>
                  <a:pt x="1646625" y="99603"/>
                </a:lnTo>
                <a:lnTo>
                  <a:pt x="1663579" y="91088"/>
                </a:lnTo>
                <a:lnTo>
                  <a:pt x="1680524" y="82582"/>
                </a:lnTo>
                <a:lnTo>
                  <a:pt x="1697469" y="74076"/>
                </a:lnTo>
                <a:lnTo>
                  <a:pt x="1714424" y="65561"/>
                </a:lnTo>
                <a:lnTo>
                  <a:pt x="1731369" y="57055"/>
                </a:lnTo>
                <a:lnTo>
                  <a:pt x="1748314" y="48539"/>
                </a:lnTo>
                <a:lnTo>
                  <a:pt x="1765259" y="40034"/>
                </a:lnTo>
                <a:lnTo>
                  <a:pt x="1782213" y="31528"/>
                </a:lnTo>
                <a:lnTo>
                  <a:pt x="1799158" y="23012"/>
                </a:lnTo>
                <a:lnTo>
                  <a:pt x="1816103" y="14507"/>
                </a:lnTo>
                <a:lnTo>
                  <a:pt x="1833058" y="5991"/>
                </a:lnTo>
                <a:lnTo>
                  <a:pt x="1839392" y="0"/>
                </a:lnTo>
                <a:lnTo>
                  <a:pt x="1820428" y="0"/>
                </a:lnTo>
                <a:lnTo>
                  <a:pt x="1801463" y="0"/>
                </a:lnTo>
                <a:lnTo>
                  <a:pt x="1782499" y="0"/>
                </a:lnTo>
                <a:lnTo>
                  <a:pt x="1763535" y="0"/>
                </a:lnTo>
                <a:lnTo>
                  <a:pt x="1744570" y="0"/>
                </a:lnTo>
                <a:lnTo>
                  <a:pt x="1725606" y="0"/>
                </a:lnTo>
                <a:lnTo>
                  <a:pt x="1706642" y="0"/>
                </a:lnTo>
                <a:lnTo>
                  <a:pt x="1687678" y="0"/>
                </a:lnTo>
                <a:lnTo>
                  <a:pt x="1668713" y="0"/>
                </a:lnTo>
                <a:lnTo>
                  <a:pt x="1649749" y="0"/>
                </a:lnTo>
                <a:lnTo>
                  <a:pt x="1630785" y="0"/>
                </a:lnTo>
                <a:lnTo>
                  <a:pt x="1611821" y="0"/>
                </a:lnTo>
                <a:lnTo>
                  <a:pt x="1592856" y="0"/>
                </a:lnTo>
                <a:lnTo>
                  <a:pt x="1573892" y="0"/>
                </a:lnTo>
                <a:lnTo>
                  <a:pt x="1554928" y="0"/>
                </a:lnTo>
                <a:lnTo>
                  <a:pt x="1535963" y="0"/>
                </a:lnTo>
                <a:lnTo>
                  <a:pt x="1516999" y="0"/>
                </a:lnTo>
                <a:lnTo>
                  <a:pt x="1498035" y="0"/>
                </a:lnTo>
                <a:lnTo>
                  <a:pt x="1479071" y="0"/>
                </a:lnTo>
                <a:lnTo>
                  <a:pt x="1460106" y="0"/>
                </a:lnTo>
                <a:lnTo>
                  <a:pt x="1441142" y="0"/>
                </a:lnTo>
                <a:lnTo>
                  <a:pt x="1422178" y="0"/>
                </a:lnTo>
                <a:lnTo>
                  <a:pt x="1403213" y="0"/>
                </a:lnTo>
                <a:lnTo>
                  <a:pt x="1384249" y="0"/>
                </a:lnTo>
                <a:lnTo>
                  <a:pt x="1365285" y="0"/>
                </a:lnTo>
                <a:lnTo>
                  <a:pt x="1346321" y="0"/>
                </a:lnTo>
                <a:lnTo>
                  <a:pt x="1327356" y="0"/>
                </a:lnTo>
                <a:lnTo>
                  <a:pt x="1308392" y="0"/>
                </a:lnTo>
                <a:lnTo>
                  <a:pt x="1289428" y="0"/>
                </a:lnTo>
                <a:lnTo>
                  <a:pt x="1270464" y="0"/>
                </a:lnTo>
                <a:lnTo>
                  <a:pt x="1251499" y="0"/>
                </a:lnTo>
                <a:lnTo>
                  <a:pt x="1232535" y="0"/>
                </a:lnTo>
                <a:lnTo>
                  <a:pt x="1213571" y="0"/>
                </a:lnTo>
                <a:lnTo>
                  <a:pt x="1194606" y="0"/>
                </a:lnTo>
                <a:lnTo>
                  <a:pt x="1175642" y="0"/>
                </a:lnTo>
                <a:lnTo>
                  <a:pt x="1156678" y="0"/>
                </a:lnTo>
                <a:lnTo>
                  <a:pt x="1137714" y="0"/>
                </a:lnTo>
                <a:lnTo>
                  <a:pt x="1118749" y="0"/>
                </a:lnTo>
                <a:lnTo>
                  <a:pt x="1099785" y="0"/>
                </a:lnTo>
                <a:lnTo>
                  <a:pt x="1080821" y="0"/>
                </a:lnTo>
                <a:lnTo>
                  <a:pt x="1061857" y="0"/>
                </a:lnTo>
                <a:lnTo>
                  <a:pt x="1042892" y="0"/>
                </a:lnTo>
                <a:lnTo>
                  <a:pt x="1023928" y="0"/>
                </a:lnTo>
                <a:lnTo>
                  <a:pt x="1004964" y="0"/>
                </a:lnTo>
                <a:lnTo>
                  <a:pt x="985999" y="0"/>
                </a:lnTo>
                <a:lnTo>
                  <a:pt x="967035" y="0"/>
                </a:lnTo>
                <a:lnTo>
                  <a:pt x="948071" y="0"/>
                </a:lnTo>
                <a:lnTo>
                  <a:pt x="929107" y="0"/>
                </a:lnTo>
                <a:lnTo>
                  <a:pt x="910142" y="0"/>
                </a:lnTo>
                <a:lnTo>
                  <a:pt x="891178" y="0"/>
                </a:lnTo>
                <a:lnTo>
                  <a:pt x="872214" y="0"/>
                </a:lnTo>
                <a:lnTo>
                  <a:pt x="853250" y="0"/>
                </a:lnTo>
                <a:lnTo>
                  <a:pt x="834285" y="0"/>
                </a:lnTo>
                <a:lnTo>
                  <a:pt x="815321" y="0"/>
                </a:lnTo>
                <a:lnTo>
                  <a:pt x="796357" y="0"/>
                </a:lnTo>
                <a:lnTo>
                  <a:pt x="777392" y="0"/>
                </a:lnTo>
                <a:lnTo>
                  <a:pt x="758428" y="0"/>
                </a:lnTo>
                <a:lnTo>
                  <a:pt x="739464" y="0"/>
                </a:lnTo>
                <a:lnTo>
                  <a:pt x="720500" y="0"/>
                </a:lnTo>
                <a:lnTo>
                  <a:pt x="701535" y="0"/>
                </a:lnTo>
                <a:lnTo>
                  <a:pt x="682571" y="0"/>
                </a:lnTo>
                <a:lnTo>
                  <a:pt x="663607" y="0"/>
                </a:lnTo>
                <a:lnTo>
                  <a:pt x="644642" y="0"/>
                </a:lnTo>
                <a:lnTo>
                  <a:pt x="625678" y="0"/>
                </a:lnTo>
                <a:lnTo>
                  <a:pt x="606714" y="0"/>
                </a:lnTo>
                <a:lnTo>
                  <a:pt x="587750" y="0"/>
                </a:lnTo>
                <a:lnTo>
                  <a:pt x="568785" y="0"/>
                </a:lnTo>
                <a:lnTo>
                  <a:pt x="549821" y="0"/>
                </a:lnTo>
                <a:lnTo>
                  <a:pt x="530857" y="0"/>
                </a:lnTo>
                <a:lnTo>
                  <a:pt x="511893" y="0"/>
                </a:lnTo>
                <a:lnTo>
                  <a:pt x="492928" y="0"/>
                </a:lnTo>
                <a:lnTo>
                  <a:pt x="473964" y="0"/>
                </a:lnTo>
                <a:lnTo>
                  <a:pt x="455000" y="0"/>
                </a:lnTo>
                <a:lnTo>
                  <a:pt x="436035" y="0"/>
                </a:lnTo>
                <a:lnTo>
                  <a:pt x="417071" y="0"/>
                </a:lnTo>
                <a:lnTo>
                  <a:pt x="398107" y="0"/>
                </a:lnTo>
                <a:lnTo>
                  <a:pt x="379143" y="0"/>
                </a:lnTo>
                <a:lnTo>
                  <a:pt x="360178" y="0"/>
                </a:lnTo>
                <a:lnTo>
                  <a:pt x="341214" y="0"/>
                </a:lnTo>
                <a:lnTo>
                  <a:pt x="322497" y="1457"/>
                </a:lnTo>
                <a:lnTo>
                  <a:pt x="304581" y="7677"/>
                </a:lnTo>
                <a:lnTo>
                  <a:pt x="286664" y="13897"/>
                </a:lnTo>
                <a:lnTo>
                  <a:pt x="268748" y="20107"/>
                </a:lnTo>
                <a:lnTo>
                  <a:pt x="250831" y="26327"/>
                </a:lnTo>
                <a:lnTo>
                  <a:pt x="232915" y="32537"/>
                </a:lnTo>
                <a:lnTo>
                  <a:pt x="214998" y="38757"/>
                </a:lnTo>
                <a:lnTo>
                  <a:pt x="197082" y="44968"/>
                </a:lnTo>
                <a:lnTo>
                  <a:pt x="179165" y="51187"/>
                </a:lnTo>
                <a:lnTo>
                  <a:pt x="161249" y="57407"/>
                </a:lnTo>
                <a:lnTo>
                  <a:pt x="143332" y="63617"/>
                </a:lnTo>
                <a:lnTo>
                  <a:pt x="125416" y="69837"/>
                </a:lnTo>
                <a:lnTo>
                  <a:pt x="107499" y="76048"/>
                </a:lnTo>
                <a:lnTo>
                  <a:pt x="89583" y="82267"/>
                </a:lnTo>
                <a:lnTo>
                  <a:pt x="71666" y="88487"/>
                </a:lnTo>
                <a:lnTo>
                  <a:pt x="53750" y="94698"/>
                </a:lnTo>
                <a:lnTo>
                  <a:pt x="35833" y="100917"/>
                </a:lnTo>
                <a:lnTo>
                  <a:pt x="17917" y="107128"/>
                </a:lnTo>
                <a:lnTo>
                  <a:pt x="0" y="113348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9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ADF356F6-FABA-469C-90A0-0ACFE00D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4180523"/>
            <a:ext cx="1679258" cy="113348"/>
          </a:xfrm>
          <a:custGeom xmlns:a="http://schemas.openxmlformats.org/drawingml/2006/main">
            <a:pathLst>
              <a:path w="1679258" h="113348">
                <a:moveTo>
                  <a:pt x="0" y="113348"/>
                </a:moveTo>
                <a:lnTo>
                  <a:pt x="18955" y="113348"/>
                </a:lnTo>
                <a:lnTo>
                  <a:pt x="37900" y="113348"/>
                </a:lnTo>
                <a:lnTo>
                  <a:pt x="56855" y="113348"/>
                </a:lnTo>
                <a:lnTo>
                  <a:pt x="75800" y="113348"/>
                </a:lnTo>
                <a:lnTo>
                  <a:pt x="94755" y="113348"/>
                </a:lnTo>
                <a:lnTo>
                  <a:pt x="113700" y="113348"/>
                </a:lnTo>
                <a:lnTo>
                  <a:pt x="132655" y="113348"/>
                </a:lnTo>
                <a:lnTo>
                  <a:pt x="151600" y="113348"/>
                </a:lnTo>
                <a:lnTo>
                  <a:pt x="170555" y="113348"/>
                </a:lnTo>
                <a:lnTo>
                  <a:pt x="189500" y="113348"/>
                </a:lnTo>
                <a:lnTo>
                  <a:pt x="208455" y="113348"/>
                </a:lnTo>
                <a:lnTo>
                  <a:pt x="227400" y="113348"/>
                </a:lnTo>
                <a:lnTo>
                  <a:pt x="246355" y="113348"/>
                </a:lnTo>
                <a:lnTo>
                  <a:pt x="265300" y="113348"/>
                </a:lnTo>
                <a:lnTo>
                  <a:pt x="284255" y="113348"/>
                </a:lnTo>
                <a:lnTo>
                  <a:pt x="303200" y="113348"/>
                </a:lnTo>
                <a:lnTo>
                  <a:pt x="322155" y="113348"/>
                </a:lnTo>
                <a:lnTo>
                  <a:pt x="341100" y="113348"/>
                </a:lnTo>
                <a:lnTo>
                  <a:pt x="360055" y="113348"/>
                </a:lnTo>
                <a:lnTo>
                  <a:pt x="379009" y="113348"/>
                </a:lnTo>
                <a:lnTo>
                  <a:pt x="397955" y="113348"/>
                </a:lnTo>
                <a:lnTo>
                  <a:pt x="416909" y="113348"/>
                </a:lnTo>
                <a:lnTo>
                  <a:pt x="435854" y="113348"/>
                </a:lnTo>
                <a:lnTo>
                  <a:pt x="454809" y="113348"/>
                </a:lnTo>
                <a:lnTo>
                  <a:pt x="473754" y="113348"/>
                </a:lnTo>
                <a:lnTo>
                  <a:pt x="492709" y="113348"/>
                </a:lnTo>
                <a:lnTo>
                  <a:pt x="511654" y="113348"/>
                </a:lnTo>
                <a:lnTo>
                  <a:pt x="530609" y="113348"/>
                </a:lnTo>
                <a:lnTo>
                  <a:pt x="549554" y="113348"/>
                </a:lnTo>
                <a:lnTo>
                  <a:pt x="568509" y="113348"/>
                </a:lnTo>
                <a:lnTo>
                  <a:pt x="587454" y="113348"/>
                </a:lnTo>
                <a:lnTo>
                  <a:pt x="606409" y="113348"/>
                </a:lnTo>
                <a:lnTo>
                  <a:pt x="625354" y="113348"/>
                </a:lnTo>
                <a:lnTo>
                  <a:pt x="644309" y="113348"/>
                </a:lnTo>
                <a:lnTo>
                  <a:pt x="663254" y="113348"/>
                </a:lnTo>
                <a:lnTo>
                  <a:pt x="682209" y="113348"/>
                </a:lnTo>
                <a:lnTo>
                  <a:pt x="701154" y="113348"/>
                </a:lnTo>
                <a:lnTo>
                  <a:pt x="720109" y="113348"/>
                </a:lnTo>
                <a:lnTo>
                  <a:pt x="739064" y="113348"/>
                </a:lnTo>
                <a:lnTo>
                  <a:pt x="758009" y="113348"/>
                </a:lnTo>
                <a:lnTo>
                  <a:pt x="776964" y="113348"/>
                </a:lnTo>
                <a:lnTo>
                  <a:pt x="795909" y="113348"/>
                </a:lnTo>
                <a:lnTo>
                  <a:pt x="814864" y="113348"/>
                </a:lnTo>
                <a:lnTo>
                  <a:pt x="833809" y="113348"/>
                </a:lnTo>
                <a:lnTo>
                  <a:pt x="852764" y="113348"/>
                </a:lnTo>
                <a:lnTo>
                  <a:pt x="871709" y="113348"/>
                </a:lnTo>
                <a:lnTo>
                  <a:pt x="890664" y="113348"/>
                </a:lnTo>
                <a:lnTo>
                  <a:pt x="909609" y="113348"/>
                </a:lnTo>
                <a:lnTo>
                  <a:pt x="928564" y="113348"/>
                </a:lnTo>
                <a:lnTo>
                  <a:pt x="947509" y="113348"/>
                </a:lnTo>
                <a:lnTo>
                  <a:pt x="966464" y="113348"/>
                </a:lnTo>
                <a:lnTo>
                  <a:pt x="985409" y="113348"/>
                </a:lnTo>
                <a:lnTo>
                  <a:pt x="1004364" y="113348"/>
                </a:lnTo>
                <a:lnTo>
                  <a:pt x="1023309" y="113348"/>
                </a:lnTo>
                <a:lnTo>
                  <a:pt x="1042264" y="113348"/>
                </a:lnTo>
                <a:lnTo>
                  <a:pt x="1061209" y="113348"/>
                </a:lnTo>
                <a:lnTo>
                  <a:pt x="1080164" y="113348"/>
                </a:lnTo>
                <a:lnTo>
                  <a:pt x="1099118" y="113348"/>
                </a:lnTo>
                <a:lnTo>
                  <a:pt x="1118064" y="113348"/>
                </a:lnTo>
                <a:lnTo>
                  <a:pt x="1137018" y="113348"/>
                </a:lnTo>
                <a:lnTo>
                  <a:pt x="1155964" y="113348"/>
                </a:lnTo>
                <a:lnTo>
                  <a:pt x="1174918" y="113348"/>
                </a:lnTo>
                <a:lnTo>
                  <a:pt x="1193864" y="113348"/>
                </a:lnTo>
                <a:lnTo>
                  <a:pt x="1212818" y="113348"/>
                </a:lnTo>
                <a:lnTo>
                  <a:pt x="1231763" y="113348"/>
                </a:lnTo>
                <a:lnTo>
                  <a:pt x="1250718" y="113348"/>
                </a:lnTo>
                <a:lnTo>
                  <a:pt x="1269663" y="113348"/>
                </a:lnTo>
                <a:lnTo>
                  <a:pt x="1288618" y="113348"/>
                </a:lnTo>
                <a:lnTo>
                  <a:pt x="1307563" y="113348"/>
                </a:lnTo>
                <a:lnTo>
                  <a:pt x="1326518" y="113348"/>
                </a:lnTo>
                <a:lnTo>
                  <a:pt x="1345463" y="113348"/>
                </a:lnTo>
                <a:lnTo>
                  <a:pt x="1364418" y="113348"/>
                </a:lnTo>
                <a:lnTo>
                  <a:pt x="1383363" y="113348"/>
                </a:lnTo>
                <a:lnTo>
                  <a:pt x="1402318" y="113348"/>
                </a:lnTo>
                <a:lnTo>
                  <a:pt x="1421263" y="113348"/>
                </a:lnTo>
                <a:lnTo>
                  <a:pt x="1440218" y="113348"/>
                </a:lnTo>
                <a:lnTo>
                  <a:pt x="1458011" y="108347"/>
                </a:lnTo>
                <a:lnTo>
                  <a:pt x="1475032" y="100013"/>
                </a:lnTo>
                <a:lnTo>
                  <a:pt x="1492044" y="91678"/>
                </a:lnTo>
                <a:lnTo>
                  <a:pt x="1509065" y="83344"/>
                </a:lnTo>
                <a:lnTo>
                  <a:pt x="1526086" y="75009"/>
                </a:lnTo>
                <a:lnTo>
                  <a:pt x="1543107" y="66675"/>
                </a:lnTo>
                <a:lnTo>
                  <a:pt x="1560128" y="58341"/>
                </a:lnTo>
                <a:lnTo>
                  <a:pt x="1577140" y="50006"/>
                </a:lnTo>
                <a:lnTo>
                  <a:pt x="1594161" y="41672"/>
                </a:lnTo>
                <a:lnTo>
                  <a:pt x="1611182" y="33338"/>
                </a:lnTo>
                <a:lnTo>
                  <a:pt x="1628204" y="25003"/>
                </a:lnTo>
                <a:lnTo>
                  <a:pt x="1645215" y="16669"/>
                </a:lnTo>
                <a:lnTo>
                  <a:pt x="1662236" y="8334"/>
                </a:lnTo>
                <a:lnTo>
                  <a:pt x="16792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5F6E4CD0-0F10-4D3D-9DBF-423A51E8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0565" y="4180523"/>
            <a:ext cx="13592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1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BF1D9EC8-51F0-4EC6-893A-C544F038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2348" y="3799875"/>
            <a:ext cx="125730" cy="205045"/>
          </a:xfrm>
          <a:custGeom xmlns:a="http://schemas.openxmlformats.org/drawingml/2006/main">
            <a:pathLst>
              <a:path w="125730" h="205045">
                <a:moveTo>
                  <a:pt x="0" y="87278"/>
                </a:moveTo>
                <a:lnTo>
                  <a:pt x="0" y="104242"/>
                </a:lnTo>
                <a:lnTo>
                  <a:pt x="0" y="121196"/>
                </a:lnTo>
                <a:lnTo>
                  <a:pt x="0" y="138160"/>
                </a:lnTo>
                <a:lnTo>
                  <a:pt x="0" y="155124"/>
                </a:lnTo>
                <a:lnTo>
                  <a:pt x="0" y="172079"/>
                </a:lnTo>
                <a:lnTo>
                  <a:pt x="0" y="189043"/>
                </a:lnTo>
                <a:lnTo>
                  <a:pt x="505" y="205045"/>
                </a:lnTo>
                <a:lnTo>
                  <a:pt x="14421" y="195339"/>
                </a:lnTo>
                <a:lnTo>
                  <a:pt x="28327" y="185642"/>
                </a:lnTo>
                <a:lnTo>
                  <a:pt x="42243" y="175946"/>
                </a:lnTo>
                <a:lnTo>
                  <a:pt x="56159" y="166249"/>
                </a:lnTo>
                <a:lnTo>
                  <a:pt x="70075" y="156553"/>
                </a:lnTo>
                <a:lnTo>
                  <a:pt x="83991" y="146856"/>
                </a:lnTo>
                <a:lnTo>
                  <a:pt x="97898" y="137160"/>
                </a:lnTo>
                <a:lnTo>
                  <a:pt x="111814" y="127454"/>
                </a:lnTo>
                <a:lnTo>
                  <a:pt x="125730" y="117758"/>
                </a:lnTo>
                <a:lnTo>
                  <a:pt x="125730" y="100803"/>
                </a:lnTo>
                <a:lnTo>
                  <a:pt x="125730" y="83839"/>
                </a:lnTo>
                <a:lnTo>
                  <a:pt x="125730" y="66875"/>
                </a:lnTo>
                <a:lnTo>
                  <a:pt x="125730" y="49921"/>
                </a:lnTo>
                <a:lnTo>
                  <a:pt x="125730" y="32957"/>
                </a:lnTo>
                <a:lnTo>
                  <a:pt x="125730" y="16002"/>
                </a:lnTo>
                <a:lnTo>
                  <a:pt x="125225" y="0"/>
                </a:lnTo>
                <a:lnTo>
                  <a:pt x="111309" y="9696"/>
                </a:lnTo>
                <a:lnTo>
                  <a:pt x="97403" y="19393"/>
                </a:lnTo>
                <a:lnTo>
                  <a:pt x="83487" y="29089"/>
                </a:lnTo>
                <a:lnTo>
                  <a:pt x="69571" y="38795"/>
                </a:lnTo>
                <a:lnTo>
                  <a:pt x="55655" y="48492"/>
                </a:lnTo>
                <a:lnTo>
                  <a:pt x="41739" y="58188"/>
                </a:lnTo>
                <a:lnTo>
                  <a:pt x="27832" y="67885"/>
                </a:lnTo>
                <a:lnTo>
                  <a:pt x="13916" y="77581"/>
                </a:lnTo>
                <a:lnTo>
                  <a:pt x="0" y="87278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2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8DEE7B07-A97A-426B-9504-71D0927C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3799523"/>
            <a:ext cx="1739465" cy="87630"/>
          </a:xfrm>
          <a:custGeom xmlns:a="http://schemas.openxmlformats.org/drawingml/2006/main">
            <a:pathLst>
              <a:path w="1739465" h="87630">
                <a:moveTo>
                  <a:pt x="0" y="87630"/>
                </a:moveTo>
                <a:lnTo>
                  <a:pt x="18993" y="87630"/>
                </a:lnTo>
                <a:lnTo>
                  <a:pt x="37976" y="87630"/>
                </a:lnTo>
                <a:lnTo>
                  <a:pt x="56969" y="87630"/>
                </a:lnTo>
                <a:lnTo>
                  <a:pt x="75952" y="87630"/>
                </a:lnTo>
                <a:lnTo>
                  <a:pt x="94945" y="87630"/>
                </a:lnTo>
                <a:lnTo>
                  <a:pt x="113938" y="87630"/>
                </a:lnTo>
                <a:lnTo>
                  <a:pt x="132921" y="87630"/>
                </a:lnTo>
                <a:lnTo>
                  <a:pt x="151914" y="87630"/>
                </a:lnTo>
                <a:lnTo>
                  <a:pt x="170907" y="87630"/>
                </a:lnTo>
                <a:lnTo>
                  <a:pt x="189890" y="87630"/>
                </a:lnTo>
                <a:lnTo>
                  <a:pt x="208883" y="87630"/>
                </a:lnTo>
                <a:lnTo>
                  <a:pt x="227867" y="87630"/>
                </a:lnTo>
                <a:lnTo>
                  <a:pt x="246859" y="87630"/>
                </a:lnTo>
                <a:lnTo>
                  <a:pt x="265852" y="87630"/>
                </a:lnTo>
                <a:lnTo>
                  <a:pt x="284836" y="87630"/>
                </a:lnTo>
                <a:lnTo>
                  <a:pt x="303828" y="87630"/>
                </a:lnTo>
                <a:lnTo>
                  <a:pt x="322812" y="87630"/>
                </a:lnTo>
                <a:lnTo>
                  <a:pt x="341805" y="87630"/>
                </a:lnTo>
                <a:lnTo>
                  <a:pt x="360797" y="87630"/>
                </a:lnTo>
                <a:lnTo>
                  <a:pt x="379781" y="87630"/>
                </a:lnTo>
                <a:lnTo>
                  <a:pt x="398774" y="87630"/>
                </a:lnTo>
                <a:lnTo>
                  <a:pt x="417767" y="87630"/>
                </a:lnTo>
                <a:lnTo>
                  <a:pt x="436750" y="87630"/>
                </a:lnTo>
                <a:lnTo>
                  <a:pt x="455743" y="87630"/>
                </a:lnTo>
                <a:lnTo>
                  <a:pt x="474726" y="87630"/>
                </a:lnTo>
                <a:lnTo>
                  <a:pt x="493719" y="87630"/>
                </a:lnTo>
                <a:lnTo>
                  <a:pt x="512712" y="87630"/>
                </a:lnTo>
                <a:lnTo>
                  <a:pt x="531695" y="87630"/>
                </a:lnTo>
                <a:lnTo>
                  <a:pt x="550688" y="87630"/>
                </a:lnTo>
                <a:lnTo>
                  <a:pt x="569681" y="87630"/>
                </a:lnTo>
                <a:lnTo>
                  <a:pt x="588664" y="87630"/>
                </a:lnTo>
                <a:lnTo>
                  <a:pt x="607657" y="87630"/>
                </a:lnTo>
                <a:lnTo>
                  <a:pt x="626640" y="87630"/>
                </a:lnTo>
                <a:lnTo>
                  <a:pt x="645633" y="87630"/>
                </a:lnTo>
                <a:lnTo>
                  <a:pt x="664626" y="87630"/>
                </a:lnTo>
                <a:lnTo>
                  <a:pt x="683609" y="87630"/>
                </a:lnTo>
                <a:lnTo>
                  <a:pt x="702602" y="87630"/>
                </a:lnTo>
                <a:lnTo>
                  <a:pt x="721585" y="87630"/>
                </a:lnTo>
                <a:lnTo>
                  <a:pt x="740578" y="87630"/>
                </a:lnTo>
                <a:lnTo>
                  <a:pt x="759571" y="87630"/>
                </a:lnTo>
                <a:lnTo>
                  <a:pt x="778554" y="87630"/>
                </a:lnTo>
                <a:lnTo>
                  <a:pt x="797547" y="87630"/>
                </a:lnTo>
                <a:lnTo>
                  <a:pt x="816540" y="87630"/>
                </a:lnTo>
                <a:lnTo>
                  <a:pt x="835523" y="87630"/>
                </a:lnTo>
                <a:lnTo>
                  <a:pt x="854516" y="87630"/>
                </a:lnTo>
                <a:lnTo>
                  <a:pt x="873500" y="87630"/>
                </a:lnTo>
                <a:lnTo>
                  <a:pt x="892493" y="87630"/>
                </a:lnTo>
                <a:lnTo>
                  <a:pt x="911485" y="87630"/>
                </a:lnTo>
                <a:lnTo>
                  <a:pt x="930469" y="87630"/>
                </a:lnTo>
                <a:lnTo>
                  <a:pt x="949462" y="87630"/>
                </a:lnTo>
                <a:lnTo>
                  <a:pt x="968445" y="87630"/>
                </a:lnTo>
                <a:lnTo>
                  <a:pt x="987438" y="87630"/>
                </a:lnTo>
                <a:lnTo>
                  <a:pt x="1006431" y="87630"/>
                </a:lnTo>
                <a:lnTo>
                  <a:pt x="1025414" y="87630"/>
                </a:lnTo>
                <a:lnTo>
                  <a:pt x="1044407" y="87630"/>
                </a:lnTo>
                <a:lnTo>
                  <a:pt x="1063400" y="87630"/>
                </a:lnTo>
                <a:lnTo>
                  <a:pt x="1082383" y="87630"/>
                </a:lnTo>
                <a:lnTo>
                  <a:pt x="1101376" y="87630"/>
                </a:lnTo>
                <a:lnTo>
                  <a:pt x="1120359" y="87630"/>
                </a:lnTo>
                <a:lnTo>
                  <a:pt x="1139352" y="87630"/>
                </a:lnTo>
                <a:lnTo>
                  <a:pt x="1158345" y="87630"/>
                </a:lnTo>
                <a:lnTo>
                  <a:pt x="1177328" y="87630"/>
                </a:lnTo>
                <a:lnTo>
                  <a:pt x="1196321" y="87630"/>
                </a:lnTo>
                <a:lnTo>
                  <a:pt x="1215304" y="87630"/>
                </a:lnTo>
                <a:lnTo>
                  <a:pt x="1234297" y="87630"/>
                </a:lnTo>
                <a:lnTo>
                  <a:pt x="1253290" y="87630"/>
                </a:lnTo>
                <a:lnTo>
                  <a:pt x="1272273" y="87630"/>
                </a:lnTo>
                <a:lnTo>
                  <a:pt x="1291266" y="87630"/>
                </a:lnTo>
                <a:lnTo>
                  <a:pt x="1310259" y="87630"/>
                </a:lnTo>
                <a:lnTo>
                  <a:pt x="1329242" y="87630"/>
                </a:lnTo>
                <a:lnTo>
                  <a:pt x="1348235" y="87630"/>
                </a:lnTo>
                <a:lnTo>
                  <a:pt x="1367219" y="87630"/>
                </a:lnTo>
                <a:lnTo>
                  <a:pt x="1386211" y="87630"/>
                </a:lnTo>
                <a:lnTo>
                  <a:pt x="1405204" y="87630"/>
                </a:lnTo>
                <a:lnTo>
                  <a:pt x="1424188" y="87630"/>
                </a:lnTo>
                <a:lnTo>
                  <a:pt x="1443180" y="87630"/>
                </a:lnTo>
                <a:lnTo>
                  <a:pt x="1462164" y="87630"/>
                </a:lnTo>
                <a:lnTo>
                  <a:pt x="1481157" y="87630"/>
                </a:lnTo>
                <a:lnTo>
                  <a:pt x="1500149" y="87630"/>
                </a:lnTo>
                <a:lnTo>
                  <a:pt x="1519133" y="87630"/>
                </a:lnTo>
                <a:lnTo>
                  <a:pt x="1538126" y="87630"/>
                </a:lnTo>
                <a:lnTo>
                  <a:pt x="1557118" y="87630"/>
                </a:lnTo>
                <a:lnTo>
                  <a:pt x="1576102" y="87630"/>
                </a:lnTo>
                <a:lnTo>
                  <a:pt x="1595095" y="87630"/>
                </a:lnTo>
                <a:lnTo>
                  <a:pt x="1614078" y="87630"/>
                </a:lnTo>
                <a:lnTo>
                  <a:pt x="1630413" y="79181"/>
                </a:lnTo>
                <a:lnTo>
                  <a:pt x="1645996" y="68323"/>
                </a:lnTo>
                <a:lnTo>
                  <a:pt x="1661579" y="57464"/>
                </a:lnTo>
                <a:lnTo>
                  <a:pt x="1677152" y="46606"/>
                </a:lnTo>
                <a:lnTo>
                  <a:pt x="1692735" y="35747"/>
                </a:lnTo>
                <a:lnTo>
                  <a:pt x="1708309" y="24889"/>
                </a:lnTo>
                <a:lnTo>
                  <a:pt x="1723892" y="14040"/>
                </a:lnTo>
                <a:lnTo>
                  <a:pt x="1739465" y="3181"/>
                </a:lnTo>
                <a:lnTo>
                  <a:pt x="1730597" y="0"/>
                </a:lnTo>
                <a:lnTo>
                  <a:pt x="1711604" y="0"/>
                </a:lnTo>
                <a:lnTo>
                  <a:pt x="1692621" y="0"/>
                </a:lnTo>
                <a:lnTo>
                  <a:pt x="1673628" y="0"/>
                </a:lnTo>
                <a:lnTo>
                  <a:pt x="1654635" y="0"/>
                </a:lnTo>
                <a:lnTo>
                  <a:pt x="1635652" y="0"/>
                </a:lnTo>
                <a:lnTo>
                  <a:pt x="1616659" y="0"/>
                </a:lnTo>
                <a:lnTo>
                  <a:pt x="1597666" y="0"/>
                </a:lnTo>
                <a:lnTo>
                  <a:pt x="1578683" y="0"/>
                </a:lnTo>
                <a:lnTo>
                  <a:pt x="1559690" y="0"/>
                </a:lnTo>
                <a:lnTo>
                  <a:pt x="1540707" y="0"/>
                </a:lnTo>
                <a:lnTo>
                  <a:pt x="1521714" y="0"/>
                </a:lnTo>
                <a:lnTo>
                  <a:pt x="1502721" y="0"/>
                </a:lnTo>
                <a:lnTo>
                  <a:pt x="1483738" y="0"/>
                </a:lnTo>
                <a:lnTo>
                  <a:pt x="1464745" y="0"/>
                </a:lnTo>
                <a:lnTo>
                  <a:pt x="1445752" y="0"/>
                </a:lnTo>
                <a:lnTo>
                  <a:pt x="1426769" y="0"/>
                </a:lnTo>
                <a:lnTo>
                  <a:pt x="1407776" y="0"/>
                </a:lnTo>
                <a:lnTo>
                  <a:pt x="1388793" y="0"/>
                </a:lnTo>
                <a:lnTo>
                  <a:pt x="1369800" y="0"/>
                </a:lnTo>
                <a:lnTo>
                  <a:pt x="1350807" y="0"/>
                </a:lnTo>
                <a:lnTo>
                  <a:pt x="1331824" y="0"/>
                </a:lnTo>
                <a:lnTo>
                  <a:pt x="1312831" y="0"/>
                </a:lnTo>
                <a:lnTo>
                  <a:pt x="1293847" y="0"/>
                </a:lnTo>
                <a:lnTo>
                  <a:pt x="1274855" y="0"/>
                </a:lnTo>
                <a:lnTo>
                  <a:pt x="1255862" y="0"/>
                </a:lnTo>
                <a:lnTo>
                  <a:pt x="1236878" y="0"/>
                </a:lnTo>
                <a:lnTo>
                  <a:pt x="1217886" y="0"/>
                </a:lnTo>
                <a:lnTo>
                  <a:pt x="1198893" y="0"/>
                </a:lnTo>
                <a:lnTo>
                  <a:pt x="1179909" y="0"/>
                </a:lnTo>
                <a:lnTo>
                  <a:pt x="1160917" y="0"/>
                </a:lnTo>
                <a:lnTo>
                  <a:pt x="1141933" y="0"/>
                </a:lnTo>
                <a:lnTo>
                  <a:pt x="1122940" y="0"/>
                </a:lnTo>
                <a:lnTo>
                  <a:pt x="1103948" y="0"/>
                </a:lnTo>
                <a:lnTo>
                  <a:pt x="1084964" y="0"/>
                </a:lnTo>
                <a:lnTo>
                  <a:pt x="1065971" y="0"/>
                </a:lnTo>
                <a:lnTo>
                  <a:pt x="1046988" y="0"/>
                </a:lnTo>
                <a:lnTo>
                  <a:pt x="1027995" y="0"/>
                </a:lnTo>
                <a:lnTo>
                  <a:pt x="1009002" y="0"/>
                </a:lnTo>
                <a:lnTo>
                  <a:pt x="990019" y="0"/>
                </a:lnTo>
                <a:lnTo>
                  <a:pt x="971026" y="0"/>
                </a:lnTo>
                <a:lnTo>
                  <a:pt x="952033" y="0"/>
                </a:lnTo>
                <a:lnTo>
                  <a:pt x="933050" y="0"/>
                </a:lnTo>
                <a:lnTo>
                  <a:pt x="914057" y="0"/>
                </a:lnTo>
                <a:lnTo>
                  <a:pt x="895074" y="0"/>
                </a:lnTo>
                <a:lnTo>
                  <a:pt x="876081" y="0"/>
                </a:lnTo>
                <a:lnTo>
                  <a:pt x="857088" y="0"/>
                </a:lnTo>
                <a:lnTo>
                  <a:pt x="838105" y="0"/>
                </a:lnTo>
                <a:lnTo>
                  <a:pt x="819112" y="0"/>
                </a:lnTo>
                <a:lnTo>
                  <a:pt x="800129" y="0"/>
                </a:lnTo>
                <a:lnTo>
                  <a:pt x="781136" y="0"/>
                </a:lnTo>
                <a:lnTo>
                  <a:pt x="762143" y="0"/>
                </a:lnTo>
                <a:lnTo>
                  <a:pt x="743160" y="0"/>
                </a:lnTo>
                <a:lnTo>
                  <a:pt x="724167" y="0"/>
                </a:lnTo>
                <a:lnTo>
                  <a:pt x="705174" y="0"/>
                </a:lnTo>
                <a:lnTo>
                  <a:pt x="686191" y="0"/>
                </a:lnTo>
                <a:lnTo>
                  <a:pt x="667198" y="0"/>
                </a:lnTo>
                <a:lnTo>
                  <a:pt x="648214" y="0"/>
                </a:lnTo>
                <a:lnTo>
                  <a:pt x="629222" y="0"/>
                </a:lnTo>
                <a:lnTo>
                  <a:pt x="610229" y="0"/>
                </a:lnTo>
                <a:lnTo>
                  <a:pt x="591245" y="0"/>
                </a:lnTo>
                <a:lnTo>
                  <a:pt x="572252" y="0"/>
                </a:lnTo>
                <a:lnTo>
                  <a:pt x="553260" y="0"/>
                </a:lnTo>
                <a:lnTo>
                  <a:pt x="534276" y="0"/>
                </a:lnTo>
                <a:lnTo>
                  <a:pt x="515283" y="0"/>
                </a:lnTo>
                <a:lnTo>
                  <a:pt x="496300" y="0"/>
                </a:lnTo>
                <a:lnTo>
                  <a:pt x="477307" y="0"/>
                </a:lnTo>
                <a:lnTo>
                  <a:pt x="458314" y="0"/>
                </a:lnTo>
                <a:lnTo>
                  <a:pt x="439331" y="0"/>
                </a:lnTo>
                <a:lnTo>
                  <a:pt x="420338" y="0"/>
                </a:lnTo>
                <a:lnTo>
                  <a:pt x="401355" y="0"/>
                </a:lnTo>
                <a:lnTo>
                  <a:pt x="382362" y="0"/>
                </a:lnTo>
                <a:lnTo>
                  <a:pt x="363369" y="0"/>
                </a:lnTo>
                <a:lnTo>
                  <a:pt x="344386" y="0"/>
                </a:lnTo>
                <a:lnTo>
                  <a:pt x="325393" y="0"/>
                </a:lnTo>
                <a:lnTo>
                  <a:pt x="306400" y="0"/>
                </a:lnTo>
                <a:lnTo>
                  <a:pt x="287417" y="0"/>
                </a:lnTo>
                <a:lnTo>
                  <a:pt x="268424" y="0"/>
                </a:lnTo>
                <a:lnTo>
                  <a:pt x="249441" y="0"/>
                </a:lnTo>
                <a:lnTo>
                  <a:pt x="230448" y="0"/>
                </a:lnTo>
                <a:lnTo>
                  <a:pt x="212427" y="5172"/>
                </a:lnTo>
                <a:lnTo>
                  <a:pt x="194720" y="12040"/>
                </a:lnTo>
                <a:lnTo>
                  <a:pt x="177022" y="18917"/>
                </a:lnTo>
                <a:lnTo>
                  <a:pt x="159325" y="25784"/>
                </a:lnTo>
                <a:lnTo>
                  <a:pt x="141618" y="32652"/>
                </a:lnTo>
                <a:lnTo>
                  <a:pt x="123920" y="39529"/>
                </a:lnTo>
                <a:lnTo>
                  <a:pt x="106213" y="46396"/>
                </a:lnTo>
                <a:lnTo>
                  <a:pt x="88506" y="53273"/>
                </a:lnTo>
                <a:lnTo>
                  <a:pt x="70809" y="60141"/>
                </a:lnTo>
                <a:lnTo>
                  <a:pt x="53111" y="67018"/>
                </a:lnTo>
                <a:lnTo>
                  <a:pt x="35404" y="73885"/>
                </a:lnTo>
                <a:lnTo>
                  <a:pt x="17707" y="80762"/>
                </a:lnTo>
                <a:lnTo>
                  <a:pt x="0" y="87630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3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92CEFB6D-9DEA-4501-A562-C785C96C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8823" y="3799523"/>
            <a:ext cx="1579245" cy="87630"/>
          </a:xfrm>
          <a:custGeom xmlns:a="http://schemas.openxmlformats.org/drawingml/2006/main">
            <a:pathLst>
              <a:path w="1579245" h="87630">
                <a:moveTo>
                  <a:pt x="0" y="87630"/>
                </a:moveTo>
                <a:lnTo>
                  <a:pt x="18898" y="87630"/>
                </a:lnTo>
                <a:lnTo>
                  <a:pt x="37786" y="87630"/>
                </a:lnTo>
                <a:lnTo>
                  <a:pt x="56683" y="87630"/>
                </a:lnTo>
                <a:lnTo>
                  <a:pt x="75571" y="87630"/>
                </a:lnTo>
                <a:lnTo>
                  <a:pt x="94469" y="87630"/>
                </a:lnTo>
                <a:lnTo>
                  <a:pt x="113357" y="87630"/>
                </a:lnTo>
                <a:lnTo>
                  <a:pt x="132255" y="87630"/>
                </a:lnTo>
                <a:lnTo>
                  <a:pt x="151143" y="87630"/>
                </a:lnTo>
                <a:lnTo>
                  <a:pt x="170040" y="87630"/>
                </a:lnTo>
                <a:lnTo>
                  <a:pt x="188938" y="87630"/>
                </a:lnTo>
                <a:lnTo>
                  <a:pt x="207826" y="87630"/>
                </a:lnTo>
                <a:lnTo>
                  <a:pt x="226724" y="87630"/>
                </a:lnTo>
                <a:lnTo>
                  <a:pt x="245612" y="87630"/>
                </a:lnTo>
                <a:lnTo>
                  <a:pt x="264509" y="87630"/>
                </a:lnTo>
                <a:lnTo>
                  <a:pt x="283397" y="87630"/>
                </a:lnTo>
                <a:lnTo>
                  <a:pt x="302295" y="87630"/>
                </a:lnTo>
                <a:lnTo>
                  <a:pt x="321183" y="87630"/>
                </a:lnTo>
                <a:lnTo>
                  <a:pt x="340081" y="87630"/>
                </a:lnTo>
                <a:lnTo>
                  <a:pt x="358978" y="87630"/>
                </a:lnTo>
                <a:lnTo>
                  <a:pt x="377866" y="87630"/>
                </a:lnTo>
                <a:lnTo>
                  <a:pt x="396764" y="87630"/>
                </a:lnTo>
                <a:lnTo>
                  <a:pt x="415652" y="87630"/>
                </a:lnTo>
                <a:lnTo>
                  <a:pt x="434550" y="87630"/>
                </a:lnTo>
                <a:lnTo>
                  <a:pt x="453438" y="87630"/>
                </a:lnTo>
                <a:lnTo>
                  <a:pt x="472335" y="87630"/>
                </a:lnTo>
                <a:lnTo>
                  <a:pt x="491233" y="87630"/>
                </a:lnTo>
                <a:lnTo>
                  <a:pt x="510121" y="87630"/>
                </a:lnTo>
                <a:lnTo>
                  <a:pt x="529019" y="87630"/>
                </a:lnTo>
                <a:lnTo>
                  <a:pt x="547907" y="87630"/>
                </a:lnTo>
                <a:lnTo>
                  <a:pt x="566804" y="87630"/>
                </a:lnTo>
                <a:lnTo>
                  <a:pt x="585692" y="87630"/>
                </a:lnTo>
                <a:lnTo>
                  <a:pt x="604590" y="87630"/>
                </a:lnTo>
                <a:lnTo>
                  <a:pt x="623478" y="87630"/>
                </a:lnTo>
                <a:lnTo>
                  <a:pt x="642376" y="87630"/>
                </a:lnTo>
                <a:lnTo>
                  <a:pt x="661264" y="87630"/>
                </a:lnTo>
                <a:lnTo>
                  <a:pt x="680161" y="87630"/>
                </a:lnTo>
                <a:lnTo>
                  <a:pt x="699059" y="87630"/>
                </a:lnTo>
                <a:lnTo>
                  <a:pt x="717947" y="87630"/>
                </a:lnTo>
                <a:lnTo>
                  <a:pt x="736844" y="87630"/>
                </a:lnTo>
                <a:lnTo>
                  <a:pt x="755733" y="87630"/>
                </a:lnTo>
                <a:lnTo>
                  <a:pt x="774630" y="87630"/>
                </a:lnTo>
                <a:lnTo>
                  <a:pt x="793518" y="87630"/>
                </a:lnTo>
                <a:lnTo>
                  <a:pt x="812416" y="87630"/>
                </a:lnTo>
                <a:lnTo>
                  <a:pt x="831313" y="87630"/>
                </a:lnTo>
                <a:lnTo>
                  <a:pt x="850202" y="87630"/>
                </a:lnTo>
                <a:lnTo>
                  <a:pt x="869099" y="87630"/>
                </a:lnTo>
                <a:lnTo>
                  <a:pt x="887987" y="87630"/>
                </a:lnTo>
                <a:lnTo>
                  <a:pt x="906885" y="87630"/>
                </a:lnTo>
                <a:lnTo>
                  <a:pt x="925773" y="87630"/>
                </a:lnTo>
                <a:lnTo>
                  <a:pt x="944670" y="87630"/>
                </a:lnTo>
                <a:lnTo>
                  <a:pt x="963559" y="87630"/>
                </a:lnTo>
                <a:lnTo>
                  <a:pt x="982456" y="87630"/>
                </a:lnTo>
                <a:lnTo>
                  <a:pt x="1001354" y="87630"/>
                </a:lnTo>
                <a:lnTo>
                  <a:pt x="1020242" y="87630"/>
                </a:lnTo>
                <a:lnTo>
                  <a:pt x="1039139" y="87630"/>
                </a:lnTo>
                <a:lnTo>
                  <a:pt x="1058027" y="87630"/>
                </a:lnTo>
                <a:lnTo>
                  <a:pt x="1076925" y="87630"/>
                </a:lnTo>
                <a:lnTo>
                  <a:pt x="1095813" y="87630"/>
                </a:lnTo>
                <a:lnTo>
                  <a:pt x="1114711" y="87630"/>
                </a:lnTo>
                <a:lnTo>
                  <a:pt x="1133599" y="87630"/>
                </a:lnTo>
                <a:lnTo>
                  <a:pt x="1152496" y="87630"/>
                </a:lnTo>
                <a:lnTo>
                  <a:pt x="1171394" y="87630"/>
                </a:lnTo>
                <a:lnTo>
                  <a:pt x="1190282" y="87630"/>
                </a:lnTo>
                <a:lnTo>
                  <a:pt x="1209180" y="87630"/>
                </a:lnTo>
                <a:lnTo>
                  <a:pt x="1228068" y="87630"/>
                </a:lnTo>
                <a:lnTo>
                  <a:pt x="1246965" y="87630"/>
                </a:lnTo>
                <a:lnTo>
                  <a:pt x="1265853" y="87630"/>
                </a:lnTo>
                <a:lnTo>
                  <a:pt x="1284751" y="87630"/>
                </a:lnTo>
                <a:lnTo>
                  <a:pt x="1303639" y="87630"/>
                </a:lnTo>
                <a:lnTo>
                  <a:pt x="1322537" y="87630"/>
                </a:lnTo>
                <a:lnTo>
                  <a:pt x="1341434" y="87630"/>
                </a:lnTo>
                <a:lnTo>
                  <a:pt x="1360322" y="87630"/>
                </a:lnTo>
                <a:lnTo>
                  <a:pt x="1379220" y="87630"/>
                </a:lnTo>
                <a:lnTo>
                  <a:pt x="1398108" y="87630"/>
                </a:lnTo>
                <a:lnTo>
                  <a:pt x="1417006" y="87630"/>
                </a:lnTo>
                <a:lnTo>
                  <a:pt x="1435894" y="87630"/>
                </a:lnTo>
                <a:lnTo>
                  <a:pt x="1453763" y="84268"/>
                </a:lnTo>
                <a:lnTo>
                  <a:pt x="1469450" y="73733"/>
                </a:lnTo>
                <a:lnTo>
                  <a:pt x="1485138" y="63198"/>
                </a:lnTo>
                <a:lnTo>
                  <a:pt x="1500816" y="52664"/>
                </a:lnTo>
                <a:lnTo>
                  <a:pt x="1516504" y="42129"/>
                </a:lnTo>
                <a:lnTo>
                  <a:pt x="1532192" y="31594"/>
                </a:lnTo>
                <a:lnTo>
                  <a:pt x="1547879" y="21069"/>
                </a:lnTo>
                <a:lnTo>
                  <a:pt x="1563557" y="10535"/>
                </a:lnTo>
                <a:lnTo>
                  <a:pt x="15792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4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51258229-176E-4676-8581-A7EADE7D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9803" y="3799523"/>
            <a:ext cx="13582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5" name="communicate-text-heading">
            <a:extLst xmlns:a="http://schemas.openxmlformats.org/drawingml/2006/main">
              <a:ext uri="{FF2B5EF4-FFF2-40B4-BE49-F238E27FC236}">
                <a16:creationId xmlns:a16="http://schemas.microsoft.com/office/drawing/2014/main" id="{96C14400-FBF8-43FB-9B8D-F4A7883A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2206" y="4286993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临时沟通</a:t>
            </a:r>
          </a:p>
        </p:txBody>
      </p:sp>
      <p:sp>
        <p:nvSpPr>
          <p:cNvPr id="36" name="communicate-text-body">
            <a:extLst xmlns:a="http://schemas.openxmlformats.org/drawingml/2006/main">
              <a:ext uri="{FF2B5EF4-FFF2-40B4-BE49-F238E27FC236}">
                <a16:creationId xmlns:a16="http://schemas.microsoft.com/office/drawing/2014/main" id="{24537C80-445C-4E62-A95F-71747CE4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2206" y="4546406"/>
            <a:ext cx="1005926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临时沟通依赖</a:t>
            </a:r>
          </a:p>
        </p:txBody>
      </p:sp>
      <p:sp>
        <p:nvSpPr>
          <p:cNvPr id="37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3527CCE9-679B-41CB-A6D8-0B0CB464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5249" y="4864598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8" name="register-text-heading">
            <a:extLst xmlns:a="http://schemas.openxmlformats.org/drawingml/2006/main">
              <a:ext uri="{FF2B5EF4-FFF2-40B4-BE49-F238E27FC236}">
                <a16:creationId xmlns:a16="http://schemas.microsoft.com/office/drawing/2014/main" id="{4A045756-85E5-4B6D-8528-7C98A1A4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3893344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统一登记</a:t>
            </a:r>
          </a:p>
        </p:txBody>
      </p:sp>
      <p:sp>
        <p:nvSpPr>
          <p:cNvPr id="39" name="register-text-body">
            <a:extLst xmlns:a="http://schemas.openxmlformats.org/drawingml/2006/main">
              <a:ext uri="{FF2B5EF4-FFF2-40B4-BE49-F238E27FC236}">
                <a16:creationId xmlns:a16="http://schemas.microsoft.com/office/drawing/2014/main" id="{BBCAAFB4-CA0A-4192-8D9D-82B587F5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4152748"/>
            <a:ext cx="1005926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统一字段登记</a:t>
            </a:r>
          </a:p>
        </p:txBody>
      </p:sp>
      <p:sp>
        <p:nvSpPr>
          <p:cNvPr id="40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C67AA9DC-F703-40C5-BF22-386B7FAE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4470797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1" name="trace-text-heading">
            <a:extLst xmlns:a="http://schemas.openxmlformats.org/drawingml/2006/main">
              <a:ext uri="{FF2B5EF4-FFF2-40B4-BE49-F238E27FC236}">
                <a16:creationId xmlns:a16="http://schemas.microsoft.com/office/drawing/2014/main" id="{B38692AA-7DC1-46D3-B807-6F1AEE83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9351" y="3499542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过程追溯</a:t>
            </a:r>
          </a:p>
        </p:txBody>
      </p:sp>
      <p:sp>
        <p:nvSpPr>
          <p:cNvPr id="42" name="trace-text-body">
            <a:extLst xmlns:a="http://schemas.openxmlformats.org/drawingml/2006/main">
              <a:ext uri="{FF2B5EF4-FFF2-40B4-BE49-F238E27FC236}">
                <a16:creationId xmlns:a16="http://schemas.microsoft.com/office/drawing/2014/main" id="{6764D134-D79A-4860-8877-5A17BFD1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9351" y="3758956"/>
            <a:ext cx="1005926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执行异常关联</a:t>
            </a:r>
          </a:p>
        </p:txBody>
      </p:sp>
      <p:sp>
        <p:nvSpPr>
          <p:cNvPr id="43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DAEBCE0C-C242-4CA9-B411-EBB4E244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2251" y="4077148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4" name="improve-text-heading">
            <a:extLst xmlns:a="http://schemas.openxmlformats.org/drawingml/2006/main">
              <a:ext uri="{FF2B5EF4-FFF2-40B4-BE49-F238E27FC236}">
                <a16:creationId xmlns:a16="http://schemas.microsoft.com/office/drawing/2014/main" id="{98152CF8-B293-4F72-86C9-76932872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7852" y="3105893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持续改进</a:t>
            </a:r>
          </a:p>
        </p:txBody>
      </p:sp>
      <p:sp>
        <p:nvSpPr>
          <p:cNvPr id="45" name="improve-text-body">
            <a:extLst xmlns:a="http://schemas.openxmlformats.org/drawingml/2006/main">
              <a:ext uri="{FF2B5EF4-FFF2-40B4-BE49-F238E27FC236}">
                <a16:creationId xmlns:a16="http://schemas.microsoft.com/office/drawing/2014/main" id="{F6274C5E-4AE8-461B-8519-98A40F3C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7852" y="3365306"/>
            <a:ext cx="1005926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复盘优化机制</a:t>
            </a:r>
          </a:p>
        </p:txBody>
      </p:sp>
      <p:sp>
        <p:nvSpPr>
          <p:cNvPr id="46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94A7EA3C-63FA-4798-B466-6DCB9B72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0894" y="368334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7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C5ECC2FF-8057-4C62-AB4D-BDCB1110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1926" y="4836614"/>
            <a:ext cx="403622" cy="211341"/>
          </a:xfrm>
          <a:prstGeom xmlns:a="http://schemas.openxmlformats.org/drawingml/2006/main" prst="roundRect">
            <a:avLst>
              <a:gd name="adj" fmla="val 46872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48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057CAC3C-7926-4E48-8668-14164940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8927" y="4049163"/>
            <a:ext cx="403622" cy="211341"/>
          </a:xfrm>
          <a:prstGeom xmlns:a="http://schemas.openxmlformats.org/drawingml/2006/main" prst="roundRect">
            <a:avLst>
              <a:gd name="adj" fmla="val 46872"/>
            </a:avLst>
          </a:prstGeom>
          <a:solidFill xmlns:a="http://schemas.openxmlformats.org/drawingml/2006/main">
            <a:srgbClr val="2548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FAEA65-D5D8-4870-A61D-1438857D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47900"/>
            <a:ext cx="571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5AF08E-4927-406F-A765-22EF5B52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266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964329-E5C9-48F6-B404-13FEC138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6670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先关联执行与异常记录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4CEEA3-C6ED-4FFD-ADF9-29BD2D73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861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先把执行与异常记录连起来。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再用积累数据定期复盘。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5B8BC3-3BBC-417A-BA49-B4836959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4767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549212-1D75-41E6-86BE-EAB82CC0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6672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近期形成关联记录，后续再设复盘周期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2026-09-08T14:53:34.3500000Z</dcterms:created>
  <dcterms:modified xsi:type="dcterms:W3CDTF">2026-09-08T14:53:34.3500000Z</dcterms:modified>
</coreProperties>
</file>