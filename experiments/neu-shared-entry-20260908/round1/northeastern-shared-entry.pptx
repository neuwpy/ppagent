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41d54929543f1" /><Relationship Type="http://schemas.openxmlformats.org/officeDocument/2006/relationships/extended-properties" Target="/docProps/app.xml" Id="R93dc3cbd8f694384" /><Relationship Type="http://schemas.openxmlformats.org/officeDocument/2006/relationships/officeDocument" Target="/ppt/presentation.xml" Id="R41928ae36c6145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d35bc7c14407c"/>
    <p:sldMasterId xmlns:r="http://schemas.openxmlformats.org/officeDocument/2006/relationships" id="2147483660" r:id="R56ac85cfaa0c4c44"/>
    <p:sldMasterId xmlns:r="http://schemas.openxmlformats.org/officeDocument/2006/relationships" id="2147483663" r:id="R77cdc9eb1d594f7c"/>
  </p:sldMasterIdLst>
  <p:notesMasterIdLst>
    <p:notesMasterId xmlns:r="http://schemas.openxmlformats.org/officeDocument/2006/relationships" r:id="Rd7d9ef068bd54105"/>
  </p:notesMasterIdLst>
  <p:sldIdLst>
    <p:sldId xmlns:r="http://schemas.openxmlformats.org/officeDocument/2006/relationships" id="256" r:id="R301645c975024a84"/>
    <p:sldId xmlns:r="http://schemas.openxmlformats.org/officeDocument/2006/relationships" id="257" r:id="Rf8cdff15a83b4154"/>
    <p:sldId xmlns:r="http://schemas.openxmlformats.org/officeDocument/2006/relationships" id="258" r:id="R26b892cc8fd242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e90fcbf9f4403c" /><Relationship Type="http://schemas.openxmlformats.org/officeDocument/2006/relationships/slideMaster" Target="/ppt/slideMasters/slideMaster1.xml" Id="R411d35bc7c14407c" /><Relationship Type="http://schemas.openxmlformats.org/officeDocument/2006/relationships/slideMaster" Target="/ppt/slideMasters/slideMaster2.xml" Id="R56ac85cfaa0c4c44" /><Relationship Type="http://schemas.openxmlformats.org/officeDocument/2006/relationships/slideMaster" Target="/ppt/slideMasters/slideMaster3.xml" Id="R77cdc9eb1d594f7c" /><Relationship Type="http://schemas.openxmlformats.org/officeDocument/2006/relationships/notesMaster" Target="/ppt/notesMasters/notesMaster1.xml" Id="Rd7d9ef068bd54105" /><Relationship Type="http://schemas.openxmlformats.org/officeDocument/2006/relationships/presProps" Target="/ppt/presProps.xml" Id="R1469784340b04fb8" /><Relationship Type="http://schemas.openxmlformats.org/officeDocument/2006/relationships/viewProps" Target="/ppt/viewProps.xml" Id="R1eb07f86f402490a" /><Relationship Type="http://schemas.openxmlformats.org/officeDocument/2006/relationships/tableStyles" Target="/ppt/tableStyles.xml" Id="Rbfdc544f26894fd2" /><Relationship Type="http://schemas.openxmlformats.org/officeDocument/2006/relationships/slide" Target="/ppt/slides/slide1.xml" Id="R301645c975024a84" /><Relationship Type="http://schemas.openxmlformats.org/officeDocument/2006/relationships/slide" Target="/ppt/slides/slide2.xml" Id="Rf8cdff15a83b4154" /><Relationship Type="http://schemas.openxmlformats.org/officeDocument/2006/relationships/slide" Target="/ppt/slides/slide3.xml" Id="R26b892cc8fd2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46bcf984730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b839633ef409e" /><Relationship Type="http://schemas.openxmlformats.org/officeDocument/2006/relationships/notesMaster" Target="/ppt/notesMasters/notesMaster1.xml" Id="Rf92cc147591f43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37796c3754903" /><Relationship Type="http://schemas.openxmlformats.org/officeDocument/2006/relationships/notesMaster" Target="/ppt/notesMasters/notesMaster1.xml" Id="Rfdaef57436734d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eb0e144581494f" /><Relationship Type="http://schemas.openxmlformats.org/officeDocument/2006/relationships/notesMaster" Target="/ppt/notesMasters/notesMaster1.xml" Id="Rdffb96710195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PPagenT：claim-traceability-fields → parallel-folded-notes-grid-002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PPagenT：claim-admission-gates → convergence-simple-funnel-001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PPagenT：claim-capability-roadmap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3c6323a994115" /><Relationship Type="http://schemas.openxmlformats.org/officeDocument/2006/relationships/image" Target="/ppt/media/image.jpeg" Id="R14be5851626c47e1" /><Relationship Type="http://schemas.openxmlformats.org/officeDocument/2006/relationships/image" Target="/ppt/media/image.png" Id="R4d634954867747e2" /><Relationship Type="http://schemas.openxmlformats.org/officeDocument/2006/relationships/image" Target="/ppt/media/image2.png" Id="Rdf23909d7e294f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d005036ba4e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2e7bf0ff94763" /><Relationship Type="http://schemas.openxmlformats.org/officeDocument/2006/relationships/image" Target="/ppt/media/image3.png" Id="R94d195e0a4fe40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1d04f49d24246" /><Relationship Type="http://schemas.openxmlformats.org/officeDocument/2006/relationships/image" Target="/ppt/media/image4.png" Id="R22ea48a8e2fe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62da53b104c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011cc174b48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514d764224f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c56af8f3747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1f6a2a6e240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0cf4f4a314f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3bd115d69445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bd675843bc4468" /><Relationship Type="http://schemas.openxmlformats.org/officeDocument/2006/relationships/image" Target="/ppt/media/image5.png" Id="Rc82e2751a49d468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2c3bd20aaa454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baa6f8f2db46b0" /><Relationship Type="http://schemas.openxmlformats.org/officeDocument/2006/relationships/image" Target="/ppt/media/image5.png" Id="R2c78a984fc0c456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00fe80bd1cb439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e5851626c47e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34954867747e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3909d7e29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195e0a4fe40f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a48a8e2fe4a1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e2751a49d468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8a984fc0c456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f0ccaf1174100" /><Relationship Type="http://schemas.openxmlformats.org/officeDocument/2006/relationships/slideLayout" Target="/ppt/slideLayouts/slideLayout1.xml" Id="Rbfe48df4088e42ea" /><Relationship Type="http://schemas.openxmlformats.org/officeDocument/2006/relationships/slideLayout" Target="/ppt/slideLayouts/slideLayout2.xml" Id="R896b3248e5a34053" /><Relationship Type="http://schemas.openxmlformats.org/officeDocument/2006/relationships/slideLayout" Target="/ppt/slideLayouts/slideLayout3.xml" Id="Rdf83572cb59c4f27" /><Relationship Type="http://schemas.openxmlformats.org/officeDocument/2006/relationships/slideLayout" Target="/ppt/slideLayouts/slideLayout4.xml" Id="Rf1e49eba458445f6" /><Relationship Type="http://schemas.openxmlformats.org/officeDocument/2006/relationships/slideLayout" Target="/ppt/slideLayouts/slideLayout5.xml" Id="Rbad4ea0518ef413a" /><Relationship Type="http://schemas.openxmlformats.org/officeDocument/2006/relationships/slideLayout" Target="/ppt/slideLayouts/slideLayout6.xml" Id="Re0f0c348e8544db0" /><Relationship Type="http://schemas.openxmlformats.org/officeDocument/2006/relationships/slideLayout" Target="/ppt/slideLayouts/slideLayout7.xml" Id="R5506af0f74934cb3" /><Relationship Type="http://schemas.openxmlformats.org/officeDocument/2006/relationships/slideLayout" Target="/ppt/slideLayouts/slideLayout8.xml" Id="R80d108aabbba402a" /><Relationship Type="http://schemas.openxmlformats.org/officeDocument/2006/relationships/slideLayout" Target="/ppt/slideLayouts/slideLayout9.xml" Id="Rb1fd02e868e546fa" /><Relationship Type="http://schemas.openxmlformats.org/officeDocument/2006/relationships/slideLayout" Target="/ppt/slideLayouts/slideLayout10.xml" Id="R4976bed1ad17490c" /><Relationship Type="http://schemas.openxmlformats.org/officeDocument/2006/relationships/slideLayout" Target="/ppt/slideLayouts/slideLayout11.xml" Id="R758ff0e18ed948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a4fe82274714b63" /><Relationship Type="http://schemas.openxmlformats.org/officeDocument/2006/relationships/slideLayout" Target="/ppt/slideLayouts/slideLayout12.xml" Id="R62bc0e1f2936492a" /><Relationship Type="http://schemas.openxmlformats.org/officeDocument/2006/relationships/slideLayout" Target="/ppt/slideLayouts/slideLayout13.xml" Id="R9612826e40f24ba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61207335d214db2" /><Relationship Type="http://schemas.openxmlformats.org/officeDocument/2006/relationships/slideLayout" Target="/ppt/slideLayouts/slideLayout14.xml" Id="R8228481326f448f1" /><Relationship Type="http://schemas.openxmlformats.org/officeDocument/2006/relationships/slideLayout" Target="/ppt/slideLayouts/slideLayout15.xml" Id="R3a8c08231abc4f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48df4088e42ea"/>
    <p:sldLayoutId xmlns:r="http://schemas.openxmlformats.org/officeDocument/2006/relationships" id="2147483650" r:id="R896b3248e5a34053"/>
    <p:sldLayoutId xmlns:r="http://schemas.openxmlformats.org/officeDocument/2006/relationships" id="2147483651" r:id="Rdf83572cb59c4f27"/>
    <p:sldLayoutId xmlns:r="http://schemas.openxmlformats.org/officeDocument/2006/relationships" id="2147483652" r:id="Rf1e49eba458445f6"/>
    <p:sldLayoutId xmlns:r="http://schemas.openxmlformats.org/officeDocument/2006/relationships" id="2147483653" r:id="Rbad4ea0518ef413a"/>
    <p:sldLayoutId xmlns:r="http://schemas.openxmlformats.org/officeDocument/2006/relationships" id="2147483654" r:id="Re0f0c348e8544db0"/>
    <p:sldLayoutId xmlns:r="http://schemas.openxmlformats.org/officeDocument/2006/relationships" id="2147483655" r:id="R5506af0f74934cb3"/>
    <p:sldLayoutId xmlns:r="http://schemas.openxmlformats.org/officeDocument/2006/relationships" id="2147483656" r:id="R80d108aabbba402a"/>
    <p:sldLayoutId xmlns:r="http://schemas.openxmlformats.org/officeDocument/2006/relationships" id="2147483657" r:id="Rb1fd02e868e546fa"/>
    <p:sldLayoutId xmlns:r="http://schemas.openxmlformats.org/officeDocument/2006/relationships" id="2147483658" r:id="R4976bed1ad17490c"/>
    <p:sldLayoutId xmlns:r="http://schemas.openxmlformats.org/officeDocument/2006/relationships" id="2147483659" r:id="R758ff0e18ed948c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2bc0e1f2936492a"/>
    <p:sldLayoutId xmlns:r="http://schemas.openxmlformats.org/officeDocument/2006/relationships" id="2147483662" r:id="R9612826e40f24ba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228481326f448f1"/>
    <p:sldLayoutId xmlns:r="http://schemas.openxmlformats.org/officeDocument/2006/relationships" id="2147483665" r:id="R3a8c08231abc4f3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3d0a328e664d1f" /><Relationship Type="http://schemas.openxmlformats.org/officeDocument/2006/relationships/image" Target="/ppt/media/image6.png" Id="Rc8b010c05ca84d90" /><Relationship Type="http://schemas.openxmlformats.org/officeDocument/2006/relationships/image" Target="/ppt/media/image.svg" Id="R2cd79ddf2b0b4c56" /><Relationship Type="http://schemas.openxmlformats.org/officeDocument/2006/relationships/image" Target="/ppt/media/image7.png" Id="R04c7f06e84dd408b" /><Relationship Type="http://schemas.openxmlformats.org/officeDocument/2006/relationships/image" Target="/ppt/media/image2.svg" Id="R64ae3cbe61be4837" /><Relationship Type="http://schemas.openxmlformats.org/officeDocument/2006/relationships/image" Target="/ppt/media/image8.png" Id="R851a19da35254dc5" /><Relationship Type="http://schemas.openxmlformats.org/officeDocument/2006/relationships/image" Target="/ppt/media/image3.svg" Id="R32f54fee641a48c7" /><Relationship Type="http://schemas.openxmlformats.org/officeDocument/2006/relationships/image" Target="/ppt/media/image9.png" Id="R56452d7d21b44d41" /><Relationship Type="http://schemas.openxmlformats.org/officeDocument/2006/relationships/image" Target="/ppt/media/image4.svg" Id="R0fb86b802f0b4bd9" /><Relationship Type="http://schemas.openxmlformats.org/officeDocument/2006/relationships/notesSlide" Target="/ppt/notesSlides/notesSlide1.xml" Id="R60d345638c53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4b09b32d894893" /><Relationship Type="http://schemas.openxmlformats.org/officeDocument/2006/relationships/image" Target="/ppt/media/image10.png" Id="R9e412eec23214f70" /><Relationship Type="http://schemas.openxmlformats.org/officeDocument/2006/relationships/image" Target="/ppt/media/image5.svg" Id="Rbb080adbed0e4796" /><Relationship Type="http://schemas.openxmlformats.org/officeDocument/2006/relationships/image" Target="/ppt/media/image11.png" Id="Rfe86607c67ae47a5" /><Relationship Type="http://schemas.openxmlformats.org/officeDocument/2006/relationships/image" Target="/ppt/media/image6.svg" Id="R51e9334b319540ad" /><Relationship Type="http://schemas.openxmlformats.org/officeDocument/2006/relationships/image" Target="/ppt/media/image12.png" Id="Rf678e0cd83b048b5" /><Relationship Type="http://schemas.openxmlformats.org/officeDocument/2006/relationships/image" Target="/ppt/media/image7.svg" Id="R9cdf5b63a0554774" /><Relationship Type="http://schemas.openxmlformats.org/officeDocument/2006/relationships/notesSlide" Target="/ppt/notesSlides/notesSlide2.xml" Id="R6a0be47a198542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772628aef24696" /><Relationship Type="http://schemas.openxmlformats.org/officeDocument/2006/relationships/notesSlide" Target="/ppt/notesSlides/notesSlide3.xml" Id="R47ba414bb83a4c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试点先把四类追溯信息一次登记齐全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追溯闭环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E121918-A91B-4C8C-BC79-9400CAB1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779" y="3473625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2E3079B5-6E23-45FE-BF9D-889A17B7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A43A52C6-68B5-4209-858A-39F0B406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9C6DC47D-A28E-413A-A8B2-743316A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454" y="3504981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A158C1ED-56C7-4FE6-9D8B-0C6F3D22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79" y="3473625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D956EFC4-0771-4A18-8D03-80226EE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77A30FF0-5338-40F3-93FA-78BEB14A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D1C6A1B8-41EF-4A90-AA2B-C96F27B7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0545" y="3504981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C3275451-0C93-428B-B4CD-EE551D5D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779" y="4967716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D6465D02-8186-45CF-91ED-9E422CC9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FFCC1EC-722F-4E8B-9B27-44DD9BE0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25B1EE39-FCE3-4BCA-920F-E3C003F2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454" y="4999063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ABB021D6-CA32-4D8C-AAE4-5713D09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79" y="4967716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7F78325C-FF9A-4E41-ABE6-5EF8419F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10A4844F-4625-4819-A10B-49E6DC2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1FED089D-FC57-422C-9F8B-87700FDD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0545" y="4999063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7D2AA46-2D24-4FAE-B983-2BA701F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07" y="2471738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0E5C5643-9F79-4C80-9088-78FF1259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382" y="2792759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申请人、课题与来源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43205302-A81A-41C9-8940-2148587B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798" y="2471738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80FD0C8F-0CE9-4D11-A76A-811E3546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473" y="2792759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责任人、确认时间与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75086755-C840-4DE9-AE1C-DBA43130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07" y="3965819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9DFC8AB6-DEE7-4223-B82A-889AC91B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382" y="4286850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关键参数、输出与记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FFBE77ED-F97E-4DCE-87B1-EE599A1B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798" y="3965819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4159BC84-DF2F-41F0-AC83-D73CE1A0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473" y="4286850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原因、处理动作与结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32813228-B2AD-4A91-B1D7-6E08B2F0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010c05ca84d90">
            <a:extLst>
              <a:ext uri="{96DAC541-7B7A-43D3-8B79-37D633B846F1}">
                <asvg:svgBlip xmlns:asvg="http://schemas.microsoft.com/office/drawing/2016/SVG/main" r:embed="R2cd79ddf2b0b4c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42382" y="24878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1756AD1E-533A-4A26-86FB-2270603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7f06e84dd408b">
            <a:extLst>
              <a:ext uri="{96DAC541-7B7A-43D3-8B79-37D633B846F1}">
                <asvg:svgBlip xmlns:asvg="http://schemas.microsoft.com/office/drawing/2016/SVG/main" r:embed="R64ae3cbe61be48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473" y="24878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BCE2B1F0-AF23-41D9-A41F-95A0FEB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a19da35254dc5">
            <a:extLst>
              <a:ext uri="{96DAC541-7B7A-43D3-8B79-37D633B846F1}">
                <asvg:svgBlip xmlns:asvg="http://schemas.microsoft.com/office/drawing/2016/SVG/main" r:embed="R32f54fee641a48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42382" y="398189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13C6169D-8762-46D7-83B7-A4446475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52d7d21b44d41">
            <a:extLst>
              <a:ext uri="{96DAC541-7B7A-43D3-8B79-37D633B846F1}">
                <asvg:svgBlip xmlns:asvg="http://schemas.microsoft.com/office/drawing/2016/SVG/main" r:embed="R0fb86b802f0b4b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473" y="398189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2108CC-CD81-4020-B8E5-CF0928DE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933E6-2736-458A-A07C-A31B1A69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完整证据链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D60313-D2F8-4255-92F0-558FC2A2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四项信息共同回答“谁、为何、做了什么、如何收尾”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6F7F10-62FD-495D-ACBC-A5A1D52B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2900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当前没有实施成效数据，因此先固定记录口径，不把试点设想写成结果。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F4E879-3C46-4DD8-AA2D-03C3047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96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A941A2-B425-44EC-8CE7-FE24775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91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行动：登记表一次覆盖四类字段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试点申请必须依次通过三道纳入关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纳入机制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064DE70F-45B3-4CFD-B118-B67CFB1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067916" y="2261492"/>
            <a:ext cx="4579553" cy="32538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E1DC4B0A-323F-4396-8439-6BD8B67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340" y="2767651"/>
            <a:ext cx="2972686" cy="783984"/>
          </a:xfrm>
          <a:custGeom xmlns:a="http://schemas.openxmlformats.org/drawingml/2006/main">
            <a:pathLst>
              <a:path w="2972686" h="783984">
                <a:moveTo>
                  <a:pt x="0" y="0"/>
                </a:moveTo>
                <a:lnTo>
                  <a:pt x="15211" y="23717"/>
                </a:lnTo>
                <a:lnTo>
                  <a:pt x="30413" y="47435"/>
                </a:lnTo>
                <a:lnTo>
                  <a:pt x="45625" y="71142"/>
                </a:lnTo>
                <a:lnTo>
                  <a:pt x="60827" y="94859"/>
                </a:lnTo>
                <a:lnTo>
                  <a:pt x="76038" y="118577"/>
                </a:lnTo>
                <a:lnTo>
                  <a:pt x="91240" y="142294"/>
                </a:lnTo>
                <a:lnTo>
                  <a:pt x="106451" y="166011"/>
                </a:lnTo>
                <a:lnTo>
                  <a:pt x="121653" y="189719"/>
                </a:lnTo>
                <a:lnTo>
                  <a:pt x="136865" y="213436"/>
                </a:lnTo>
                <a:lnTo>
                  <a:pt x="152067" y="237153"/>
                </a:lnTo>
                <a:lnTo>
                  <a:pt x="167278" y="260871"/>
                </a:lnTo>
                <a:lnTo>
                  <a:pt x="182480" y="284588"/>
                </a:lnTo>
                <a:lnTo>
                  <a:pt x="197691" y="308305"/>
                </a:lnTo>
                <a:lnTo>
                  <a:pt x="212893" y="332013"/>
                </a:lnTo>
                <a:lnTo>
                  <a:pt x="228105" y="355730"/>
                </a:lnTo>
                <a:lnTo>
                  <a:pt x="243307" y="379447"/>
                </a:lnTo>
                <a:lnTo>
                  <a:pt x="258518" y="403165"/>
                </a:lnTo>
                <a:lnTo>
                  <a:pt x="273720" y="426882"/>
                </a:lnTo>
                <a:lnTo>
                  <a:pt x="288931" y="450590"/>
                </a:lnTo>
                <a:lnTo>
                  <a:pt x="304133" y="474307"/>
                </a:lnTo>
                <a:lnTo>
                  <a:pt x="319345" y="498024"/>
                </a:lnTo>
                <a:lnTo>
                  <a:pt x="334547" y="521741"/>
                </a:lnTo>
                <a:lnTo>
                  <a:pt x="349758" y="545459"/>
                </a:lnTo>
                <a:lnTo>
                  <a:pt x="364960" y="569166"/>
                </a:lnTo>
                <a:lnTo>
                  <a:pt x="380171" y="592884"/>
                </a:lnTo>
                <a:lnTo>
                  <a:pt x="395373" y="616601"/>
                </a:lnTo>
                <a:lnTo>
                  <a:pt x="410585" y="640318"/>
                </a:lnTo>
                <a:lnTo>
                  <a:pt x="425787" y="664035"/>
                </a:lnTo>
                <a:lnTo>
                  <a:pt x="440998" y="687743"/>
                </a:lnTo>
                <a:lnTo>
                  <a:pt x="456200" y="711460"/>
                </a:lnTo>
                <a:lnTo>
                  <a:pt x="475364" y="730406"/>
                </a:lnTo>
                <a:lnTo>
                  <a:pt x="502358" y="738368"/>
                </a:lnTo>
                <a:lnTo>
                  <a:pt x="530000" y="743788"/>
                </a:lnTo>
                <a:lnTo>
                  <a:pt x="557841" y="748055"/>
                </a:lnTo>
                <a:lnTo>
                  <a:pt x="585788" y="751608"/>
                </a:lnTo>
                <a:lnTo>
                  <a:pt x="613791" y="754685"/>
                </a:lnTo>
                <a:lnTo>
                  <a:pt x="641833" y="757399"/>
                </a:lnTo>
                <a:lnTo>
                  <a:pt x="669903" y="759819"/>
                </a:lnTo>
                <a:lnTo>
                  <a:pt x="697992" y="762010"/>
                </a:lnTo>
                <a:lnTo>
                  <a:pt x="726091" y="764000"/>
                </a:lnTo>
                <a:lnTo>
                  <a:pt x="754209" y="765820"/>
                </a:lnTo>
                <a:lnTo>
                  <a:pt x="782326" y="767496"/>
                </a:lnTo>
                <a:lnTo>
                  <a:pt x="810454" y="769039"/>
                </a:lnTo>
                <a:lnTo>
                  <a:pt x="838591" y="770468"/>
                </a:lnTo>
                <a:lnTo>
                  <a:pt x="866737" y="771792"/>
                </a:lnTo>
                <a:lnTo>
                  <a:pt x="894874" y="773020"/>
                </a:lnTo>
                <a:lnTo>
                  <a:pt x="923030" y="774154"/>
                </a:lnTo>
                <a:lnTo>
                  <a:pt x="951176" y="775211"/>
                </a:lnTo>
                <a:lnTo>
                  <a:pt x="979332" y="776192"/>
                </a:lnTo>
                <a:lnTo>
                  <a:pt x="1007488" y="777097"/>
                </a:lnTo>
                <a:lnTo>
                  <a:pt x="1035653" y="777935"/>
                </a:lnTo>
                <a:lnTo>
                  <a:pt x="1063809" y="778716"/>
                </a:lnTo>
                <a:lnTo>
                  <a:pt x="1091975" y="779431"/>
                </a:lnTo>
                <a:lnTo>
                  <a:pt x="1120140" y="780078"/>
                </a:lnTo>
                <a:lnTo>
                  <a:pt x="1148305" y="780679"/>
                </a:lnTo>
                <a:lnTo>
                  <a:pt x="1176471" y="781221"/>
                </a:lnTo>
                <a:lnTo>
                  <a:pt x="1204636" y="781717"/>
                </a:lnTo>
                <a:lnTo>
                  <a:pt x="1232811" y="782155"/>
                </a:lnTo>
                <a:lnTo>
                  <a:pt x="1260977" y="782545"/>
                </a:lnTo>
                <a:lnTo>
                  <a:pt x="1289152" y="782888"/>
                </a:lnTo>
                <a:lnTo>
                  <a:pt x="1317317" y="783184"/>
                </a:lnTo>
                <a:lnTo>
                  <a:pt x="1345492" y="783431"/>
                </a:lnTo>
                <a:lnTo>
                  <a:pt x="1373657" y="783631"/>
                </a:lnTo>
                <a:lnTo>
                  <a:pt x="1401832" y="783784"/>
                </a:lnTo>
                <a:lnTo>
                  <a:pt x="1430007" y="783898"/>
                </a:lnTo>
                <a:lnTo>
                  <a:pt x="1458173" y="783965"/>
                </a:lnTo>
                <a:lnTo>
                  <a:pt x="1486348" y="783984"/>
                </a:lnTo>
                <a:lnTo>
                  <a:pt x="1514523" y="783965"/>
                </a:lnTo>
                <a:lnTo>
                  <a:pt x="1542698" y="783898"/>
                </a:lnTo>
                <a:lnTo>
                  <a:pt x="1570863" y="783784"/>
                </a:lnTo>
                <a:lnTo>
                  <a:pt x="1599038" y="783631"/>
                </a:lnTo>
                <a:lnTo>
                  <a:pt x="1627213" y="783431"/>
                </a:lnTo>
                <a:lnTo>
                  <a:pt x="1655378" y="783184"/>
                </a:lnTo>
                <a:lnTo>
                  <a:pt x="1683553" y="782888"/>
                </a:lnTo>
                <a:lnTo>
                  <a:pt x="1711719" y="782545"/>
                </a:lnTo>
                <a:lnTo>
                  <a:pt x="1739894" y="782155"/>
                </a:lnTo>
                <a:lnTo>
                  <a:pt x="1768059" y="781717"/>
                </a:lnTo>
                <a:lnTo>
                  <a:pt x="1796225" y="781221"/>
                </a:lnTo>
                <a:lnTo>
                  <a:pt x="1824390" y="780679"/>
                </a:lnTo>
                <a:lnTo>
                  <a:pt x="1852555" y="780078"/>
                </a:lnTo>
                <a:lnTo>
                  <a:pt x="1880721" y="779421"/>
                </a:lnTo>
                <a:lnTo>
                  <a:pt x="1908886" y="778716"/>
                </a:lnTo>
                <a:lnTo>
                  <a:pt x="1937052" y="777935"/>
                </a:lnTo>
                <a:lnTo>
                  <a:pt x="1965208" y="777097"/>
                </a:lnTo>
                <a:lnTo>
                  <a:pt x="1993363" y="776192"/>
                </a:lnTo>
                <a:lnTo>
                  <a:pt x="2021519" y="775211"/>
                </a:lnTo>
                <a:lnTo>
                  <a:pt x="2049675" y="774154"/>
                </a:lnTo>
                <a:lnTo>
                  <a:pt x="2077822" y="773020"/>
                </a:lnTo>
                <a:lnTo>
                  <a:pt x="2105968" y="771792"/>
                </a:lnTo>
                <a:lnTo>
                  <a:pt x="2134105" y="770468"/>
                </a:lnTo>
                <a:lnTo>
                  <a:pt x="2162242" y="769039"/>
                </a:lnTo>
                <a:lnTo>
                  <a:pt x="2190369" y="767496"/>
                </a:lnTo>
                <a:lnTo>
                  <a:pt x="2218496" y="765820"/>
                </a:lnTo>
                <a:lnTo>
                  <a:pt x="2246605" y="764000"/>
                </a:lnTo>
                <a:lnTo>
                  <a:pt x="2274713" y="762000"/>
                </a:lnTo>
                <a:lnTo>
                  <a:pt x="2302793" y="759809"/>
                </a:lnTo>
                <a:lnTo>
                  <a:pt x="2330863" y="757399"/>
                </a:lnTo>
                <a:lnTo>
                  <a:pt x="2358904" y="754685"/>
                </a:lnTo>
                <a:lnTo>
                  <a:pt x="2386908" y="751608"/>
                </a:lnTo>
                <a:lnTo>
                  <a:pt x="2414854" y="748055"/>
                </a:lnTo>
                <a:lnTo>
                  <a:pt x="2442696" y="743788"/>
                </a:lnTo>
                <a:lnTo>
                  <a:pt x="2470337" y="738368"/>
                </a:lnTo>
                <a:lnTo>
                  <a:pt x="2497341" y="730406"/>
                </a:lnTo>
                <a:lnTo>
                  <a:pt x="2516495" y="711451"/>
                </a:lnTo>
                <a:lnTo>
                  <a:pt x="2531697" y="687743"/>
                </a:lnTo>
                <a:lnTo>
                  <a:pt x="2546909" y="664026"/>
                </a:lnTo>
                <a:lnTo>
                  <a:pt x="2562111" y="640309"/>
                </a:lnTo>
                <a:lnTo>
                  <a:pt x="2577322" y="616591"/>
                </a:lnTo>
                <a:lnTo>
                  <a:pt x="2592524" y="592874"/>
                </a:lnTo>
                <a:lnTo>
                  <a:pt x="2607735" y="569166"/>
                </a:lnTo>
                <a:lnTo>
                  <a:pt x="2622937" y="545449"/>
                </a:lnTo>
                <a:lnTo>
                  <a:pt x="2638149" y="521732"/>
                </a:lnTo>
                <a:lnTo>
                  <a:pt x="2653351" y="498015"/>
                </a:lnTo>
                <a:lnTo>
                  <a:pt x="2668562" y="474297"/>
                </a:lnTo>
                <a:lnTo>
                  <a:pt x="2683764" y="450590"/>
                </a:lnTo>
                <a:lnTo>
                  <a:pt x="2698975" y="426872"/>
                </a:lnTo>
                <a:lnTo>
                  <a:pt x="2714177" y="403155"/>
                </a:lnTo>
                <a:lnTo>
                  <a:pt x="2729389" y="379438"/>
                </a:lnTo>
                <a:lnTo>
                  <a:pt x="2744591" y="355721"/>
                </a:lnTo>
                <a:lnTo>
                  <a:pt x="2759802" y="332013"/>
                </a:lnTo>
                <a:lnTo>
                  <a:pt x="2775004" y="308296"/>
                </a:lnTo>
                <a:lnTo>
                  <a:pt x="2790215" y="284578"/>
                </a:lnTo>
                <a:lnTo>
                  <a:pt x="2805417" y="260861"/>
                </a:lnTo>
                <a:lnTo>
                  <a:pt x="2820629" y="237144"/>
                </a:lnTo>
                <a:lnTo>
                  <a:pt x="2835831" y="213436"/>
                </a:lnTo>
                <a:lnTo>
                  <a:pt x="2851042" y="189719"/>
                </a:lnTo>
                <a:lnTo>
                  <a:pt x="2866244" y="166002"/>
                </a:lnTo>
                <a:lnTo>
                  <a:pt x="2881455" y="142284"/>
                </a:lnTo>
                <a:lnTo>
                  <a:pt x="2896657" y="118567"/>
                </a:lnTo>
                <a:lnTo>
                  <a:pt x="2911869" y="94850"/>
                </a:lnTo>
                <a:lnTo>
                  <a:pt x="2927071" y="71142"/>
                </a:lnTo>
                <a:lnTo>
                  <a:pt x="2942282" y="47425"/>
                </a:lnTo>
                <a:lnTo>
                  <a:pt x="2957484" y="23708"/>
                </a:lnTo>
                <a:lnTo>
                  <a:pt x="2972686" y="10"/>
                </a:lnTo>
                <a:lnTo>
                  <a:pt x="2949121" y="13144"/>
                </a:lnTo>
                <a:lnTo>
                  <a:pt x="2921575" y="19012"/>
                </a:lnTo>
                <a:lnTo>
                  <a:pt x="2893733" y="23289"/>
                </a:lnTo>
                <a:lnTo>
                  <a:pt x="2865777" y="26756"/>
                </a:lnTo>
                <a:lnTo>
                  <a:pt x="2837755" y="29718"/>
                </a:lnTo>
                <a:lnTo>
                  <a:pt x="2809704" y="32318"/>
                </a:lnTo>
                <a:lnTo>
                  <a:pt x="2781633" y="34642"/>
                </a:lnTo>
                <a:lnTo>
                  <a:pt x="2753535" y="36747"/>
                </a:lnTo>
                <a:lnTo>
                  <a:pt x="2725436" y="38671"/>
                </a:lnTo>
                <a:lnTo>
                  <a:pt x="2697318" y="40453"/>
                </a:lnTo>
                <a:lnTo>
                  <a:pt x="2669191" y="42091"/>
                </a:lnTo>
                <a:lnTo>
                  <a:pt x="2641063" y="43634"/>
                </a:lnTo>
                <a:lnTo>
                  <a:pt x="2612927" y="45072"/>
                </a:lnTo>
                <a:lnTo>
                  <a:pt x="2584790" y="46425"/>
                </a:lnTo>
                <a:lnTo>
                  <a:pt x="2556643" y="47692"/>
                </a:lnTo>
                <a:lnTo>
                  <a:pt x="2528497" y="48882"/>
                </a:lnTo>
                <a:lnTo>
                  <a:pt x="2500351" y="50016"/>
                </a:lnTo>
                <a:lnTo>
                  <a:pt x="2472195" y="51083"/>
                </a:lnTo>
                <a:lnTo>
                  <a:pt x="2444039" y="52092"/>
                </a:lnTo>
                <a:lnTo>
                  <a:pt x="2415883" y="53054"/>
                </a:lnTo>
                <a:lnTo>
                  <a:pt x="2387727" y="53969"/>
                </a:lnTo>
                <a:lnTo>
                  <a:pt x="2359571" y="54826"/>
                </a:lnTo>
                <a:lnTo>
                  <a:pt x="2331406" y="55645"/>
                </a:lnTo>
                <a:lnTo>
                  <a:pt x="2303250" y="56426"/>
                </a:lnTo>
                <a:lnTo>
                  <a:pt x="2275084" y="57169"/>
                </a:lnTo>
                <a:lnTo>
                  <a:pt x="2246919" y="57874"/>
                </a:lnTo>
                <a:lnTo>
                  <a:pt x="2218763" y="58541"/>
                </a:lnTo>
                <a:lnTo>
                  <a:pt x="2190598" y="59169"/>
                </a:lnTo>
                <a:lnTo>
                  <a:pt x="2162432" y="59769"/>
                </a:lnTo>
                <a:lnTo>
                  <a:pt x="2134257" y="60331"/>
                </a:lnTo>
                <a:lnTo>
                  <a:pt x="2106092" y="60865"/>
                </a:lnTo>
                <a:lnTo>
                  <a:pt x="2077926" y="61370"/>
                </a:lnTo>
                <a:lnTo>
                  <a:pt x="2049761" y="61846"/>
                </a:lnTo>
                <a:lnTo>
                  <a:pt x="2021586" y="62303"/>
                </a:lnTo>
                <a:lnTo>
                  <a:pt x="1993421" y="62722"/>
                </a:lnTo>
                <a:lnTo>
                  <a:pt x="1965255" y="63122"/>
                </a:lnTo>
                <a:lnTo>
                  <a:pt x="1937080" y="63475"/>
                </a:lnTo>
                <a:lnTo>
                  <a:pt x="1908915" y="63837"/>
                </a:lnTo>
                <a:lnTo>
                  <a:pt x="1880740" y="64151"/>
                </a:lnTo>
                <a:lnTo>
                  <a:pt x="1852574" y="64446"/>
                </a:lnTo>
                <a:lnTo>
                  <a:pt x="1824399" y="64732"/>
                </a:lnTo>
                <a:lnTo>
                  <a:pt x="1796234" y="64970"/>
                </a:lnTo>
                <a:lnTo>
                  <a:pt x="1768059" y="65208"/>
                </a:lnTo>
                <a:lnTo>
                  <a:pt x="1739884" y="65399"/>
                </a:lnTo>
                <a:lnTo>
                  <a:pt x="1711719" y="65589"/>
                </a:lnTo>
                <a:lnTo>
                  <a:pt x="1683544" y="65751"/>
                </a:lnTo>
                <a:lnTo>
                  <a:pt x="1655369" y="65884"/>
                </a:lnTo>
                <a:lnTo>
                  <a:pt x="1627203" y="66018"/>
                </a:lnTo>
                <a:lnTo>
                  <a:pt x="1599028" y="66094"/>
                </a:lnTo>
                <a:lnTo>
                  <a:pt x="1570853" y="66180"/>
                </a:lnTo>
                <a:lnTo>
                  <a:pt x="1542688" y="66227"/>
                </a:lnTo>
                <a:lnTo>
                  <a:pt x="1514513" y="66256"/>
                </a:lnTo>
                <a:lnTo>
                  <a:pt x="1486338" y="66284"/>
                </a:lnTo>
                <a:lnTo>
                  <a:pt x="1458173" y="66256"/>
                </a:lnTo>
                <a:lnTo>
                  <a:pt x="1429998" y="66227"/>
                </a:lnTo>
                <a:lnTo>
                  <a:pt x="1401823" y="66180"/>
                </a:lnTo>
                <a:lnTo>
                  <a:pt x="1373648" y="66094"/>
                </a:lnTo>
                <a:lnTo>
                  <a:pt x="1345482" y="66018"/>
                </a:lnTo>
                <a:lnTo>
                  <a:pt x="1317308" y="65884"/>
                </a:lnTo>
                <a:lnTo>
                  <a:pt x="1289133" y="65751"/>
                </a:lnTo>
                <a:lnTo>
                  <a:pt x="1260967" y="65589"/>
                </a:lnTo>
                <a:lnTo>
                  <a:pt x="1232792" y="65399"/>
                </a:lnTo>
                <a:lnTo>
                  <a:pt x="1204627" y="65208"/>
                </a:lnTo>
                <a:lnTo>
                  <a:pt x="1176452" y="64970"/>
                </a:lnTo>
                <a:lnTo>
                  <a:pt x="1148277" y="64732"/>
                </a:lnTo>
                <a:lnTo>
                  <a:pt x="1120111" y="64446"/>
                </a:lnTo>
                <a:lnTo>
                  <a:pt x="1091936" y="64151"/>
                </a:lnTo>
                <a:lnTo>
                  <a:pt x="1063771" y="63837"/>
                </a:lnTo>
                <a:lnTo>
                  <a:pt x="1035596" y="63475"/>
                </a:lnTo>
                <a:lnTo>
                  <a:pt x="1007431" y="63122"/>
                </a:lnTo>
                <a:lnTo>
                  <a:pt x="979256" y="62722"/>
                </a:lnTo>
                <a:lnTo>
                  <a:pt x="951090" y="62303"/>
                </a:lnTo>
                <a:lnTo>
                  <a:pt x="922925" y="61846"/>
                </a:lnTo>
                <a:lnTo>
                  <a:pt x="894750" y="61370"/>
                </a:lnTo>
                <a:lnTo>
                  <a:pt x="866585" y="60865"/>
                </a:lnTo>
                <a:lnTo>
                  <a:pt x="838419" y="60331"/>
                </a:lnTo>
                <a:lnTo>
                  <a:pt x="810254" y="59769"/>
                </a:lnTo>
                <a:lnTo>
                  <a:pt x="782088" y="59169"/>
                </a:lnTo>
                <a:lnTo>
                  <a:pt x="753923" y="58541"/>
                </a:lnTo>
                <a:lnTo>
                  <a:pt x="725757" y="57874"/>
                </a:lnTo>
                <a:lnTo>
                  <a:pt x="697592" y="57169"/>
                </a:lnTo>
                <a:lnTo>
                  <a:pt x="669436" y="56426"/>
                </a:lnTo>
                <a:lnTo>
                  <a:pt x="641271" y="55645"/>
                </a:lnTo>
                <a:lnTo>
                  <a:pt x="613115" y="54826"/>
                </a:lnTo>
                <a:lnTo>
                  <a:pt x="584949" y="53969"/>
                </a:lnTo>
                <a:lnTo>
                  <a:pt x="556793" y="53054"/>
                </a:lnTo>
                <a:lnTo>
                  <a:pt x="528638" y="52092"/>
                </a:lnTo>
                <a:lnTo>
                  <a:pt x="500482" y="51083"/>
                </a:lnTo>
                <a:lnTo>
                  <a:pt x="472335" y="50016"/>
                </a:lnTo>
                <a:lnTo>
                  <a:pt x="444179" y="48882"/>
                </a:lnTo>
                <a:lnTo>
                  <a:pt x="416033" y="47692"/>
                </a:lnTo>
                <a:lnTo>
                  <a:pt x="387896" y="46425"/>
                </a:lnTo>
                <a:lnTo>
                  <a:pt x="359750" y="45072"/>
                </a:lnTo>
                <a:lnTo>
                  <a:pt x="331622" y="43634"/>
                </a:lnTo>
                <a:lnTo>
                  <a:pt x="303486" y="42091"/>
                </a:lnTo>
                <a:lnTo>
                  <a:pt x="275368" y="40453"/>
                </a:lnTo>
                <a:lnTo>
                  <a:pt x="247250" y="38671"/>
                </a:lnTo>
                <a:lnTo>
                  <a:pt x="219142" y="36747"/>
                </a:lnTo>
                <a:lnTo>
                  <a:pt x="191052" y="34642"/>
                </a:lnTo>
                <a:lnTo>
                  <a:pt x="162973" y="32318"/>
                </a:lnTo>
                <a:lnTo>
                  <a:pt x="134922" y="29718"/>
                </a:lnTo>
                <a:lnTo>
                  <a:pt x="106909" y="26756"/>
                </a:lnTo>
                <a:lnTo>
                  <a:pt x="78953" y="23289"/>
                </a:lnTo>
                <a:lnTo>
                  <a:pt x="51102" y="19012"/>
                </a:lnTo>
                <a:lnTo>
                  <a:pt x="23555" y="13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26030343-46F7-4E90-B652-44116CB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340" y="2663209"/>
            <a:ext cx="2972686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6581B04-9022-4009-9699-1ABE770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1550" y="3638007"/>
            <a:ext cx="2048227" cy="784060"/>
          </a:xfrm>
          <a:custGeom xmlns:a="http://schemas.openxmlformats.org/drawingml/2006/main">
            <a:pathLst>
              <a:path w="2048227" h="784060">
                <a:moveTo>
                  <a:pt x="0" y="0"/>
                </a:moveTo>
                <a:lnTo>
                  <a:pt x="9249" y="18850"/>
                </a:lnTo>
                <a:lnTo>
                  <a:pt x="18507" y="37709"/>
                </a:lnTo>
                <a:lnTo>
                  <a:pt x="27756" y="56559"/>
                </a:lnTo>
                <a:lnTo>
                  <a:pt x="37005" y="75409"/>
                </a:lnTo>
                <a:lnTo>
                  <a:pt x="46253" y="94269"/>
                </a:lnTo>
                <a:lnTo>
                  <a:pt x="55512" y="113119"/>
                </a:lnTo>
                <a:lnTo>
                  <a:pt x="64760" y="131969"/>
                </a:lnTo>
                <a:lnTo>
                  <a:pt x="74009" y="150828"/>
                </a:lnTo>
                <a:lnTo>
                  <a:pt x="83268" y="169678"/>
                </a:lnTo>
                <a:lnTo>
                  <a:pt x="92516" y="188538"/>
                </a:lnTo>
                <a:lnTo>
                  <a:pt x="101765" y="207388"/>
                </a:lnTo>
                <a:lnTo>
                  <a:pt x="111014" y="226238"/>
                </a:lnTo>
                <a:lnTo>
                  <a:pt x="120272" y="245097"/>
                </a:lnTo>
                <a:lnTo>
                  <a:pt x="129521" y="263947"/>
                </a:lnTo>
                <a:lnTo>
                  <a:pt x="138770" y="282797"/>
                </a:lnTo>
                <a:lnTo>
                  <a:pt x="148028" y="301657"/>
                </a:lnTo>
                <a:lnTo>
                  <a:pt x="157277" y="320507"/>
                </a:lnTo>
                <a:lnTo>
                  <a:pt x="166526" y="339357"/>
                </a:lnTo>
                <a:lnTo>
                  <a:pt x="175774" y="358216"/>
                </a:lnTo>
                <a:lnTo>
                  <a:pt x="185033" y="377066"/>
                </a:lnTo>
                <a:lnTo>
                  <a:pt x="194281" y="395916"/>
                </a:lnTo>
                <a:lnTo>
                  <a:pt x="203530" y="414776"/>
                </a:lnTo>
                <a:lnTo>
                  <a:pt x="212789" y="433626"/>
                </a:lnTo>
                <a:lnTo>
                  <a:pt x="222037" y="452485"/>
                </a:lnTo>
                <a:lnTo>
                  <a:pt x="231286" y="471335"/>
                </a:lnTo>
                <a:lnTo>
                  <a:pt x="240535" y="490185"/>
                </a:lnTo>
                <a:lnTo>
                  <a:pt x="249793" y="509045"/>
                </a:lnTo>
                <a:lnTo>
                  <a:pt x="259042" y="527895"/>
                </a:lnTo>
                <a:lnTo>
                  <a:pt x="268291" y="546745"/>
                </a:lnTo>
                <a:lnTo>
                  <a:pt x="277549" y="565604"/>
                </a:lnTo>
                <a:lnTo>
                  <a:pt x="286798" y="584454"/>
                </a:lnTo>
                <a:lnTo>
                  <a:pt x="296047" y="603304"/>
                </a:lnTo>
                <a:lnTo>
                  <a:pt x="305305" y="622163"/>
                </a:lnTo>
                <a:lnTo>
                  <a:pt x="314554" y="641013"/>
                </a:lnTo>
                <a:lnTo>
                  <a:pt x="323802" y="659863"/>
                </a:lnTo>
                <a:lnTo>
                  <a:pt x="333051" y="678723"/>
                </a:lnTo>
                <a:lnTo>
                  <a:pt x="342309" y="697573"/>
                </a:lnTo>
                <a:lnTo>
                  <a:pt x="351558" y="716423"/>
                </a:lnTo>
                <a:lnTo>
                  <a:pt x="364465" y="731815"/>
                </a:lnTo>
                <a:lnTo>
                  <a:pt x="383867" y="739778"/>
                </a:lnTo>
                <a:lnTo>
                  <a:pt x="404108" y="745379"/>
                </a:lnTo>
                <a:lnTo>
                  <a:pt x="424634" y="749818"/>
                </a:lnTo>
                <a:lnTo>
                  <a:pt x="445303" y="753513"/>
                </a:lnTo>
                <a:lnTo>
                  <a:pt x="466058" y="756704"/>
                </a:lnTo>
                <a:lnTo>
                  <a:pt x="486870" y="759514"/>
                </a:lnTo>
                <a:lnTo>
                  <a:pt x="507721" y="762010"/>
                </a:lnTo>
                <a:lnTo>
                  <a:pt x="528599" y="764257"/>
                </a:lnTo>
                <a:lnTo>
                  <a:pt x="549507" y="766296"/>
                </a:lnTo>
                <a:lnTo>
                  <a:pt x="570424" y="768144"/>
                </a:lnTo>
                <a:lnTo>
                  <a:pt x="591360" y="769839"/>
                </a:lnTo>
                <a:lnTo>
                  <a:pt x="612296" y="771392"/>
                </a:lnTo>
                <a:lnTo>
                  <a:pt x="633251" y="772811"/>
                </a:lnTo>
                <a:lnTo>
                  <a:pt x="654215" y="774125"/>
                </a:lnTo>
                <a:lnTo>
                  <a:pt x="675180" y="775325"/>
                </a:lnTo>
                <a:lnTo>
                  <a:pt x="696154" y="776421"/>
                </a:lnTo>
                <a:lnTo>
                  <a:pt x="717128" y="777431"/>
                </a:lnTo>
                <a:lnTo>
                  <a:pt x="738111" y="778364"/>
                </a:lnTo>
                <a:lnTo>
                  <a:pt x="759095" y="779202"/>
                </a:lnTo>
                <a:lnTo>
                  <a:pt x="780078" y="779974"/>
                </a:lnTo>
                <a:lnTo>
                  <a:pt x="801072" y="780659"/>
                </a:lnTo>
                <a:lnTo>
                  <a:pt x="822055" y="781288"/>
                </a:lnTo>
                <a:lnTo>
                  <a:pt x="843048" y="781841"/>
                </a:lnTo>
                <a:lnTo>
                  <a:pt x="864051" y="782326"/>
                </a:lnTo>
                <a:lnTo>
                  <a:pt x="885044" y="782755"/>
                </a:lnTo>
                <a:lnTo>
                  <a:pt x="906047" y="783117"/>
                </a:lnTo>
                <a:lnTo>
                  <a:pt x="927040" y="783422"/>
                </a:lnTo>
                <a:lnTo>
                  <a:pt x="948042" y="783669"/>
                </a:lnTo>
                <a:lnTo>
                  <a:pt x="969045" y="783850"/>
                </a:lnTo>
                <a:lnTo>
                  <a:pt x="990038" y="783984"/>
                </a:lnTo>
                <a:lnTo>
                  <a:pt x="1011041" y="784050"/>
                </a:lnTo>
                <a:lnTo>
                  <a:pt x="1032043" y="784060"/>
                </a:lnTo>
                <a:lnTo>
                  <a:pt x="1053046" y="784022"/>
                </a:lnTo>
                <a:lnTo>
                  <a:pt x="1074049" y="783917"/>
                </a:lnTo>
                <a:lnTo>
                  <a:pt x="1095042" y="783755"/>
                </a:lnTo>
                <a:lnTo>
                  <a:pt x="1116044" y="783536"/>
                </a:lnTo>
                <a:lnTo>
                  <a:pt x="1137047" y="783260"/>
                </a:lnTo>
                <a:lnTo>
                  <a:pt x="1158040" y="782926"/>
                </a:lnTo>
                <a:lnTo>
                  <a:pt x="1179043" y="782526"/>
                </a:lnTo>
                <a:lnTo>
                  <a:pt x="1200036" y="782060"/>
                </a:lnTo>
                <a:lnTo>
                  <a:pt x="1221029" y="781536"/>
                </a:lnTo>
                <a:lnTo>
                  <a:pt x="1242022" y="780945"/>
                </a:lnTo>
                <a:lnTo>
                  <a:pt x="1263015" y="780278"/>
                </a:lnTo>
                <a:lnTo>
                  <a:pt x="1283999" y="779545"/>
                </a:lnTo>
                <a:lnTo>
                  <a:pt x="1304982" y="778735"/>
                </a:lnTo>
                <a:lnTo>
                  <a:pt x="1325966" y="777850"/>
                </a:lnTo>
                <a:lnTo>
                  <a:pt x="1346949" y="776878"/>
                </a:lnTo>
                <a:lnTo>
                  <a:pt x="1367923" y="775811"/>
                </a:lnTo>
                <a:lnTo>
                  <a:pt x="1388888" y="774659"/>
                </a:lnTo>
                <a:lnTo>
                  <a:pt x="1409852" y="773401"/>
                </a:lnTo>
                <a:lnTo>
                  <a:pt x="1430807" y="772030"/>
                </a:lnTo>
                <a:lnTo>
                  <a:pt x="1451753" y="770534"/>
                </a:lnTo>
                <a:lnTo>
                  <a:pt x="1472698" y="768906"/>
                </a:lnTo>
                <a:lnTo>
                  <a:pt x="1493615" y="767124"/>
                </a:lnTo>
                <a:lnTo>
                  <a:pt x="1514532" y="765172"/>
                </a:lnTo>
                <a:lnTo>
                  <a:pt x="1535420" y="763029"/>
                </a:lnTo>
                <a:lnTo>
                  <a:pt x="1556280" y="760647"/>
                </a:lnTo>
                <a:lnTo>
                  <a:pt x="1577111" y="757980"/>
                </a:lnTo>
                <a:lnTo>
                  <a:pt x="1597904" y="754971"/>
                </a:lnTo>
                <a:lnTo>
                  <a:pt x="1618612" y="751503"/>
                </a:lnTo>
                <a:lnTo>
                  <a:pt x="1639214" y="747427"/>
                </a:lnTo>
                <a:lnTo>
                  <a:pt x="1659607" y="742417"/>
                </a:lnTo>
                <a:lnTo>
                  <a:pt x="1679505" y="735749"/>
                </a:lnTo>
                <a:lnTo>
                  <a:pt x="1697174" y="724738"/>
                </a:lnTo>
                <a:lnTo>
                  <a:pt x="1705928" y="705831"/>
                </a:lnTo>
                <a:lnTo>
                  <a:pt x="1715176" y="686972"/>
                </a:lnTo>
                <a:lnTo>
                  <a:pt x="1724425" y="668122"/>
                </a:lnTo>
                <a:lnTo>
                  <a:pt x="1733683" y="649272"/>
                </a:lnTo>
                <a:lnTo>
                  <a:pt x="1742932" y="630412"/>
                </a:lnTo>
                <a:lnTo>
                  <a:pt x="1752181" y="611562"/>
                </a:lnTo>
                <a:lnTo>
                  <a:pt x="1761430" y="592712"/>
                </a:lnTo>
                <a:lnTo>
                  <a:pt x="1770688" y="573853"/>
                </a:lnTo>
                <a:lnTo>
                  <a:pt x="1779937" y="555003"/>
                </a:lnTo>
                <a:lnTo>
                  <a:pt x="1789186" y="536153"/>
                </a:lnTo>
                <a:lnTo>
                  <a:pt x="1798444" y="517293"/>
                </a:lnTo>
                <a:lnTo>
                  <a:pt x="1807693" y="498443"/>
                </a:lnTo>
                <a:lnTo>
                  <a:pt x="1816941" y="479593"/>
                </a:lnTo>
                <a:lnTo>
                  <a:pt x="1826190" y="460734"/>
                </a:lnTo>
                <a:lnTo>
                  <a:pt x="1835448" y="441884"/>
                </a:lnTo>
                <a:lnTo>
                  <a:pt x="1844697" y="423034"/>
                </a:lnTo>
                <a:lnTo>
                  <a:pt x="1853946" y="404174"/>
                </a:lnTo>
                <a:lnTo>
                  <a:pt x="1863204" y="385324"/>
                </a:lnTo>
                <a:lnTo>
                  <a:pt x="1872453" y="366465"/>
                </a:lnTo>
                <a:lnTo>
                  <a:pt x="1881702" y="347615"/>
                </a:lnTo>
                <a:lnTo>
                  <a:pt x="1890951" y="328765"/>
                </a:lnTo>
                <a:lnTo>
                  <a:pt x="1900209" y="309905"/>
                </a:lnTo>
                <a:lnTo>
                  <a:pt x="1909458" y="291055"/>
                </a:lnTo>
                <a:lnTo>
                  <a:pt x="1918706" y="272205"/>
                </a:lnTo>
                <a:lnTo>
                  <a:pt x="1927965" y="253346"/>
                </a:lnTo>
                <a:lnTo>
                  <a:pt x="1937214" y="234496"/>
                </a:lnTo>
                <a:lnTo>
                  <a:pt x="1946462" y="215646"/>
                </a:lnTo>
                <a:lnTo>
                  <a:pt x="1955711" y="196787"/>
                </a:lnTo>
                <a:lnTo>
                  <a:pt x="1964969" y="177937"/>
                </a:lnTo>
                <a:lnTo>
                  <a:pt x="1974218" y="159087"/>
                </a:lnTo>
                <a:lnTo>
                  <a:pt x="1983467" y="140227"/>
                </a:lnTo>
                <a:lnTo>
                  <a:pt x="1992725" y="121377"/>
                </a:lnTo>
                <a:lnTo>
                  <a:pt x="2001974" y="102518"/>
                </a:lnTo>
                <a:lnTo>
                  <a:pt x="2011223" y="83668"/>
                </a:lnTo>
                <a:lnTo>
                  <a:pt x="2020472" y="64818"/>
                </a:lnTo>
                <a:lnTo>
                  <a:pt x="2029730" y="45958"/>
                </a:lnTo>
                <a:lnTo>
                  <a:pt x="2038979" y="27108"/>
                </a:lnTo>
                <a:lnTo>
                  <a:pt x="2048227" y="8258"/>
                </a:lnTo>
                <a:lnTo>
                  <a:pt x="2045170" y="8801"/>
                </a:lnTo>
                <a:lnTo>
                  <a:pt x="2025729" y="16612"/>
                </a:lnTo>
                <a:lnTo>
                  <a:pt x="2005365" y="21717"/>
                </a:lnTo>
                <a:lnTo>
                  <a:pt x="1984743" y="25698"/>
                </a:lnTo>
                <a:lnTo>
                  <a:pt x="1964007" y="29013"/>
                </a:lnTo>
                <a:lnTo>
                  <a:pt x="1943205" y="31880"/>
                </a:lnTo>
                <a:lnTo>
                  <a:pt x="1922364" y="34414"/>
                </a:lnTo>
                <a:lnTo>
                  <a:pt x="1901485" y="36690"/>
                </a:lnTo>
                <a:lnTo>
                  <a:pt x="1880587" y="38767"/>
                </a:lnTo>
                <a:lnTo>
                  <a:pt x="1859671" y="40672"/>
                </a:lnTo>
                <a:lnTo>
                  <a:pt x="1838744" y="42424"/>
                </a:lnTo>
                <a:lnTo>
                  <a:pt x="1817808" y="44053"/>
                </a:lnTo>
                <a:lnTo>
                  <a:pt x="1796863" y="45568"/>
                </a:lnTo>
                <a:lnTo>
                  <a:pt x="1775908" y="46987"/>
                </a:lnTo>
                <a:lnTo>
                  <a:pt x="1754943" y="48320"/>
                </a:lnTo>
                <a:lnTo>
                  <a:pt x="1733988" y="49568"/>
                </a:lnTo>
                <a:lnTo>
                  <a:pt x="1713014" y="50749"/>
                </a:lnTo>
                <a:lnTo>
                  <a:pt x="1692050" y="51854"/>
                </a:lnTo>
                <a:lnTo>
                  <a:pt x="1671066" y="52902"/>
                </a:lnTo>
                <a:lnTo>
                  <a:pt x="1650092" y="53892"/>
                </a:lnTo>
                <a:lnTo>
                  <a:pt x="1629108" y="54826"/>
                </a:lnTo>
                <a:lnTo>
                  <a:pt x="1608134" y="55712"/>
                </a:lnTo>
                <a:lnTo>
                  <a:pt x="1587141" y="56540"/>
                </a:lnTo>
                <a:lnTo>
                  <a:pt x="1566158" y="57331"/>
                </a:lnTo>
                <a:lnTo>
                  <a:pt x="1545174" y="58083"/>
                </a:lnTo>
                <a:lnTo>
                  <a:pt x="1524181" y="58788"/>
                </a:lnTo>
                <a:lnTo>
                  <a:pt x="1503188" y="59446"/>
                </a:lnTo>
                <a:lnTo>
                  <a:pt x="1482204" y="60074"/>
                </a:lnTo>
                <a:lnTo>
                  <a:pt x="1461211" y="60674"/>
                </a:lnTo>
                <a:lnTo>
                  <a:pt x="1440218" y="61227"/>
                </a:lnTo>
                <a:lnTo>
                  <a:pt x="1419215" y="61751"/>
                </a:lnTo>
                <a:lnTo>
                  <a:pt x="1398222" y="62246"/>
                </a:lnTo>
                <a:lnTo>
                  <a:pt x="1377229" y="62703"/>
                </a:lnTo>
                <a:lnTo>
                  <a:pt x="1356236" y="63132"/>
                </a:lnTo>
                <a:lnTo>
                  <a:pt x="1335234" y="63532"/>
                </a:lnTo>
                <a:lnTo>
                  <a:pt x="1314240" y="63903"/>
                </a:lnTo>
                <a:lnTo>
                  <a:pt x="1293238" y="64246"/>
                </a:lnTo>
                <a:lnTo>
                  <a:pt x="1272245" y="64551"/>
                </a:lnTo>
                <a:lnTo>
                  <a:pt x="1251242" y="64837"/>
                </a:lnTo>
                <a:lnTo>
                  <a:pt x="1230239" y="65103"/>
                </a:lnTo>
                <a:lnTo>
                  <a:pt x="1209246" y="65332"/>
                </a:lnTo>
                <a:lnTo>
                  <a:pt x="1188244" y="65542"/>
                </a:lnTo>
                <a:lnTo>
                  <a:pt x="1167241" y="65723"/>
                </a:lnTo>
                <a:lnTo>
                  <a:pt x="1146239" y="65875"/>
                </a:lnTo>
                <a:lnTo>
                  <a:pt x="1125245" y="66008"/>
                </a:lnTo>
                <a:lnTo>
                  <a:pt x="1104243" y="66113"/>
                </a:lnTo>
                <a:lnTo>
                  <a:pt x="1083240" y="66189"/>
                </a:lnTo>
                <a:lnTo>
                  <a:pt x="1062238" y="66246"/>
                </a:lnTo>
                <a:lnTo>
                  <a:pt x="1041235" y="66275"/>
                </a:lnTo>
                <a:lnTo>
                  <a:pt x="1020242" y="66275"/>
                </a:lnTo>
                <a:lnTo>
                  <a:pt x="999239" y="66265"/>
                </a:lnTo>
                <a:lnTo>
                  <a:pt x="978237" y="66218"/>
                </a:lnTo>
                <a:lnTo>
                  <a:pt x="957234" y="66151"/>
                </a:lnTo>
                <a:lnTo>
                  <a:pt x="936231" y="66056"/>
                </a:lnTo>
                <a:lnTo>
                  <a:pt x="915238" y="65932"/>
                </a:lnTo>
                <a:lnTo>
                  <a:pt x="894236" y="65789"/>
                </a:lnTo>
                <a:lnTo>
                  <a:pt x="873233" y="65618"/>
                </a:lnTo>
                <a:lnTo>
                  <a:pt x="852230" y="65427"/>
                </a:lnTo>
                <a:lnTo>
                  <a:pt x="831237" y="65208"/>
                </a:lnTo>
                <a:lnTo>
                  <a:pt x="810235" y="64961"/>
                </a:lnTo>
                <a:lnTo>
                  <a:pt x="789232" y="64684"/>
                </a:lnTo>
                <a:lnTo>
                  <a:pt x="768239" y="64379"/>
                </a:lnTo>
                <a:lnTo>
                  <a:pt x="747236" y="64056"/>
                </a:lnTo>
                <a:lnTo>
                  <a:pt x="726243" y="63694"/>
                </a:lnTo>
                <a:lnTo>
                  <a:pt x="705241" y="63313"/>
                </a:lnTo>
                <a:lnTo>
                  <a:pt x="684247" y="62894"/>
                </a:lnTo>
                <a:lnTo>
                  <a:pt x="663245" y="62446"/>
                </a:lnTo>
                <a:lnTo>
                  <a:pt x="642252" y="61970"/>
                </a:lnTo>
                <a:lnTo>
                  <a:pt x="621259" y="61465"/>
                </a:lnTo>
                <a:lnTo>
                  <a:pt x="600266" y="60922"/>
                </a:lnTo>
                <a:lnTo>
                  <a:pt x="579272" y="60341"/>
                </a:lnTo>
                <a:lnTo>
                  <a:pt x="558279" y="59731"/>
                </a:lnTo>
                <a:lnTo>
                  <a:pt x="537286" y="59084"/>
                </a:lnTo>
                <a:lnTo>
                  <a:pt x="516303" y="58398"/>
                </a:lnTo>
                <a:lnTo>
                  <a:pt x="495310" y="57664"/>
                </a:lnTo>
                <a:lnTo>
                  <a:pt x="474326" y="56893"/>
                </a:lnTo>
                <a:lnTo>
                  <a:pt x="453342" y="56083"/>
                </a:lnTo>
                <a:lnTo>
                  <a:pt x="432359" y="55216"/>
                </a:lnTo>
                <a:lnTo>
                  <a:pt x="411375" y="54312"/>
                </a:lnTo>
                <a:lnTo>
                  <a:pt x="390392" y="53340"/>
                </a:lnTo>
                <a:lnTo>
                  <a:pt x="369418" y="52321"/>
                </a:lnTo>
                <a:lnTo>
                  <a:pt x="348444" y="51235"/>
                </a:lnTo>
                <a:lnTo>
                  <a:pt x="327479" y="50092"/>
                </a:lnTo>
                <a:lnTo>
                  <a:pt x="306515" y="48882"/>
                </a:lnTo>
                <a:lnTo>
                  <a:pt x="285550" y="47587"/>
                </a:lnTo>
                <a:lnTo>
                  <a:pt x="264595" y="46206"/>
                </a:lnTo>
                <a:lnTo>
                  <a:pt x="243649" y="44729"/>
                </a:lnTo>
                <a:lnTo>
                  <a:pt x="222704" y="43148"/>
                </a:lnTo>
                <a:lnTo>
                  <a:pt x="201768" y="41453"/>
                </a:lnTo>
                <a:lnTo>
                  <a:pt x="180851" y="39624"/>
                </a:lnTo>
                <a:lnTo>
                  <a:pt x="159944" y="37624"/>
                </a:lnTo>
                <a:lnTo>
                  <a:pt x="139055" y="35443"/>
                </a:lnTo>
                <a:lnTo>
                  <a:pt x="118196" y="33023"/>
                </a:lnTo>
                <a:lnTo>
                  <a:pt x="97374" y="30309"/>
                </a:lnTo>
                <a:lnTo>
                  <a:pt x="76600" y="27213"/>
                </a:lnTo>
                <a:lnTo>
                  <a:pt x="55921" y="23565"/>
                </a:lnTo>
                <a:lnTo>
                  <a:pt x="35414" y="19040"/>
                </a:lnTo>
                <a:lnTo>
                  <a:pt x="15383" y="12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7ACFE24-375E-4A7E-B6B9-A7B67E4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1521" y="3533585"/>
            <a:ext cx="2052333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69B76F5-ADE3-4BFC-BC1C-4A9D460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3775" y="4508440"/>
            <a:ext cx="1345101" cy="783984"/>
          </a:xfrm>
          <a:custGeom xmlns:a="http://schemas.openxmlformats.org/drawingml/2006/main">
            <a:pathLst>
              <a:path w="1345101" h="783984">
                <a:moveTo>
                  <a:pt x="0" y="0"/>
                </a:moveTo>
                <a:lnTo>
                  <a:pt x="6534" y="14630"/>
                </a:lnTo>
                <a:lnTo>
                  <a:pt x="13059" y="29261"/>
                </a:lnTo>
                <a:lnTo>
                  <a:pt x="19593" y="43891"/>
                </a:lnTo>
                <a:lnTo>
                  <a:pt x="26127" y="58522"/>
                </a:lnTo>
                <a:lnTo>
                  <a:pt x="32661" y="73152"/>
                </a:lnTo>
                <a:lnTo>
                  <a:pt x="39186" y="87782"/>
                </a:lnTo>
                <a:lnTo>
                  <a:pt x="45720" y="102413"/>
                </a:lnTo>
                <a:lnTo>
                  <a:pt x="52254" y="117043"/>
                </a:lnTo>
                <a:lnTo>
                  <a:pt x="58788" y="131674"/>
                </a:lnTo>
                <a:lnTo>
                  <a:pt x="65313" y="146314"/>
                </a:lnTo>
                <a:lnTo>
                  <a:pt x="71847" y="160944"/>
                </a:lnTo>
                <a:lnTo>
                  <a:pt x="78381" y="175574"/>
                </a:lnTo>
                <a:lnTo>
                  <a:pt x="84915" y="190205"/>
                </a:lnTo>
                <a:lnTo>
                  <a:pt x="91440" y="204835"/>
                </a:lnTo>
                <a:lnTo>
                  <a:pt x="97974" y="219466"/>
                </a:lnTo>
                <a:lnTo>
                  <a:pt x="104508" y="234096"/>
                </a:lnTo>
                <a:lnTo>
                  <a:pt x="111042" y="248726"/>
                </a:lnTo>
                <a:lnTo>
                  <a:pt x="117567" y="263357"/>
                </a:lnTo>
                <a:lnTo>
                  <a:pt x="124101" y="277987"/>
                </a:lnTo>
                <a:lnTo>
                  <a:pt x="130635" y="292618"/>
                </a:lnTo>
                <a:lnTo>
                  <a:pt x="137170" y="307248"/>
                </a:lnTo>
                <a:lnTo>
                  <a:pt x="143694" y="321878"/>
                </a:lnTo>
                <a:lnTo>
                  <a:pt x="150228" y="336509"/>
                </a:lnTo>
                <a:lnTo>
                  <a:pt x="156762" y="351139"/>
                </a:lnTo>
                <a:lnTo>
                  <a:pt x="163297" y="365770"/>
                </a:lnTo>
                <a:lnTo>
                  <a:pt x="169821" y="380400"/>
                </a:lnTo>
                <a:lnTo>
                  <a:pt x="176355" y="395030"/>
                </a:lnTo>
                <a:lnTo>
                  <a:pt x="182890" y="409661"/>
                </a:lnTo>
                <a:lnTo>
                  <a:pt x="189424" y="424291"/>
                </a:lnTo>
                <a:lnTo>
                  <a:pt x="195948" y="438922"/>
                </a:lnTo>
                <a:lnTo>
                  <a:pt x="202482" y="453561"/>
                </a:lnTo>
                <a:lnTo>
                  <a:pt x="209017" y="468192"/>
                </a:lnTo>
                <a:lnTo>
                  <a:pt x="215551" y="482822"/>
                </a:lnTo>
                <a:lnTo>
                  <a:pt x="222075" y="497453"/>
                </a:lnTo>
                <a:lnTo>
                  <a:pt x="228610" y="512083"/>
                </a:lnTo>
                <a:lnTo>
                  <a:pt x="235144" y="526713"/>
                </a:lnTo>
                <a:lnTo>
                  <a:pt x="241678" y="541344"/>
                </a:lnTo>
                <a:lnTo>
                  <a:pt x="248202" y="555974"/>
                </a:lnTo>
                <a:lnTo>
                  <a:pt x="254737" y="570605"/>
                </a:lnTo>
                <a:lnTo>
                  <a:pt x="261271" y="585235"/>
                </a:lnTo>
                <a:lnTo>
                  <a:pt x="267805" y="599865"/>
                </a:lnTo>
                <a:lnTo>
                  <a:pt x="274330" y="614496"/>
                </a:lnTo>
                <a:lnTo>
                  <a:pt x="280864" y="629126"/>
                </a:lnTo>
                <a:lnTo>
                  <a:pt x="287398" y="643757"/>
                </a:lnTo>
                <a:lnTo>
                  <a:pt x="293932" y="658387"/>
                </a:lnTo>
                <a:lnTo>
                  <a:pt x="300457" y="673017"/>
                </a:lnTo>
                <a:lnTo>
                  <a:pt x="306991" y="687648"/>
                </a:lnTo>
                <a:lnTo>
                  <a:pt x="313525" y="702278"/>
                </a:lnTo>
                <a:lnTo>
                  <a:pt x="320059" y="716909"/>
                </a:lnTo>
                <a:lnTo>
                  <a:pt x="326374" y="731244"/>
                </a:lnTo>
                <a:lnTo>
                  <a:pt x="339071" y="740921"/>
                </a:lnTo>
                <a:lnTo>
                  <a:pt x="353511" y="747836"/>
                </a:lnTo>
                <a:lnTo>
                  <a:pt x="368589" y="753237"/>
                </a:lnTo>
                <a:lnTo>
                  <a:pt x="383981" y="757657"/>
                </a:lnTo>
                <a:lnTo>
                  <a:pt x="399564" y="761400"/>
                </a:lnTo>
                <a:lnTo>
                  <a:pt x="415261" y="764629"/>
                </a:lnTo>
                <a:lnTo>
                  <a:pt x="431035" y="767439"/>
                </a:lnTo>
                <a:lnTo>
                  <a:pt x="446865" y="769915"/>
                </a:lnTo>
                <a:lnTo>
                  <a:pt x="462734" y="772087"/>
                </a:lnTo>
                <a:lnTo>
                  <a:pt x="478641" y="774021"/>
                </a:lnTo>
                <a:lnTo>
                  <a:pt x="494576" y="775726"/>
                </a:lnTo>
                <a:lnTo>
                  <a:pt x="510521" y="777240"/>
                </a:lnTo>
                <a:lnTo>
                  <a:pt x="526494" y="778564"/>
                </a:lnTo>
                <a:lnTo>
                  <a:pt x="542468" y="779736"/>
                </a:lnTo>
                <a:lnTo>
                  <a:pt x="558460" y="780736"/>
                </a:lnTo>
                <a:lnTo>
                  <a:pt x="574462" y="781593"/>
                </a:lnTo>
                <a:lnTo>
                  <a:pt x="590464" y="782317"/>
                </a:lnTo>
                <a:lnTo>
                  <a:pt x="606476" y="782898"/>
                </a:lnTo>
                <a:lnTo>
                  <a:pt x="622497" y="783355"/>
                </a:lnTo>
                <a:lnTo>
                  <a:pt x="638518" y="783688"/>
                </a:lnTo>
                <a:lnTo>
                  <a:pt x="654539" y="783898"/>
                </a:lnTo>
                <a:lnTo>
                  <a:pt x="670560" y="783984"/>
                </a:lnTo>
                <a:lnTo>
                  <a:pt x="686581" y="783946"/>
                </a:lnTo>
                <a:lnTo>
                  <a:pt x="702602" y="783784"/>
                </a:lnTo>
                <a:lnTo>
                  <a:pt x="718623" y="783507"/>
                </a:lnTo>
                <a:lnTo>
                  <a:pt x="734644" y="783107"/>
                </a:lnTo>
                <a:lnTo>
                  <a:pt x="750656" y="782574"/>
                </a:lnTo>
                <a:lnTo>
                  <a:pt x="766667" y="781917"/>
                </a:lnTo>
                <a:lnTo>
                  <a:pt x="782669" y="781117"/>
                </a:lnTo>
                <a:lnTo>
                  <a:pt x="798662" y="780174"/>
                </a:lnTo>
                <a:lnTo>
                  <a:pt x="814645" y="779078"/>
                </a:lnTo>
                <a:lnTo>
                  <a:pt x="830618" y="777821"/>
                </a:lnTo>
                <a:lnTo>
                  <a:pt x="846582" y="776383"/>
                </a:lnTo>
                <a:lnTo>
                  <a:pt x="862517" y="774764"/>
                </a:lnTo>
                <a:lnTo>
                  <a:pt x="878434" y="772925"/>
                </a:lnTo>
                <a:lnTo>
                  <a:pt x="894321" y="770849"/>
                </a:lnTo>
                <a:lnTo>
                  <a:pt x="910171" y="768515"/>
                </a:lnTo>
                <a:lnTo>
                  <a:pt x="925973" y="765858"/>
                </a:lnTo>
                <a:lnTo>
                  <a:pt x="941708" y="762810"/>
                </a:lnTo>
                <a:lnTo>
                  <a:pt x="957339" y="759304"/>
                </a:lnTo>
                <a:lnTo>
                  <a:pt x="972817" y="755190"/>
                </a:lnTo>
                <a:lnTo>
                  <a:pt x="988057" y="750237"/>
                </a:lnTo>
                <a:lnTo>
                  <a:pt x="1002830" y="744055"/>
                </a:lnTo>
                <a:lnTo>
                  <a:pt x="1016508" y="735768"/>
                </a:lnTo>
                <a:lnTo>
                  <a:pt x="1026404" y="723433"/>
                </a:lnTo>
                <a:lnTo>
                  <a:pt x="1031577" y="708412"/>
                </a:lnTo>
                <a:lnTo>
                  <a:pt x="1038101" y="693782"/>
                </a:lnTo>
                <a:lnTo>
                  <a:pt x="1044635" y="679152"/>
                </a:lnTo>
                <a:lnTo>
                  <a:pt x="1051169" y="664521"/>
                </a:lnTo>
                <a:lnTo>
                  <a:pt x="1057704" y="649891"/>
                </a:lnTo>
                <a:lnTo>
                  <a:pt x="1064228" y="635260"/>
                </a:lnTo>
                <a:lnTo>
                  <a:pt x="1070762" y="620630"/>
                </a:lnTo>
                <a:lnTo>
                  <a:pt x="1077297" y="606000"/>
                </a:lnTo>
                <a:lnTo>
                  <a:pt x="1083831" y="591369"/>
                </a:lnTo>
                <a:lnTo>
                  <a:pt x="1090355" y="576739"/>
                </a:lnTo>
                <a:lnTo>
                  <a:pt x="1096889" y="562108"/>
                </a:lnTo>
                <a:lnTo>
                  <a:pt x="1103424" y="547478"/>
                </a:lnTo>
                <a:lnTo>
                  <a:pt x="1109958" y="532848"/>
                </a:lnTo>
                <a:lnTo>
                  <a:pt x="1116482" y="518208"/>
                </a:lnTo>
                <a:lnTo>
                  <a:pt x="1123017" y="503577"/>
                </a:lnTo>
                <a:lnTo>
                  <a:pt x="1129551" y="488947"/>
                </a:lnTo>
                <a:lnTo>
                  <a:pt x="1136085" y="474316"/>
                </a:lnTo>
                <a:lnTo>
                  <a:pt x="1142609" y="459686"/>
                </a:lnTo>
                <a:lnTo>
                  <a:pt x="1149144" y="445056"/>
                </a:lnTo>
                <a:lnTo>
                  <a:pt x="1155678" y="430425"/>
                </a:lnTo>
                <a:lnTo>
                  <a:pt x="1162212" y="415795"/>
                </a:lnTo>
                <a:lnTo>
                  <a:pt x="1168737" y="401164"/>
                </a:lnTo>
                <a:lnTo>
                  <a:pt x="1175271" y="386534"/>
                </a:lnTo>
                <a:lnTo>
                  <a:pt x="1181805" y="371904"/>
                </a:lnTo>
                <a:lnTo>
                  <a:pt x="1188339" y="357273"/>
                </a:lnTo>
                <a:lnTo>
                  <a:pt x="1194864" y="342643"/>
                </a:lnTo>
                <a:lnTo>
                  <a:pt x="1201398" y="328012"/>
                </a:lnTo>
                <a:lnTo>
                  <a:pt x="1207932" y="313382"/>
                </a:lnTo>
                <a:lnTo>
                  <a:pt x="1214466" y="298752"/>
                </a:lnTo>
                <a:lnTo>
                  <a:pt x="1220991" y="284121"/>
                </a:lnTo>
                <a:lnTo>
                  <a:pt x="1227525" y="269491"/>
                </a:lnTo>
                <a:lnTo>
                  <a:pt x="1234059" y="254860"/>
                </a:lnTo>
                <a:lnTo>
                  <a:pt x="1240593" y="240230"/>
                </a:lnTo>
                <a:lnTo>
                  <a:pt x="1247118" y="225590"/>
                </a:lnTo>
                <a:lnTo>
                  <a:pt x="1253652" y="210960"/>
                </a:lnTo>
                <a:lnTo>
                  <a:pt x="1260186" y="196329"/>
                </a:lnTo>
                <a:lnTo>
                  <a:pt x="1266720" y="181699"/>
                </a:lnTo>
                <a:lnTo>
                  <a:pt x="1273245" y="167069"/>
                </a:lnTo>
                <a:lnTo>
                  <a:pt x="1279779" y="152438"/>
                </a:lnTo>
                <a:lnTo>
                  <a:pt x="1286313" y="137808"/>
                </a:lnTo>
                <a:lnTo>
                  <a:pt x="1292847" y="123177"/>
                </a:lnTo>
                <a:lnTo>
                  <a:pt x="1299372" y="108547"/>
                </a:lnTo>
                <a:lnTo>
                  <a:pt x="1305906" y="93917"/>
                </a:lnTo>
                <a:lnTo>
                  <a:pt x="1312440" y="79286"/>
                </a:lnTo>
                <a:lnTo>
                  <a:pt x="1318965" y="64656"/>
                </a:lnTo>
                <a:lnTo>
                  <a:pt x="1325499" y="50025"/>
                </a:lnTo>
                <a:lnTo>
                  <a:pt x="1332033" y="35395"/>
                </a:lnTo>
                <a:lnTo>
                  <a:pt x="1338567" y="20765"/>
                </a:lnTo>
                <a:lnTo>
                  <a:pt x="1345101" y="6134"/>
                </a:lnTo>
                <a:lnTo>
                  <a:pt x="1343854" y="8144"/>
                </a:lnTo>
                <a:lnTo>
                  <a:pt x="1330357" y="16631"/>
                </a:lnTo>
                <a:lnTo>
                  <a:pt x="1315364" y="22260"/>
                </a:lnTo>
                <a:lnTo>
                  <a:pt x="1299953" y="26613"/>
                </a:lnTo>
                <a:lnTo>
                  <a:pt x="1284341" y="30213"/>
                </a:lnTo>
                <a:lnTo>
                  <a:pt x="1268616" y="33318"/>
                </a:lnTo>
                <a:lnTo>
                  <a:pt x="1252833" y="36043"/>
                </a:lnTo>
                <a:lnTo>
                  <a:pt x="1236993" y="38491"/>
                </a:lnTo>
                <a:lnTo>
                  <a:pt x="1221124" y="40700"/>
                </a:lnTo>
                <a:lnTo>
                  <a:pt x="1205236" y="42720"/>
                </a:lnTo>
                <a:lnTo>
                  <a:pt x="1189320" y="44567"/>
                </a:lnTo>
                <a:lnTo>
                  <a:pt x="1173385" y="46282"/>
                </a:lnTo>
                <a:lnTo>
                  <a:pt x="1157440" y="47854"/>
                </a:lnTo>
                <a:lnTo>
                  <a:pt x="1141486" y="49330"/>
                </a:lnTo>
                <a:lnTo>
                  <a:pt x="1125522" y="50711"/>
                </a:lnTo>
                <a:lnTo>
                  <a:pt x="1109548" y="51987"/>
                </a:lnTo>
                <a:lnTo>
                  <a:pt x="1093575" y="53188"/>
                </a:lnTo>
                <a:lnTo>
                  <a:pt x="1077592" y="54312"/>
                </a:lnTo>
                <a:lnTo>
                  <a:pt x="1061599" y="55369"/>
                </a:lnTo>
                <a:lnTo>
                  <a:pt x="1045607" y="56350"/>
                </a:lnTo>
                <a:lnTo>
                  <a:pt x="1029614" y="57274"/>
                </a:lnTo>
                <a:lnTo>
                  <a:pt x="1013612" y="58141"/>
                </a:lnTo>
                <a:lnTo>
                  <a:pt x="997610" y="58950"/>
                </a:lnTo>
                <a:lnTo>
                  <a:pt x="981608" y="59712"/>
                </a:lnTo>
                <a:lnTo>
                  <a:pt x="965606" y="60427"/>
                </a:lnTo>
                <a:lnTo>
                  <a:pt x="949595" y="61084"/>
                </a:lnTo>
                <a:lnTo>
                  <a:pt x="933583" y="61693"/>
                </a:lnTo>
                <a:lnTo>
                  <a:pt x="917572" y="62265"/>
                </a:lnTo>
                <a:lnTo>
                  <a:pt x="901551" y="62798"/>
                </a:lnTo>
                <a:lnTo>
                  <a:pt x="885539" y="63284"/>
                </a:lnTo>
                <a:lnTo>
                  <a:pt x="869528" y="63732"/>
                </a:lnTo>
                <a:lnTo>
                  <a:pt x="853507" y="64141"/>
                </a:lnTo>
                <a:lnTo>
                  <a:pt x="837486" y="64513"/>
                </a:lnTo>
                <a:lnTo>
                  <a:pt x="821465" y="64846"/>
                </a:lnTo>
                <a:lnTo>
                  <a:pt x="805453" y="65141"/>
                </a:lnTo>
                <a:lnTo>
                  <a:pt x="789432" y="65408"/>
                </a:lnTo>
                <a:lnTo>
                  <a:pt x="773411" y="65637"/>
                </a:lnTo>
                <a:lnTo>
                  <a:pt x="757390" y="65827"/>
                </a:lnTo>
                <a:lnTo>
                  <a:pt x="741369" y="65980"/>
                </a:lnTo>
                <a:lnTo>
                  <a:pt x="725338" y="66104"/>
                </a:lnTo>
                <a:lnTo>
                  <a:pt x="709317" y="66199"/>
                </a:lnTo>
                <a:lnTo>
                  <a:pt x="693296" y="66256"/>
                </a:lnTo>
                <a:lnTo>
                  <a:pt x="677275" y="66275"/>
                </a:lnTo>
                <a:lnTo>
                  <a:pt x="661254" y="66265"/>
                </a:lnTo>
                <a:lnTo>
                  <a:pt x="645233" y="66227"/>
                </a:lnTo>
                <a:lnTo>
                  <a:pt x="629202" y="66151"/>
                </a:lnTo>
                <a:lnTo>
                  <a:pt x="613181" y="66037"/>
                </a:lnTo>
                <a:lnTo>
                  <a:pt x="597160" y="65894"/>
                </a:lnTo>
                <a:lnTo>
                  <a:pt x="581139" y="65723"/>
                </a:lnTo>
                <a:lnTo>
                  <a:pt x="565118" y="65503"/>
                </a:lnTo>
                <a:lnTo>
                  <a:pt x="549097" y="65265"/>
                </a:lnTo>
                <a:lnTo>
                  <a:pt x="533076" y="64980"/>
                </a:lnTo>
                <a:lnTo>
                  <a:pt x="517055" y="64656"/>
                </a:lnTo>
                <a:lnTo>
                  <a:pt x="501044" y="64303"/>
                </a:lnTo>
                <a:lnTo>
                  <a:pt x="485023" y="63913"/>
                </a:lnTo>
                <a:lnTo>
                  <a:pt x="469001" y="63475"/>
                </a:lnTo>
                <a:lnTo>
                  <a:pt x="452990" y="63008"/>
                </a:lnTo>
                <a:lnTo>
                  <a:pt x="436978" y="62494"/>
                </a:lnTo>
                <a:lnTo>
                  <a:pt x="420967" y="61941"/>
                </a:lnTo>
                <a:lnTo>
                  <a:pt x="404955" y="61341"/>
                </a:lnTo>
                <a:lnTo>
                  <a:pt x="388944" y="60703"/>
                </a:lnTo>
                <a:lnTo>
                  <a:pt x="372932" y="60017"/>
                </a:lnTo>
                <a:lnTo>
                  <a:pt x="356930" y="59274"/>
                </a:lnTo>
                <a:lnTo>
                  <a:pt x="340928" y="58493"/>
                </a:lnTo>
                <a:lnTo>
                  <a:pt x="324926" y="57645"/>
                </a:lnTo>
                <a:lnTo>
                  <a:pt x="308924" y="56750"/>
                </a:lnTo>
                <a:lnTo>
                  <a:pt x="292932" y="55788"/>
                </a:lnTo>
                <a:lnTo>
                  <a:pt x="276939" y="54759"/>
                </a:lnTo>
                <a:lnTo>
                  <a:pt x="260956" y="53673"/>
                </a:lnTo>
                <a:lnTo>
                  <a:pt x="244973" y="52502"/>
                </a:lnTo>
                <a:lnTo>
                  <a:pt x="229000" y="51254"/>
                </a:lnTo>
                <a:lnTo>
                  <a:pt x="213036" y="49921"/>
                </a:lnTo>
                <a:lnTo>
                  <a:pt x="197082" y="48492"/>
                </a:lnTo>
                <a:lnTo>
                  <a:pt x="181127" y="46949"/>
                </a:lnTo>
                <a:lnTo>
                  <a:pt x="165192" y="45301"/>
                </a:lnTo>
                <a:lnTo>
                  <a:pt x="149266" y="43510"/>
                </a:lnTo>
                <a:lnTo>
                  <a:pt x="133369" y="41567"/>
                </a:lnTo>
                <a:lnTo>
                  <a:pt x="117481" y="39443"/>
                </a:lnTo>
                <a:lnTo>
                  <a:pt x="101632" y="37100"/>
                </a:lnTo>
                <a:lnTo>
                  <a:pt x="85820" y="34500"/>
                </a:lnTo>
                <a:lnTo>
                  <a:pt x="70075" y="31566"/>
                </a:lnTo>
                <a:lnTo>
                  <a:pt x="54407" y="28194"/>
                </a:lnTo>
                <a:lnTo>
                  <a:pt x="38900" y="24194"/>
                </a:lnTo>
                <a:lnTo>
                  <a:pt x="23679" y="19202"/>
                </a:lnTo>
                <a:lnTo>
                  <a:pt x="9258" y="122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156A4CDC-8B4A-4227-8482-6DBBA7C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3746" y="4403969"/>
            <a:ext cx="1347883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59FEDCDF-68C4-4AF0-B93A-A92EB61F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791" y="2735513"/>
            <a:ext cx="1545803" cy="2604316"/>
          </a:xfrm>
          <a:custGeom xmlns:a="http://schemas.openxmlformats.org/drawingml/2006/main">
            <a:pathLst>
              <a:path w="1545803" h="2604316">
                <a:moveTo>
                  <a:pt x="0" y="0"/>
                </a:moveTo>
                <a:lnTo>
                  <a:pt x="133" y="32595"/>
                </a:lnTo>
                <a:lnTo>
                  <a:pt x="9058" y="63951"/>
                </a:lnTo>
                <a:lnTo>
                  <a:pt x="17983" y="95317"/>
                </a:lnTo>
                <a:lnTo>
                  <a:pt x="26908" y="126683"/>
                </a:lnTo>
                <a:lnTo>
                  <a:pt x="35833" y="158048"/>
                </a:lnTo>
                <a:lnTo>
                  <a:pt x="44758" y="189405"/>
                </a:lnTo>
                <a:lnTo>
                  <a:pt x="53673" y="220770"/>
                </a:lnTo>
                <a:lnTo>
                  <a:pt x="62598" y="252136"/>
                </a:lnTo>
                <a:lnTo>
                  <a:pt x="71523" y="283502"/>
                </a:lnTo>
                <a:lnTo>
                  <a:pt x="80448" y="314858"/>
                </a:lnTo>
                <a:lnTo>
                  <a:pt x="89373" y="346224"/>
                </a:lnTo>
                <a:lnTo>
                  <a:pt x="98298" y="377590"/>
                </a:lnTo>
                <a:lnTo>
                  <a:pt x="107223" y="408956"/>
                </a:lnTo>
                <a:lnTo>
                  <a:pt x="116148" y="440322"/>
                </a:lnTo>
                <a:lnTo>
                  <a:pt x="125073" y="471678"/>
                </a:lnTo>
                <a:lnTo>
                  <a:pt x="133998" y="503044"/>
                </a:lnTo>
                <a:lnTo>
                  <a:pt x="142923" y="534410"/>
                </a:lnTo>
                <a:lnTo>
                  <a:pt x="151848" y="565775"/>
                </a:lnTo>
                <a:lnTo>
                  <a:pt x="160772" y="597132"/>
                </a:lnTo>
                <a:lnTo>
                  <a:pt x="169697" y="628498"/>
                </a:lnTo>
                <a:lnTo>
                  <a:pt x="178622" y="659863"/>
                </a:lnTo>
                <a:lnTo>
                  <a:pt x="187547" y="691229"/>
                </a:lnTo>
                <a:lnTo>
                  <a:pt x="196472" y="722586"/>
                </a:lnTo>
                <a:lnTo>
                  <a:pt x="205397" y="753951"/>
                </a:lnTo>
                <a:lnTo>
                  <a:pt x="214322" y="785317"/>
                </a:lnTo>
                <a:lnTo>
                  <a:pt x="223247" y="816683"/>
                </a:lnTo>
                <a:lnTo>
                  <a:pt x="231677" y="848173"/>
                </a:lnTo>
                <a:lnTo>
                  <a:pt x="239030" y="879939"/>
                </a:lnTo>
                <a:lnTo>
                  <a:pt x="246240" y="911743"/>
                </a:lnTo>
                <a:lnTo>
                  <a:pt x="253108" y="943613"/>
                </a:lnTo>
                <a:lnTo>
                  <a:pt x="259985" y="975493"/>
                </a:lnTo>
                <a:lnTo>
                  <a:pt x="266862" y="1007374"/>
                </a:lnTo>
                <a:lnTo>
                  <a:pt x="273739" y="1039244"/>
                </a:lnTo>
                <a:lnTo>
                  <a:pt x="280607" y="1071124"/>
                </a:lnTo>
                <a:lnTo>
                  <a:pt x="287484" y="1102995"/>
                </a:lnTo>
                <a:lnTo>
                  <a:pt x="294361" y="1134875"/>
                </a:lnTo>
                <a:lnTo>
                  <a:pt x="301238" y="1166746"/>
                </a:lnTo>
                <a:lnTo>
                  <a:pt x="308105" y="1198626"/>
                </a:lnTo>
                <a:lnTo>
                  <a:pt x="314982" y="1230497"/>
                </a:lnTo>
                <a:lnTo>
                  <a:pt x="321859" y="1262377"/>
                </a:lnTo>
                <a:lnTo>
                  <a:pt x="328736" y="1294247"/>
                </a:lnTo>
                <a:lnTo>
                  <a:pt x="335604" y="1326128"/>
                </a:lnTo>
                <a:lnTo>
                  <a:pt x="342481" y="1358008"/>
                </a:lnTo>
                <a:lnTo>
                  <a:pt x="349358" y="1389878"/>
                </a:lnTo>
                <a:lnTo>
                  <a:pt x="356225" y="1421759"/>
                </a:lnTo>
                <a:lnTo>
                  <a:pt x="363103" y="1453629"/>
                </a:lnTo>
                <a:lnTo>
                  <a:pt x="369980" y="1485509"/>
                </a:lnTo>
                <a:lnTo>
                  <a:pt x="376857" y="1517380"/>
                </a:lnTo>
                <a:lnTo>
                  <a:pt x="383724" y="1549260"/>
                </a:lnTo>
                <a:lnTo>
                  <a:pt x="390601" y="1581131"/>
                </a:lnTo>
                <a:lnTo>
                  <a:pt x="397478" y="1613011"/>
                </a:lnTo>
                <a:lnTo>
                  <a:pt x="404355" y="1644882"/>
                </a:lnTo>
                <a:lnTo>
                  <a:pt x="411223" y="1676762"/>
                </a:lnTo>
                <a:lnTo>
                  <a:pt x="418100" y="1708633"/>
                </a:lnTo>
                <a:lnTo>
                  <a:pt x="424615" y="1740589"/>
                </a:lnTo>
                <a:lnTo>
                  <a:pt x="431121" y="1772545"/>
                </a:lnTo>
                <a:lnTo>
                  <a:pt x="437512" y="1804521"/>
                </a:lnTo>
                <a:lnTo>
                  <a:pt x="443903" y="1836496"/>
                </a:lnTo>
                <a:lnTo>
                  <a:pt x="450294" y="1868472"/>
                </a:lnTo>
                <a:lnTo>
                  <a:pt x="456686" y="1900447"/>
                </a:lnTo>
                <a:lnTo>
                  <a:pt x="463077" y="1932422"/>
                </a:lnTo>
                <a:lnTo>
                  <a:pt x="469468" y="1964398"/>
                </a:lnTo>
                <a:lnTo>
                  <a:pt x="475859" y="1996373"/>
                </a:lnTo>
                <a:lnTo>
                  <a:pt x="482251" y="2028349"/>
                </a:lnTo>
                <a:lnTo>
                  <a:pt x="488642" y="2060324"/>
                </a:lnTo>
                <a:lnTo>
                  <a:pt x="490899" y="2088918"/>
                </a:lnTo>
                <a:lnTo>
                  <a:pt x="458286" y="2088918"/>
                </a:lnTo>
                <a:lnTo>
                  <a:pt x="425682" y="2088918"/>
                </a:lnTo>
                <a:lnTo>
                  <a:pt x="393068" y="2088918"/>
                </a:lnTo>
                <a:lnTo>
                  <a:pt x="360464" y="2088918"/>
                </a:lnTo>
                <a:lnTo>
                  <a:pt x="327851" y="2088918"/>
                </a:lnTo>
                <a:lnTo>
                  <a:pt x="295246" y="2088918"/>
                </a:lnTo>
                <a:lnTo>
                  <a:pt x="262633" y="2088918"/>
                </a:lnTo>
                <a:lnTo>
                  <a:pt x="256137" y="2099653"/>
                </a:lnTo>
                <a:lnTo>
                  <a:pt x="279311" y="2122589"/>
                </a:lnTo>
                <a:lnTo>
                  <a:pt x="302485" y="2145535"/>
                </a:lnTo>
                <a:lnTo>
                  <a:pt x="325660" y="2168471"/>
                </a:lnTo>
                <a:lnTo>
                  <a:pt x="348834" y="2191407"/>
                </a:lnTo>
                <a:lnTo>
                  <a:pt x="372008" y="2214353"/>
                </a:lnTo>
                <a:lnTo>
                  <a:pt x="395192" y="2237289"/>
                </a:lnTo>
                <a:lnTo>
                  <a:pt x="418367" y="2260225"/>
                </a:lnTo>
                <a:lnTo>
                  <a:pt x="441541" y="2283171"/>
                </a:lnTo>
                <a:lnTo>
                  <a:pt x="464715" y="2306107"/>
                </a:lnTo>
                <a:lnTo>
                  <a:pt x="487890" y="2329043"/>
                </a:lnTo>
                <a:lnTo>
                  <a:pt x="511064" y="2351989"/>
                </a:lnTo>
                <a:lnTo>
                  <a:pt x="534238" y="2374925"/>
                </a:lnTo>
                <a:lnTo>
                  <a:pt x="557422" y="2397862"/>
                </a:lnTo>
                <a:lnTo>
                  <a:pt x="580596" y="2420807"/>
                </a:lnTo>
                <a:lnTo>
                  <a:pt x="603771" y="2443744"/>
                </a:lnTo>
                <a:lnTo>
                  <a:pt x="626945" y="2466680"/>
                </a:lnTo>
                <a:lnTo>
                  <a:pt x="650119" y="2489625"/>
                </a:lnTo>
                <a:lnTo>
                  <a:pt x="673294" y="2512562"/>
                </a:lnTo>
                <a:lnTo>
                  <a:pt x="696468" y="2535498"/>
                </a:lnTo>
                <a:lnTo>
                  <a:pt x="719652" y="2558444"/>
                </a:lnTo>
                <a:lnTo>
                  <a:pt x="742826" y="2581380"/>
                </a:lnTo>
                <a:lnTo>
                  <a:pt x="766001" y="2604316"/>
                </a:lnTo>
                <a:lnTo>
                  <a:pt x="789175" y="2595039"/>
                </a:lnTo>
                <a:lnTo>
                  <a:pt x="812349" y="2572102"/>
                </a:lnTo>
                <a:lnTo>
                  <a:pt x="835523" y="2549157"/>
                </a:lnTo>
                <a:lnTo>
                  <a:pt x="858698" y="2526221"/>
                </a:lnTo>
                <a:lnTo>
                  <a:pt x="881882" y="2503284"/>
                </a:lnTo>
                <a:lnTo>
                  <a:pt x="905056" y="2480339"/>
                </a:lnTo>
                <a:lnTo>
                  <a:pt x="928230" y="2457402"/>
                </a:lnTo>
                <a:lnTo>
                  <a:pt x="951405" y="2434466"/>
                </a:lnTo>
                <a:lnTo>
                  <a:pt x="974579" y="2411520"/>
                </a:lnTo>
                <a:lnTo>
                  <a:pt x="997753" y="2388584"/>
                </a:lnTo>
                <a:lnTo>
                  <a:pt x="1020937" y="2365648"/>
                </a:lnTo>
                <a:lnTo>
                  <a:pt x="1044111" y="2342702"/>
                </a:lnTo>
                <a:lnTo>
                  <a:pt x="1067286" y="2319766"/>
                </a:lnTo>
                <a:lnTo>
                  <a:pt x="1090460" y="2296830"/>
                </a:lnTo>
                <a:lnTo>
                  <a:pt x="1113634" y="2273884"/>
                </a:lnTo>
                <a:lnTo>
                  <a:pt x="1136809" y="2250948"/>
                </a:lnTo>
                <a:lnTo>
                  <a:pt x="1159983" y="2228012"/>
                </a:lnTo>
                <a:lnTo>
                  <a:pt x="1183167" y="2205066"/>
                </a:lnTo>
                <a:lnTo>
                  <a:pt x="1206341" y="2182130"/>
                </a:lnTo>
                <a:lnTo>
                  <a:pt x="1229516" y="2159194"/>
                </a:lnTo>
                <a:lnTo>
                  <a:pt x="1252690" y="2136248"/>
                </a:lnTo>
                <a:lnTo>
                  <a:pt x="1275864" y="2113312"/>
                </a:lnTo>
                <a:lnTo>
                  <a:pt x="1299039" y="2090376"/>
                </a:lnTo>
                <a:lnTo>
                  <a:pt x="1269968" y="2088918"/>
                </a:lnTo>
                <a:lnTo>
                  <a:pt x="1237364" y="2088918"/>
                </a:lnTo>
                <a:lnTo>
                  <a:pt x="1204751" y="2088918"/>
                </a:lnTo>
                <a:lnTo>
                  <a:pt x="1172147" y="2088918"/>
                </a:lnTo>
                <a:lnTo>
                  <a:pt x="1139533" y="2088918"/>
                </a:lnTo>
                <a:lnTo>
                  <a:pt x="1106929" y="2088918"/>
                </a:lnTo>
                <a:lnTo>
                  <a:pt x="1074315" y="2088918"/>
                </a:lnTo>
                <a:lnTo>
                  <a:pt x="1053360" y="2079365"/>
                </a:lnTo>
                <a:lnTo>
                  <a:pt x="1059752" y="2047389"/>
                </a:lnTo>
                <a:lnTo>
                  <a:pt x="1066133" y="2015414"/>
                </a:lnTo>
                <a:lnTo>
                  <a:pt x="1072525" y="1983438"/>
                </a:lnTo>
                <a:lnTo>
                  <a:pt x="1078916" y="1951463"/>
                </a:lnTo>
                <a:lnTo>
                  <a:pt x="1085307" y="1919488"/>
                </a:lnTo>
                <a:lnTo>
                  <a:pt x="1091698" y="1887512"/>
                </a:lnTo>
                <a:lnTo>
                  <a:pt x="1098090" y="1855537"/>
                </a:lnTo>
                <a:lnTo>
                  <a:pt x="1104481" y="1823561"/>
                </a:lnTo>
                <a:lnTo>
                  <a:pt x="1110872" y="1791586"/>
                </a:lnTo>
                <a:lnTo>
                  <a:pt x="1117311" y="1759620"/>
                </a:lnTo>
                <a:lnTo>
                  <a:pt x="1123817" y="1727664"/>
                </a:lnTo>
                <a:lnTo>
                  <a:pt x="1130475" y="1695745"/>
                </a:lnTo>
                <a:lnTo>
                  <a:pt x="1137352" y="1663865"/>
                </a:lnTo>
                <a:lnTo>
                  <a:pt x="1144229" y="1631994"/>
                </a:lnTo>
                <a:lnTo>
                  <a:pt x="1151106" y="1600114"/>
                </a:lnTo>
                <a:lnTo>
                  <a:pt x="1157973" y="1568244"/>
                </a:lnTo>
                <a:lnTo>
                  <a:pt x="1164850" y="1536363"/>
                </a:lnTo>
                <a:lnTo>
                  <a:pt x="1171727" y="1504483"/>
                </a:lnTo>
                <a:lnTo>
                  <a:pt x="1178604" y="1472613"/>
                </a:lnTo>
                <a:lnTo>
                  <a:pt x="1185472" y="1440732"/>
                </a:lnTo>
                <a:lnTo>
                  <a:pt x="1192349" y="1408862"/>
                </a:lnTo>
                <a:lnTo>
                  <a:pt x="1199226" y="1376982"/>
                </a:lnTo>
                <a:lnTo>
                  <a:pt x="1206103" y="1345111"/>
                </a:lnTo>
                <a:lnTo>
                  <a:pt x="1212971" y="1313231"/>
                </a:lnTo>
                <a:lnTo>
                  <a:pt x="1219848" y="1281360"/>
                </a:lnTo>
                <a:lnTo>
                  <a:pt x="1226725" y="1249480"/>
                </a:lnTo>
                <a:lnTo>
                  <a:pt x="1233592" y="1217609"/>
                </a:lnTo>
                <a:lnTo>
                  <a:pt x="1240469" y="1185729"/>
                </a:lnTo>
                <a:lnTo>
                  <a:pt x="1247346" y="1153859"/>
                </a:lnTo>
                <a:lnTo>
                  <a:pt x="1254223" y="1121978"/>
                </a:lnTo>
                <a:lnTo>
                  <a:pt x="1261091" y="1090098"/>
                </a:lnTo>
                <a:lnTo>
                  <a:pt x="1267968" y="1058228"/>
                </a:lnTo>
                <a:lnTo>
                  <a:pt x="1274845" y="1026347"/>
                </a:lnTo>
                <a:lnTo>
                  <a:pt x="1281722" y="994477"/>
                </a:lnTo>
                <a:lnTo>
                  <a:pt x="1288590" y="962597"/>
                </a:lnTo>
                <a:lnTo>
                  <a:pt x="1295467" y="930726"/>
                </a:lnTo>
                <a:lnTo>
                  <a:pt x="1302401" y="898855"/>
                </a:lnTo>
                <a:lnTo>
                  <a:pt x="1309745" y="867089"/>
                </a:lnTo>
                <a:lnTo>
                  <a:pt x="1317231" y="835352"/>
                </a:lnTo>
                <a:lnTo>
                  <a:pt x="1326156" y="803996"/>
                </a:lnTo>
                <a:lnTo>
                  <a:pt x="1335081" y="772630"/>
                </a:lnTo>
                <a:lnTo>
                  <a:pt x="1344006" y="741264"/>
                </a:lnTo>
                <a:lnTo>
                  <a:pt x="1352931" y="709898"/>
                </a:lnTo>
                <a:lnTo>
                  <a:pt x="1361856" y="678542"/>
                </a:lnTo>
                <a:lnTo>
                  <a:pt x="1370781" y="647176"/>
                </a:lnTo>
                <a:lnTo>
                  <a:pt x="1379706" y="615810"/>
                </a:lnTo>
                <a:lnTo>
                  <a:pt x="1388631" y="584444"/>
                </a:lnTo>
                <a:lnTo>
                  <a:pt x="1397556" y="553088"/>
                </a:lnTo>
                <a:lnTo>
                  <a:pt x="1406481" y="521722"/>
                </a:lnTo>
                <a:lnTo>
                  <a:pt x="1415405" y="490357"/>
                </a:lnTo>
                <a:lnTo>
                  <a:pt x="1424330" y="458991"/>
                </a:lnTo>
                <a:lnTo>
                  <a:pt x="1433255" y="427625"/>
                </a:lnTo>
                <a:lnTo>
                  <a:pt x="1442180" y="396269"/>
                </a:lnTo>
                <a:lnTo>
                  <a:pt x="1451105" y="364903"/>
                </a:lnTo>
                <a:lnTo>
                  <a:pt x="1460030" y="333537"/>
                </a:lnTo>
                <a:lnTo>
                  <a:pt x="1468955" y="302171"/>
                </a:lnTo>
                <a:lnTo>
                  <a:pt x="1477880" y="270815"/>
                </a:lnTo>
                <a:lnTo>
                  <a:pt x="1486805" y="239449"/>
                </a:lnTo>
                <a:lnTo>
                  <a:pt x="1495730" y="208083"/>
                </a:lnTo>
                <a:lnTo>
                  <a:pt x="1504655" y="176717"/>
                </a:lnTo>
                <a:lnTo>
                  <a:pt x="1513580" y="145361"/>
                </a:lnTo>
                <a:lnTo>
                  <a:pt x="1522505" y="113995"/>
                </a:lnTo>
                <a:lnTo>
                  <a:pt x="1531430" y="82629"/>
                </a:lnTo>
                <a:lnTo>
                  <a:pt x="1540354" y="51264"/>
                </a:lnTo>
                <a:lnTo>
                  <a:pt x="1545803" y="19421"/>
                </a:lnTo>
                <a:lnTo>
                  <a:pt x="1532611" y="0"/>
                </a:lnTo>
                <a:lnTo>
                  <a:pt x="1499997" y="0"/>
                </a:lnTo>
                <a:lnTo>
                  <a:pt x="1467393" y="0"/>
                </a:lnTo>
                <a:lnTo>
                  <a:pt x="1434779" y="0"/>
                </a:lnTo>
                <a:lnTo>
                  <a:pt x="1402175" y="0"/>
                </a:lnTo>
                <a:lnTo>
                  <a:pt x="1369562" y="0"/>
                </a:lnTo>
                <a:lnTo>
                  <a:pt x="1336958" y="0"/>
                </a:lnTo>
                <a:lnTo>
                  <a:pt x="1304344" y="0"/>
                </a:lnTo>
                <a:lnTo>
                  <a:pt x="1271740" y="0"/>
                </a:lnTo>
                <a:lnTo>
                  <a:pt x="1239126" y="0"/>
                </a:lnTo>
                <a:lnTo>
                  <a:pt x="1206522" y="0"/>
                </a:lnTo>
                <a:lnTo>
                  <a:pt x="1173909" y="0"/>
                </a:lnTo>
                <a:lnTo>
                  <a:pt x="1141305" y="0"/>
                </a:lnTo>
                <a:lnTo>
                  <a:pt x="1108691" y="0"/>
                </a:lnTo>
                <a:lnTo>
                  <a:pt x="1076087" y="0"/>
                </a:lnTo>
                <a:lnTo>
                  <a:pt x="1043473" y="0"/>
                </a:lnTo>
                <a:lnTo>
                  <a:pt x="1010869" y="0"/>
                </a:lnTo>
                <a:lnTo>
                  <a:pt x="978256" y="0"/>
                </a:lnTo>
                <a:lnTo>
                  <a:pt x="945652" y="0"/>
                </a:lnTo>
                <a:lnTo>
                  <a:pt x="913047" y="0"/>
                </a:lnTo>
                <a:lnTo>
                  <a:pt x="880434" y="0"/>
                </a:lnTo>
                <a:lnTo>
                  <a:pt x="847830" y="0"/>
                </a:lnTo>
                <a:lnTo>
                  <a:pt x="815216" y="0"/>
                </a:lnTo>
                <a:lnTo>
                  <a:pt x="782612" y="0"/>
                </a:lnTo>
                <a:lnTo>
                  <a:pt x="749999" y="0"/>
                </a:lnTo>
                <a:lnTo>
                  <a:pt x="717394" y="0"/>
                </a:lnTo>
                <a:lnTo>
                  <a:pt x="684781" y="0"/>
                </a:lnTo>
                <a:lnTo>
                  <a:pt x="652177" y="0"/>
                </a:lnTo>
                <a:lnTo>
                  <a:pt x="619563" y="0"/>
                </a:lnTo>
                <a:lnTo>
                  <a:pt x="586959" y="0"/>
                </a:lnTo>
                <a:lnTo>
                  <a:pt x="554345" y="0"/>
                </a:lnTo>
                <a:lnTo>
                  <a:pt x="521741" y="0"/>
                </a:lnTo>
                <a:lnTo>
                  <a:pt x="489128" y="0"/>
                </a:lnTo>
                <a:lnTo>
                  <a:pt x="456524" y="0"/>
                </a:lnTo>
                <a:lnTo>
                  <a:pt x="423910" y="0"/>
                </a:lnTo>
                <a:lnTo>
                  <a:pt x="391306" y="0"/>
                </a:lnTo>
                <a:lnTo>
                  <a:pt x="358692" y="0"/>
                </a:lnTo>
                <a:lnTo>
                  <a:pt x="326088" y="0"/>
                </a:lnTo>
                <a:lnTo>
                  <a:pt x="293475" y="0"/>
                </a:lnTo>
                <a:lnTo>
                  <a:pt x="260871" y="0"/>
                </a:lnTo>
                <a:lnTo>
                  <a:pt x="228257" y="0"/>
                </a:lnTo>
                <a:lnTo>
                  <a:pt x="195653" y="0"/>
                </a:lnTo>
                <a:lnTo>
                  <a:pt x="163039" y="0"/>
                </a:lnTo>
                <a:lnTo>
                  <a:pt x="130435" y="0"/>
                </a:lnTo>
                <a:lnTo>
                  <a:pt x="97822" y="0"/>
                </a:lnTo>
                <a:lnTo>
                  <a:pt x="65218" y="0"/>
                </a:lnTo>
                <a:lnTo>
                  <a:pt x="3260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3DB9A971-9127-498E-9BBC-3D35DBE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573" y="2799759"/>
            <a:ext cx="2448220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C8A8B74-5660-4962-A6DC-78D07F1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9804" y="3670106"/>
            <a:ext cx="1635766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02DA9F9-BF2A-40C5-A40C-E162E0CC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151" y="4540453"/>
            <a:ext cx="963063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1888FAEC-3690-429E-BF3E-47BBB85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9030" y="2148926"/>
            <a:ext cx="369541" cy="369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12eec23214f70">
            <a:extLst>
              <a:ext uri="{96DAC541-7B7A-43D3-8B79-37D633B846F1}">
                <asvg:svgBlip xmlns:asvg="http://schemas.microsoft.com/office/drawing/2016/SVG/main" r:embed="Rbb080adbed0e47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8300" y="2248195"/>
            <a:ext cx="171002" cy="171002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55CC813-2938-4A4F-9520-5651D57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7029" y="1972123"/>
            <a:ext cx="321316" cy="321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6607c67ae47a5">
            <a:extLst>
              <a:ext uri="{96DAC541-7B7A-43D3-8B79-37D633B846F1}">
                <asvg:svgBlip xmlns:asvg="http://schemas.microsoft.com/office/drawing/2016/SVG/main" r:embed="R51e9334b319540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6299" y="2071392"/>
            <a:ext cx="122787" cy="122787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C3D4DCF-32E6-4009-8CE5-EDABB34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6661" y="2116779"/>
            <a:ext cx="369541" cy="369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8e0cd83b048b5">
            <a:extLst>
              <a:ext uri="{96DAC541-7B7A-43D3-8B79-37D633B846F1}">
                <asvg:svgBlip xmlns:asvg="http://schemas.microsoft.com/office/drawing/2016/SVG/main" r:embed="R9cdf5b63a05547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55930" y="2216048"/>
            <a:ext cx="171002" cy="171002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5397E-4E97-4324-A951-1A49BB8B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F3F0A-F4A3-4A0A-97DB-C1E1804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纳入边界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A8243-DCFA-479A-8B14-C575E3E0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三类申请来源共用同一条资格路径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C86D65-F4EC-47B5-8792-752F1635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2900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来源包括课题组自荐、平台推荐、跨团队合作；漏斗只表达进入顺序，不推出申请量或转化率。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C251A-33B5-454C-BBD2-0B15D44C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96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4E176-535F-4D4E-AEBA-B624095A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91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行动：先跑通核对、确认、准备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当前停在统一登记级，先用记录关联支撑持续改进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能力建设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A91BF1A-4E42-4E98-B977-03349374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65" y="3986374"/>
            <a:ext cx="1202912" cy="866594"/>
          </a:xfrm>
          <a:custGeom xmlns:a="http://schemas.openxmlformats.org/drawingml/2006/main">
            <a:pathLst>
              <a:path w="1202912" h="866594">
                <a:moveTo>
                  <a:pt x="71447" y="120806"/>
                </a:moveTo>
                <a:lnTo>
                  <a:pt x="90326" y="118777"/>
                </a:lnTo>
                <a:lnTo>
                  <a:pt x="109204" y="116738"/>
                </a:lnTo>
                <a:lnTo>
                  <a:pt x="128083" y="114710"/>
                </a:lnTo>
                <a:lnTo>
                  <a:pt x="146961" y="112671"/>
                </a:lnTo>
                <a:lnTo>
                  <a:pt x="165840" y="110642"/>
                </a:lnTo>
                <a:lnTo>
                  <a:pt x="184718" y="108604"/>
                </a:lnTo>
                <a:lnTo>
                  <a:pt x="203597" y="106575"/>
                </a:lnTo>
                <a:lnTo>
                  <a:pt x="222475" y="104537"/>
                </a:lnTo>
                <a:lnTo>
                  <a:pt x="241354" y="102508"/>
                </a:lnTo>
                <a:lnTo>
                  <a:pt x="260233" y="100470"/>
                </a:lnTo>
                <a:lnTo>
                  <a:pt x="279102" y="98431"/>
                </a:lnTo>
                <a:lnTo>
                  <a:pt x="297980" y="96403"/>
                </a:lnTo>
                <a:lnTo>
                  <a:pt x="316859" y="94364"/>
                </a:lnTo>
                <a:lnTo>
                  <a:pt x="335737" y="92335"/>
                </a:lnTo>
                <a:lnTo>
                  <a:pt x="354616" y="90297"/>
                </a:lnTo>
                <a:lnTo>
                  <a:pt x="373494" y="88268"/>
                </a:lnTo>
                <a:lnTo>
                  <a:pt x="392373" y="86230"/>
                </a:lnTo>
                <a:lnTo>
                  <a:pt x="411251" y="84201"/>
                </a:lnTo>
                <a:lnTo>
                  <a:pt x="430130" y="82163"/>
                </a:lnTo>
                <a:lnTo>
                  <a:pt x="449009" y="80134"/>
                </a:lnTo>
                <a:lnTo>
                  <a:pt x="467887" y="78095"/>
                </a:lnTo>
                <a:lnTo>
                  <a:pt x="486766" y="76057"/>
                </a:lnTo>
                <a:lnTo>
                  <a:pt x="505644" y="74028"/>
                </a:lnTo>
                <a:lnTo>
                  <a:pt x="524523" y="71990"/>
                </a:lnTo>
                <a:lnTo>
                  <a:pt x="543401" y="69961"/>
                </a:lnTo>
                <a:lnTo>
                  <a:pt x="562280" y="67923"/>
                </a:lnTo>
                <a:lnTo>
                  <a:pt x="581158" y="65894"/>
                </a:lnTo>
                <a:lnTo>
                  <a:pt x="600027" y="63856"/>
                </a:lnTo>
                <a:lnTo>
                  <a:pt x="618906" y="61827"/>
                </a:lnTo>
                <a:lnTo>
                  <a:pt x="637784" y="59788"/>
                </a:lnTo>
                <a:lnTo>
                  <a:pt x="656663" y="57760"/>
                </a:lnTo>
                <a:lnTo>
                  <a:pt x="675542" y="55721"/>
                </a:lnTo>
                <a:lnTo>
                  <a:pt x="694420" y="53692"/>
                </a:lnTo>
                <a:lnTo>
                  <a:pt x="713299" y="51654"/>
                </a:lnTo>
                <a:lnTo>
                  <a:pt x="732177" y="49616"/>
                </a:lnTo>
                <a:lnTo>
                  <a:pt x="751056" y="47587"/>
                </a:lnTo>
                <a:lnTo>
                  <a:pt x="769934" y="45549"/>
                </a:lnTo>
                <a:lnTo>
                  <a:pt x="788813" y="43520"/>
                </a:lnTo>
                <a:lnTo>
                  <a:pt x="807691" y="41481"/>
                </a:lnTo>
                <a:lnTo>
                  <a:pt x="826570" y="39453"/>
                </a:lnTo>
                <a:lnTo>
                  <a:pt x="845449" y="37414"/>
                </a:lnTo>
                <a:lnTo>
                  <a:pt x="864327" y="35385"/>
                </a:lnTo>
                <a:lnTo>
                  <a:pt x="883206" y="33347"/>
                </a:lnTo>
                <a:lnTo>
                  <a:pt x="902084" y="31318"/>
                </a:lnTo>
                <a:lnTo>
                  <a:pt x="920953" y="29280"/>
                </a:lnTo>
                <a:lnTo>
                  <a:pt x="939832" y="27242"/>
                </a:lnTo>
                <a:lnTo>
                  <a:pt x="958710" y="25213"/>
                </a:lnTo>
                <a:lnTo>
                  <a:pt x="977589" y="23174"/>
                </a:lnTo>
                <a:lnTo>
                  <a:pt x="996467" y="21146"/>
                </a:lnTo>
                <a:lnTo>
                  <a:pt x="1015346" y="19107"/>
                </a:lnTo>
                <a:lnTo>
                  <a:pt x="1034225" y="17078"/>
                </a:lnTo>
                <a:lnTo>
                  <a:pt x="1053103" y="15040"/>
                </a:lnTo>
                <a:lnTo>
                  <a:pt x="1071982" y="13011"/>
                </a:lnTo>
                <a:lnTo>
                  <a:pt x="1090860" y="10973"/>
                </a:lnTo>
                <a:lnTo>
                  <a:pt x="1109739" y="8944"/>
                </a:lnTo>
                <a:lnTo>
                  <a:pt x="1128617" y="6906"/>
                </a:lnTo>
                <a:lnTo>
                  <a:pt x="1147496" y="4877"/>
                </a:lnTo>
                <a:lnTo>
                  <a:pt x="1166374" y="2838"/>
                </a:lnTo>
                <a:lnTo>
                  <a:pt x="1185253" y="800"/>
                </a:lnTo>
                <a:lnTo>
                  <a:pt x="1202912" y="0"/>
                </a:lnTo>
                <a:lnTo>
                  <a:pt x="1201103" y="18898"/>
                </a:lnTo>
                <a:lnTo>
                  <a:pt x="1199302" y="37805"/>
                </a:lnTo>
                <a:lnTo>
                  <a:pt x="1197493" y="56702"/>
                </a:lnTo>
                <a:lnTo>
                  <a:pt x="1195692" y="75609"/>
                </a:lnTo>
                <a:lnTo>
                  <a:pt x="1193883" y="94507"/>
                </a:lnTo>
                <a:lnTo>
                  <a:pt x="1192073" y="113405"/>
                </a:lnTo>
                <a:lnTo>
                  <a:pt x="1190273" y="132312"/>
                </a:lnTo>
                <a:lnTo>
                  <a:pt x="1188463" y="151209"/>
                </a:lnTo>
                <a:lnTo>
                  <a:pt x="1186663" y="170107"/>
                </a:lnTo>
                <a:lnTo>
                  <a:pt x="1184853" y="189014"/>
                </a:lnTo>
                <a:lnTo>
                  <a:pt x="1183053" y="207912"/>
                </a:lnTo>
                <a:lnTo>
                  <a:pt x="1181243" y="226819"/>
                </a:lnTo>
                <a:lnTo>
                  <a:pt x="1179433" y="245716"/>
                </a:lnTo>
                <a:lnTo>
                  <a:pt x="1177633" y="264614"/>
                </a:lnTo>
                <a:lnTo>
                  <a:pt x="1175823" y="283521"/>
                </a:lnTo>
                <a:lnTo>
                  <a:pt x="1174023" y="302419"/>
                </a:lnTo>
                <a:lnTo>
                  <a:pt x="1172213" y="321316"/>
                </a:lnTo>
                <a:lnTo>
                  <a:pt x="1170403" y="340223"/>
                </a:lnTo>
                <a:lnTo>
                  <a:pt x="1168603" y="359121"/>
                </a:lnTo>
                <a:lnTo>
                  <a:pt x="1166793" y="378028"/>
                </a:lnTo>
                <a:lnTo>
                  <a:pt x="1164993" y="396926"/>
                </a:lnTo>
                <a:lnTo>
                  <a:pt x="1163183" y="415823"/>
                </a:lnTo>
                <a:lnTo>
                  <a:pt x="1161374" y="434731"/>
                </a:lnTo>
                <a:lnTo>
                  <a:pt x="1159574" y="453628"/>
                </a:lnTo>
                <a:lnTo>
                  <a:pt x="1157764" y="472526"/>
                </a:lnTo>
                <a:lnTo>
                  <a:pt x="1155964" y="491433"/>
                </a:lnTo>
                <a:lnTo>
                  <a:pt x="1154154" y="510330"/>
                </a:lnTo>
                <a:lnTo>
                  <a:pt x="1152344" y="529238"/>
                </a:lnTo>
                <a:lnTo>
                  <a:pt x="1150544" y="548135"/>
                </a:lnTo>
                <a:lnTo>
                  <a:pt x="1148734" y="567033"/>
                </a:lnTo>
                <a:lnTo>
                  <a:pt x="1146934" y="585940"/>
                </a:lnTo>
                <a:lnTo>
                  <a:pt x="1145124" y="604838"/>
                </a:lnTo>
                <a:lnTo>
                  <a:pt x="1143324" y="623735"/>
                </a:lnTo>
                <a:lnTo>
                  <a:pt x="1141514" y="642642"/>
                </a:lnTo>
                <a:lnTo>
                  <a:pt x="1139704" y="661540"/>
                </a:lnTo>
                <a:lnTo>
                  <a:pt x="1137904" y="680447"/>
                </a:lnTo>
                <a:lnTo>
                  <a:pt x="1136094" y="699345"/>
                </a:lnTo>
                <a:lnTo>
                  <a:pt x="1134294" y="718242"/>
                </a:lnTo>
                <a:lnTo>
                  <a:pt x="1132484" y="737149"/>
                </a:lnTo>
                <a:lnTo>
                  <a:pt x="1122150" y="747608"/>
                </a:lnTo>
                <a:lnTo>
                  <a:pt x="1103271" y="749627"/>
                </a:lnTo>
                <a:lnTo>
                  <a:pt x="1084383" y="751646"/>
                </a:lnTo>
                <a:lnTo>
                  <a:pt x="1065505" y="753656"/>
                </a:lnTo>
                <a:lnTo>
                  <a:pt x="1046626" y="755675"/>
                </a:lnTo>
                <a:lnTo>
                  <a:pt x="1027748" y="757695"/>
                </a:lnTo>
                <a:lnTo>
                  <a:pt x="1008869" y="759714"/>
                </a:lnTo>
                <a:lnTo>
                  <a:pt x="989990" y="761724"/>
                </a:lnTo>
                <a:lnTo>
                  <a:pt x="971112" y="763743"/>
                </a:lnTo>
                <a:lnTo>
                  <a:pt x="952224" y="765762"/>
                </a:lnTo>
                <a:lnTo>
                  <a:pt x="933345" y="767772"/>
                </a:lnTo>
                <a:lnTo>
                  <a:pt x="914467" y="769791"/>
                </a:lnTo>
                <a:lnTo>
                  <a:pt x="895588" y="771811"/>
                </a:lnTo>
                <a:lnTo>
                  <a:pt x="876710" y="773830"/>
                </a:lnTo>
                <a:lnTo>
                  <a:pt x="857831" y="775840"/>
                </a:lnTo>
                <a:lnTo>
                  <a:pt x="838952" y="777859"/>
                </a:lnTo>
                <a:lnTo>
                  <a:pt x="820074" y="779878"/>
                </a:lnTo>
                <a:lnTo>
                  <a:pt x="801186" y="781888"/>
                </a:lnTo>
                <a:lnTo>
                  <a:pt x="782307" y="783908"/>
                </a:lnTo>
                <a:lnTo>
                  <a:pt x="763429" y="785927"/>
                </a:lnTo>
                <a:lnTo>
                  <a:pt x="744550" y="787946"/>
                </a:lnTo>
                <a:lnTo>
                  <a:pt x="725672" y="789956"/>
                </a:lnTo>
                <a:lnTo>
                  <a:pt x="706793" y="791975"/>
                </a:lnTo>
                <a:lnTo>
                  <a:pt x="687915" y="793994"/>
                </a:lnTo>
                <a:lnTo>
                  <a:pt x="669026" y="796004"/>
                </a:lnTo>
                <a:lnTo>
                  <a:pt x="650148" y="798024"/>
                </a:lnTo>
                <a:lnTo>
                  <a:pt x="631269" y="800043"/>
                </a:lnTo>
                <a:lnTo>
                  <a:pt x="612391" y="802062"/>
                </a:lnTo>
                <a:lnTo>
                  <a:pt x="593512" y="804072"/>
                </a:lnTo>
                <a:lnTo>
                  <a:pt x="574634" y="806091"/>
                </a:lnTo>
                <a:lnTo>
                  <a:pt x="555755" y="808111"/>
                </a:lnTo>
                <a:lnTo>
                  <a:pt x="536867" y="810120"/>
                </a:lnTo>
                <a:lnTo>
                  <a:pt x="517989" y="812140"/>
                </a:lnTo>
                <a:lnTo>
                  <a:pt x="499110" y="814159"/>
                </a:lnTo>
                <a:lnTo>
                  <a:pt x="480231" y="816178"/>
                </a:lnTo>
                <a:lnTo>
                  <a:pt x="461353" y="818188"/>
                </a:lnTo>
                <a:lnTo>
                  <a:pt x="442474" y="820207"/>
                </a:lnTo>
                <a:lnTo>
                  <a:pt x="423596" y="822227"/>
                </a:lnTo>
                <a:lnTo>
                  <a:pt x="404708" y="824236"/>
                </a:lnTo>
                <a:lnTo>
                  <a:pt x="385829" y="826256"/>
                </a:lnTo>
                <a:lnTo>
                  <a:pt x="366951" y="828275"/>
                </a:lnTo>
                <a:lnTo>
                  <a:pt x="348072" y="830294"/>
                </a:lnTo>
                <a:lnTo>
                  <a:pt x="329194" y="832304"/>
                </a:lnTo>
                <a:lnTo>
                  <a:pt x="310315" y="834323"/>
                </a:lnTo>
                <a:lnTo>
                  <a:pt x="291436" y="836343"/>
                </a:lnTo>
                <a:lnTo>
                  <a:pt x="272558" y="838352"/>
                </a:lnTo>
                <a:lnTo>
                  <a:pt x="253670" y="840372"/>
                </a:lnTo>
                <a:lnTo>
                  <a:pt x="234791" y="842391"/>
                </a:lnTo>
                <a:lnTo>
                  <a:pt x="215913" y="844410"/>
                </a:lnTo>
                <a:lnTo>
                  <a:pt x="197034" y="846420"/>
                </a:lnTo>
                <a:lnTo>
                  <a:pt x="178156" y="848439"/>
                </a:lnTo>
                <a:lnTo>
                  <a:pt x="159277" y="850459"/>
                </a:lnTo>
                <a:lnTo>
                  <a:pt x="140399" y="852478"/>
                </a:lnTo>
                <a:lnTo>
                  <a:pt x="121510" y="854488"/>
                </a:lnTo>
                <a:lnTo>
                  <a:pt x="102632" y="856507"/>
                </a:lnTo>
                <a:lnTo>
                  <a:pt x="83753" y="858526"/>
                </a:lnTo>
                <a:lnTo>
                  <a:pt x="64875" y="860536"/>
                </a:lnTo>
                <a:lnTo>
                  <a:pt x="45996" y="862555"/>
                </a:lnTo>
                <a:lnTo>
                  <a:pt x="27118" y="864575"/>
                </a:lnTo>
                <a:lnTo>
                  <a:pt x="8239" y="866594"/>
                </a:lnTo>
                <a:lnTo>
                  <a:pt x="0" y="857860"/>
                </a:lnTo>
                <a:lnTo>
                  <a:pt x="1829" y="838962"/>
                </a:lnTo>
                <a:lnTo>
                  <a:pt x="3667" y="820064"/>
                </a:lnTo>
                <a:lnTo>
                  <a:pt x="5496" y="801157"/>
                </a:lnTo>
                <a:lnTo>
                  <a:pt x="7325" y="782260"/>
                </a:lnTo>
                <a:lnTo>
                  <a:pt x="9163" y="763362"/>
                </a:lnTo>
                <a:lnTo>
                  <a:pt x="10992" y="744464"/>
                </a:lnTo>
                <a:lnTo>
                  <a:pt x="12821" y="725567"/>
                </a:lnTo>
                <a:lnTo>
                  <a:pt x="14659" y="706669"/>
                </a:lnTo>
                <a:lnTo>
                  <a:pt x="16488" y="687772"/>
                </a:lnTo>
                <a:lnTo>
                  <a:pt x="18317" y="668874"/>
                </a:lnTo>
                <a:lnTo>
                  <a:pt x="20155" y="649976"/>
                </a:lnTo>
                <a:lnTo>
                  <a:pt x="21984" y="631069"/>
                </a:lnTo>
                <a:lnTo>
                  <a:pt x="23813" y="612172"/>
                </a:lnTo>
                <a:lnTo>
                  <a:pt x="25651" y="593274"/>
                </a:lnTo>
                <a:lnTo>
                  <a:pt x="27480" y="574377"/>
                </a:lnTo>
                <a:lnTo>
                  <a:pt x="29308" y="555479"/>
                </a:lnTo>
                <a:lnTo>
                  <a:pt x="31147" y="536581"/>
                </a:lnTo>
                <a:lnTo>
                  <a:pt x="32976" y="517684"/>
                </a:lnTo>
                <a:lnTo>
                  <a:pt x="34804" y="498786"/>
                </a:lnTo>
                <a:lnTo>
                  <a:pt x="36643" y="479889"/>
                </a:lnTo>
                <a:lnTo>
                  <a:pt x="38471" y="460981"/>
                </a:lnTo>
                <a:lnTo>
                  <a:pt x="40300" y="442084"/>
                </a:lnTo>
                <a:lnTo>
                  <a:pt x="42139" y="423186"/>
                </a:lnTo>
                <a:lnTo>
                  <a:pt x="43967" y="404289"/>
                </a:lnTo>
                <a:lnTo>
                  <a:pt x="45796" y="385391"/>
                </a:lnTo>
                <a:lnTo>
                  <a:pt x="47635" y="366493"/>
                </a:lnTo>
                <a:lnTo>
                  <a:pt x="49463" y="347596"/>
                </a:lnTo>
                <a:lnTo>
                  <a:pt x="51292" y="328698"/>
                </a:lnTo>
                <a:lnTo>
                  <a:pt x="53130" y="309801"/>
                </a:lnTo>
                <a:lnTo>
                  <a:pt x="54959" y="290894"/>
                </a:lnTo>
                <a:lnTo>
                  <a:pt x="56788" y="271996"/>
                </a:lnTo>
                <a:lnTo>
                  <a:pt x="58626" y="253098"/>
                </a:lnTo>
                <a:lnTo>
                  <a:pt x="60455" y="234201"/>
                </a:lnTo>
                <a:lnTo>
                  <a:pt x="62284" y="215303"/>
                </a:lnTo>
                <a:lnTo>
                  <a:pt x="64122" y="196406"/>
                </a:lnTo>
                <a:lnTo>
                  <a:pt x="65951" y="177508"/>
                </a:lnTo>
                <a:lnTo>
                  <a:pt x="67780" y="158610"/>
                </a:lnTo>
                <a:lnTo>
                  <a:pt x="69618" y="139713"/>
                </a:lnTo>
                <a:lnTo>
                  <a:pt x="71447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0B82AFC-97D9-42C6-88E9-7195A8B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762" y="3592478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3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60218CE-CEF4-4E96-8A12-F88FC72A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1605" y="319944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89273EFC-9F05-4E36-8A6C-ECFF00E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0249" y="2804331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9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4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17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6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96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86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508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9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580F05D1-322C-422C-AB26-85178118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503" y="4562465"/>
            <a:ext cx="425768" cy="543887"/>
          </a:xfrm>
          <a:custGeom xmlns:a="http://schemas.openxmlformats.org/drawingml/2006/main">
            <a:pathLst>
              <a:path w="425768" h="543887">
                <a:moveTo>
                  <a:pt x="0" y="543887"/>
                </a:moveTo>
                <a:lnTo>
                  <a:pt x="0" y="524885"/>
                </a:lnTo>
                <a:lnTo>
                  <a:pt x="0" y="505882"/>
                </a:lnTo>
                <a:lnTo>
                  <a:pt x="0" y="486870"/>
                </a:lnTo>
                <a:lnTo>
                  <a:pt x="0" y="467868"/>
                </a:lnTo>
                <a:lnTo>
                  <a:pt x="0" y="448856"/>
                </a:lnTo>
                <a:lnTo>
                  <a:pt x="0" y="429854"/>
                </a:lnTo>
                <a:lnTo>
                  <a:pt x="0" y="410851"/>
                </a:lnTo>
                <a:lnTo>
                  <a:pt x="0" y="391839"/>
                </a:lnTo>
                <a:lnTo>
                  <a:pt x="0" y="372837"/>
                </a:lnTo>
                <a:lnTo>
                  <a:pt x="0" y="353835"/>
                </a:lnTo>
                <a:lnTo>
                  <a:pt x="0" y="334823"/>
                </a:lnTo>
                <a:lnTo>
                  <a:pt x="0" y="315820"/>
                </a:lnTo>
                <a:lnTo>
                  <a:pt x="0" y="296809"/>
                </a:lnTo>
                <a:lnTo>
                  <a:pt x="0" y="277806"/>
                </a:lnTo>
                <a:lnTo>
                  <a:pt x="0" y="258804"/>
                </a:lnTo>
                <a:lnTo>
                  <a:pt x="0" y="239792"/>
                </a:lnTo>
                <a:lnTo>
                  <a:pt x="0" y="220790"/>
                </a:lnTo>
                <a:lnTo>
                  <a:pt x="0" y="201787"/>
                </a:lnTo>
                <a:lnTo>
                  <a:pt x="0" y="182775"/>
                </a:lnTo>
                <a:lnTo>
                  <a:pt x="0" y="163773"/>
                </a:lnTo>
                <a:lnTo>
                  <a:pt x="0" y="144770"/>
                </a:lnTo>
                <a:lnTo>
                  <a:pt x="10858" y="133655"/>
                </a:lnTo>
                <a:lnTo>
                  <a:pt x="28937" y="127787"/>
                </a:lnTo>
                <a:lnTo>
                  <a:pt x="47015" y="121920"/>
                </a:lnTo>
                <a:lnTo>
                  <a:pt x="65094" y="116062"/>
                </a:lnTo>
                <a:lnTo>
                  <a:pt x="83172" y="110195"/>
                </a:lnTo>
                <a:lnTo>
                  <a:pt x="101251" y="104327"/>
                </a:lnTo>
                <a:lnTo>
                  <a:pt x="119329" y="98460"/>
                </a:lnTo>
                <a:lnTo>
                  <a:pt x="137408" y="92602"/>
                </a:lnTo>
                <a:lnTo>
                  <a:pt x="155486" y="86735"/>
                </a:lnTo>
                <a:lnTo>
                  <a:pt x="173565" y="80867"/>
                </a:lnTo>
                <a:lnTo>
                  <a:pt x="191643" y="75009"/>
                </a:lnTo>
                <a:lnTo>
                  <a:pt x="209721" y="69142"/>
                </a:lnTo>
                <a:lnTo>
                  <a:pt x="227800" y="63275"/>
                </a:lnTo>
                <a:lnTo>
                  <a:pt x="245878" y="57417"/>
                </a:lnTo>
                <a:lnTo>
                  <a:pt x="263957" y="51549"/>
                </a:lnTo>
                <a:lnTo>
                  <a:pt x="282035" y="45682"/>
                </a:lnTo>
                <a:lnTo>
                  <a:pt x="300114" y="39824"/>
                </a:lnTo>
                <a:lnTo>
                  <a:pt x="318192" y="33957"/>
                </a:lnTo>
                <a:lnTo>
                  <a:pt x="336271" y="28089"/>
                </a:lnTo>
                <a:lnTo>
                  <a:pt x="354349" y="22231"/>
                </a:lnTo>
                <a:lnTo>
                  <a:pt x="372428" y="16364"/>
                </a:lnTo>
                <a:lnTo>
                  <a:pt x="390506" y="10497"/>
                </a:lnTo>
                <a:lnTo>
                  <a:pt x="408584" y="4639"/>
                </a:lnTo>
                <a:lnTo>
                  <a:pt x="425768" y="0"/>
                </a:lnTo>
                <a:lnTo>
                  <a:pt x="425768" y="19002"/>
                </a:lnTo>
                <a:lnTo>
                  <a:pt x="425768" y="38014"/>
                </a:lnTo>
                <a:lnTo>
                  <a:pt x="425768" y="57017"/>
                </a:lnTo>
                <a:lnTo>
                  <a:pt x="425768" y="76019"/>
                </a:lnTo>
                <a:lnTo>
                  <a:pt x="425768" y="95031"/>
                </a:lnTo>
                <a:lnTo>
                  <a:pt x="425768" y="114033"/>
                </a:lnTo>
                <a:lnTo>
                  <a:pt x="425768" y="133045"/>
                </a:lnTo>
                <a:lnTo>
                  <a:pt x="425768" y="152048"/>
                </a:lnTo>
                <a:lnTo>
                  <a:pt x="425768" y="171050"/>
                </a:lnTo>
                <a:lnTo>
                  <a:pt x="425768" y="190062"/>
                </a:lnTo>
                <a:lnTo>
                  <a:pt x="425768" y="209064"/>
                </a:lnTo>
                <a:lnTo>
                  <a:pt x="425768" y="228067"/>
                </a:lnTo>
                <a:lnTo>
                  <a:pt x="425768" y="247079"/>
                </a:lnTo>
                <a:lnTo>
                  <a:pt x="425768" y="266081"/>
                </a:lnTo>
                <a:lnTo>
                  <a:pt x="425768" y="285093"/>
                </a:lnTo>
                <a:lnTo>
                  <a:pt x="425768" y="304095"/>
                </a:lnTo>
                <a:lnTo>
                  <a:pt x="425768" y="323098"/>
                </a:lnTo>
                <a:lnTo>
                  <a:pt x="425768" y="342109"/>
                </a:lnTo>
                <a:lnTo>
                  <a:pt x="425768" y="361112"/>
                </a:lnTo>
                <a:lnTo>
                  <a:pt x="425710" y="380086"/>
                </a:lnTo>
                <a:lnTo>
                  <a:pt x="407975" y="386906"/>
                </a:lnTo>
                <a:lnTo>
                  <a:pt x="390239" y="393735"/>
                </a:lnTo>
                <a:lnTo>
                  <a:pt x="372504" y="400555"/>
                </a:lnTo>
                <a:lnTo>
                  <a:pt x="354759" y="407384"/>
                </a:lnTo>
                <a:lnTo>
                  <a:pt x="337023" y="414204"/>
                </a:lnTo>
                <a:lnTo>
                  <a:pt x="319288" y="421034"/>
                </a:lnTo>
                <a:lnTo>
                  <a:pt x="301542" y="427863"/>
                </a:lnTo>
                <a:lnTo>
                  <a:pt x="283807" y="434683"/>
                </a:lnTo>
                <a:lnTo>
                  <a:pt x="266071" y="441512"/>
                </a:lnTo>
                <a:lnTo>
                  <a:pt x="248336" y="448332"/>
                </a:lnTo>
                <a:lnTo>
                  <a:pt x="230591" y="455162"/>
                </a:lnTo>
                <a:lnTo>
                  <a:pt x="212855" y="461982"/>
                </a:lnTo>
                <a:lnTo>
                  <a:pt x="195120" y="468811"/>
                </a:lnTo>
                <a:lnTo>
                  <a:pt x="177384" y="475640"/>
                </a:lnTo>
                <a:lnTo>
                  <a:pt x="159639" y="482460"/>
                </a:lnTo>
                <a:lnTo>
                  <a:pt x="141903" y="489290"/>
                </a:lnTo>
                <a:lnTo>
                  <a:pt x="124168" y="496110"/>
                </a:lnTo>
                <a:lnTo>
                  <a:pt x="106432" y="502939"/>
                </a:lnTo>
                <a:lnTo>
                  <a:pt x="88687" y="509759"/>
                </a:lnTo>
                <a:lnTo>
                  <a:pt x="70952" y="516588"/>
                </a:lnTo>
                <a:lnTo>
                  <a:pt x="53216" y="523418"/>
                </a:lnTo>
                <a:lnTo>
                  <a:pt x="35481" y="530238"/>
                </a:lnTo>
                <a:lnTo>
                  <a:pt x="17736" y="537067"/>
                </a:lnTo>
                <a:lnTo>
                  <a:pt x="0" y="54388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EBBA584-5B57-4BB3-8E64-EA13487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" y="4942523"/>
            <a:ext cx="2041503" cy="163830"/>
          </a:xfrm>
          <a:custGeom xmlns:a="http://schemas.openxmlformats.org/drawingml/2006/main">
            <a:pathLst>
              <a:path w="2041503" h="163830">
                <a:moveTo>
                  <a:pt x="0" y="163830"/>
                </a:moveTo>
                <a:lnTo>
                  <a:pt x="19002" y="163830"/>
                </a:lnTo>
                <a:lnTo>
                  <a:pt x="38014" y="163830"/>
                </a:lnTo>
                <a:lnTo>
                  <a:pt x="57017" y="163830"/>
                </a:lnTo>
                <a:lnTo>
                  <a:pt x="76029" y="163830"/>
                </a:lnTo>
                <a:lnTo>
                  <a:pt x="95031" y="163830"/>
                </a:lnTo>
                <a:lnTo>
                  <a:pt x="114043" y="163830"/>
                </a:lnTo>
                <a:lnTo>
                  <a:pt x="133045" y="163830"/>
                </a:lnTo>
                <a:lnTo>
                  <a:pt x="152057" y="163830"/>
                </a:lnTo>
                <a:lnTo>
                  <a:pt x="171059" y="163830"/>
                </a:lnTo>
                <a:lnTo>
                  <a:pt x="190071" y="163830"/>
                </a:lnTo>
                <a:lnTo>
                  <a:pt x="209074" y="163830"/>
                </a:lnTo>
                <a:lnTo>
                  <a:pt x="228086" y="163830"/>
                </a:lnTo>
                <a:lnTo>
                  <a:pt x="247088" y="163830"/>
                </a:lnTo>
                <a:lnTo>
                  <a:pt x="266100" y="163830"/>
                </a:lnTo>
                <a:lnTo>
                  <a:pt x="285102" y="163830"/>
                </a:lnTo>
                <a:lnTo>
                  <a:pt x="304114" y="163830"/>
                </a:lnTo>
                <a:lnTo>
                  <a:pt x="323117" y="163830"/>
                </a:lnTo>
                <a:lnTo>
                  <a:pt x="342119" y="163830"/>
                </a:lnTo>
                <a:lnTo>
                  <a:pt x="361131" y="163830"/>
                </a:lnTo>
                <a:lnTo>
                  <a:pt x="380133" y="163830"/>
                </a:lnTo>
                <a:lnTo>
                  <a:pt x="399145" y="163830"/>
                </a:lnTo>
                <a:lnTo>
                  <a:pt x="418148" y="163830"/>
                </a:lnTo>
                <a:lnTo>
                  <a:pt x="437159" y="163830"/>
                </a:lnTo>
                <a:lnTo>
                  <a:pt x="456162" y="163830"/>
                </a:lnTo>
                <a:lnTo>
                  <a:pt x="475174" y="163830"/>
                </a:lnTo>
                <a:lnTo>
                  <a:pt x="494176" y="163830"/>
                </a:lnTo>
                <a:lnTo>
                  <a:pt x="513188" y="163830"/>
                </a:lnTo>
                <a:lnTo>
                  <a:pt x="532190" y="163830"/>
                </a:lnTo>
                <a:lnTo>
                  <a:pt x="551202" y="163830"/>
                </a:lnTo>
                <a:lnTo>
                  <a:pt x="570205" y="163830"/>
                </a:lnTo>
                <a:lnTo>
                  <a:pt x="589217" y="163830"/>
                </a:lnTo>
                <a:lnTo>
                  <a:pt x="608219" y="163830"/>
                </a:lnTo>
                <a:lnTo>
                  <a:pt x="627231" y="163830"/>
                </a:lnTo>
                <a:lnTo>
                  <a:pt x="646233" y="163830"/>
                </a:lnTo>
                <a:lnTo>
                  <a:pt x="665236" y="163830"/>
                </a:lnTo>
                <a:lnTo>
                  <a:pt x="684247" y="163830"/>
                </a:lnTo>
                <a:lnTo>
                  <a:pt x="703250" y="163830"/>
                </a:lnTo>
                <a:lnTo>
                  <a:pt x="722262" y="163830"/>
                </a:lnTo>
                <a:lnTo>
                  <a:pt x="741264" y="163830"/>
                </a:lnTo>
                <a:lnTo>
                  <a:pt x="760276" y="163830"/>
                </a:lnTo>
                <a:lnTo>
                  <a:pt x="779278" y="163830"/>
                </a:lnTo>
                <a:lnTo>
                  <a:pt x="798290" y="163830"/>
                </a:lnTo>
                <a:lnTo>
                  <a:pt x="817293" y="163830"/>
                </a:lnTo>
                <a:lnTo>
                  <a:pt x="836305" y="163830"/>
                </a:lnTo>
                <a:lnTo>
                  <a:pt x="855307" y="163830"/>
                </a:lnTo>
                <a:lnTo>
                  <a:pt x="874319" y="163830"/>
                </a:lnTo>
                <a:lnTo>
                  <a:pt x="893321" y="163830"/>
                </a:lnTo>
                <a:lnTo>
                  <a:pt x="912333" y="163830"/>
                </a:lnTo>
                <a:lnTo>
                  <a:pt x="931335" y="163830"/>
                </a:lnTo>
                <a:lnTo>
                  <a:pt x="950347" y="163830"/>
                </a:lnTo>
                <a:lnTo>
                  <a:pt x="969350" y="163830"/>
                </a:lnTo>
                <a:lnTo>
                  <a:pt x="988352" y="163830"/>
                </a:lnTo>
                <a:lnTo>
                  <a:pt x="1007364" y="163830"/>
                </a:lnTo>
                <a:lnTo>
                  <a:pt x="1026366" y="163830"/>
                </a:lnTo>
                <a:lnTo>
                  <a:pt x="1045378" y="163830"/>
                </a:lnTo>
                <a:lnTo>
                  <a:pt x="1064381" y="163830"/>
                </a:lnTo>
                <a:lnTo>
                  <a:pt x="1083393" y="163830"/>
                </a:lnTo>
                <a:lnTo>
                  <a:pt x="1102395" y="163830"/>
                </a:lnTo>
                <a:lnTo>
                  <a:pt x="1121407" y="163830"/>
                </a:lnTo>
                <a:lnTo>
                  <a:pt x="1140409" y="163830"/>
                </a:lnTo>
                <a:lnTo>
                  <a:pt x="1159421" y="163830"/>
                </a:lnTo>
                <a:lnTo>
                  <a:pt x="1178423" y="163830"/>
                </a:lnTo>
                <a:lnTo>
                  <a:pt x="1197435" y="163830"/>
                </a:lnTo>
                <a:lnTo>
                  <a:pt x="1216438" y="163830"/>
                </a:lnTo>
                <a:lnTo>
                  <a:pt x="1235450" y="163830"/>
                </a:lnTo>
                <a:lnTo>
                  <a:pt x="1254452" y="163830"/>
                </a:lnTo>
                <a:lnTo>
                  <a:pt x="1273464" y="163830"/>
                </a:lnTo>
                <a:lnTo>
                  <a:pt x="1292466" y="163830"/>
                </a:lnTo>
                <a:lnTo>
                  <a:pt x="1311469" y="163830"/>
                </a:lnTo>
                <a:lnTo>
                  <a:pt x="1330481" y="163830"/>
                </a:lnTo>
                <a:lnTo>
                  <a:pt x="1349483" y="163830"/>
                </a:lnTo>
                <a:lnTo>
                  <a:pt x="1368495" y="163830"/>
                </a:lnTo>
                <a:lnTo>
                  <a:pt x="1387497" y="163830"/>
                </a:lnTo>
                <a:lnTo>
                  <a:pt x="1406509" y="163830"/>
                </a:lnTo>
                <a:lnTo>
                  <a:pt x="1425512" y="163830"/>
                </a:lnTo>
                <a:lnTo>
                  <a:pt x="1444523" y="163830"/>
                </a:lnTo>
                <a:lnTo>
                  <a:pt x="1463526" y="163830"/>
                </a:lnTo>
                <a:lnTo>
                  <a:pt x="1482538" y="163830"/>
                </a:lnTo>
                <a:lnTo>
                  <a:pt x="1501540" y="163830"/>
                </a:lnTo>
                <a:lnTo>
                  <a:pt x="1520552" y="163830"/>
                </a:lnTo>
                <a:lnTo>
                  <a:pt x="1539554" y="163830"/>
                </a:lnTo>
                <a:lnTo>
                  <a:pt x="1558566" y="163830"/>
                </a:lnTo>
                <a:lnTo>
                  <a:pt x="1577569" y="163830"/>
                </a:lnTo>
                <a:lnTo>
                  <a:pt x="1596581" y="163830"/>
                </a:lnTo>
                <a:lnTo>
                  <a:pt x="1615583" y="163830"/>
                </a:lnTo>
                <a:lnTo>
                  <a:pt x="1633499" y="157982"/>
                </a:lnTo>
                <a:lnTo>
                  <a:pt x="1651244" y="151152"/>
                </a:lnTo>
                <a:lnTo>
                  <a:pt x="1668980" y="144332"/>
                </a:lnTo>
                <a:lnTo>
                  <a:pt x="1686716" y="137503"/>
                </a:lnTo>
                <a:lnTo>
                  <a:pt x="1704461" y="130673"/>
                </a:lnTo>
                <a:lnTo>
                  <a:pt x="1722196" y="123854"/>
                </a:lnTo>
                <a:lnTo>
                  <a:pt x="1739941" y="117024"/>
                </a:lnTo>
                <a:lnTo>
                  <a:pt x="1757677" y="110195"/>
                </a:lnTo>
                <a:lnTo>
                  <a:pt x="1775412" y="103375"/>
                </a:lnTo>
                <a:lnTo>
                  <a:pt x="1793157" y="96545"/>
                </a:lnTo>
                <a:lnTo>
                  <a:pt x="1810893" y="89726"/>
                </a:lnTo>
                <a:lnTo>
                  <a:pt x="1828629" y="82896"/>
                </a:lnTo>
                <a:lnTo>
                  <a:pt x="1846374" y="76067"/>
                </a:lnTo>
                <a:lnTo>
                  <a:pt x="1864109" y="69247"/>
                </a:lnTo>
                <a:lnTo>
                  <a:pt x="1881845" y="62417"/>
                </a:lnTo>
                <a:lnTo>
                  <a:pt x="1899590" y="55597"/>
                </a:lnTo>
                <a:lnTo>
                  <a:pt x="1917325" y="48768"/>
                </a:lnTo>
                <a:lnTo>
                  <a:pt x="1935061" y="41939"/>
                </a:lnTo>
                <a:lnTo>
                  <a:pt x="1952806" y="35119"/>
                </a:lnTo>
                <a:lnTo>
                  <a:pt x="1970542" y="28289"/>
                </a:lnTo>
                <a:lnTo>
                  <a:pt x="1988287" y="21469"/>
                </a:lnTo>
                <a:lnTo>
                  <a:pt x="2006022" y="14640"/>
                </a:lnTo>
                <a:lnTo>
                  <a:pt x="2023758" y="7810"/>
                </a:lnTo>
                <a:lnTo>
                  <a:pt x="2041503" y="991"/>
                </a:lnTo>
                <a:lnTo>
                  <a:pt x="2027806" y="0"/>
                </a:lnTo>
                <a:lnTo>
                  <a:pt x="2008803" y="0"/>
                </a:lnTo>
                <a:lnTo>
                  <a:pt x="1989792" y="0"/>
                </a:lnTo>
                <a:lnTo>
                  <a:pt x="1970789" y="0"/>
                </a:lnTo>
                <a:lnTo>
                  <a:pt x="1951777" y="0"/>
                </a:lnTo>
                <a:lnTo>
                  <a:pt x="1932775" y="0"/>
                </a:lnTo>
                <a:lnTo>
                  <a:pt x="1913763" y="0"/>
                </a:lnTo>
                <a:lnTo>
                  <a:pt x="1894761" y="0"/>
                </a:lnTo>
                <a:lnTo>
                  <a:pt x="1875749" y="0"/>
                </a:lnTo>
                <a:lnTo>
                  <a:pt x="1856746" y="0"/>
                </a:lnTo>
                <a:lnTo>
                  <a:pt x="1837734" y="0"/>
                </a:lnTo>
                <a:lnTo>
                  <a:pt x="1818732" y="0"/>
                </a:lnTo>
                <a:lnTo>
                  <a:pt x="1799730" y="0"/>
                </a:lnTo>
                <a:lnTo>
                  <a:pt x="1780718" y="0"/>
                </a:lnTo>
                <a:lnTo>
                  <a:pt x="1761715" y="0"/>
                </a:lnTo>
                <a:lnTo>
                  <a:pt x="1742704" y="0"/>
                </a:lnTo>
                <a:lnTo>
                  <a:pt x="1723701" y="0"/>
                </a:lnTo>
                <a:lnTo>
                  <a:pt x="1704689" y="0"/>
                </a:lnTo>
                <a:lnTo>
                  <a:pt x="1685687" y="0"/>
                </a:lnTo>
                <a:lnTo>
                  <a:pt x="1666675" y="0"/>
                </a:lnTo>
                <a:lnTo>
                  <a:pt x="1647673" y="0"/>
                </a:lnTo>
                <a:lnTo>
                  <a:pt x="1628661" y="0"/>
                </a:lnTo>
                <a:lnTo>
                  <a:pt x="1609658" y="0"/>
                </a:lnTo>
                <a:lnTo>
                  <a:pt x="1590646" y="0"/>
                </a:lnTo>
                <a:lnTo>
                  <a:pt x="1571644" y="0"/>
                </a:lnTo>
                <a:lnTo>
                  <a:pt x="1552632" y="0"/>
                </a:lnTo>
                <a:lnTo>
                  <a:pt x="1533630" y="0"/>
                </a:lnTo>
                <a:lnTo>
                  <a:pt x="1514618" y="0"/>
                </a:lnTo>
                <a:lnTo>
                  <a:pt x="1495616" y="0"/>
                </a:lnTo>
                <a:lnTo>
                  <a:pt x="1476613" y="0"/>
                </a:lnTo>
                <a:lnTo>
                  <a:pt x="1457601" y="0"/>
                </a:lnTo>
                <a:lnTo>
                  <a:pt x="1438599" y="0"/>
                </a:lnTo>
                <a:lnTo>
                  <a:pt x="1419587" y="0"/>
                </a:lnTo>
                <a:lnTo>
                  <a:pt x="1400585" y="0"/>
                </a:lnTo>
                <a:lnTo>
                  <a:pt x="1381573" y="0"/>
                </a:lnTo>
                <a:lnTo>
                  <a:pt x="1362570" y="0"/>
                </a:lnTo>
                <a:lnTo>
                  <a:pt x="1343558" y="0"/>
                </a:lnTo>
                <a:lnTo>
                  <a:pt x="1324556" y="0"/>
                </a:lnTo>
                <a:lnTo>
                  <a:pt x="1305544" y="0"/>
                </a:lnTo>
                <a:lnTo>
                  <a:pt x="1286542" y="0"/>
                </a:lnTo>
                <a:lnTo>
                  <a:pt x="1267530" y="0"/>
                </a:lnTo>
                <a:lnTo>
                  <a:pt x="1248527" y="0"/>
                </a:lnTo>
                <a:lnTo>
                  <a:pt x="1229516" y="0"/>
                </a:lnTo>
                <a:lnTo>
                  <a:pt x="1210513" y="0"/>
                </a:lnTo>
                <a:lnTo>
                  <a:pt x="1191501" y="0"/>
                </a:lnTo>
                <a:lnTo>
                  <a:pt x="1172499" y="0"/>
                </a:lnTo>
                <a:lnTo>
                  <a:pt x="1153497" y="0"/>
                </a:lnTo>
                <a:lnTo>
                  <a:pt x="1134485" y="0"/>
                </a:lnTo>
                <a:lnTo>
                  <a:pt x="1115482" y="0"/>
                </a:lnTo>
                <a:lnTo>
                  <a:pt x="1096470" y="0"/>
                </a:lnTo>
                <a:lnTo>
                  <a:pt x="1077468" y="0"/>
                </a:lnTo>
                <a:lnTo>
                  <a:pt x="1058456" y="0"/>
                </a:lnTo>
                <a:lnTo>
                  <a:pt x="1039454" y="0"/>
                </a:lnTo>
                <a:lnTo>
                  <a:pt x="1020442" y="0"/>
                </a:lnTo>
                <a:lnTo>
                  <a:pt x="1001439" y="0"/>
                </a:lnTo>
                <a:lnTo>
                  <a:pt x="982428" y="0"/>
                </a:lnTo>
                <a:lnTo>
                  <a:pt x="963425" y="0"/>
                </a:lnTo>
                <a:lnTo>
                  <a:pt x="944413" y="0"/>
                </a:lnTo>
                <a:lnTo>
                  <a:pt x="925411" y="0"/>
                </a:lnTo>
                <a:lnTo>
                  <a:pt x="906399" y="0"/>
                </a:lnTo>
                <a:lnTo>
                  <a:pt x="887397" y="0"/>
                </a:lnTo>
                <a:lnTo>
                  <a:pt x="868385" y="0"/>
                </a:lnTo>
                <a:lnTo>
                  <a:pt x="849382" y="0"/>
                </a:lnTo>
                <a:lnTo>
                  <a:pt x="830380" y="0"/>
                </a:lnTo>
                <a:lnTo>
                  <a:pt x="811368" y="0"/>
                </a:lnTo>
                <a:lnTo>
                  <a:pt x="792366" y="0"/>
                </a:lnTo>
                <a:lnTo>
                  <a:pt x="773354" y="0"/>
                </a:lnTo>
                <a:lnTo>
                  <a:pt x="754351" y="0"/>
                </a:lnTo>
                <a:lnTo>
                  <a:pt x="735340" y="0"/>
                </a:lnTo>
                <a:lnTo>
                  <a:pt x="716337" y="0"/>
                </a:lnTo>
                <a:lnTo>
                  <a:pt x="697325" y="0"/>
                </a:lnTo>
                <a:lnTo>
                  <a:pt x="678323" y="0"/>
                </a:lnTo>
                <a:lnTo>
                  <a:pt x="659311" y="0"/>
                </a:lnTo>
                <a:lnTo>
                  <a:pt x="640309" y="0"/>
                </a:lnTo>
                <a:lnTo>
                  <a:pt x="621297" y="0"/>
                </a:lnTo>
                <a:lnTo>
                  <a:pt x="602294" y="0"/>
                </a:lnTo>
                <a:lnTo>
                  <a:pt x="583282" y="0"/>
                </a:lnTo>
                <a:lnTo>
                  <a:pt x="564280" y="0"/>
                </a:lnTo>
                <a:lnTo>
                  <a:pt x="545268" y="0"/>
                </a:lnTo>
                <a:lnTo>
                  <a:pt x="526266" y="0"/>
                </a:lnTo>
                <a:lnTo>
                  <a:pt x="508102" y="5505"/>
                </a:lnTo>
                <a:lnTo>
                  <a:pt x="489947" y="11163"/>
                </a:lnTo>
                <a:lnTo>
                  <a:pt x="471802" y="16821"/>
                </a:lnTo>
                <a:lnTo>
                  <a:pt x="453657" y="22469"/>
                </a:lnTo>
                <a:lnTo>
                  <a:pt x="435512" y="28127"/>
                </a:lnTo>
                <a:lnTo>
                  <a:pt x="417366" y="33785"/>
                </a:lnTo>
                <a:lnTo>
                  <a:pt x="399221" y="39434"/>
                </a:lnTo>
                <a:lnTo>
                  <a:pt x="381076" y="45091"/>
                </a:lnTo>
                <a:lnTo>
                  <a:pt x="362931" y="50740"/>
                </a:lnTo>
                <a:lnTo>
                  <a:pt x="344776" y="56398"/>
                </a:lnTo>
                <a:lnTo>
                  <a:pt x="326631" y="62055"/>
                </a:lnTo>
                <a:lnTo>
                  <a:pt x="308486" y="67704"/>
                </a:lnTo>
                <a:lnTo>
                  <a:pt x="290341" y="73362"/>
                </a:lnTo>
                <a:lnTo>
                  <a:pt x="272196" y="79019"/>
                </a:lnTo>
                <a:lnTo>
                  <a:pt x="254051" y="84668"/>
                </a:lnTo>
                <a:lnTo>
                  <a:pt x="235906" y="90326"/>
                </a:lnTo>
                <a:lnTo>
                  <a:pt x="217761" y="95974"/>
                </a:lnTo>
                <a:lnTo>
                  <a:pt x="199606" y="101632"/>
                </a:lnTo>
                <a:lnTo>
                  <a:pt x="181461" y="107290"/>
                </a:lnTo>
                <a:lnTo>
                  <a:pt x="163316" y="112938"/>
                </a:lnTo>
                <a:lnTo>
                  <a:pt x="145171" y="118596"/>
                </a:lnTo>
                <a:lnTo>
                  <a:pt x="127025" y="124254"/>
                </a:lnTo>
                <a:lnTo>
                  <a:pt x="108880" y="129902"/>
                </a:lnTo>
                <a:lnTo>
                  <a:pt x="90735" y="135560"/>
                </a:lnTo>
                <a:lnTo>
                  <a:pt x="72581" y="141218"/>
                </a:lnTo>
                <a:lnTo>
                  <a:pt x="54435" y="146866"/>
                </a:lnTo>
                <a:lnTo>
                  <a:pt x="36290" y="152524"/>
                </a:lnTo>
                <a:lnTo>
                  <a:pt x="18145" y="158172"/>
                </a:lnTo>
                <a:lnTo>
                  <a:pt x="0" y="16383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1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C019B123-4BB0-49E7-AD82-532AE72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8" y="4942523"/>
            <a:ext cx="1880235" cy="163830"/>
          </a:xfrm>
          <a:custGeom xmlns:a="http://schemas.openxmlformats.org/drawingml/2006/main">
            <a:pathLst>
              <a:path w="1880235" h="163830">
                <a:moveTo>
                  <a:pt x="0" y="163830"/>
                </a:moveTo>
                <a:lnTo>
                  <a:pt x="18917" y="163830"/>
                </a:lnTo>
                <a:lnTo>
                  <a:pt x="37824" y="163830"/>
                </a:lnTo>
                <a:lnTo>
                  <a:pt x="56740" y="163830"/>
                </a:lnTo>
                <a:lnTo>
                  <a:pt x="75657" y="163830"/>
                </a:lnTo>
                <a:lnTo>
                  <a:pt x="94564" y="163830"/>
                </a:lnTo>
                <a:lnTo>
                  <a:pt x="113481" y="163830"/>
                </a:lnTo>
                <a:lnTo>
                  <a:pt x="132398" y="163830"/>
                </a:lnTo>
                <a:lnTo>
                  <a:pt x="151314" y="163830"/>
                </a:lnTo>
                <a:lnTo>
                  <a:pt x="170221" y="163830"/>
                </a:lnTo>
                <a:lnTo>
                  <a:pt x="189138" y="163830"/>
                </a:lnTo>
                <a:lnTo>
                  <a:pt x="208055" y="163830"/>
                </a:lnTo>
                <a:lnTo>
                  <a:pt x="226962" y="163830"/>
                </a:lnTo>
                <a:lnTo>
                  <a:pt x="245878" y="163830"/>
                </a:lnTo>
                <a:lnTo>
                  <a:pt x="264795" y="163830"/>
                </a:lnTo>
                <a:lnTo>
                  <a:pt x="283702" y="163830"/>
                </a:lnTo>
                <a:lnTo>
                  <a:pt x="302619" y="163830"/>
                </a:lnTo>
                <a:lnTo>
                  <a:pt x="321535" y="163830"/>
                </a:lnTo>
                <a:lnTo>
                  <a:pt x="340452" y="163830"/>
                </a:lnTo>
                <a:lnTo>
                  <a:pt x="359359" y="163830"/>
                </a:lnTo>
                <a:lnTo>
                  <a:pt x="378276" y="163830"/>
                </a:lnTo>
                <a:lnTo>
                  <a:pt x="397193" y="163830"/>
                </a:lnTo>
                <a:lnTo>
                  <a:pt x="416100" y="163830"/>
                </a:lnTo>
                <a:lnTo>
                  <a:pt x="435016" y="163830"/>
                </a:lnTo>
                <a:lnTo>
                  <a:pt x="453933" y="163830"/>
                </a:lnTo>
                <a:lnTo>
                  <a:pt x="472840" y="163830"/>
                </a:lnTo>
                <a:lnTo>
                  <a:pt x="491757" y="163830"/>
                </a:lnTo>
                <a:lnTo>
                  <a:pt x="510673" y="163830"/>
                </a:lnTo>
                <a:lnTo>
                  <a:pt x="529590" y="163830"/>
                </a:lnTo>
                <a:lnTo>
                  <a:pt x="548497" y="163830"/>
                </a:lnTo>
                <a:lnTo>
                  <a:pt x="567414" y="163830"/>
                </a:lnTo>
                <a:lnTo>
                  <a:pt x="586330" y="163830"/>
                </a:lnTo>
                <a:lnTo>
                  <a:pt x="605238" y="163830"/>
                </a:lnTo>
                <a:lnTo>
                  <a:pt x="624154" y="163830"/>
                </a:lnTo>
                <a:lnTo>
                  <a:pt x="643071" y="163830"/>
                </a:lnTo>
                <a:lnTo>
                  <a:pt x="661978" y="163830"/>
                </a:lnTo>
                <a:lnTo>
                  <a:pt x="680895" y="163830"/>
                </a:lnTo>
                <a:lnTo>
                  <a:pt x="699811" y="163830"/>
                </a:lnTo>
                <a:lnTo>
                  <a:pt x="718728" y="163830"/>
                </a:lnTo>
                <a:lnTo>
                  <a:pt x="737635" y="163830"/>
                </a:lnTo>
                <a:lnTo>
                  <a:pt x="756552" y="163830"/>
                </a:lnTo>
                <a:lnTo>
                  <a:pt x="775468" y="163830"/>
                </a:lnTo>
                <a:lnTo>
                  <a:pt x="794375" y="163830"/>
                </a:lnTo>
                <a:lnTo>
                  <a:pt x="813292" y="163830"/>
                </a:lnTo>
                <a:lnTo>
                  <a:pt x="832209" y="163830"/>
                </a:lnTo>
                <a:lnTo>
                  <a:pt x="851116" y="163830"/>
                </a:lnTo>
                <a:lnTo>
                  <a:pt x="870033" y="163830"/>
                </a:lnTo>
                <a:lnTo>
                  <a:pt x="888949" y="163830"/>
                </a:lnTo>
                <a:lnTo>
                  <a:pt x="907856" y="163830"/>
                </a:lnTo>
                <a:lnTo>
                  <a:pt x="926773" y="163830"/>
                </a:lnTo>
                <a:lnTo>
                  <a:pt x="945690" y="163830"/>
                </a:lnTo>
                <a:lnTo>
                  <a:pt x="964606" y="163830"/>
                </a:lnTo>
                <a:lnTo>
                  <a:pt x="983513" y="163830"/>
                </a:lnTo>
                <a:lnTo>
                  <a:pt x="1002430" y="163830"/>
                </a:lnTo>
                <a:lnTo>
                  <a:pt x="1021347" y="163830"/>
                </a:lnTo>
                <a:lnTo>
                  <a:pt x="1040254" y="163830"/>
                </a:lnTo>
                <a:lnTo>
                  <a:pt x="1059170" y="163830"/>
                </a:lnTo>
                <a:lnTo>
                  <a:pt x="1078087" y="163830"/>
                </a:lnTo>
                <a:lnTo>
                  <a:pt x="1096994" y="163830"/>
                </a:lnTo>
                <a:lnTo>
                  <a:pt x="1115911" y="163830"/>
                </a:lnTo>
                <a:lnTo>
                  <a:pt x="1134828" y="163830"/>
                </a:lnTo>
                <a:lnTo>
                  <a:pt x="1153744" y="163830"/>
                </a:lnTo>
                <a:lnTo>
                  <a:pt x="1172651" y="163830"/>
                </a:lnTo>
                <a:lnTo>
                  <a:pt x="1191568" y="163830"/>
                </a:lnTo>
                <a:lnTo>
                  <a:pt x="1210485" y="163830"/>
                </a:lnTo>
                <a:lnTo>
                  <a:pt x="1229392" y="163830"/>
                </a:lnTo>
                <a:lnTo>
                  <a:pt x="1248308" y="163830"/>
                </a:lnTo>
                <a:lnTo>
                  <a:pt x="1267225" y="163830"/>
                </a:lnTo>
                <a:lnTo>
                  <a:pt x="1286132" y="163830"/>
                </a:lnTo>
                <a:lnTo>
                  <a:pt x="1305049" y="163830"/>
                </a:lnTo>
                <a:lnTo>
                  <a:pt x="1323965" y="163830"/>
                </a:lnTo>
                <a:lnTo>
                  <a:pt x="1342882" y="163830"/>
                </a:lnTo>
                <a:lnTo>
                  <a:pt x="1361789" y="163830"/>
                </a:lnTo>
                <a:lnTo>
                  <a:pt x="1380706" y="163830"/>
                </a:lnTo>
                <a:lnTo>
                  <a:pt x="1399623" y="163830"/>
                </a:lnTo>
                <a:lnTo>
                  <a:pt x="1418530" y="163830"/>
                </a:lnTo>
                <a:lnTo>
                  <a:pt x="1437446" y="163830"/>
                </a:lnTo>
                <a:lnTo>
                  <a:pt x="1455868" y="161134"/>
                </a:lnTo>
                <a:lnTo>
                  <a:pt x="1473546" y="154419"/>
                </a:lnTo>
                <a:lnTo>
                  <a:pt x="1491224" y="147704"/>
                </a:lnTo>
                <a:lnTo>
                  <a:pt x="1508912" y="140989"/>
                </a:lnTo>
                <a:lnTo>
                  <a:pt x="1526591" y="134274"/>
                </a:lnTo>
                <a:lnTo>
                  <a:pt x="1544279" y="127559"/>
                </a:lnTo>
                <a:lnTo>
                  <a:pt x="1561957" y="120844"/>
                </a:lnTo>
                <a:lnTo>
                  <a:pt x="1579636" y="114138"/>
                </a:lnTo>
                <a:lnTo>
                  <a:pt x="1597323" y="107423"/>
                </a:lnTo>
                <a:lnTo>
                  <a:pt x="1615002" y="100708"/>
                </a:lnTo>
                <a:lnTo>
                  <a:pt x="1632690" y="93993"/>
                </a:lnTo>
                <a:lnTo>
                  <a:pt x="1650368" y="87278"/>
                </a:lnTo>
                <a:lnTo>
                  <a:pt x="1668047" y="80562"/>
                </a:lnTo>
                <a:lnTo>
                  <a:pt x="1685735" y="73847"/>
                </a:lnTo>
                <a:lnTo>
                  <a:pt x="1703413" y="67142"/>
                </a:lnTo>
                <a:lnTo>
                  <a:pt x="1721101" y="60427"/>
                </a:lnTo>
                <a:lnTo>
                  <a:pt x="1738779" y="53711"/>
                </a:lnTo>
                <a:lnTo>
                  <a:pt x="1756458" y="46996"/>
                </a:lnTo>
                <a:lnTo>
                  <a:pt x="1774146" y="40281"/>
                </a:lnTo>
                <a:lnTo>
                  <a:pt x="1791824" y="33566"/>
                </a:lnTo>
                <a:lnTo>
                  <a:pt x="1809502" y="26851"/>
                </a:lnTo>
                <a:lnTo>
                  <a:pt x="1827190" y="20145"/>
                </a:lnTo>
                <a:lnTo>
                  <a:pt x="1844869" y="13430"/>
                </a:lnTo>
                <a:lnTo>
                  <a:pt x="1862557" y="6715"/>
                </a:lnTo>
                <a:lnTo>
                  <a:pt x="18802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A7E6575-F757-4956-B756-64E39FBE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95" y="4942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34D9421-05FC-44BE-BD31-3092BAE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181999"/>
            <a:ext cx="326708" cy="517636"/>
          </a:xfrm>
          <a:custGeom xmlns:a="http://schemas.openxmlformats.org/drawingml/2006/main">
            <a:pathLst>
              <a:path w="326708" h="517636">
                <a:moveTo>
                  <a:pt x="0" y="517636"/>
                </a:moveTo>
                <a:lnTo>
                  <a:pt x="0" y="498815"/>
                </a:lnTo>
                <a:lnTo>
                  <a:pt x="0" y="479984"/>
                </a:lnTo>
                <a:lnTo>
                  <a:pt x="0" y="461162"/>
                </a:lnTo>
                <a:lnTo>
                  <a:pt x="0" y="442331"/>
                </a:lnTo>
                <a:lnTo>
                  <a:pt x="0" y="423510"/>
                </a:lnTo>
                <a:lnTo>
                  <a:pt x="0" y="404679"/>
                </a:lnTo>
                <a:lnTo>
                  <a:pt x="0" y="385848"/>
                </a:lnTo>
                <a:lnTo>
                  <a:pt x="0" y="367027"/>
                </a:lnTo>
                <a:lnTo>
                  <a:pt x="0" y="348196"/>
                </a:lnTo>
                <a:lnTo>
                  <a:pt x="0" y="329375"/>
                </a:lnTo>
                <a:lnTo>
                  <a:pt x="0" y="310544"/>
                </a:lnTo>
                <a:lnTo>
                  <a:pt x="0" y="291722"/>
                </a:lnTo>
                <a:lnTo>
                  <a:pt x="0" y="272891"/>
                </a:lnTo>
                <a:lnTo>
                  <a:pt x="0" y="254070"/>
                </a:lnTo>
                <a:lnTo>
                  <a:pt x="0" y="235239"/>
                </a:lnTo>
                <a:lnTo>
                  <a:pt x="0" y="216418"/>
                </a:lnTo>
                <a:lnTo>
                  <a:pt x="0" y="197587"/>
                </a:lnTo>
                <a:lnTo>
                  <a:pt x="0" y="178765"/>
                </a:lnTo>
                <a:lnTo>
                  <a:pt x="0" y="159934"/>
                </a:lnTo>
                <a:lnTo>
                  <a:pt x="0" y="141113"/>
                </a:lnTo>
                <a:lnTo>
                  <a:pt x="0" y="122282"/>
                </a:lnTo>
                <a:lnTo>
                  <a:pt x="7953" y="109118"/>
                </a:lnTo>
                <a:lnTo>
                  <a:pt x="25737" y="102946"/>
                </a:lnTo>
                <a:lnTo>
                  <a:pt x="43520" y="96774"/>
                </a:lnTo>
                <a:lnTo>
                  <a:pt x="61303" y="90602"/>
                </a:lnTo>
                <a:lnTo>
                  <a:pt x="79096" y="84430"/>
                </a:lnTo>
                <a:lnTo>
                  <a:pt x="96879" y="78257"/>
                </a:lnTo>
                <a:lnTo>
                  <a:pt x="114662" y="72085"/>
                </a:lnTo>
                <a:lnTo>
                  <a:pt x="132455" y="65923"/>
                </a:lnTo>
                <a:lnTo>
                  <a:pt x="150238" y="59750"/>
                </a:lnTo>
                <a:lnTo>
                  <a:pt x="168021" y="53578"/>
                </a:lnTo>
                <a:lnTo>
                  <a:pt x="185814" y="47406"/>
                </a:lnTo>
                <a:lnTo>
                  <a:pt x="203597" y="41234"/>
                </a:lnTo>
                <a:lnTo>
                  <a:pt x="221380" y="35062"/>
                </a:lnTo>
                <a:lnTo>
                  <a:pt x="239173" y="28899"/>
                </a:lnTo>
                <a:lnTo>
                  <a:pt x="256956" y="22727"/>
                </a:lnTo>
                <a:lnTo>
                  <a:pt x="274739" y="16554"/>
                </a:lnTo>
                <a:lnTo>
                  <a:pt x="292532" y="10382"/>
                </a:lnTo>
                <a:lnTo>
                  <a:pt x="310315" y="4210"/>
                </a:lnTo>
                <a:lnTo>
                  <a:pt x="326708" y="0"/>
                </a:lnTo>
                <a:lnTo>
                  <a:pt x="326708" y="18831"/>
                </a:lnTo>
                <a:lnTo>
                  <a:pt x="326708" y="37652"/>
                </a:lnTo>
                <a:lnTo>
                  <a:pt x="326708" y="56483"/>
                </a:lnTo>
                <a:lnTo>
                  <a:pt x="326708" y="75305"/>
                </a:lnTo>
                <a:lnTo>
                  <a:pt x="326708" y="94136"/>
                </a:lnTo>
                <a:lnTo>
                  <a:pt x="326708" y="112957"/>
                </a:lnTo>
                <a:lnTo>
                  <a:pt x="326708" y="131788"/>
                </a:lnTo>
                <a:lnTo>
                  <a:pt x="326708" y="150609"/>
                </a:lnTo>
                <a:lnTo>
                  <a:pt x="326708" y="169440"/>
                </a:lnTo>
                <a:lnTo>
                  <a:pt x="326708" y="188262"/>
                </a:lnTo>
                <a:lnTo>
                  <a:pt x="326708" y="207093"/>
                </a:lnTo>
                <a:lnTo>
                  <a:pt x="326708" y="225914"/>
                </a:lnTo>
                <a:lnTo>
                  <a:pt x="326708" y="244745"/>
                </a:lnTo>
                <a:lnTo>
                  <a:pt x="326708" y="263566"/>
                </a:lnTo>
                <a:lnTo>
                  <a:pt x="326708" y="282397"/>
                </a:lnTo>
                <a:lnTo>
                  <a:pt x="326708" y="301219"/>
                </a:lnTo>
                <a:lnTo>
                  <a:pt x="326708" y="320050"/>
                </a:lnTo>
                <a:lnTo>
                  <a:pt x="326708" y="338871"/>
                </a:lnTo>
                <a:lnTo>
                  <a:pt x="326708" y="357702"/>
                </a:lnTo>
                <a:lnTo>
                  <a:pt x="326708" y="376523"/>
                </a:lnTo>
                <a:lnTo>
                  <a:pt x="312125" y="385686"/>
                </a:lnTo>
                <a:lnTo>
                  <a:pt x="294789" y="393021"/>
                </a:lnTo>
                <a:lnTo>
                  <a:pt x="277444" y="400345"/>
                </a:lnTo>
                <a:lnTo>
                  <a:pt x="260109" y="407680"/>
                </a:lnTo>
                <a:lnTo>
                  <a:pt x="242764" y="415014"/>
                </a:lnTo>
                <a:lnTo>
                  <a:pt x="225428" y="422339"/>
                </a:lnTo>
                <a:lnTo>
                  <a:pt x="208083" y="429673"/>
                </a:lnTo>
                <a:lnTo>
                  <a:pt x="190748" y="436997"/>
                </a:lnTo>
                <a:lnTo>
                  <a:pt x="173403" y="444332"/>
                </a:lnTo>
                <a:lnTo>
                  <a:pt x="156067" y="451666"/>
                </a:lnTo>
                <a:lnTo>
                  <a:pt x="138722" y="458991"/>
                </a:lnTo>
                <a:lnTo>
                  <a:pt x="121387" y="466325"/>
                </a:lnTo>
                <a:lnTo>
                  <a:pt x="104042" y="473650"/>
                </a:lnTo>
                <a:lnTo>
                  <a:pt x="86706" y="480984"/>
                </a:lnTo>
                <a:lnTo>
                  <a:pt x="69361" y="488318"/>
                </a:lnTo>
                <a:lnTo>
                  <a:pt x="52026" y="495643"/>
                </a:lnTo>
                <a:lnTo>
                  <a:pt x="34681" y="502977"/>
                </a:lnTo>
                <a:lnTo>
                  <a:pt x="17345" y="510302"/>
                </a:lnTo>
                <a:lnTo>
                  <a:pt x="0" y="517636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6A5A6AD1-07AF-49B0-91E9-17ED119A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503" y="4561523"/>
            <a:ext cx="1938566" cy="138113"/>
          </a:xfrm>
          <a:custGeom xmlns:a="http://schemas.openxmlformats.org/drawingml/2006/main">
            <a:pathLst>
              <a:path w="1938566" h="138113">
                <a:moveTo>
                  <a:pt x="0" y="138113"/>
                </a:moveTo>
                <a:lnTo>
                  <a:pt x="19031" y="138113"/>
                </a:lnTo>
                <a:lnTo>
                  <a:pt x="38062" y="138113"/>
                </a:lnTo>
                <a:lnTo>
                  <a:pt x="57102" y="138113"/>
                </a:lnTo>
                <a:lnTo>
                  <a:pt x="76133" y="138113"/>
                </a:lnTo>
                <a:lnTo>
                  <a:pt x="95164" y="138113"/>
                </a:lnTo>
                <a:lnTo>
                  <a:pt x="114195" y="138113"/>
                </a:lnTo>
                <a:lnTo>
                  <a:pt x="133236" y="138113"/>
                </a:lnTo>
                <a:lnTo>
                  <a:pt x="152267" y="138113"/>
                </a:lnTo>
                <a:lnTo>
                  <a:pt x="171298" y="138113"/>
                </a:lnTo>
                <a:lnTo>
                  <a:pt x="190329" y="138113"/>
                </a:lnTo>
                <a:lnTo>
                  <a:pt x="209360" y="138113"/>
                </a:lnTo>
                <a:lnTo>
                  <a:pt x="228400" y="138113"/>
                </a:lnTo>
                <a:lnTo>
                  <a:pt x="247431" y="138113"/>
                </a:lnTo>
                <a:lnTo>
                  <a:pt x="266462" y="138113"/>
                </a:lnTo>
                <a:lnTo>
                  <a:pt x="285493" y="138113"/>
                </a:lnTo>
                <a:lnTo>
                  <a:pt x="304533" y="138113"/>
                </a:lnTo>
                <a:lnTo>
                  <a:pt x="323564" y="138113"/>
                </a:lnTo>
                <a:lnTo>
                  <a:pt x="342595" y="138113"/>
                </a:lnTo>
                <a:lnTo>
                  <a:pt x="361626" y="138113"/>
                </a:lnTo>
                <a:lnTo>
                  <a:pt x="380657" y="138113"/>
                </a:lnTo>
                <a:lnTo>
                  <a:pt x="399698" y="138113"/>
                </a:lnTo>
                <a:lnTo>
                  <a:pt x="418729" y="138113"/>
                </a:lnTo>
                <a:lnTo>
                  <a:pt x="437759" y="138113"/>
                </a:lnTo>
                <a:lnTo>
                  <a:pt x="456790" y="138113"/>
                </a:lnTo>
                <a:lnTo>
                  <a:pt x="475831" y="138113"/>
                </a:lnTo>
                <a:lnTo>
                  <a:pt x="494862" y="138113"/>
                </a:lnTo>
                <a:lnTo>
                  <a:pt x="513893" y="138113"/>
                </a:lnTo>
                <a:lnTo>
                  <a:pt x="532924" y="138113"/>
                </a:lnTo>
                <a:lnTo>
                  <a:pt x="551955" y="138113"/>
                </a:lnTo>
                <a:lnTo>
                  <a:pt x="570995" y="138113"/>
                </a:lnTo>
                <a:lnTo>
                  <a:pt x="590026" y="138113"/>
                </a:lnTo>
                <a:lnTo>
                  <a:pt x="609057" y="138113"/>
                </a:lnTo>
                <a:lnTo>
                  <a:pt x="628088" y="138113"/>
                </a:lnTo>
                <a:lnTo>
                  <a:pt x="647129" y="138113"/>
                </a:lnTo>
                <a:lnTo>
                  <a:pt x="666159" y="138113"/>
                </a:lnTo>
                <a:lnTo>
                  <a:pt x="685190" y="138113"/>
                </a:lnTo>
                <a:lnTo>
                  <a:pt x="704221" y="138113"/>
                </a:lnTo>
                <a:lnTo>
                  <a:pt x="723252" y="138113"/>
                </a:lnTo>
                <a:lnTo>
                  <a:pt x="742293" y="138113"/>
                </a:lnTo>
                <a:lnTo>
                  <a:pt x="761324" y="138113"/>
                </a:lnTo>
                <a:lnTo>
                  <a:pt x="780355" y="138113"/>
                </a:lnTo>
                <a:lnTo>
                  <a:pt x="799386" y="138113"/>
                </a:lnTo>
                <a:lnTo>
                  <a:pt x="818426" y="138113"/>
                </a:lnTo>
                <a:lnTo>
                  <a:pt x="837457" y="138113"/>
                </a:lnTo>
                <a:lnTo>
                  <a:pt x="856488" y="138113"/>
                </a:lnTo>
                <a:lnTo>
                  <a:pt x="875519" y="138113"/>
                </a:lnTo>
                <a:lnTo>
                  <a:pt x="894550" y="138113"/>
                </a:lnTo>
                <a:lnTo>
                  <a:pt x="913590" y="138113"/>
                </a:lnTo>
                <a:lnTo>
                  <a:pt x="932621" y="138113"/>
                </a:lnTo>
                <a:lnTo>
                  <a:pt x="951652" y="138113"/>
                </a:lnTo>
                <a:lnTo>
                  <a:pt x="970683" y="138113"/>
                </a:lnTo>
                <a:lnTo>
                  <a:pt x="989724" y="138113"/>
                </a:lnTo>
                <a:lnTo>
                  <a:pt x="1008755" y="138113"/>
                </a:lnTo>
                <a:lnTo>
                  <a:pt x="1027786" y="138113"/>
                </a:lnTo>
                <a:lnTo>
                  <a:pt x="1046817" y="138113"/>
                </a:lnTo>
                <a:lnTo>
                  <a:pt x="1065848" y="138113"/>
                </a:lnTo>
                <a:lnTo>
                  <a:pt x="1084888" y="138113"/>
                </a:lnTo>
                <a:lnTo>
                  <a:pt x="1103919" y="138113"/>
                </a:lnTo>
                <a:lnTo>
                  <a:pt x="1122950" y="138113"/>
                </a:lnTo>
                <a:lnTo>
                  <a:pt x="1141981" y="138113"/>
                </a:lnTo>
                <a:lnTo>
                  <a:pt x="1161021" y="138113"/>
                </a:lnTo>
                <a:lnTo>
                  <a:pt x="1180052" y="138113"/>
                </a:lnTo>
                <a:lnTo>
                  <a:pt x="1199083" y="138113"/>
                </a:lnTo>
                <a:lnTo>
                  <a:pt x="1218114" y="138113"/>
                </a:lnTo>
                <a:lnTo>
                  <a:pt x="1237145" y="138113"/>
                </a:lnTo>
                <a:lnTo>
                  <a:pt x="1256186" y="138113"/>
                </a:lnTo>
                <a:lnTo>
                  <a:pt x="1275217" y="138113"/>
                </a:lnTo>
                <a:lnTo>
                  <a:pt x="1294247" y="138113"/>
                </a:lnTo>
                <a:lnTo>
                  <a:pt x="1313278" y="138113"/>
                </a:lnTo>
                <a:lnTo>
                  <a:pt x="1332319" y="138113"/>
                </a:lnTo>
                <a:lnTo>
                  <a:pt x="1351350" y="138113"/>
                </a:lnTo>
                <a:lnTo>
                  <a:pt x="1370381" y="138113"/>
                </a:lnTo>
                <a:lnTo>
                  <a:pt x="1389412" y="138113"/>
                </a:lnTo>
                <a:lnTo>
                  <a:pt x="1408443" y="138113"/>
                </a:lnTo>
                <a:lnTo>
                  <a:pt x="1427483" y="138113"/>
                </a:lnTo>
                <a:lnTo>
                  <a:pt x="1446514" y="138113"/>
                </a:lnTo>
                <a:lnTo>
                  <a:pt x="1465545" y="138113"/>
                </a:lnTo>
                <a:lnTo>
                  <a:pt x="1484576" y="138113"/>
                </a:lnTo>
                <a:lnTo>
                  <a:pt x="1503617" y="138113"/>
                </a:lnTo>
                <a:lnTo>
                  <a:pt x="1522647" y="138113"/>
                </a:lnTo>
                <a:lnTo>
                  <a:pt x="1541678" y="138113"/>
                </a:lnTo>
                <a:lnTo>
                  <a:pt x="1560709" y="138113"/>
                </a:lnTo>
                <a:lnTo>
                  <a:pt x="1579740" y="138113"/>
                </a:lnTo>
                <a:lnTo>
                  <a:pt x="1598781" y="138113"/>
                </a:lnTo>
                <a:lnTo>
                  <a:pt x="1617812" y="138113"/>
                </a:lnTo>
                <a:lnTo>
                  <a:pt x="1635376" y="130893"/>
                </a:lnTo>
                <a:lnTo>
                  <a:pt x="1652911" y="123482"/>
                </a:lnTo>
                <a:lnTo>
                  <a:pt x="1670437" y="116072"/>
                </a:lnTo>
                <a:lnTo>
                  <a:pt x="1687973" y="108661"/>
                </a:lnTo>
                <a:lnTo>
                  <a:pt x="1705499" y="101251"/>
                </a:lnTo>
                <a:lnTo>
                  <a:pt x="1723034" y="93840"/>
                </a:lnTo>
                <a:lnTo>
                  <a:pt x="1740570" y="86420"/>
                </a:lnTo>
                <a:lnTo>
                  <a:pt x="1758096" y="79010"/>
                </a:lnTo>
                <a:lnTo>
                  <a:pt x="1775631" y="71599"/>
                </a:lnTo>
                <a:lnTo>
                  <a:pt x="1793157" y="64189"/>
                </a:lnTo>
                <a:lnTo>
                  <a:pt x="1810693" y="56779"/>
                </a:lnTo>
                <a:lnTo>
                  <a:pt x="1828219" y="49368"/>
                </a:lnTo>
                <a:lnTo>
                  <a:pt x="1845755" y="41958"/>
                </a:lnTo>
                <a:lnTo>
                  <a:pt x="1863281" y="34547"/>
                </a:lnTo>
                <a:lnTo>
                  <a:pt x="1880816" y="27137"/>
                </a:lnTo>
                <a:lnTo>
                  <a:pt x="1898342" y="19726"/>
                </a:lnTo>
                <a:lnTo>
                  <a:pt x="1915878" y="12316"/>
                </a:lnTo>
                <a:lnTo>
                  <a:pt x="1933404" y="4905"/>
                </a:lnTo>
                <a:lnTo>
                  <a:pt x="1938566" y="0"/>
                </a:lnTo>
                <a:lnTo>
                  <a:pt x="1919535" y="0"/>
                </a:lnTo>
                <a:lnTo>
                  <a:pt x="1900495" y="0"/>
                </a:lnTo>
                <a:lnTo>
                  <a:pt x="1881464" y="0"/>
                </a:lnTo>
                <a:lnTo>
                  <a:pt x="1862433" y="0"/>
                </a:lnTo>
                <a:lnTo>
                  <a:pt x="1843402" y="0"/>
                </a:lnTo>
                <a:lnTo>
                  <a:pt x="1824371" y="0"/>
                </a:lnTo>
                <a:lnTo>
                  <a:pt x="1805330" y="0"/>
                </a:lnTo>
                <a:lnTo>
                  <a:pt x="1786299" y="0"/>
                </a:lnTo>
                <a:lnTo>
                  <a:pt x="1767269" y="0"/>
                </a:lnTo>
                <a:lnTo>
                  <a:pt x="1748238" y="0"/>
                </a:lnTo>
                <a:lnTo>
                  <a:pt x="1729197" y="0"/>
                </a:lnTo>
                <a:lnTo>
                  <a:pt x="1710166" y="0"/>
                </a:lnTo>
                <a:lnTo>
                  <a:pt x="1691135" y="0"/>
                </a:lnTo>
                <a:lnTo>
                  <a:pt x="1672104" y="0"/>
                </a:lnTo>
                <a:lnTo>
                  <a:pt x="1653073" y="0"/>
                </a:lnTo>
                <a:lnTo>
                  <a:pt x="1634033" y="0"/>
                </a:lnTo>
                <a:lnTo>
                  <a:pt x="1615002" y="0"/>
                </a:lnTo>
                <a:lnTo>
                  <a:pt x="1595971" y="0"/>
                </a:lnTo>
                <a:lnTo>
                  <a:pt x="1576940" y="0"/>
                </a:lnTo>
                <a:lnTo>
                  <a:pt x="1557899" y="0"/>
                </a:lnTo>
                <a:lnTo>
                  <a:pt x="1538869" y="0"/>
                </a:lnTo>
                <a:lnTo>
                  <a:pt x="1519838" y="0"/>
                </a:lnTo>
                <a:lnTo>
                  <a:pt x="1500807" y="0"/>
                </a:lnTo>
                <a:lnTo>
                  <a:pt x="1481776" y="0"/>
                </a:lnTo>
                <a:lnTo>
                  <a:pt x="1462735" y="0"/>
                </a:lnTo>
                <a:lnTo>
                  <a:pt x="1443704" y="0"/>
                </a:lnTo>
                <a:lnTo>
                  <a:pt x="1424673" y="0"/>
                </a:lnTo>
                <a:lnTo>
                  <a:pt x="1405642" y="0"/>
                </a:lnTo>
                <a:lnTo>
                  <a:pt x="1386602" y="0"/>
                </a:lnTo>
                <a:lnTo>
                  <a:pt x="1367571" y="0"/>
                </a:lnTo>
                <a:lnTo>
                  <a:pt x="1348540" y="0"/>
                </a:lnTo>
                <a:lnTo>
                  <a:pt x="1329509" y="0"/>
                </a:lnTo>
                <a:lnTo>
                  <a:pt x="1310478" y="0"/>
                </a:lnTo>
                <a:lnTo>
                  <a:pt x="1291438" y="0"/>
                </a:lnTo>
                <a:lnTo>
                  <a:pt x="1272407" y="0"/>
                </a:lnTo>
                <a:lnTo>
                  <a:pt x="1253376" y="0"/>
                </a:lnTo>
                <a:lnTo>
                  <a:pt x="1234345" y="0"/>
                </a:lnTo>
                <a:lnTo>
                  <a:pt x="1215304" y="0"/>
                </a:lnTo>
                <a:lnTo>
                  <a:pt x="1196273" y="0"/>
                </a:lnTo>
                <a:lnTo>
                  <a:pt x="1177242" y="0"/>
                </a:lnTo>
                <a:lnTo>
                  <a:pt x="1158211" y="0"/>
                </a:lnTo>
                <a:lnTo>
                  <a:pt x="1139180" y="0"/>
                </a:lnTo>
                <a:lnTo>
                  <a:pt x="1120140" y="0"/>
                </a:lnTo>
                <a:lnTo>
                  <a:pt x="1101109" y="0"/>
                </a:lnTo>
                <a:lnTo>
                  <a:pt x="1082078" y="0"/>
                </a:lnTo>
                <a:lnTo>
                  <a:pt x="1063047" y="0"/>
                </a:lnTo>
                <a:lnTo>
                  <a:pt x="1044007" y="0"/>
                </a:lnTo>
                <a:lnTo>
                  <a:pt x="1024976" y="0"/>
                </a:lnTo>
                <a:lnTo>
                  <a:pt x="1005945" y="0"/>
                </a:lnTo>
                <a:lnTo>
                  <a:pt x="986914" y="0"/>
                </a:lnTo>
                <a:lnTo>
                  <a:pt x="967883" y="0"/>
                </a:lnTo>
                <a:lnTo>
                  <a:pt x="948842" y="0"/>
                </a:lnTo>
                <a:lnTo>
                  <a:pt x="929811" y="0"/>
                </a:lnTo>
                <a:lnTo>
                  <a:pt x="910781" y="0"/>
                </a:lnTo>
                <a:lnTo>
                  <a:pt x="891750" y="0"/>
                </a:lnTo>
                <a:lnTo>
                  <a:pt x="872709" y="0"/>
                </a:lnTo>
                <a:lnTo>
                  <a:pt x="853678" y="0"/>
                </a:lnTo>
                <a:lnTo>
                  <a:pt x="834647" y="0"/>
                </a:lnTo>
                <a:lnTo>
                  <a:pt x="815616" y="0"/>
                </a:lnTo>
                <a:lnTo>
                  <a:pt x="796585" y="0"/>
                </a:lnTo>
                <a:lnTo>
                  <a:pt x="777545" y="0"/>
                </a:lnTo>
                <a:lnTo>
                  <a:pt x="758514" y="0"/>
                </a:lnTo>
                <a:lnTo>
                  <a:pt x="739483" y="0"/>
                </a:lnTo>
                <a:lnTo>
                  <a:pt x="720452" y="0"/>
                </a:lnTo>
                <a:lnTo>
                  <a:pt x="701411" y="0"/>
                </a:lnTo>
                <a:lnTo>
                  <a:pt x="682381" y="0"/>
                </a:lnTo>
                <a:lnTo>
                  <a:pt x="663350" y="0"/>
                </a:lnTo>
                <a:lnTo>
                  <a:pt x="644319" y="0"/>
                </a:lnTo>
                <a:lnTo>
                  <a:pt x="625288" y="0"/>
                </a:lnTo>
                <a:lnTo>
                  <a:pt x="606247" y="0"/>
                </a:lnTo>
                <a:lnTo>
                  <a:pt x="587216" y="0"/>
                </a:lnTo>
                <a:lnTo>
                  <a:pt x="568185" y="0"/>
                </a:lnTo>
                <a:lnTo>
                  <a:pt x="549154" y="0"/>
                </a:lnTo>
                <a:lnTo>
                  <a:pt x="530114" y="0"/>
                </a:lnTo>
                <a:lnTo>
                  <a:pt x="511083" y="0"/>
                </a:lnTo>
                <a:lnTo>
                  <a:pt x="492052" y="0"/>
                </a:lnTo>
                <a:lnTo>
                  <a:pt x="473021" y="0"/>
                </a:lnTo>
                <a:lnTo>
                  <a:pt x="453990" y="0"/>
                </a:lnTo>
                <a:lnTo>
                  <a:pt x="434950" y="0"/>
                </a:lnTo>
                <a:lnTo>
                  <a:pt x="416404" y="3038"/>
                </a:lnTo>
                <a:lnTo>
                  <a:pt x="398297" y="8915"/>
                </a:lnTo>
                <a:lnTo>
                  <a:pt x="380190" y="14783"/>
                </a:lnTo>
                <a:lnTo>
                  <a:pt x="362083" y="20660"/>
                </a:lnTo>
                <a:lnTo>
                  <a:pt x="343986" y="26527"/>
                </a:lnTo>
                <a:lnTo>
                  <a:pt x="325879" y="32404"/>
                </a:lnTo>
                <a:lnTo>
                  <a:pt x="307772" y="38271"/>
                </a:lnTo>
                <a:lnTo>
                  <a:pt x="289674" y="44148"/>
                </a:lnTo>
                <a:lnTo>
                  <a:pt x="271567" y="50025"/>
                </a:lnTo>
                <a:lnTo>
                  <a:pt x="253460" y="55893"/>
                </a:lnTo>
                <a:lnTo>
                  <a:pt x="235353" y="61770"/>
                </a:lnTo>
                <a:lnTo>
                  <a:pt x="217256" y="67637"/>
                </a:lnTo>
                <a:lnTo>
                  <a:pt x="199149" y="73514"/>
                </a:lnTo>
                <a:lnTo>
                  <a:pt x="181042" y="79381"/>
                </a:lnTo>
                <a:lnTo>
                  <a:pt x="162935" y="85258"/>
                </a:lnTo>
                <a:lnTo>
                  <a:pt x="144837" y="91126"/>
                </a:lnTo>
                <a:lnTo>
                  <a:pt x="126730" y="97003"/>
                </a:lnTo>
                <a:lnTo>
                  <a:pt x="108623" y="102880"/>
                </a:lnTo>
                <a:lnTo>
                  <a:pt x="90526" y="108747"/>
                </a:lnTo>
                <a:lnTo>
                  <a:pt x="72419" y="114624"/>
                </a:lnTo>
                <a:lnTo>
                  <a:pt x="54312" y="120491"/>
                </a:lnTo>
                <a:lnTo>
                  <a:pt x="36205" y="126368"/>
                </a:lnTo>
                <a:lnTo>
                  <a:pt x="18107" y="132236"/>
                </a:lnTo>
                <a:lnTo>
                  <a:pt x="0" y="13811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7D5C86C-5A19-4BE0-B4B8-C166636A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4561523"/>
            <a:ext cx="1780223" cy="138113"/>
          </a:xfrm>
          <a:custGeom xmlns:a="http://schemas.openxmlformats.org/drawingml/2006/main">
            <a:pathLst>
              <a:path w="1780223" h="138113">
                <a:moveTo>
                  <a:pt x="0" y="138113"/>
                </a:moveTo>
                <a:lnTo>
                  <a:pt x="19031" y="138113"/>
                </a:lnTo>
                <a:lnTo>
                  <a:pt x="38062" y="138113"/>
                </a:lnTo>
                <a:lnTo>
                  <a:pt x="57093" y="138113"/>
                </a:lnTo>
                <a:lnTo>
                  <a:pt x="76124" y="138113"/>
                </a:lnTo>
                <a:lnTo>
                  <a:pt x="95145" y="138113"/>
                </a:lnTo>
                <a:lnTo>
                  <a:pt x="114176" y="138113"/>
                </a:lnTo>
                <a:lnTo>
                  <a:pt x="133207" y="138113"/>
                </a:lnTo>
                <a:lnTo>
                  <a:pt x="152238" y="138113"/>
                </a:lnTo>
                <a:lnTo>
                  <a:pt x="171269" y="138113"/>
                </a:lnTo>
                <a:lnTo>
                  <a:pt x="190300" y="138113"/>
                </a:lnTo>
                <a:lnTo>
                  <a:pt x="209331" y="138113"/>
                </a:lnTo>
                <a:lnTo>
                  <a:pt x="228362" y="138113"/>
                </a:lnTo>
                <a:lnTo>
                  <a:pt x="247393" y="138113"/>
                </a:lnTo>
                <a:lnTo>
                  <a:pt x="266424" y="138113"/>
                </a:lnTo>
                <a:lnTo>
                  <a:pt x="285445" y="138113"/>
                </a:lnTo>
                <a:lnTo>
                  <a:pt x="304476" y="138113"/>
                </a:lnTo>
                <a:lnTo>
                  <a:pt x="323507" y="138113"/>
                </a:lnTo>
                <a:lnTo>
                  <a:pt x="342538" y="138113"/>
                </a:lnTo>
                <a:lnTo>
                  <a:pt x="361569" y="138113"/>
                </a:lnTo>
                <a:lnTo>
                  <a:pt x="380600" y="138113"/>
                </a:lnTo>
                <a:lnTo>
                  <a:pt x="399631" y="138113"/>
                </a:lnTo>
                <a:lnTo>
                  <a:pt x="418662" y="138113"/>
                </a:lnTo>
                <a:lnTo>
                  <a:pt x="437693" y="138113"/>
                </a:lnTo>
                <a:lnTo>
                  <a:pt x="456714" y="138113"/>
                </a:lnTo>
                <a:lnTo>
                  <a:pt x="475745" y="138113"/>
                </a:lnTo>
                <a:lnTo>
                  <a:pt x="494776" y="138113"/>
                </a:lnTo>
                <a:lnTo>
                  <a:pt x="513807" y="138113"/>
                </a:lnTo>
                <a:lnTo>
                  <a:pt x="532838" y="138113"/>
                </a:lnTo>
                <a:lnTo>
                  <a:pt x="551869" y="138113"/>
                </a:lnTo>
                <a:lnTo>
                  <a:pt x="570900" y="138113"/>
                </a:lnTo>
                <a:lnTo>
                  <a:pt x="589931" y="138113"/>
                </a:lnTo>
                <a:lnTo>
                  <a:pt x="608962" y="138113"/>
                </a:lnTo>
                <a:lnTo>
                  <a:pt x="627993" y="138113"/>
                </a:lnTo>
                <a:lnTo>
                  <a:pt x="647014" y="138113"/>
                </a:lnTo>
                <a:lnTo>
                  <a:pt x="666045" y="138113"/>
                </a:lnTo>
                <a:lnTo>
                  <a:pt x="685076" y="138113"/>
                </a:lnTo>
                <a:lnTo>
                  <a:pt x="704107" y="138113"/>
                </a:lnTo>
                <a:lnTo>
                  <a:pt x="723138" y="138113"/>
                </a:lnTo>
                <a:lnTo>
                  <a:pt x="742169" y="138113"/>
                </a:lnTo>
                <a:lnTo>
                  <a:pt x="761200" y="138113"/>
                </a:lnTo>
                <a:lnTo>
                  <a:pt x="780231" y="138113"/>
                </a:lnTo>
                <a:lnTo>
                  <a:pt x="799262" y="138113"/>
                </a:lnTo>
                <a:lnTo>
                  <a:pt x="818283" y="138113"/>
                </a:lnTo>
                <a:lnTo>
                  <a:pt x="837314" y="138113"/>
                </a:lnTo>
                <a:lnTo>
                  <a:pt x="856345" y="138113"/>
                </a:lnTo>
                <a:lnTo>
                  <a:pt x="875376" y="138113"/>
                </a:lnTo>
                <a:lnTo>
                  <a:pt x="894407" y="138113"/>
                </a:lnTo>
                <a:lnTo>
                  <a:pt x="913438" y="138113"/>
                </a:lnTo>
                <a:lnTo>
                  <a:pt x="932469" y="138113"/>
                </a:lnTo>
                <a:lnTo>
                  <a:pt x="951500" y="138113"/>
                </a:lnTo>
                <a:lnTo>
                  <a:pt x="970531" y="138113"/>
                </a:lnTo>
                <a:lnTo>
                  <a:pt x="989562" y="138113"/>
                </a:lnTo>
                <a:lnTo>
                  <a:pt x="1008583" y="138113"/>
                </a:lnTo>
                <a:lnTo>
                  <a:pt x="1027614" y="138113"/>
                </a:lnTo>
                <a:lnTo>
                  <a:pt x="1046645" y="138113"/>
                </a:lnTo>
                <a:lnTo>
                  <a:pt x="1065676" y="138113"/>
                </a:lnTo>
                <a:lnTo>
                  <a:pt x="1084707" y="138113"/>
                </a:lnTo>
                <a:lnTo>
                  <a:pt x="1103738" y="138113"/>
                </a:lnTo>
                <a:lnTo>
                  <a:pt x="1122769" y="138113"/>
                </a:lnTo>
                <a:lnTo>
                  <a:pt x="1141800" y="138113"/>
                </a:lnTo>
                <a:lnTo>
                  <a:pt x="1160831" y="138113"/>
                </a:lnTo>
                <a:lnTo>
                  <a:pt x="1179852" y="138113"/>
                </a:lnTo>
                <a:lnTo>
                  <a:pt x="1198883" y="138113"/>
                </a:lnTo>
                <a:lnTo>
                  <a:pt x="1217914" y="138113"/>
                </a:lnTo>
                <a:lnTo>
                  <a:pt x="1236945" y="138113"/>
                </a:lnTo>
                <a:lnTo>
                  <a:pt x="1255976" y="138113"/>
                </a:lnTo>
                <a:lnTo>
                  <a:pt x="1275007" y="138113"/>
                </a:lnTo>
                <a:lnTo>
                  <a:pt x="1294038" y="138113"/>
                </a:lnTo>
                <a:lnTo>
                  <a:pt x="1313069" y="138113"/>
                </a:lnTo>
                <a:lnTo>
                  <a:pt x="1332100" y="138113"/>
                </a:lnTo>
                <a:lnTo>
                  <a:pt x="1351131" y="138113"/>
                </a:lnTo>
                <a:lnTo>
                  <a:pt x="1370152" y="138113"/>
                </a:lnTo>
                <a:lnTo>
                  <a:pt x="1389183" y="138113"/>
                </a:lnTo>
                <a:lnTo>
                  <a:pt x="1408214" y="138113"/>
                </a:lnTo>
                <a:lnTo>
                  <a:pt x="1427245" y="138113"/>
                </a:lnTo>
                <a:lnTo>
                  <a:pt x="1446276" y="138113"/>
                </a:lnTo>
                <a:lnTo>
                  <a:pt x="1464031" y="131750"/>
                </a:lnTo>
                <a:lnTo>
                  <a:pt x="1481595" y="124425"/>
                </a:lnTo>
                <a:lnTo>
                  <a:pt x="1499168" y="117110"/>
                </a:lnTo>
                <a:lnTo>
                  <a:pt x="1516732" y="109785"/>
                </a:lnTo>
                <a:lnTo>
                  <a:pt x="1534297" y="102470"/>
                </a:lnTo>
                <a:lnTo>
                  <a:pt x="1551861" y="95145"/>
                </a:lnTo>
                <a:lnTo>
                  <a:pt x="1569425" y="87830"/>
                </a:lnTo>
                <a:lnTo>
                  <a:pt x="1586998" y="80515"/>
                </a:lnTo>
                <a:lnTo>
                  <a:pt x="1604562" y="73190"/>
                </a:lnTo>
                <a:lnTo>
                  <a:pt x="1622127" y="65875"/>
                </a:lnTo>
                <a:lnTo>
                  <a:pt x="1639691" y="58550"/>
                </a:lnTo>
                <a:lnTo>
                  <a:pt x="1657264" y="51235"/>
                </a:lnTo>
                <a:lnTo>
                  <a:pt x="1674828" y="43920"/>
                </a:lnTo>
                <a:lnTo>
                  <a:pt x="1692392" y="36595"/>
                </a:lnTo>
                <a:lnTo>
                  <a:pt x="1709957" y="29280"/>
                </a:lnTo>
                <a:lnTo>
                  <a:pt x="1727521" y="21955"/>
                </a:lnTo>
                <a:lnTo>
                  <a:pt x="1745094" y="14640"/>
                </a:lnTo>
                <a:lnTo>
                  <a:pt x="1762658" y="7315"/>
                </a:lnTo>
                <a:lnTo>
                  <a:pt x="1780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FA6C6D7-68A7-401E-B12A-8D1063C1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2280" y="4561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D5017C0-3865-40D8-8E77-ED199E5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802285"/>
            <a:ext cx="225743" cy="491585"/>
          </a:xfrm>
          <a:custGeom xmlns:a="http://schemas.openxmlformats.org/drawingml/2006/main">
            <a:pathLst>
              <a:path w="225743" h="491585">
                <a:moveTo>
                  <a:pt x="0" y="491585"/>
                </a:moveTo>
                <a:lnTo>
                  <a:pt x="0" y="472726"/>
                </a:lnTo>
                <a:lnTo>
                  <a:pt x="0" y="453866"/>
                </a:lnTo>
                <a:lnTo>
                  <a:pt x="0" y="435007"/>
                </a:lnTo>
                <a:lnTo>
                  <a:pt x="0" y="416147"/>
                </a:lnTo>
                <a:lnTo>
                  <a:pt x="0" y="397288"/>
                </a:lnTo>
                <a:lnTo>
                  <a:pt x="0" y="378428"/>
                </a:lnTo>
                <a:lnTo>
                  <a:pt x="0" y="359569"/>
                </a:lnTo>
                <a:lnTo>
                  <a:pt x="0" y="340709"/>
                </a:lnTo>
                <a:lnTo>
                  <a:pt x="0" y="321850"/>
                </a:lnTo>
                <a:lnTo>
                  <a:pt x="0" y="302990"/>
                </a:lnTo>
                <a:lnTo>
                  <a:pt x="0" y="284121"/>
                </a:lnTo>
                <a:lnTo>
                  <a:pt x="0" y="265262"/>
                </a:lnTo>
                <a:lnTo>
                  <a:pt x="0" y="246402"/>
                </a:lnTo>
                <a:lnTo>
                  <a:pt x="0" y="227543"/>
                </a:lnTo>
                <a:lnTo>
                  <a:pt x="0" y="208683"/>
                </a:lnTo>
                <a:lnTo>
                  <a:pt x="0" y="189824"/>
                </a:lnTo>
                <a:lnTo>
                  <a:pt x="0" y="170964"/>
                </a:lnTo>
                <a:lnTo>
                  <a:pt x="0" y="152105"/>
                </a:lnTo>
                <a:lnTo>
                  <a:pt x="0" y="133245"/>
                </a:lnTo>
                <a:lnTo>
                  <a:pt x="0" y="114386"/>
                </a:lnTo>
                <a:lnTo>
                  <a:pt x="0" y="95526"/>
                </a:lnTo>
                <a:lnTo>
                  <a:pt x="7649" y="81896"/>
                </a:lnTo>
                <a:lnTo>
                  <a:pt x="25222" y="75076"/>
                </a:lnTo>
                <a:lnTo>
                  <a:pt x="42805" y="68247"/>
                </a:lnTo>
                <a:lnTo>
                  <a:pt x="60389" y="61427"/>
                </a:lnTo>
                <a:lnTo>
                  <a:pt x="77972" y="54597"/>
                </a:lnTo>
                <a:lnTo>
                  <a:pt x="95555" y="47777"/>
                </a:lnTo>
                <a:lnTo>
                  <a:pt x="113138" y="40948"/>
                </a:lnTo>
                <a:lnTo>
                  <a:pt x="130721" y="34128"/>
                </a:lnTo>
                <a:lnTo>
                  <a:pt x="148295" y="27299"/>
                </a:lnTo>
                <a:lnTo>
                  <a:pt x="165878" y="20479"/>
                </a:lnTo>
                <a:lnTo>
                  <a:pt x="183461" y="13649"/>
                </a:lnTo>
                <a:lnTo>
                  <a:pt x="201044" y="6829"/>
                </a:lnTo>
                <a:lnTo>
                  <a:pt x="218627" y="0"/>
                </a:lnTo>
                <a:lnTo>
                  <a:pt x="225743" y="8458"/>
                </a:lnTo>
                <a:lnTo>
                  <a:pt x="225743" y="27318"/>
                </a:lnTo>
                <a:lnTo>
                  <a:pt x="225743" y="46177"/>
                </a:lnTo>
                <a:lnTo>
                  <a:pt x="225743" y="65037"/>
                </a:lnTo>
                <a:lnTo>
                  <a:pt x="225743" y="83906"/>
                </a:lnTo>
                <a:lnTo>
                  <a:pt x="225743" y="102765"/>
                </a:lnTo>
                <a:lnTo>
                  <a:pt x="225743" y="121625"/>
                </a:lnTo>
                <a:lnTo>
                  <a:pt x="225743" y="140484"/>
                </a:lnTo>
                <a:lnTo>
                  <a:pt x="225743" y="159344"/>
                </a:lnTo>
                <a:lnTo>
                  <a:pt x="225743" y="178203"/>
                </a:lnTo>
                <a:lnTo>
                  <a:pt x="225743" y="197063"/>
                </a:lnTo>
                <a:lnTo>
                  <a:pt x="225743" y="215922"/>
                </a:lnTo>
                <a:lnTo>
                  <a:pt x="225743" y="234782"/>
                </a:lnTo>
                <a:lnTo>
                  <a:pt x="225743" y="253641"/>
                </a:lnTo>
                <a:lnTo>
                  <a:pt x="225743" y="272501"/>
                </a:lnTo>
                <a:lnTo>
                  <a:pt x="225743" y="291360"/>
                </a:lnTo>
                <a:lnTo>
                  <a:pt x="225743" y="310220"/>
                </a:lnTo>
                <a:lnTo>
                  <a:pt x="225743" y="329079"/>
                </a:lnTo>
                <a:lnTo>
                  <a:pt x="225743" y="347939"/>
                </a:lnTo>
                <a:lnTo>
                  <a:pt x="225743" y="366798"/>
                </a:lnTo>
                <a:lnTo>
                  <a:pt x="219113" y="381572"/>
                </a:lnTo>
                <a:lnTo>
                  <a:pt x="202254" y="390030"/>
                </a:lnTo>
                <a:lnTo>
                  <a:pt x="185404" y="398497"/>
                </a:lnTo>
                <a:lnTo>
                  <a:pt x="168545" y="406956"/>
                </a:lnTo>
                <a:lnTo>
                  <a:pt x="151695" y="415423"/>
                </a:lnTo>
                <a:lnTo>
                  <a:pt x="134836" y="423882"/>
                </a:lnTo>
                <a:lnTo>
                  <a:pt x="117986" y="432349"/>
                </a:lnTo>
                <a:lnTo>
                  <a:pt x="101127" y="440807"/>
                </a:lnTo>
                <a:lnTo>
                  <a:pt x="84277" y="449266"/>
                </a:lnTo>
                <a:lnTo>
                  <a:pt x="67418" y="457733"/>
                </a:lnTo>
                <a:lnTo>
                  <a:pt x="50568" y="466192"/>
                </a:lnTo>
                <a:lnTo>
                  <a:pt x="33709" y="474659"/>
                </a:lnTo>
                <a:lnTo>
                  <a:pt x="16859" y="483118"/>
                </a:lnTo>
                <a:lnTo>
                  <a:pt x="0" y="49158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65B47BA-01A8-4C2A-8703-CAFDFF5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180523"/>
            <a:ext cx="1839392" cy="113348"/>
          </a:xfrm>
          <a:custGeom xmlns:a="http://schemas.openxmlformats.org/drawingml/2006/main">
            <a:pathLst>
              <a:path w="1839392" h="113348">
                <a:moveTo>
                  <a:pt x="0" y="113348"/>
                </a:moveTo>
                <a:lnTo>
                  <a:pt x="18964" y="113348"/>
                </a:lnTo>
                <a:lnTo>
                  <a:pt x="37929" y="113348"/>
                </a:lnTo>
                <a:lnTo>
                  <a:pt x="56893" y="113348"/>
                </a:lnTo>
                <a:lnTo>
                  <a:pt x="75857" y="113348"/>
                </a:lnTo>
                <a:lnTo>
                  <a:pt x="94821" y="113348"/>
                </a:lnTo>
                <a:lnTo>
                  <a:pt x="113786" y="113348"/>
                </a:lnTo>
                <a:lnTo>
                  <a:pt x="132750" y="113348"/>
                </a:lnTo>
                <a:lnTo>
                  <a:pt x="151714" y="113348"/>
                </a:lnTo>
                <a:lnTo>
                  <a:pt x="170678" y="113348"/>
                </a:lnTo>
                <a:lnTo>
                  <a:pt x="189643" y="113348"/>
                </a:lnTo>
                <a:lnTo>
                  <a:pt x="208607" y="113348"/>
                </a:lnTo>
                <a:lnTo>
                  <a:pt x="227571" y="113348"/>
                </a:lnTo>
                <a:lnTo>
                  <a:pt x="246536" y="113348"/>
                </a:lnTo>
                <a:lnTo>
                  <a:pt x="265500" y="113348"/>
                </a:lnTo>
                <a:lnTo>
                  <a:pt x="284464" y="113348"/>
                </a:lnTo>
                <a:lnTo>
                  <a:pt x="303428" y="113348"/>
                </a:lnTo>
                <a:lnTo>
                  <a:pt x="322393" y="113348"/>
                </a:lnTo>
                <a:lnTo>
                  <a:pt x="341357" y="113348"/>
                </a:lnTo>
                <a:lnTo>
                  <a:pt x="360321" y="113348"/>
                </a:lnTo>
                <a:lnTo>
                  <a:pt x="379286" y="113348"/>
                </a:lnTo>
                <a:lnTo>
                  <a:pt x="398250" y="113348"/>
                </a:lnTo>
                <a:lnTo>
                  <a:pt x="417214" y="113348"/>
                </a:lnTo>
                <a:lnTo>
                  <a:pt x="436178" y="113348"/>
                </a:lnTo>
                <a:lnTo>
                  <a:pt x="455143" y="113348"/>
                </a:lnTo>
                <a:lnTo>
                  <a:pt x="474107" y="113348"/>
                </a:lnTo>
                <a:lnTo>
                  <a:pt x="493071" y="113348"/>
                </a:lnTo>
                <a:lnTo>
                  <a:pt x="512035" y="113348"/>
                </a:lnTo>
                <a:lnTo>
                  <a:pt x="531000" y="113348"/>
                </a:lnTo>
                <a:lnTo>
                  <a:pt x="549964" y="113348"/>
                </a:lnTo>
                <a:lnTo>
                  <a:pt x="568928" y="113348"/>
                </a:lnTo>
                <a:lnTo>
                  <a:pt x="587893" y="113348"/>
                </a:lnTo>
                <a:lnTo>
                  <a:pt x="606857" y="113348"/>
                </a:lnTo>
                <a:lnTo>
                  <a:pt x="625821" y="113348"/>
                </a:lnTo>
                <a:lnTo>
                  <a:pt x="644785" y="113348"/>
                </a:lnTo>
                <a:lnTo>
                  <a:pt x="663750" y="113348"/>
                </a:lnTo>
                <a:lnTo>
                  <a:pt x="682714" y="113348"/>
                </a:lnTo>
                <a:lnTo>
                  <a:pt x="701678" y="113348"/>
                </a:lnTo>
                <a:lnTo>
                  <a:pt x="720642" y="113348"/>
                </a:lnTo>
                <a:lnTo>
                  <a:pt x="739607" y="113348"/>
                </a:lnTo>
                <a:lnTo>
                  <a:pt x="758571" y="113348"/>
                </a:lnTo>
                <a:lnTo>
                  <a:pt x="777535" y="113348"/>
                </a:lnTo>
                <a:lnTo>
                  <a:pt x="796500" y="113348"/>
                </a:lnTo>
                <a:lnTo>
                  <a:pt x="815464" y="113348"/>
                </a:lnTo>
                <a:lnTo>
                  <a:pt x="834428" y="113348"/>
                </a:lnTo>
                <a:lnTo>
                  <a:pt x="853392" y="113348"/>
                </a:lnTo>
                <a:lnTo>
                  <a:pt x="872357" y="113348"/>
                </a:lnTo>
                <a:lnTo>
                  <a:pt x="891321" y="113348"/>
                </a:lnTo>
                <a:lnTo>
                  <a:pt x="910285" y="113348"/>
                </a:lnTo>
                <a:lnTo>
                  <a:pt x="929249" y="113348"/>
                </a:lnTo>
                <a:lnTo>
                  <a:pt x="948214" y="113348"/>
                </a:lnTo>
                <a:lnTo>
                  <a:pt x="967178" y="113348"/>
                </a:lnTo>
                <a:lnTo>
                  <a:pt x="986142" y="113348"/>
                </a:lnTo>
                <a:lnTo>
                  <a:pt x="1005107" y="113348"/>
                </a:lnTo>
                <a:lnTo>
                  <a:pt x="1024071" y="113348"/>
                </a:lnTo>
                <a:lnTo>
                  <a:pt x="1043035" y="113348"/>
                </a:lnTo>
                <a:lnTo>
                  <a:pt x="1061999" y="113348"/>
                </a:lnTo>
                <a:lnTo>
                  <a:pt x="1080964" y="113348"/>
                </a:lnTo>
                <a:lnTo>
                  <a:pt x="1099928" y="113348"/>
                </a:lnTo>
                <a:lnTo>
                  <a:pt x="1118892" y="113348"/>
                </a:lnTo>
                <a:lnTo>
                  <a:pt x="1137857" y="113348"/>
                </a:lnTo>
                <a:lnTo>
                  <a:pt x="1156821" y="113348"/>
                </a:lnTo>
                <a:lnTo>
                  <a:pt x="1175785" y="113348"/>
                </a:lnTo>
                <a:lnTo>
                  <a:pt x="1194749" y="113348"/>
                </a:lnTo>
                <a:lnTo>
                  <a:pt x="1213714" y="113348"/>
                </a:lnTo>
                <a:lnTo>
                  <a:pt x="1232668" y="113348"/>
                </a:lnTo>
                <a:lnTo>
                  <a:pt x="1251642" y="113348"/>
                </a:lnTo>
                <a:lnTo>
                  <a:pt x="1270597" y="113348"/>
                </a:lnTo>
                <a:lnTo>
                  <a:pt x="1289561" y="113348"/>
                </a:lnTo>
                <a:lnTo>
                  <a:pt x="1308525" y="113348"/>
                </a:lnTo>
                <a:lnTo>
                  <a:pt x="1327490" y="113348"/>
                </a:lnTo>
                <a:lnTo>
                  <a:pt x="1346454" y="113348"/>
                </a:lnTo>
                <a:lnTo>
                  <a:pt x="1365418" y="113348"/>
                </a:lnTo>
                <a:lnTo>
                  <a:pt x="1384383" y="113348"/>
                </a:lnTo>
                <a:lnTo>
                  <a:pt x="1403347" y="113348"/>
                </a:lnTo>
                <a:lnTo>
                  <a:pt x="1422311" y="113348"/>
                </a:lnTo>
                <a:lnTo>
                  <a:pt x="1441275" y="113348"/>
                </a:lnTo>
                <a:lnTo>
                  <a:pt x="1460240" y="113348"/>
                </a:lnTo>
                <a:lnTo>
                  <a:pt x="1479204" y="113348"/>
                </a:lnTo>
                <a:lnTo>
                  <a:pt x="1498168" y="113348"/>
                </a:lnTo>
                <a:lnTo>
                  <a:pt x="1517132" y="113348"/>
                </a:lnTo>
                <a:lnTo>
                  <a:pt x="1536097" y="113348"/>
                </a:lnTo>
                <a:lnTo>
                  <a:pt x="1555061" y="113348"/>
                </a:lnTo>
                <a:lnTo>
                  <a:pt x="1574025" y="113348"/>
                </a:lnTo>
                <a:lnTo>
                  <a:pt x="1592990" y="113348"/>
                </a:lnTo>
                <a:lnTo>
                  <a:pt x="1611954" y="113348"/>
                </a:lnTo>
                <a:lnTo>
                  <a:pt x="1629680" y="108109"/>
                </a:lnTo>
                <a:lnTo>
                  <a:pt x="1646625" y="99603"/>
                </a:lnTo>
                <a:lnTo>
                  <a:pt x="1663579" y="91088"/>
                </a:lnTo>
                <a:lnTo>
                  <a:pt x="1680524" y="82582"/>
                </a:lnTo>
                <a:lnTo>
                  <a:pt x="1697469" y="74076"/>
                </a:lnTo>
                <a:lnTo>
                  <a:pt x="1714424" y="65561"/>
                </a:lnTo>
                <a:lnTo>
                  <a:pt x="1731369" y="57055"/>
                </a:lnTo>
                <a:lnTo>
                  <a:pt x="1748314" y="48539"/>
                </a:lnTo>
                <a:lnTo>
                  <a:pt x="1765259" y="40034"/>
                </a:lnTo>
                <a:lnTo>
                  <a:pt x="1782213" y="31528"/>
                </a:lnTo>
                <a:lnTo>
                  <a:pt x="1799158" y="23012"/>
                </a:lnTo>
                <a:lnTo>
                  <a:pt x="1816103" y="14507"/>
                </a:lnTo>
                <a:lnTo>
                  <a:pt x="1833058" y="5991"/>
                </a:lnTo>
                <a:lnTo>
                  <a:pt x="1839392" y="0"/>
                </a:lnTo>
                <a:lnTo>
                  <a:pt x="1820428" y="0"/>
                </a:lnTo>
                <a:lnTo>
                  <a:pt x="1801463" y="0"/>
                </a:lnTo>
                <a:lnTo>
                  <a:pt x="1782499" y="0"/>
                </a:lnTo>
                <a:lnTo>
                  <a:pt x="1763535" y="0"/>
                </a:lnTo>
                <a:lnTo>
                  <a:pt x="1744570" y="0"/>
                </a:lnTo>
                <a:lnTo>
                  <a:pt x="1725606" y="0"/>
                </a:lnTo>
                <a:lnTo>
                  <a:pt x="1706642" y="0"/>
                </a:lnTo>
                <a:lnTo>
                  <a:pt x="1687678" y="0"/>
                </a:lnTo>
                <a:lnTo>
                  <a:pt x="1668713" y="0"/>
                </a:lnTo>
                <a:lnTo>
                  <a:pt x="1649749" y="0"/>
                </a:lnTo>
                <a:lnTo>
                  <a:pt x="1630785" y="0"/>
                </a:lnTo>
                <a:lnTo>
                  <a:pt x="1611821" y="0"/>
                </a:lnTo>
                <a:lnTo>
                  <a:pt x="1592856" y="0"/>
                </a:lnTo>
                <a:lnTo>
                  <a:pt x="1573892" y="0"/>
                </a:lnTo>
                <a:lnTo>
                  <a:pt x="1554928" y="0"/>
                </a:lnTo>
                <a:lnTo>
                  <a:pt x="1535963" y="0"/>
                </a:lnTo>
                <a:lnTo>
                  <a:pt x="1516999" y="0"/>
                </a:lnTo>
                <a:lnTo>
                  <a:pt x="1498035" y="0"/>
                </a:lnTo>
                <a:lnTo>
                  <a:pt x="1479071" y="0"/>
                </a:lnTo>
                <a:lnTo>
                  <a:pt x="1460106" y="0"/>
                </a:lnTo>
                <a:lnTo>
                  <a:pt x="1441142" y="0"/>
                </a:lnTo>
                <a:lnTo>
                  <a:pt x="1422178" y="0"/>
                </a:lnTo>
                <a:lnTo>
                  <a:pt x="1403213" y="0"/>
                </a:lnTo>
                <a:lnTo>
                  <a:pt x="1384249" y="0"/>
                </a:lnTo>
                <a:lnTo>
                  <a:pt x="1365285" y="0"/>
                </a:lnTo>
                <a:lnTo>
                  <a:pt x="1346321" y="0"/>
                </a:lnTo>
                <a:lnTo>
                  <a:pt x="1327356" y="0"/>
                </a:lnTo>
                <a:lnTo>
                  <a:pt x="1308392" y="0"/>
                </a:lnTo>
                <a:lnTo>
                  <a:pt x="1289428" y="0"/>
                </a:lnTo>
                <a:lnTo>
                  <a:pt x="1270464" y="0"/>
                </a:lnTo>
                <a:lnTo>
                  <a:pt x="1251499" y="0"/>
                </a:lnTo>
                <a:lnTo>
                  <a:pt x="1232535" y="0"/>
                </a:lnTo>
                <a:lnTo>
                  <a:pt x="1213571" y="0"/>
                </a:lnTo>
                <a:lnTo>
                  <a:pt x="1194606" y="0"/>
                </a:lnTo>
                <a:lnTo>
                  <a:pt x="1175642" y="0"/>
                </a:lnTo>
                <a:lnTo>
                  <a:pt x="1156678" y="0"/>
                </a:lnTo>
                <a:lnTo>
                  <a:pt x="1137714" y="0"/>
                </a:lnTo>
                <a:lnTo>
                  <a:pt x="1118749" y="0"/>
                </a:lnTo>
                <a:lnTo>
                  <a:pt x="1099785" y="0"/>
                </a:lnTo>
                <a:lnTo>
                  <a:pt x="1080821" y="0"/>
                </a:lnTo>
                <a:lnTo>
                  <a:pt x="1061857" y="0"/>
                </a:lnTo>
                <a:lnTo>
                  <a:pt x="1042892" y="0"/>
                </a:lnTo>
                <a:lnTo>
                  <a:pt x="1023928" y="0"/>
                </a:lnTo>
                <a:lnTo>
                  <a:pt x="1004964" y="0"/>
                </a:lnTo>
                <a:lnTo>
                  <a:pt x="985999" y="0"/>
                </a:lnTo>
                <a:lnTo>
                  <a:pt x="967035" y="0"/>
                </a:lnTo>
                <a:lnTo>
                  <a:pt x="948071" y="0"/>
                </a:lnTo>
                <a:lnTo>
                  <a:pt x="929107" y="0"/>
                </a:lnTo>
                <a:lnTo>
                  <a:pt x="910142" y="0"/>
                </a:lnTo>
                <a:lnTo>
                  <a:pt x="891178" y="0"/>
                </a:lnTo>
                <a:lnTo>
                  <a:pt x="872214" y="0"/>
                </a:lnTo>
                <a:lnTo>
                  <a:pt x="853250" y="0"/>
                </a:lnTo>
                <a:lnTo>
                  <a:pt x="834285" y="0"/>
                </a:lnTo>
                <a:lnTo>
                  <a:pt x="815321" y="0"/>
                </a:lnTo>
                <a:lnTo>
                  <a:pt x="796357" y="0"/>
                </a:lnTo>
                <a:lnTo>
                  <a:pt x="777392" y="0"/>
                </a:lnTo>
                <a:lnTo>
                  <a:pt x="758428" y="0"/>
                </a:lnTo>
                <a:lnTo>
                  <a:pt x="739464" y="0"/>
                </a:lnTo>
                <a:lnTo>
                  <a:pt x="720500" y="0"/>
                </a:lnTo>
                <a:lnTo>
                  <a:pt x="701535" y="0"/>
                </a:lnTo>
                <a:lnTo>
                  <a:pt x="682571" y="0"/>
                </a:lnTo>
                <a:lnTo>
                  <a:pt x="663607" y="0"/>
                </a:lnTo>
                <a:lnTo>
                  <a:pt x="644642" y="0"/>
                </a:lnTo>
                <a:lnTo>
                  <a:pt x="625678" y="0"/>
                </a:lnTo>
                <a:lnTo>
                  <a:pt x="606714" y="0"/>
                </a:lnTo>
                <a:lnTo>
                  <a:pt x="587750" y="0"/>
                </a:lnTo>
                <a:lnTo>
                  <a:pt x="568785" y="0"/>
                </a:lnTo>
                <a:lnTo>
                  <a:pt x="549821" y="0"/>
                </a:lnTo>
                <a:lnTo>
                  <a:pt x="530857" y="0"/>
                </a:lnTo>
                <a:lnTo>
                  <a:pt x="511893" y="0"/>
                </a:lnTo>
                <a:lnTo>
                  <a:pt x="492928" y="0"/>
                </a:lnTo>
                <a:lnTo>
                  <a:pt x="473964" y="0"/>
                </a:lnTo>
                <a:lnTo>
                  <a:pt x="455000" y="0"/>
                </a:lnTo>
                <a:lnTo>
                  <a:pt x="436035" y="0"/>
                </a:lnTo>
                <a:lnTo>
                  <a:pt x="417071" y="0"/>
                </a:lnTo>
                <a:lnTo>
                  <a:pt x="398107" y="0"/>
                </a:lnTo>
                <a:lnTo>
                  <a:pt x="379143" y="0"/>
                </a:lnTo>
                <a:lnTo>
                  <a:pt x="360178" y="0"/>
                </a:lnTo>
                <a:lnTo>
                  <a:pt x="341214" y="0"/>
                </a:lnTo>
                <a:lnTo>
                  <a:pt x="322497" y="1457"/>
                </a:lnTo>
                <a:lnTo>
                  <a:pt x="304581" y="7677"/>
                </a:lnTo>
                <a:lnTo>
                  <a:pt x="286664" y="13897"/>
                </a:lnTo>
                <a:lnTo>
                  <a:pt x="268748" y="20107"/>
                </a:lnTo>
                <a:lnTo>
                  <a:pt x="250831" y="26327"/>
                </a:lnTo>
                <a:lnTo>
                  <a:pt x="232915" y="32537"/>
                </a:lnTo>
                <a:lnTo>
                  <a:pt x="214998" y="38757"/>
                </a:lnTo>
                <a:lnTo>
                  <a:pt x="197082" y="44968"/>
                </a:lnTo>
                <a:lnTo>
                  <a:pt x="179165" y="51187"/>
                </a:lnTo>
                <a:lnTo>
                  <a:pt x="161249" y="57407"/>
                </a:lnTo>
                <a:lnTo>
                  <a:pt x="143332" y="63617"/>
                </a:lnTo>
                <a:lnTo>
                  <a:pt x="125416" y="69837"/>
                </a:lnTo>
                <a:lnTo>
                  <a:pt x="107499" y="76048"/>
                </a:lnTo>
                <a:lnTo>
                  <a:pt x="89583" y="82267"/>
                </a:lnTo>
                <a:lnTo>
                  <a:pt x="71666" y="88487"/>
                </a:lnTo>
                <a:lnTo>
                  <a:pt x="53750" y="94698"/>
                </a:lnTo>
                <a:lnTo>
                  <a:pt x="35833" y="100917"/>
                </a:lnTo>
                <a:lnTo>
                  <a:pt x="17917" y="107128"/>
                </a:lnTo>
                <a:lnTo>
                  <a:pt x="0" y="11334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9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D21DDF8E-E57B-4B9E-9BBB-5A304D8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4180523"/>
            <a:ext cx="1679258" cy="113348"/>
          </a:xfrm>
          <a:custGeom xmlns:a="http://schemas.openxmlformats.org/drawingml/2006/main">
            <a:pathLst>
              <a:path w="1679258" h="113348">
                <a:moveTo>
                  <a:pt x="0" y="113348"/>
                </a:moveTo>
                <a:lnTo>
                  <a:pt x="18955" y="113348"/>
                </a:lnTo>
                <a:lnTo>
                  <a:pt x="37900" y="113348"/>
                </a:lnTo>
                <a:lnTo>
                  <a:pt x="56855" y="113348"/>
                </a:lnTo>
                <a:lnTo>
                  <a:pt x="75800" y="113348"/>
                </a:lnTo>
                <a:lnTo>
                  <a:pt x="94755" y="113348"/>
                </a:lnTo>
                <a:lnTo>
                  <a:pt x="113700" y="113348"/>
                </a:lnTo>
                <a:lnTo>
                  <a:pt x="132655" y="113348"/>
                </a:lnTo>
                <a:lnTo>
                  <a:pt x="151600" y="113348"/>
                </a:lnTo>
                <a:lnTo>
                  <a:pt x="170555" y="113348"/>
                </a:lnTo>
                <a:lnTo>
                  <a:pt x="189500" y="113348"/>
                </a:lnTo>
                <a:lnTo>
                  <a:pt x="208455" y="113348"/>
                </a:lnTo>
                <a:lnTo>
                  <a:pt x="227400" y="113348"/>
                </a:lnTo>
                <a:lnTo>
                  <a:pt x="246355" y="113348"/>
                </a:lnTo>
                <a:lnTo>
                  <a:pt x="265300" y="113348"/>
                </a:lnTo>
                <a:lnTo>
                  <a:pt x="284255" y="113348"/>
                </a:lnTo>
                <a:lnTo>
                  <a:pt x="303200" y="113348"/>
                </a:lnTo>
                <a:lnTo>
                  <a:pt x="322155" y="113348"/>
                </a:lnTo>
                <a:lnTo>
                  <a:pt x="341100" y="113348"/>
                </a:lnTo>
                <a:lnTo>
                  <a:pt x="360055" y="113348"/>
                </a:lnTo>
                <a:lnTo>
                  <a:pt x="379009" y="113348"/>
                </a:lnTo>
                <a:lnTo>
                  <a:pt x="397955" y="113348"/>
                </a:lnTo>
                <a:lnTo>
                  <a:pt x="416909" y="113348"/>
                </a:lnTo>
                <a:lnTo>
                  <a:pt x="435854" y="113348"/>
                </a:lnTo>
                <a:lnTo>
                  <a:pt x="454809" y="113348"/>
                </a:lnTo>
                <a:lnTo>
                  <a:pt x="473754" y="113348"/>
                </a:lnTo>
                <a:lnTo>
                  <a:pt x="492709" y="113348"/>
                </a:lnTo>
                <a:lnTo>
                  <a:pt x="511654" y="113348"/>
                </a:lnTo>
                <a:lnTo>
                  <a:pt x="530609" y="113348"/>
                </a:lnTo>
                <a:lnTo>
                  <a:pt x="549554" y="113348"/>
                </a:lnTo>
                <a:lnTo>
                  <a:pt x="568509" y="113348"/>
                </a:lnTo>
                <a:lnTo>
                  <a:pt x="587454" y="113348"/>
                </a:lnTo>
                <a:lnTo>
                  <a:pt x="606409" y="113348"/>
                </a:lnTo>
                <a:lnTo>
                  <a:pt x="625354" y="113348"/>
                </a:lnTo>
                <a:lnTo>
                  <a:pt x="644309" y="113348"/>
                </a:lnTo>
                <a:lnTo>
                  <a:pt x="663254" y="113348"/>
                </a:lnTo>
                <a:lnTo>
                  <a:pt x="682209" y="113348"/>
                </a:lnTo>
                <a:lnTo>
                  <a:pt x="701154" y="113348"/>
                </a:lnTo>
                <a:lnTo>
                  <a:pt x="720109" y="113348"/>
                </a:lnTo>
                <a:lnTo>
                  <a:pt x="739064" y="113348"/>
                </a:lnTo>
                <a:lnTo>
                  <a:pt x="758009" y="113348"/>
                </a:lnTo>
                <a:lnTo>
                  <a:pt x="776964" y="113348"/>
                </a:lnTo>
                <a:lnTo>
                  <a:pt x="795909" y="113348"/>
                </a:lnTo>
                <a:lnTo>
                  <a:pt x="814864" y="113348"/>
                </a:lnTo>
                <a:lnTo>
                  <a:pt x="833809" y="113348"/>
                </a:lnTo>
                <a:lnTo>
                  <a:pt x="852764" y="113348"/>
                </a:lnTo>
                <a:lnTo>
                  <a:pt x="871709" y="113348"/>
                </a:lnTo>
                <a:lnTo>
                  <a:pt x="890664" y="113348"/>
                </a:lnTo>
                <a:lnTo>
                  <a:pt x="909609" y="113348"/>
                </a:lnTo>
                <a:lnTo>
                  <a:pt x="928564" y="113348"/>
                </a:lnTo>
                <a:lnTo>
                  <a:pt x="947509" y="113348"/>
                </a:lnTo>
                <a:lnTo>
                  <a:pt x="966464" y="113348"/>
                </a:lnTo>
                <a:lnTo>
                  <a:pt x="985409" y="113348"/>
                </a:lnTo>
                <a:lnTo>
                  <a:pt x="1004364" y="113348"/>
                </a:lnTo>
                <a:lnTo>
                  <a:pt x="1023309" y="113348"/>
                </a:lnTo>
                <a:lnTo>
                  <a:pt x="1042264" y="113348"/>
                </a:lnTo>
                <a:lnTo>
                  <a:pt x="1061209" y="113348"/>
                </a:lnTo>
                <a:lnTo>
                  <a:pt x="1080164" y="113348"/>
                </a:lnTo>
                <a:lnTo>
                  <a:pt x="1099118" y="113348"/>
                </a:lnTo>
                <a:lnTo>
                  <a:pt x="1118064" y="113348"/>
                </a:lnTo>
                <a:lnTo>
                  <a:pt x="1137018" y="113348"/>
                </a:lnTo>
                <a:lnTo>
                  <a:pt x="1155964" y="113348"/>
                </a:lnTo>
                <a:lnTo>
                  <a:pt x="1174918" y="113348"/>
                </a:lnTo>
                <a:lnTo>
                  <a:pt x="1193864" y="113348"/>
                </a:lnTo>
                <a:lnTo>
                  <a:pt x="1212818" y="113348"/>
                </a:lnTo>
                <a:lnTo>
                  <a:pt x="1231763" y="113348"/>
                </a:lnTo>
                <a:lnTo>
                  <a:pt x="1250718" y="113348"/>
                </a:lnTo>
                <a:lnTo>
                  <a:pt x="1269663" y="113348"/>
                </a:lnTo>
                <a:lnTo>
                  <a:pt x="1288618" y="113348"/>
                </a:lnTo>
                <a:lnTo>
                  <a:pt x="1307563" y="113348"/>
                </a:lnTo>
                <a:lnTo>
                  <a:pt x="1326518" y="113348"/>
                </a:lnTo>
                <a:lnTo>
                  <a:pt x="1345463" y="113348"/>
                </a:lnTo>
                <a:lnTo>
                  <a:pt x="1364418" y="113348"/>
                </a:lnTo>
                <a:lnTo>
                  <a:pt x="1383363" y="113348"/>
                </a:lnTo>
                <a:lnTo>
                  <a:pt x="1402318" y="113348"/>
                </a:lnTo>
                <a:lnTo>
                  <a:pt x="1421263" y="113348"/>
                </a:lnTo>
                <a:lnTo>
                  <a:pt x="1440218" y="113348"/>
                </a:lnTo>
                <a:lnTo>
                  <a:pt x="1458011" y="108347"/>
                </a:lnTo>
                <a:lnTo>
                  <a:pt x="1475032" y="100013"/>
                </a:lnTo>
                <a:lnTo>
                  <a:pt x="1492044" y="91678"/>
                </a:lnTo>
                <a:lnTo>
                  <a:pt x="1509065" y="83344"/>
                </a:lnTo>
                <a:lnTo>
                  <a:pt x="1526086" y="75009"/>
                </a:lnTo>
                <a:lnTo>
                  <a:pt x="1543107" y="66675"/>
                </a:lnTo>
                <a:lnTo>
                  <a:pt x="1560128" y="58341"/>
                </a:lnTo>
                <a:lnTo>
                  <a:pt x="1577140" y="50006"/>
                </a:lnTo>
                <a:lnTo>
                  <a:pt x="1594161" y="41672"/>
                </a:lnTo>
                <a:lnTo>
                  <a:pt x="1611182" y="33338"/>
                </a:lnTo>
                <a:lnTo>
                  <a:pt x="1628204" y="25003"/>
                </a:lnTo>
                <a:lnTo>
                  <a:pt x="1645215" y="16669"/>
                </a:lnTo>
                <a:lnTo>
                  <a:pt x="1662236" y="8334"/>
                </a:lnTo>
                <a:lnTo>
                  <a:pt x="1679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79B18930-DB54-4D34-BA71-CF6312BB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0565" y="4180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F2DD87E0-932A-409A-BD3C-55D4044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348" y="3799875"/>
            <a:ext cx="125730" cy="205045"/>
          </a:xfrm>
          <a:custGeom xmlns:a="http://schemas.openxmlformats.org/drawingml/2006/main">
            <a:pathLst>
              <a:path w="125730" h="205045">
                <a:moveTo>
                  <a:pt x="0" y="87278"/>
                </a:moveTo>
                <a:lnTo>
                  <a:pt x="0" y="104242"/>
                </a:lnTo>
                <a:lnTo>
                  <a:pt x="0" y="121196"/>
                </a:lnTo>
                <a:lnTo>
                  <a:pt x="0" y="138160"/>
                </a:lnTo>
                <a:lnTo>
                  <a:pt x="0" y="155124"/>
                </a:lnTo>
                <a:lnTo>
                  <a:pt x="0" y="172079"/>
                </a:lnTo>
                <a:lnTo>
                  <a:pt x="0" y="189043"/>
                </a:lnTo>
                <a:lnTo>
                  <a:pt x="505" y="205045"/>
                </a:lnTo>
                <a:lnTo>
                  <a:pt x="14421" y="195339"/>
                </a:lnTo>
                <a:lnTo>
                  <a:pt x="28327" y="185642"/>
                </a:lnTo>
                <a:lnTo>
                  <a:pt x="42243" y="175946"/>
                </a:lnTo>
                <a:lnTo>
                  <a:pt x="56159" y="166249"/>
                </a:lnTo>
                <a:lnTo>
                  <a:pt x="70075" y="156553"/>
                </a:lnTo>
                <a:lnTo>
                  <a:pt x="83991" y="146856"/>
                </a:lnTo>
                <a:lnTo>
                  <a:pt x="97898" y="137160"/>
                </a:lnTo>
                <a:lnTo>
                  <a:pt x="111814" y="127454"/>
                </a:lnTo>
                <a:lnTo>
                  <a:pt x="125730" y="117758"/>
                </a:lnTo>
                <a:lnTo>
                  <a:pt x="125730" y="100803"/>
                </a:lnTo>
                <a:lnTo>
                  <a:pt x="125730" y="83839"/>
                </a:lnTo>
                <a:lnTo>
                  <a:pt x="125730" y="66875"/>
                </a:lnTo>
                <a:lnTo>
                  <a:pt x="125730" y="49921"/>
                </a:lnTo>
                <a:lnTo>
                  <a:pt x="125730" y="32957"/>
                </a:lnTo>
                <a:lnTo>
                  <a:pt x="125730" y="16002"/>
                </a:lnTo>
                <a:lnTo>
                  <a:pt x="125225" y="0"/>
                </a:lnTo>
                <a:lnTo>
                  <a:pt x="111309" y="9696"/>
                </a:lnTo>
                <a:lnTo>
                  <a:pt x="97403" y="19393"/>
                </a:lnTo>
                <a:lnTo>
                  <a:pt x="83487" y="29089"/>
                </a:lnTo>
                <a:lnTo>
                  <a:pt x="69571" y="38795"/>
                </a:lnTo>
                <a:lnTo>
                  <a:pt x="55655" y="48492"/>
                </a:lnTo>
                <a:lnTo>
                  <a:pt x="41739" y="58188"/>
                </a:lnTo>
                <a:lnTo>
                  <a:pt x="27832" y="67885"/>
                </a:lnTo>
                <a:lnTo>
                  <a:pt x="13916" y="77581"/>
                </a:lnTo>
                <a:lnTo>
                  <a:pt x="0" y="87278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21F61650-996B-4799-8D40-1BB333BC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799523"/>
            <a:ext cx="1739465" cy="87630"/>
          </a:xfrm>
          <a:custGeom xmlns:a="http://schemas.openxmlformats.org/drawingml/2006/main">
            <a:pathLst>
              <a:path w="1739465" h="87630">
                <a:moveTo>
                  <a:pt x="0" y="87630"/>
                </a:moveTo>
                <a:lnTo>
                  <a:pt x="18993" y="87630"/>
                </a:lnTo>
                <a:lnTo>
                  <a:pt x="37976" y="87630"/>
                </a:lnTo>
                <a:lnTo>
                  <a:pt x="56969" y="87630"/>
                </a:lnTo>
                <a:lnTo>
                  <a:pt x="75952" y="87630"/>
                </a:lnTo>
                <a:lnTo>
                  <a:pt x="94945" y="87630"/>
                </a:lnTo>
                <a:lnTo>
                  <a:pt x="113938" y="87630"/>
                </a:lnTo>
                <a:lnTo>
                  <a:pt x="132921" y="87630"/>
                </a:lnTo>
                <a:lnTo>
                  <a:pt x="151914" y="87630"/>
                </a:lnTo>
                <a:lnTo>
                  <a:pt x="170907" y="87630"/>
                </a:lnTo>
                <a:lnTo>
                  <a:pt x="189890" y="87630"/>
                </a:lnTo>
                <a:lnTo>
                  <a:pt x="208883" y="87630"/>
                </a:lnTo>
                <a:lnTo>
                  <a:pt x="227867" y="87630"/>
                </a:lnTo>
                <a:lnTo>
                  <a:pt x="246859" y="87630"/>
                </a:lnTo>
                <a:lnTo>
                  <a:pt x="265852" y="87630"/>
                </a:lnTo>
                <a:lnTo>
                  <a:pt x="284836" y="87630"/>
                </a:lnTo>
                <a:lnTo>
                  <a:pt x="303828" y="87630"/>
                </a:lnTo>
                <a:lnTo>
                  <a:pt x="322812" y="87630"/>
                </a:lnTo>
                <a:lnTo>
                  <a:pt x="341805" y="87630"/>
                </a:lnTo>
                <a:lnTo>
                  <a:pt x="360797" y="87630"/>
                </a:lnTo>
                <a:lnTo>
                  <a:pt x="379781" y="87630"/>
                </a:lnTo>
                <a:lnTo>
                  <a:pt x="398774" y="87630"/>
                </a:lnTo>
                <a:lnTo>
                  <a:pt x="417767" y="87630"/>
                </a:lnTo>
                <a:lnTo>
                  <a:pt x="436750" y="87630"/>
                </a:lnTo>
                <a:lnTo>
                  <a:pt x="455743" y="87630"/>
                </a:lnTo>
                <a:lnTo>
                  <a:pt x="474726" y="87630"/>
                </a:lnTo>
                <a:lnTo>
                  <a:pt x="493719" y="87630"/>
                </a:lnTo>
                <a:lnTo>
                  <a:pt x="512712" y="87630"/>
                </a:lnTo>
                <a:lnTo>
                  <a:pt x="531695" y="87630"/>
                </a:lnTo>
                <a:lnTo>
                  <a:pt x="550688" y="87630"/>
                </a:lnTo>
                <a:lnTo>
                  <a:pt x="569681" y="87630"/>
                </a:lnTo>
                <a:lnTo>
                  <a:pt x="588664" y="87630"/>
                </a:lnTo>
                <a:lnTo>
                  <a:pt x="607657" y="87630"/>
                </a:lnTo>
                <a:lnTo>
                  <a:pt x="626640" y="87630"/>
                </a:lnTo>
                <a:lnTo>
                  <a:pt x="645633" y="87630"/>
                </a:lnTo>
                <a:lnTo>
                  <a:pt x="664626" y="87630"/>
                </a:lnTo>
                <a:lnTo>
                  <a:pt x="683609" y="87630"/>
                </a:lnTo>
                <a:lnTo>
                  <a:pt x="702602" y="87630"/>
                </a:lnTo>
                <a:lnTo>
                  <a:pt x="721585" y="87630"/>
                </a:lnTo>
                <a:lnTo>
                  <a:pt x="740578" y="87630"/>
                </a:lnTo>
                <a:lnTo>
                  <a:pt x="759571" y="87630"/>
                </a:lnTo>
                <a:lnTo>
                  <a:pt x="778554" y="87630"/>
                </a:lnTo>
                <a:lnTo>
                  <a:pt x="797547" y="87630"/>
                </a:lnTo>
                <a:lnTo>
                  <a:pt x="816540" y="87630"/>
                </a:lnTo>
                <a:lnTo>
                  <a:pt x="835523" y="87630"/>
                </a:lnTo>
                <a:lnTo>
                  <a:pt x="854516" y="87630"/>
                </a:lnTo>
                <a:lnTo>
                  <a:pt x="873500" y="87630"/>
                </a:lnTo>
                <a:lnTo>
                  <a:pt x="892493" y="87630"/>
                </a:lnTo>
                <a:lnTo>
                  <a:pt x="911485" y="87630"/>
                </a:lnTo>
                <a:lnTo>
                  <a:pt x="930469" y="87630"/>
                </a:lnTo>
                <a:lnTo>
                  <a:pt x="949462" y="87630"/>
                </a:lnTo>
                <a:lnTo>
                  <a:pt x="968445" y="87630"/>
                </a:lnTo>
                <a:lnTo>
                  <a:pt x="987438" y="87630"/>
                </a:lnTo>
                <a:lnTo>
                  <a:pt x="1006431" y="87630"/>
                </a:lnTo>
                <a:lnTo>
                  <a:pt x="1025414" y="87630"/>
                </a:lnTo>
                <a:lnTo>
                  <a:pt x="1044407" y="87630"/>
                </a:lnTo>
                <a:lnTo>
                  <a:pt x="1063400" y="87630"/>
                </a:lnTo>
                <a:lnTo>
                  <a:pt x="1082383" y="87630"/>
                </a:lnTo>
                <a:lnTo>
                  <a:pt x="1101376" y="87630"/>
                </a:lnTo>
                <a:lnTo>
                  <a:pt x="1120359" y="87630"/>
                </a:lnTo>
                <a:lnTo>
                  <a:pt x="1139352" y="87630"/>
                </a:lnTo>
                <a:lnTo>
                  <a:pt x="1158345" y="87630"/>
                </a:lnTo>
                <a:lnTo>
                  <a:pt x="1177328" y="87630"/>
                </a:lnTo>
                <a:lnTo>
                  <a:pt x="1196321" y="87630"/>
                </a:lnTo>
                <a:lnTo>
                  <a:pt x="1215304" y="87630"/>
                </a:lnTo>
                <a:lnTo>
                  <a:pt x="1234297" y="87630"/>
                </a:lnTo>
                <a:lnTo>
                  <a:pt x="1253290" y="87630"/>
                </a:lnTo>
                <a:lnTo>
                  <a:pt x="1272273" y="87630"/>
                </a:lnTo>
                <a:lnTo>
                  <a:pt x="1291266" y="87630"/>
                </a:lnTo>
                <a:lnTo>
                  <a:pt x="1310259" y="87630"/>
                </a:lnTo>
                <a:lnTo>
                  <a:pt x="1329242" y="87630"/>
                </a:lnTo>
                <a:lnTo>
                  <a:pt x="1348235" y="87630"/>
                </a:lnTo>
                <a:lnTo>
                  <a:pt x="1367219" y="87630"/>
                </a:lnTo>
                <a:lnTo>
                  <a:pt x="1386211" y="87630"/>
                </a:lnTo>
                <a:lnTo>
                  <a:pt x="1405204" y="87630"/>
                </a:lnTo>
                <a:lnTo>
                  <a:pt x="1424188" y="87630"/>
                </a:lnTo>
                <a:lnTo>
                  <a:pt x="1443180" y="87630"/>
                </a:lnTo>
                <a:lnTo>
                  <a:pt x="1462164" y="87630"/>
                </a:lnTo>
                <a:lnTo>
                  <a:pt x="1481157" y="87630"/>
                </a:lnTo>
                <a:lnTo>
                  <a:pt x="1500149" y="87630"/>
                </a:lnTo>
                <a:lnTo>
                  <a:pt x="1519133" y="87630"/>
                </a:lnTo>
                <a:lnTo>
                  <a:pt x="1538126" y="87630"/>
                </a:lnTo>
                <a:lnTo>
                  <a:pt x="1557118" y="87630"/>
                </a:lnTo>
                <a:lnTo>
                  <a:pt x="1576102" y="87630"/>
                </a:lnTo>
                <a:lnTo>
                  <a:pt x="1595095" y="87630"/>
                </a:lnTo>
                <a:lnTo>
                  <a:pt x="1614078" y="87630"/>
                </a:lnTo>
                <a:lnTo>
                  <a:pt x="1630413" y="79181"/>
                </a:lnTo>
                <a:lnTo>
                  <a:pt x="1645996" y="68323"/>
                </a:lnTo>
                <a:lnTo>
                  <a:pt x="1661579" y="57464"/>
                </a:lnTo>
                <a:lnTo>
                  <a:pt x="1677152" y="46606"/>
                </a:lnTo>
                <a:lnTo>
                  <a:pt x="1692735" y="35747"/>
                </a:lnTo>
                <a:lnTo>
                  <a:pt x="1708309" y="24889"/>
                </a:lnTo>
                <a:lnTo>
                  <a:pt x="1723892" y="14040"/>
                </a:lnTo>
                <a:lnTo>
                  <a:pt x="1739465" y="3181"/>
                </a:lnTo>
                <a:lnTo>
                  <a:pt x="1730597" y="0"/>
                </a:lnTo>
                <a:lnTo>
                  <a:pt x="1711604" y="0"/>
                </a:lnTo>
                <a:lnTo>
                  <a:pt x="1692621" y="0"/>
                </a:lnTo>
                <a:lnTo>
                  <a:pt x="1673628" y="0"/>
                </a:lnTo>
                <a:lnTo>
                  <a:pt x="1654635" y="0"/>
                </a:lnTo>
                <a:lnTo>
                  <a:pt x="1635652" y="0"/>
                </a:lnTo>
                <a:lnTo>
                  <a:pt x="1616659" y="0"/>
                </a:lnTo>
                <a:lnTo>
                  <a:pt x="1597666" y="0"/>
                </a:lnTo>
                <a:lnTo>
                  <a:pt x="1578683" y="0"/>
                </a:lnTo>
                <a:lnTo>
                  <a:pt x="1559690" y="0"/>
                </a:lnTo>
                <a:lnTo>
                  <a:pt x="1540707" y="0"/>
                </a:lnTo>
                <a:lnTo>
                  <a:pt x="1521714" y="0"/>
                </a:lnTo>
                <a:lnTo>
                  <a:pt x="1502721" y="0"/>
                </a:lnTo>
                <a:lnTo>
                  <a:pt x="1483738" y="0"/>
                </a:lnTo>
                <a:lnTo>
                  <a:pt x="1464745" y="0"/>
                </a:lnTo>
                <a:lnTo>
                  <a:pt x="1445752" y="0"/>
                </a:lnTo>
                <a:lnTo>
                  <a:pt x="1426769" y="0"/>
                </a:lnTo>
                <a:lnTo>
                  <a:pt x="1407776" y="0"/>
                </a:lnTo>
                <a:lnTo>
                  <a:pt x="1388793" y="0"/>
                </a:lnTo>
                <a:lnTo>
                  <a:pt x="1369800" y="0"/>
                </a:lnTo>
                <a:lnTo>
                  <a:pt x="1350807" y="0"/>
                </a:lnTo>
                <a:lnTo>
                  <a:pt x="1331824" y="0"/>
                </a:lnTo>
                <a:lnTo>
                  <a:pt x="1312831" y="0"/>
                </a:lnTo>
                <a:lnTo>
                  <a:pt x="1293847" y="0"/>
                </a:lnTo>
                <a:lnTo>
                  <a:pt x="1274855" y="0"/>
                </a:lnTo>
                <a:lnTo>
                  <a:pt x="1255862" y="0"/>
                </a:lnTo>
                <a:lnTo>
                  <a:pt x="1236878" y="0"/>
                </a:lnTo>
                <a:lnTo>
                  <a:pt x="1217886" y="0"/>
                </a:lnTo>
                <a:lnTo>
                  <a:pt x="1198893" y="0"/>
                </a:lnTo>
                <a:lnTo>
                  <a:pt x="1179909" y="0"/>
                </a:lnTo>
                <a:lnTo>
                  <a:pt x="1160917" y="0"/>
                </a:lnTo>
                <a:lnTo>
                  <a:pt x="1141933" y="0"/>
                </a:lnTo>
                <a:lnTo>
                  <a:pt x="1122940" y="0"/>
                </a:lnTo>
                <a:lnTo>
                  <a:pt x="1103948" y="0"/>
                </a:lnTo>
                <a:lnTo>
                  <a:pt x="1084964" y="0"/>
                </a:lnTo>
                <a:lnTo>
                  <a:pt x="1065971" y="0"/>
                </a:lnTo>
                <a:lnTo>
                  <a:pt x="1046988" y="0"/>
                </a:lnTo>
                <a:lnTo>
                  <a:pt x="1027995" y="0"/>
                </a:lnTo>
                <a:lnTo>
                  <a:pt x="1009002" y="0"/>
                </a:lnTo>
                <a:lnTo>
                  <a:pt x="990019" y="0"/>
                </a:lnTo>
                <a:lnTo>
                  <a:pt x="971026" y="0"/>
                </a:lnTo>
                <a:lnTo>
                  <a:pt x="952033" y="0"/>
                </a:lnTo>
                <a:lnTo>
                  <a:pt x="933050" y="0"/>
                </a:lnTo>
                <a:lnTo>
                  <a:pt x="914057" y="0"/>
                </a:lnTo>
                <a:lnTo>
                  <a:pt x="895074" y="0"/>
                </a:lnTo>
                <a:lnTo>
                  <a:pt x="876081" y="0"/>
                </a:lnTo>
                <a:lnTo>
                  <a:pt x="857088" y="0"/>
                </a:lnTo>
                <a:lnTo>
                  <a:pt x="838105" y="0"/>
                </a:lnTo>
                <a:lnTo>
                  <a:pt x="819112" y="0"/>
                </a:lnTo>
                <a:lnTo>
                  <a:pt x="800129" y="0"/>
                </a:lnTo>
                <a:lnTo>
                  <a:pt x="781136" y="0"/>
                </a:lnTo>
                <a:lnTo>
                  <a:pt x="762143" y="0"/>
                </a:lnTo>
                <a:lnTo>
                  <a:pt x="743160" y="0"/>
                </a:lnTo>
                <a:lnTo>
                  <a:pt x="724167" y="0"/>
                </a:lnTo>
                <a:lnTo>
                  <a:pt x="705174" y="0"/>
                </a:lnTo>
                <a:lnTo>
                  <a:pt x="686191" y="0"/>
                </a:lnTo>
                <a:lnTo>
                  <a:pt x="667198" y="0"/>
                </a:lnTo>
                <a:lnTo>
                  <a:pt x="648214" y="0"/>
                </a:lnTo>
                <a:lnTo>
                  <a:pt x="629222" y="0"/>
                </a:lnTo>
                <a:lnTo>
                  <a:pt x="610229" y="0"/>
                </a:lnTo>
                <a:lnTo>
                  <a:pt x="591245" y="0"/>
                </a:lnTo>
                <a:lnTo>
                  <a:pt x="572252" y="0"/>
                </a:lnTo>
                <a:lnTo>
                  <a:pt x="553260" y="0"/>
                </a:lnTo>
                <a:lnTo>
                  <a:pt x="534276" y="0"/>
                </a:lnTo>
                <a:lnTo>
                  <a:pt x="515283" y="0"/>
                </a:lnTo>
                <a:lnTo>
                  <a:pt x="496300" y="0"/>
                </a:lnTo>
                <a:lnTo>
                  <a:pt x="477307" y="0"/>
                </a:lnTo>
                <a:lnTo>
                  <a:pt x="458314" y="0"/>
                </a:lnTo>
                <a:lnTo>
                  <a:pt x="439331" y="0"/>
                </a:lnTo>
                <a:lnTo>
                  <a:pt x="420338" y="0"/>
                </a:lnTo>
                <a:lnTo>
                  <a:pt x="401355" y="0"/>
                </a:lnTo>
                <a:lnTo>
                  <a:pt x="382362" y="0"/>
                </a:lnTo>
                <a:lnTo>
                  <a:pt x="363369" y="0"/>
                </a:lnTo>
                <a:lnTo>
                  <a:pt x="344386" y="0"/>
                </a:lnTo>
                <a:lnTo>
                  <a:pt x="325393" y="0"/>
                </a:lnTo>
                <a:lnTo>
                  <a:pt x="306400" y="0"/>
                </a:lnTo>
                <a:lnTo>
                  <a:pt x="287417" y="0"/>
                </a:lnTo>
                <a:lnTo>
                  <a:pt x="268424" y="0"/>
                </a:lnTo>
                <a:lnTo>
                  <a:pt x="249441" y="0"/>
                </a:lnTo>
                <a:lnTo>
                  <a:pt x="230448" y="0"/>
                </a:lnTo>
                <a:lnTo>
                  <a:pt x="212427" y="5172"/>
                </a:lnTo>
                <a:lnTo>
                  <a:pt x="194720" y="12040"/>
                </a:lnTo>
                <a:lnTo>
                  <a:pt x="177022" y="18917"/>
                </a:lnTo>
                <a:lnTo>
                  <a:pt x="159325" y="25784"/>
                </a:lnTo>
                <a:lnTo>
                  <a:pt x="141618" y="32652"/>
                </a:lnTo>
                <a:lnTo>
                  <a:pt x="123920" y="39529"/>
                </a:lnTo>
                <a:lnTo>
                  <a:pt x="106213" y="46396"/>
                </a:lnTo>
                <a:lnTo>
                  <a:pt x="88506" y="53273"/>
                </a:lnTo>
                <a:lnTo>
                  <a:pt x="70809" y="60141"/>
                </a:lnTo>
                <a:lnTo>
                  <a:pt x="53111" y="67018"/>
                </a:lnTo>
                <a:lnTo>
                  <a:pt x="35404" y="73885"/>
                </a:lnTo>
                <a:lnTo>
                  <a:pt x="17707" y="80762"/>
                </a:lnTo>
                <a:lnTo>
                  <a:pt x="0" y="87630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3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5AD2C7F6-0A97-4437-86A5-028CE64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823" y="3799523"/>
            <a:ext cx="1579245" cy="87630"/>
          </a:xfrm>
          <a:custGeom xmlns:a="http://schemas.openxmlformats.org/drawingml/2006/main">
            <a:pathLst>
              <a:path w="1579245" h="87630">
                <a:moveTo>
                  <a:pt x="0" y="87630"/>
                </a:moveTo>
                <a:lnTo>
                  <a:pt x="18898" y="87630"/>
                </a:lnTo>
                <a:lnTo>
                  <a:pt x="37786" y="87630"/>
                </a:lnTo>
                <a:lnTo>
                  <a:pt x="56683" y="87630"/>
                </a:lnTo>
                <a:lnTo>
                  <a:pt x="75571" y="87630"/>
                </a:lnTo>
                <a:lnTo>
                  <a:pt x="94469" y="87630"/>
                </a:lnTo>
                <a:lnTo>
                  <a:pt x="113357" y="87630"/>
                </a:lnTo>
                <a:lnTo>
                  <a:pt x="132255" y="87630"/>
                </a:lnTo>
                <a:lnTo>
                  <a:pt x="151143" y="87630"/>
                </a:lnTo>
                <a:lnTo>
                  <a:pt x="170040" y="87630"/>
                </a:lnTo>
                <a:lnTo>
                  <a:pt x="188938" y="87630"/>
                </a:lnTo>
                <a:lnTo>
                  <a:pt x="207826" y="87630"/>
                </a:lnTo>
                <a:lnTo>
                  <a:pt x="226724" y="87630"/>
                </a:lnTo>
                <a:lnTo>
                  <a:pt x="245612" y="87630"/>
                </a:lnTo>
                <a:lnTo>
                  <a:pt x="264509" y="87630"/>
                </a:lnTo>
                <a:lnTo>
                  <a:pt x="283397" y="87630"/>
                </a:lnTo>
                <a:lnTo>
                  <a:pt x="302295" y="87630"/>
                </a:lnTo>
                <a:lnTo>
                  <a:pt x="321183" y="87630"/>
                </a:lnTo>
                <a:lnTo>
                  <a:pt x="340081" y="87630"/>
                </a:lnTo>
                <a:lnTo>
                  <a:pt x="358978" y="87630"/>
                </a:lnTo>
                <a:lnTo>
                  <a:pt x="377866" y="87630"/>
                </a:lnTo>
                <a:lnTo>
                  <a:pt x="396764" y="87630"/>
                </a:lnTo>
                <a:lnTo>
                  <a:pt x="415652" y="87630"/>
                </a:lnTo>
                <a:lnTo>
                  <a:pt x="434550" y="87630"/>
                </a:lnTo>
                <a:lnTo>
                  <a:pt x="453438" y="87630"/>
                </a:lnTo>
                <a:lnTo>
                  <a:pt x="472335" y="87630"/>
                </a:lnTo>
                <a:lnTo>
                  <a:pt x="491233" y="87630"/>
                </a:lnTo>
                <a:lnTo>
                  <a:pt x="510121" y="87630"/>
                </a:lnTo>
                <a:lnTo>
                  <a:pt x="529019" y="87630"/>
                </a:lnTo>
                <a:lnTo>
                  <a:pt x="547907" y="87630"/>
                </a:lnTo>
                <a:lnTo>
                  <a:pt x="566804" y="87630"/>
                </a:lnTo>
                <a:lnTo>
                  <a:pt x="585692" y="87630"/>
                </a:lnTo>
                <a:lnTo>
                  <a:pt x="604590" y="87630"/>
                </a:lnTo>
                <a:lnTo>
                  <a:pt x="623478" y="87630"/>
                </a:lnTo>
                <a:lnTo>
                  <a:pt x="642376" y="87630"/>
                </a:lnTo>
                <a:lnTo>
                  <a:pt x="661264" y="87630"/>
                </a:lnTo>
                <a:lnTo>
                  <a:pt x="680161" y="87630"/>
                </a:lnTo>
                <a:lnTo>
                  <a:pt x="699059" y="87630"/>
                </a:lnTo>
                <a:lnTo>
                  <a:pt x="717947" y="87630"/>
                </a:lnTo>
                <a:lnTo>
                  <a:pt x="736844" y="87630"/>
                </a:lnTo>
                <a:lnTo>
                  <a:pt x="755733" y="87630"/>
                </a:lnTo>
                <a:lnTo>
                  <a:pt x="774630" y="87630"/>
                </a:lnTo>
                <a:lnTo>
                  <a:pt x="793518" y="87630"/>
                </a:lnTo>
                <a:lnTo>
                  <a:pt x="812416" y="87630"/>
                </a:lnTo>
                <a:lnTo>
                  <a:pt x="831313" y="87630"/>
                </a:lnTo>
                <a:lnTo>
                  <a:pt x="850202" y="87630"/>
                </a:lnTo>
                <a:lnTo>
                  <a:pt x="869099" y="87630"/>
                </a:lnTo>
                <a:lnTo>
                  <a:pt x="887987" y="87630"/>
                </a:lnTo>
                <a:lnTo>
                  <a:pt x="906885" y="87630"/>
                </a:lnTo>
                <a:lnTo>
                  <a:pt x="925773" y="87630"/>
                </a:lnTo>
                <a:lnTo>
                  <a:pt x="944670" y="87630"/>
                </a:lnTo>
                <a:lnTo>
                  <a:pt x="963559" y="87630"/>
                </a:lnTo>
                <a:lnTo>
                  <a:pt x="982456" y="87630"/>
                </a:lnTo>
                <a:lnTo>
                  <a:pt x="1001354" y="87630"/>
                </a:lnTo>
                <a:lnTo>
                  <a:pt x="1020242" y="87630"/>
                </a:lnTo>
                <a:lnTo>
                  <a:pt x="1039139" y="87630"/>
                </a:lnTo>
                <a:lnTo>
                  <a:pt x="1058027" y="87630"/>
                </a:lnTo>
                <a:lnTo>
                  <a:pt x="1076925" y="87630"/>
                </a:lnTo>
                <a:lnTo>
                  <a:pt x="1095813" y="87630"/>
                </a:lnTo>
                <a:lnTo>
                  <a:pt x="1114711" y="87630"/>
                </a:lnTo>
                <a:lnTo>
                  <a:pt x="1133599" y="87630"/>
                </a:lnTo>
                <a:lnTo>
                  <a:pt x="1152496" y="87630"/>
                </a:lnTo>
                <a:lnTo>
                  <a:pt x="1171394" y="87630"/>
                </a:lnTo>
                <a:lnTo>
                  <a:pt x="1190282" y="87630"/>
                </a:lnTo>
                <a:lnTo>
                  <a:pt x="1209180" y="87630"/>
                </a:lnTo>
                <a:lnTo>
                  <a:pt x="1228068" y="87630"/>
                </a:lnTo>
                <a:lnTo>
                  <a:pt x="1246965" y="87630"/>
                </a:lnTo>
                <a:lnTo>
                  <a:pt x="1265853" y="87630"/>
                </a:lnTo>
                <a:lnTo>
                  <a:pt x="1284751" y="87630"/>
                </a:lnTo>
                <a:lnTo>
                  <a:pt x="1303639" y="87630"/>
                </a:lnTo>
                <a:lnTo>
                  <a:pt x="1322537" y="87630"/>
                </a:lnTo>
                <a:lnTo>
                  <a:pt x="1341434" y="87630"/>
                </a:lnTo>
                <a:lnTo>
                  <a:pt x="1360322" y="87630"/>
                </a:lnTo>
                <a:lnTo>
                  <a:pt x="1379220" y="87630"/>
                </a:lnTo>
                <a:lnTo>
                  <a:pt x="1398108" y="87630"/>
                </a:lnTo>
                <a:lnTo>
                  <a:pt x="1417006" y="87630"/>
                </a:lnTo>
                <a:lnTo>
                  <a:pt x="1435894" y="87630"/>
                </a:lnTo>
                <a:lnTo>
                  <a:pt x="1453763" y="84268"/>
                </a:lnTo>
                <a:lnTo>
                  <a:pt x="1469450" y="73733"/>
                </a:lnTo>
                <a:lnTo>
                  <a:pt x="1485138" y="63198"/>
                </a:lnTo>
                <a:lnTo>
                  <a:pt x="1500816" y="52664"/>
                </a:lnTo>
                <a:lnTo>
                  <a:pt x="1516504" y="42129"/>
                </a:lnTo>
                <a:lnTo>
                  <a:pt x="1532192" y="31594"/>
                </a:lnTo>
                <a:lnTo>
                  <a:pt x="1547879" y="21069"/>
                </a:lnTo>
                <a:lnTo>
                  <a:pt x="1563557" y="10535"/>
                </a:lnTo>
                <a:lnTo>
                  <a:pt x="1579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56A7DBD1-906E-4E5E-9300-9142063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9803" y="3799523"/>
            <a:ext cx="13582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5" name="communicate-text-heading">
            <a:extLst xmlns:a="http://schemas.openxmlformats.org/drawingml/2006/main">
              <a:ext uri="{FF2B5EF4-FFF2-40B4-BE49-F238E27FC236}">
                <a16:creationId xmlns:a16="http://schemas.microsoft.com/office/drawing/2014/main" id="{250C8A18-0230-4EA8-AFA6-D189775A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06" y="41164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临时沟通</a:t>
            </a:r>
          </a:p>
        </p:txBody>
      </p:sp>
      <p:sp>
        <p:nvSpPr>
          <p:cNvPr id="36" name="communicate-text-body">
            <a:extLst xmlns:a="http://schemas.openxmlformats.org/drawingml/2006/main">
              <a:ext uri="{FF2B5EF4-FFF2-40B4-BE49-F238E27FC236}">
                <a16:creationId xmlns:a16="http://schemas.microsoft.com/office/drawing/2014/main" id="{6B27CA2D-8A94-46FE-9056-2070645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06" y="4375842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信息依赖临时对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接</a:t>
            </a:r>
          </a:p>
        </p:txBody>
      </p:sp>
      <p:sp>
        <p:nvSpPr>
          <p:cNvPr id="37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7855A25-0967-40DF-AEB5-53270C77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249" y="486459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8" name="register-text-heading">
            <a:extLst xmlns:a="http://schemas.openxmlformats.org/drawingml/2006/main">
              <a:ext uri="{FF2B5EF4-FFF2-40B4-BE49-F238E27FC236}">
                <a16:creationId xmlns:a16="http://schemas.microsoft.com/office/drawing/2014/main" id="{00A9A7BF-76BD-4588-B9B8-341BAB18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72278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统一登记</a:t>
            </a:r>
          </a:p>
        </p:txBody>
      </p:sp>
      <p:sp>
        <p:nvSpPr>
          <p:cNvPr id="39" name="register-text-body">
            <a:extLst xmlns:a="http://schemas.openxmlformats.org/drawingml/2006/main">
              <a:ext uri="{FF2B5EF4-FFF2-40B4-BE49-F238E27FC236}">
                <a16:creationId xmlns:a16="http://schemas.microsoft.com/office/drawing/2014/main" id="{AF10457A-F602-456D-8E3F-3B16A6A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982193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当前：申请与审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批留痕</a:t>
            </a:r>
          </a:p>
        </p:txBody>
      </p:sp>
      <p:sp>
        <p:nvSpPr>
          <p:cNvPr id="40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9DE6C7D-4AF7-43E0-A2E9-B957663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47079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1" name="trace-text-heading">
            <a:extLst xmlns:a="http://schemas.openxmlformats.org/drawingml/2006/main">
              <a:ext uri="{FF2B5EF4-FFF2-40B4-BE49-F238E27FC236}">
                <a16:creationId xmlns:a16="http://schemas.microsoft.com/office/drawing/2014/main" id="{945D85BC-CB0C-44F0-8305-906DB31E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9351" y="33289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过程追溯</a:t>
            </a:r>
          </a:p>
        </p:txBody>
      </p:sp>
      <p:sp>
        <p:nvSpPr>
          <p:cNvPr id="42" name="trace-text-body">
            <a:extLst xmlns:a="http://schemas.openxmlformats.org/drawingml/2006/main">
              <a:ext uri="{FF2B5EF4-FFF2-40B4-BE49-F238E27FC236}">
                <a16:creationId xmlns:a16="http://schemas.microsoft.com/office/drawing/2014/main" id="{32C2560D-B887-46A5-A27A-5C5DB1FC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9351" y="3588391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关联执行与异常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43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A0C55777-C1C0-4D46-9DAD-896E23B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2251" y="407714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improve-text-heading">
            <a:extLst xmlns:a="http://schemas.openxmlformats.org/drawingml/2006/main">
              <a:ext uri="{FF2B5EF4-FFF2-40B4-BE49-F238E27FC236}">
                <a16:creationId xmlns:a16="http://schemas.microsoft.com/office/drawing/2014/main" id="{7E25D303-9184-4BC1-876C-AC556173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852" y="29353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45" name="improve-text-body">
            <a:extLst xmlns:a="http://schemas.openxmlformats.org/drawingml/2006/main">
              <a:ext uri="{FF2B5EF4-FFF2-40B4-BE49-F238E27FC236}">
                <a16:creationId xmlns:a16="http://schemas.microsoft.com/office/drawing/2014/main" id="{46D40207-B5D3-446C-99F0-3C4B69E9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852" y="3194742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定期复盘并优化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46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EFC9FB5C-686D-4FFD-A0B5-704062B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894" y="368334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7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BAEFC7C-98B5-4F91-8D95-69A57DB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926" y="4836614"/>
            <a:ext cx="403622" cy="211341"/>
          </a:xfrm>
          <a:prstGeom xmlns:a="http://schemas.openxmlformats.org/drawingml/2006/main" prst="roundRect">
            <a:avLst>
              <a:gd name="adj" fmla="val 4687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48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7B2DC347-47F8-4AC4-9968-E635D972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927" y="4049163"/>
            <a:ext cx="403622" cy="211341"/>
          </a:xfrm>
          <a:prstGeom xmlns:a="http://schemas.openxmlformats.org/drawingml/2006/main" prst="roundRect">
            <a:avLst>
              <a:gd name="adj" fmla="val 46872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397449-4471-48F8-BA82-884B2CA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A59E0E-E62C-4123-849A-94012E44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近期重点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B4F558-8D38-4376-87B7-32F0A65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先把执行记录与异常记录关联起来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94FA8F-BEE7-4173-BE99-D76C8C0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29000"/>
            <a:ext cx="2590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统一登记是当前基础；积累可追溯数据后，再定期复盘并优化机制。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3906C-BD92-4EFB-931C-E55BB8B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9600"/>
            <a:ext cx="259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7534CE-D699-4C81-8A81-0BBD834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910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行动：关联记录，再设复盘周期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2026-09-08T14:41:42.4780000Z</dcterms:created>
  <dcterms:modified xsi:type="dcterms:W3CDTF">2026-09-08T14:41:42.4780000Z</dcterms:modified>
</coreProperties>
</file>