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d3535ed9104748" /><Relationship Type="http://schemas.openxmlformats.org/officeDocument/2006/relationships/extended-properties" Target="/docProps/app.xml" Id="R7a04d02eef1c4db0" /><Relationship Type="http://schemas.openxmlformats.org/officeDocument/2006/relationships/officeDocument" Target="/ppt/presentation.xml" Id="R9061c16b40d043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198739862e4961"/>
    <p:sldMasterId xmlns:r="http://schemas.openxmlformats.org/officeDocument/2006/relationships" id="2147483660" r:id="R9285fca9dfe44b9a"/>
    <p:sldMasterId xmlns:r="http://schemas.openxmlformats.org/officeDocument/2006/relationships" id="2147483663" r:id="Rf259f2352eb046b7"/>
  </p:sldMasterIdLst>
  <p:notesMasterIdLst>
    <p:notesMasterId xmlns:r="http://schemas.openxmlformats.org/officeDocument/2006/relationships" r:id="Rc7a16b8f003e4514"/>
  </p:notesMasterIdLst>
  <p:sldIdLst>
    <p:sldId xmlns:r="http://schemas.openxmlformats.org/officeDocument/2006/relationships" id="256" r:id="R0df097960e7d4565"/>
    <p:sldId xmlns:r="http://schemas.openxmlformats.org/officeDocument/2006/relationships" id="257" r:id="R8b7fcf3e04fa417f"/>
    <p:sldId xmlns:r="http://schemas.openxmlformats.org/officeDocument/2006/relationships" id="258" r:id="R4470cf3aa0f74a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6bd398b60fa450c" /><Relationship Type="http://schemas.openxmlformats.org/officeDocument/2006/relationships/slideMaster" Target="/ppt/slideMasters/slideMaster1.xml" Id="R19198739862e4961" /><Relationship Type="http://schemas.openxmlformats.org/officeDocument/2006/relationships/slideMaster" Target="/ppt/slideMasters/slideMaster2.xml" Id="R9285fca9dfe44b9a" /><Relationship Type="http://schemas.openxmlformats.org/officeDocument/2006/relationships/slideMaster" Target="/ppt/slideMasters/slideMaster3.xml" Id="Rf259f2352eb046b7" /><Relationship Type="http://schemas.openxmlformats.org/officeDocument/2006/relationships/notesMaster" Target="/ppt/notesMasters/notesMaster1.xml" Id="Rc7a16b8f003e4514" /><Relationship Type="http://schemas.openxmlformats.org/officeDocument/2006/relationships/presProps" Target="/ppt/presProps.xml" Id="R4e2857b8901b46f0" /><Relationship Type="http://schemas.openxmlformats.org/officeDocument/2006/relationships/viewProps" Target="/ppt/viewProps.xml" Id="R482cf2430c5043f8" /><Relationship Type="http://schemas.openxmlformats.org/officeDocument/2006/relationships/tableStyles" Target="/ppt/tableStyles.xml" Id="R79fc072ee2c24aec" /><Relationship Type="http://schemas.openxmlformats.org/officeDocument/2006/relationships/slide" Target="/ppt/slides/slide1.xml" Id="R0df097960e7d4565" /><Relationship Type="http://schemas.openxmlformats.org/officeDocument/2006/relationships/slide" Target="/ppt/slides/slide2.xml" Id="R8b7fcf3e04fa417f" /><Relationship Type="http://schemas.openxmlformats.org/officeDocument/2006/relationships/slide" Target="/ppt/slides/slide3.xml" Id="R4470cf3aa0f74a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5f58bf53487145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7ea58db61b24c3f" /><Relationship Type="http://schemas.openxmlformats.org/officeDocument/2006/relationships/notesMaster" Target="/ppt/notesMasters/notesMaster1.xml" Id="R0ae14f176ef84c4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da922d5ae3487d" /><Relationship Type="http://schemas.openxmlformats.org/officeDocument/2006/relationships/notesMaster" Target="/ppt/notesMasters/notesMaster1.xml" Id="R4b221fa36bd141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802c4a4a534c7a" /><Relationship Type="http://schemas.openxmlformats.org/officeDocument/2006/relationships/notesMaster" Target="/ppt/notesMasters/notesMaster1.xml" Id="Rd254c81de08f4d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22c2dea38042b6" /><Relationship Type="http://schemas.openxmlformats.org/officeDocument/2006/relationships/image" Target="/ppt/media/image.jpeg" Id="Rad99b1a31aa74595" /><Relationship Type="http://schemas.openxmlformats.org/officeDocument/2006/relationships/image" Target="/ppt/media/image.png" Id="R7f145a058e8d468b" /><Relationship Type="http://schemas.openxmlformats.org/officeDocument/2006/relationships/image" Target="/ppt/media/image2.png" Id="R98ffb2ca1fbe4da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e9ff298c9b4a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36c67919a94545" /><Relationship Type="http://schemas.openxmlformats.org/officeDocument/2006/relationships/image" Target="/ppt/media/image3.png" Id="R1585f173850147e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9bef1ec6f04d64" /><Relationship Type="http://schemas.openxmlformats.org/officeDocument/2006/relationships/image" Target="/ppt/media/image4.png" Id="Re2c92ff83329454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266ed4695746f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4a91ad2504495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9b992967624d62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7a7115cfeb4b2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c08ddf7415445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761e02e29d41a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a4d207bc084af7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33c28cd3d594902" /><Relationship Type="http://schemas.openxmlformats.org/officeDocument/2006/relationships/image" Target="/ppt/media/image5.png" Id="Rc92e27ee22514d5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357f02b831241f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170d2815c4940b2" /><Relationship Type="http://schemas.openxmlformats.org/officeDocument/2006/relationships/image" Target="/ppt/media/image5.png" Id="Rbd04935dc5d644bc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19bc6b3f81343d7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99b1a31aa74595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145a058e8d468b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ffb2ca1fbe4d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85f173850147ec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92ff833294547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2e27ee22514d56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4935dc5d644bc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80a747e063d4163" /><Relationship Type="http://schemas.openxmlformats.org/officeDocument/2006/relationships/slideLayout" Target="/ppt/slideLayouts/slideLayout1.xml" Id="R0c78c6fb8f294d1b" /><Relationship Type="http://schemas.openxmlformats.org/officeDocument/2006/relationships/slideLayout" Target="/ppt/slideLayouts/slideLayout2.xml" Id="R064b181b032d4858" /><Relationship Type="http://schemas.openxmlformats.org/officeDocument/2006/relationships/slideLayout" Target="/ppt/slideLayouts/slideLayout3.xml" Id="R802c96e168584235" /><Relationship Type="http://schemas.openxmlformats.org/officeDocument/2006/relationships/slideLayout" Target="/ppt/slideLayouts/slideLayout4.xml" Id="R906535a46f3a44ab" /><Relationship Type="http://schemas.openxmlformats.org/officeDocument/2006/relationships/slideLayout" Target="/ppt/slideLayouts/slideLayout5.xml" Id="R133981b505df4547" /><Relationship Type="http://schemas.openxmlformats.org/officeDocument/2006/relationships/slideLayout" Target="/ppt/slideLayouts/slideLayout6.xml" Id="Rd4a922bd59b1441a" /><Relationship Type="http://schemas.openxmlformats.org/officeDocument/2006/relationships/slideLayout" Target="/ppt/slideLayouts/slideLayout7.xml" Id="R323f03d0c8fc4caa" /><Relationship Type="http://schemas.openxmlformats.org/officeDocument/2006/relationships/slideLayout" Target="/ppt/slideLayouts/slideLayout8.xml" Id="R97379c23b1f2429f" /><Relationship Type="http://schemas.openxmlformats.org/officeDocument/2006/relationships/slideLayout" Target="/ppt/slideLayouts/slideLayout9.xml" Id="R49a0836878294054" /><Relationship Type="http://schemas.openxmlformats.org/officeDocument/2006/relationships/slideLayout" Target="/ppt/slideLayouts/slideLayout10.xml" Id="R38fff77838ff435b" /><Relationship Type="http://schemas.openxmlformats.org/officeDocument/2006/relationships/slideLayout" Target="/ppt/slideLayouts/slideLayout11.xml" Id="R943dd07a0fcb440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f7ac298f2804f7f" /><Relationship Type="http://schemas.openxmlformats.org/officeDocument/2006/relationships/slideLayout" Target="/ppt/slideLayouts/slideLayout12.xml" Id="Rd582b04ba32a4f35" /><Relationship Type="http://schemas.openxmlformats.org/officeDocument/2006/relationships/slideLayout" Target="/ppt/slideLayouts/slideLayout13.xml" Id="Rcf37b16450064b0c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a0ad3e9e058948a9" /><Relationship Type="http://schemas.openxmlformats.org/officeDocument/2006/relationships/slideLayout" Target="/ppt/slideLayouts/slideLayout14.xml" Id="R6a667b6c6afe43f3" /><Relationship Type="http://schemas.openxmlformats.org/officeDocument/2006/relationships/slideLayout" Target="/ppt/slideLayouts/slideLayout15.xml" Id="Rfd10155d9dd041a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78c6fb8f294d1b"/>
    <p:sldLayoutId xmlns:r="http://schemas.openxmlformats.org/officeDocument/2006/relationships" id="2147483650" r:id="R064b181b032d4858"/>
    <p:sldLayoutId xmlns:r="http://schemas.openxmlformats.org/officeDocument/2006/relationships" id="2147483651" r:id="R802c96e168584235"/>
    <p:sldLayoutId xmlns:r="http://schemas.openxmlformats.org/officeDocument/2006/relationships" id="2147483652" r:id="R906535a46f3a44ab"/>
    <p:sldLayoutId xmlns:r="http://schemas.openxmlformats.org/officeDocument/2006/relationships" id="2147483653" r:id="R133981b505df4547"/>
    <p:sldLayoutId xmlns:r="http://schemas.openxmlformats.org/officeDocument/2006/relationships" id="2147483654" r:id="Rd4a922bd59b1441a"/>
    <p:sldLayoutId xmlns:r="http://schemas.openxmlformats.org/officeDocument/2006/relationships" id="2147483655" r:id="R323f03d0c8fc4caa"/>
    <p:sldLayoutId xmlns:r="http://schemas.openxmlformats.org/officeDocument/2006/relationships" id="2147483656" r:id="R97379c23b1f2429f"/>
    <p:sldLayoutId xmlns:r="http://schemas.openxmlformats.org/officeDocument/2006/relationships" id="2147483657" r:id="R49a0836878294054"/>
    <p:sldLayoutId xmlns:r="http://schemas.openxmlformats.org/officeDocument/2006/relationships" id="2147483658" r:id="R38fff77838ff435b"/>
    <p:sldLayoutId xmlns:r="http://schemas.openxmlformats.org/officeDocument/2006/relationships" id="2147483659" r:id="R943dd07a0fcb440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d582b04ba32a4f35"/>
    <p:sldLayoutId xmlns:r="http://schemas.openxmlformats.org/officeDocument/2006/relationships" id="2147483662" r:id="Rcf37b16450064b0c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6a667b6c6afe43f3"/>
    <p:sldLayoutId xmlns:r="http://schemas.openxmlformats.org/officeDocument/2006/relationships" id="2147483665" r:id="Rfd10155d9dd041a6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b5e223302724ef9" /><Relationship Type="http://schemas.openxmlformats.org/officeDocument/2006/relationships/image" Target="/ppt/media/image6.png" Id="Rc1384b9a3e3c443a" /><Relationship Type="http://schemas.openxmlformats.org/officeDocument/2006/relationships/notesSlide" Target="/ppt/notesSlides/notesSlide1.xml" Id="R16f69d849b6243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3632f8cc8144f69" /><Relationship Type="http://schemas.openxmlformats.org/officeDocument/2006/relationships/image" Target="/ppt/media/image6.png" Id="R13a55d26042746c2" /><Relationship Type="http://schemas.openxmlformats.org/officeDocument/2006/relationships/notesSlide" Target="/ppt/notesSlides/notesSlide2.xml" Id="Ra59638582c2946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529d9cd57684c7b" /><Relationship Type="http://schemas.openxmlformats.org/officeDocument/2006/relationships/image" Target="/ppt/media/image6.png" Id="Rc628bed060954e8b" /><Relationship Type="http://schemas.openxmlformats.org/officeDocument/2006/relationships/notesSlide" Target="/ppt/notesSlides/notesSlide3.xml" Id="R325185fbc0844ab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384b9a3e3c44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55d26042746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8bed060954e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2026-09-08T14:53:31.8310000Z</dcterms:created>
  <dcterms:modified xsi:type="dcterms:W3CDTF">2026-09-08T14:53:31.8310000Z</dcterms:modified>
</coreProperties>
</file>