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ff05455d74c87" /><Relationship Type="http://schemas.openxmlformats.org/officeDocument/2006/relationships/extended-properties" Target="/docProps/app.xml" Id="Rb70c69fb32fa4f33" /><Relationship Type="http://schemas.openxmlformats.org/officeDocument/2006/relationships/officeDocument" Target="/ppt/presentation.xml" Id="R53965b3ecc35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11fed1b8f4488"/>
    <p:sldMasterId xmlns:r="http://schemas.openxmlformats.org/officeDocument/2006/relationships" id="2147483660" r:id="R88130fd176bd4246"/>
    <p:sldMasterId xmlns:r="http://schemas.openxmlformats.org/officeDocument/2006/relationships" id="2147483663" r:id="R998c40e3f23c4cca"/>
  </p:sldMasterIdLst>
  <p:notesMasterIdLst>
    <p:notesMasterId xmlns:r="http://schemas.openxmlformats.org/officeDocument/2006/relationships" r:id="R43d8ff3facaf4215"/>
  </p:notesMasterIdLst>
  <p:sldIdLst>
    <p:sldId xmlns:r="http://schemas.openxmlformats.org/officeDocument/2006/relationships" id="256" r:id="Rfbdda1f2e2f642fd"/>
    <p:sldId xmlns:r="http://schemas.openxmlformats.org/officeDocument/2006/relationships" id="257" r:id="Rd39daed720224cc6"/>
    <p:sldId xmlns:r="http://schemas.openxmlformats.org/officeDocument/2006/relationships" id="258" r:id="R546bb6ea87fe40ba"/>
    <p:sldId xmlns:r="http://schemas.openxmlformats.org/officeDocument/2006/relationships" id="259" r:id="R18b5c949d248442f"/>
    <p:sldId xmlns:r="http://schemas.openxmlformats.org/officeDocument/2006/relationships" id="260" r:id="R64b83301413745c3"/>
    <p:sldId xmlns:r="http://schemas.openxmlformats.org/officeDocument/2006/relationships" id="261" r:id="R96c1822d10e146fb"/>
    <p:sldId xmlns:r="http://schemas.openxmlformats.org/officeDocument/2006/relationships" id="262" r:id="R02bc9eabf9364ea1"/>
    <p:sldId xmlns:r="http://schemas.openxmlformats.org/officeDocument/2006/relationships" id="263" r:id="Rf989d949ed844540"/>
    <p:sldId xmlns:r="http://schemas.openxmlformats.org/officeDocument/2006/relationships" id="264" r:id="R3a016a34643644bf"/>
    <p:sldId xmlns:r="http://schemas.openxmlformats.org/officeDocument/2006/relationships" id="265" r:id="Re9ea2df745a54fb6"/>
    <p:sldId xmlns:r="http://schemas.openxmlformats.org/officeDocument/2006/relationships" id="266" r:id="R66992b3ce5ce4dfd"/>
    <p:sldId xmlns:r="http://schemas.openxmlformats.org/officeDocument/2006/relationships" id="267" r:id="Re81a0b5ddd074075"/>
    <p:sldId xmlns:r="http://schemas.openxmlformats.org/officeDocument/2006/relationships" id="268" r:id="R05f53b5923f7432f"/>
    <p:sldId xmlns:r="http://schemas.openxmlformats.org/officeDocument/2006/relationships" id="269" r:id="R19550595acea42ac"/>
    <p:sldId xmlns:r="http://schemas.openxmlformats.org/officeDocument/2006/relationships" id="270" r:id="R52bc784a249241bc"/>
    <p:sldId xmlns:r="http://schemas.openxmlformats.org/officeDocument/2006/relationships" id="271" r:id="R3c23c1e48d374ef6"/>
    <p:sldId xmlns:r="http://schemas.openxmlformats.org/officeDocument/2006/relationships" id="272" r:id="Rbef6155564794979"/>
    <p:sldId xmlns:r="http://schemas.openxmlformats.org/officeDocument/2006/relationships" id="273" r:id="R4ef6d2918ee646ae"/>
    <p:sldId xmlns:r="http://schemas.openxmlformats.org/officeDocument/2006/relationships" id="274" r:id="R20710654fdb34e4f"/>
    <p:sldId xmlns:r="http://schemas.openxmlformats.org/officeDocument/2006/relationships" id="275" r:id="R4beff9015f2041f1"/>
    <p:sldId xmlns:r="http://schemas.openxmlformats.org/officeDocument/2006/relationships" id="276" r:id="R2643d3ac2abf4942"/>
    <p:sldId xmlns:r="http://schemas.openxmlformats.org/officeDocument/2006/relationships" id="277" r:id="R42ce0f639e2149db"/>
    <p:sldId xmlns:r="http://schemas.openxmlformats.org/officeDocument/2006/relationships" id="278" r:id="R6737da36375e4aa9"/>
    <p:sldId xmlns:r="http://schemas.openxmlformats.org/officeDocument/2006/relationships" id="279" r:id="R19f2f886b6a940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19913b56544ee" /><Relationship Type="http://schemas.openxmlformats.org/officeDocument/2006/relationships/slideMaster" Target="/ppt/slideMasters/slideMaster1.xml" Id="R25611fed1b8f4488" /><Relationship Type="http://schemas.openxmlformats.org/officeDocument/2006/relationships/slideMaster" Target="/ppt/slideMasters/slideMaster2.xml" Id="R88130fd176bd4246" /><Relationship Type="http://schemas.openxmlformats.org/officeDocument/2006/relationships/slideMaster" Target="/ppt/slideMasters/slideMaster3.xml" Id="R998c40e3f23c4cca" /><Relationship Type="http://schemas.openxmlformats.org/officeDocument/2006/relationships/notesMaster" Target="/ppt/notesMasters/notesMaster1.xml" Id="R43d8ff3facaf4215" /><Relationship Type="http://schemas.openxmlformats.org/officeDocument/2006/relationships/presProps" Target="/ppt/presProps.xml" Id="R39534872ed184b44" /><Relationship Type="http://schemas.openxmlformats.org/officeDocument/2006/relationships/viewProps" Target="/ppt/viewProps.xml" Id="R0933ffdc5d564630" /><Relationship Type="http://schemas.openxmlformats.org/officeDocument/2006/relationships/tableStyles" Target="/ppt/tableStyles.xml" Id="R4c6ab6f5118b4e02" /><Relationship Type="http://schemas.openxmlformats.org/officeDocument/2006/relationships/slide" Target="/ppt/slides/slide1.xml" Id="Rfbdda1f2e2f642fd" /><Relationship Type="http://schemas.openxmlformats.org/officeDocument/2006/relationships/slide" Target="/ppt/slides/slide2.xml" Id="Rd39daed720224cc6" /><Relationship Type="http://schemas.openxmlformats.org/officeDocument/2006/relationships/slide" Target="/ppt/slides/slide3.xml" Id="R546bb6ea87fe40ba" /><Relationship Type="http://schemas.openxmlformats.org/officeDocument/2006/relationships/slide" Target="/ppt/slides/slide4.xml" Id="R18b5c949d248442f" /><Relationship Type="http://schemas.openxmlformats.org/officeDocument/2006/relationships/slide" Target="/ppt/slides/slide5.xml" Id="R64b83301413745c3" /><Relationship Type="http://schemas.openxmlformats.org/officeDocument/2006/relationships/slide" Target="/ppt/slides/slide6.xml" Id="R96c1822d10e146fb" /><Relationship Type="http://schemas.openxmlformats.org/officeDocument/2006/relationships/slide" Target="/ppt/slides/slide7.xml" Id="R02bc9eabf9364ea1" /><Relationship Type="http://schemas.openxmlformats.org/officeDocument/2006/relationships/slide" Target="/ppt/slides/slide8.xml" Id="Rf989d949ed844540" /><Relationship Type="http://schemas.openxmlformats.org/officeDocument/2006/relationships/slide" Target="/ppt/slides/slide9.xml" Id="R3a016a34643644bf" /><Relationship Type="http://schemas.openxmlformats.org/officeDocument/2006/relationships/slide" Target="/ppt/slides/slide10.xml" Id="Re9ea2df745a54fb6" /><Relationship Type="http://schemas.openxmlformats.org/officeDocument/2006/relationships/slide" Target="/ppt/slides/slide11.xml" Id="R66992b3ce5ce4dfd" /><Relationship Type="http://schemas.openxmlformats.org/officeDocument/2006/relationships/slide" Target="/ppt/slides/slide12.xml" Id="Re81a0b5ddd074075" /><Relationship Type="http://schemas.openxmlformats.org/officeDocument/2006/relationships/slide" Target="/ppt/slides/slide13.xml" Id="R05f53b5923f7432f" /><Relationship Type="http://schemas.openxmlformats.org/officeDocument/2006/relationships/slide" Target="/ppt/slides/slide14.xml" Id="R19550595acea42ac" /><Relationship Type="http://schemas.openxmlformats.org/officeDocument/2006/relationships/slide" Target="/ppt/slides/slide15.xml" Id="R52bc784a249241bc" /><Relationship Type="http://schemas.openxmlformats.org/officeDocument/2006/relationships/slide" Target="/ppt/slides/slide16.xml" Id="R3c23c1e48d374ef6" /><Relationship Type="http://schemas.openxmlformats.org/officeDocument/2006/relationships/slide" Target="/ppt/slides/slide17.xml" Id="Rbef6155564794979" /><Relationship Type="http://schemas.openxmlformats.org/officeDocument/2006/relationships/slide" Target="/ppt/slides/slide18.xml" Id="R4ef6d2918ee646ae" /><Relationship Type="http://schemas.openxmlformats.org/officeDocument/2006/relationships/slide" Target="/ppt/slides/slide19.xml" Id="R20710654fdb34e4f" /><Relationship Type="http://schemas.openxmlformats.org/officeDocument/2006/relationships/slide" Target="/ppt/slides/slide20.xml" Id="R4beff9015f2041f1" /><Relationship Type="http://schemas.openxmlformats.org/officeDocument/2006/relationships/slide" Target="/ppt/slides/slide21.xml" Id="R2643d3ac2abf4942" /><Relationship Type="http://schemas.openxmlformats.org/officeDocument/2006/relationships/slide" Target="/ppt/slides/slide22.xml" Id="R42ce0f639e2149db" /><Relationship Type="http://schemas.openxmlformats.org/officeDocument/2006/relationships/slide" Target="/ppt/slides/slide23.xml" Id="R6737da36375e4aa9" /><Relationship Type="http://schemas.openxmlformats.org/officeDocument/2006/relationships/slide" Target="/ppt/slides/slide24.xml" Id="R19f2f886b6a9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16fc8524ea647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7978ca66c04830" /><Relationship Type="http://schemas.openxmlformats.org/officeDocument/2006/relationships/notesMaster" Target="/ppt/notesMasters/notesMaster1.xml" Id="R992bbc5b67734e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8e2541e4da4507" /><Relationship Type="http://schemas.openxmlformats.org/officeDocument/2006/relationships/notesMaster" Target="/ppt/notesMasters/notesMaster1.xml" Id="Rb85574cc5ef64c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7025662504f04" /><Relationship Type="http://schemas.openxmlformats.org/officeDocument/2006/relationships/notesMaster" Target="/ppt/notesMasters/notesMaster1.xml" Id="R17206219be47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ab1dc018e4c61" /><Relationship Type="http://schemas.openxmlformats.org/officeDocument/2006/relationships/notesMaster" Target="/ppt/notesMasters/notesMaster1.xml" Id="R15628ca7836c41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21607c4de49e0" /><Relationship Type="http://schemas.openxmlformats.org/officeDocument/2006/relationships/notesMaster" Target="/ppt/notesMasters/notesMaster1.xml" Id="R2e074193e0f44d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00b8f40f54e13" /><Relationship Type="http://schemas.openxmlformats.org/officeDocument/2006/relationships/notesMaster" Target="/ppt/notesMasters/notesMaster1.xml" Id="R2106eba146a4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6dd57e08d42d9" /><Relationship Type="http://schemas.openxmlformats.org/officeDocument/2006/relationships/notesMaster" Target="/ppt/notesMasters/notesMaster1.xml" Id="R73d001a72ff34d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c23c1946944cd7" /><Relationship Type="http://schemas.openxmlformats.org/officeDocument/2006/relationships/notesMaster" Target="/ppt/notesMasters/notesMaster1.xml" Id="R7e72efb744664b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725b1a797c4c01" /><Relationship Type="http://schemas.openxmlformats.org/officeDocument/2006/relationships/notesMaster" Target="/ppt/notesMasters/notesMaster1.xml" Id="R3cea48a6b8284d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4c30cba559442c" /><Relationship Type="http://schemas.openxmlformats.org/officeDocument/2006/relationships/notesMaster" Target="/ppt/notesMasters/notesMaster1.xml" Id="Rc64945e3dc6848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c5cac14e294d3a" /><Relationship Type="http://schemas.openxmlformats.org/officeDocument/2006/relationships/notesMaster" Target="/ppt/notesMasters/notesMaster1.xml" Id="Rcba3b0fe853e4b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6bb64e4cf041c7" /><Relationship Type="http://schemas.openxmlformats.org/officeDocument/2006/relationships/notesMaster" Target="/ppt/notesMasters/notesMaster1.xml" Id="Rfa15fced4fd94d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fe4365f0b04050" /><Relationship Type="http://schemas.openxmlformats.org/officeDocument/2006/relationships/notesMaster" Target="/ppt/notesMasters/notesMaster1.xml" Id="R7d7360726bf248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51e5af22534180" /><Relationship Type="http://schemas.openxmlformats.org/officeDocument/2006/relationships/notesMaster" Target="/ppt/notesMasters/notesMaster1.xml" Id="R9fc0e6875279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3319bda570472d" /><Relationship Type="http://schemas.openxmlformats.org/officeDocument/2006/relationships/notesMaster" Target="/ppt/notesMasters/notesMaster1.xml" Id="R9f18744c20394f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481fa67c8a4b2b" /><Relationship Type="http://schemas.openxmlformats.org/officeDocument/2006/relationships/notesMaster" Target="/ppt/notesMasters/notesMaster1.xml" Id="R6577dceb2b644f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f544942d814210" /><Relationship Type="http://schemas.openxmlformats.org/officeDocument/2006/relationships/notesMaster" Target="/ppt/notesMasters/notesMaster1.xml" Id="R1b426e410ced4d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e2f2753f364758" /><Relationship Type="http://schemas.openxmlformats.org/officeDocument/2006/relationships/notesMaster" Target="/ppt/notesMasters/notesMaster1.xml" Id="Rd76e9aa7a79a4f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9497f1eb344243" /><Relationship Type="http://schemas.openxmlformats.org/officeDocument/2006/relationships/notesMaster" Target="/ppt/notesMasters/notesMaster1.xml" Id="R59c73872b9474f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491b7e687d4387" /><Relationship Type="http://schemas.openxmlformats.org/officeDocument/2006/relationships/notesMaster" Target="/ppt/notesMasters/notesMaster1.xml" Id="R677b3e213bc14c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acc2c5ec2f4d01" /><Relationship Type="http://schemas.openxmlformats.org/officeDocument/2006/relationships/notesMaster" Target="/ppt/notesMasters/notesMaster1.xml" Id="R062b7575132444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7a96003486475d" /><Relationship Type="http://schemas.openxmlformats.org/officeDocument/2006/relationships/notesMaster" Target="/ppt/notesMasters/notesMaster1.xml" Id="R28a50c7cfe9d4a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dceabc30234328" /><Relationship Type="http://schemas.openxmlformats.org/officeDocument/2006/relationships/notesMaster" Target="/ppt/notesMasters/notesMaster1.xml" Id="Ra99f1eaecd6c4e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939989b0164de6" /><Relationship Type="http://schemas.openxmlformats.org/officeDocument/2006/relationships/notesMaster" Target="/ppt/notesMasters/notesMaster1.xml" Id="R1b3f3e40edcc4e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91fec10ad406f" /><Relationship Type="http://schemas.openxmlformats.org/officeDocument/2006/relationships/image" Target="/ppt/media/image.jpeg" Id="R298f9c0cb4a54be9" /><Relationship Type="http://schemas.openxmlformats.org/officeDocument/2006/relationships/image" Target="/ppt/media/image.png" Id="R4e21f03956184941" /><Relationship Type="http://schemas.openxmlformats.org/officeDocument/2006/relationships/image" Target="/ppt/media/image2.png" Id="R38061036bb5846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e6800bae248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83397301e4c5c" /><Relationship Type="http://schemas.openxmlformats.org/officeDocument/2006/relationships/image" Target="/ppt/media/image3.png" Id="Rac8313d3b76945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fd46c61644458" /><Relationship Type="http://schemas.openxmlformats.org/officeDocument/2006/relationships/image" Target="/ppt/media/image4.png" Id="R22aacfa6a5d642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51f64851446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d68800669469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6f7dbaee24ec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7affb5b4c4c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bb4fc1b7d47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a268f2a54402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91a706f8c42a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c204fa39254da4" /><Relationship Type="http://schemas.openxmlformats.org/officeDocument/2006/relationships/image" Target="/ppt/media/image5.png" Id="R4744b6ae462d4ea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a76e95ee5c406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d4c29edff64ece" /><Relationship Type="http://schemas.openxmlformats.org/officeDocument/2006/relationships/image" Target="/ppt/media/image5.png" Id="Rf848315d0df24c8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004fd2b332456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f9c0cb4a54be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1f0395618494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61036bb5846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313d3b76945c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acfa6a5d6428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4b6ae462d4ea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8315d0df24c8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d4258ee884195" /><Relationship Type="http://schemas.openxmlformats.org/officeDocument/2006/relationships/slideLayout" Target="/ppt/slideLayouts/slideLayout1.xml" Id="Rb0367ba6e5f44438" /><Relationship Type="http://schemas.openxmlformats.org/officeDocument/2006/relationships/slideLayout" Target="/ppt/slideLayouts/slideLayout2.xml" Id="R6b42f310544b464a" /><Relationship Type="http://schemas.openxmlformats.org/officeDocument/2006/relationships/slideLayout" Target="/ppt/slideLayouts/slideLayout3.xml" Id="R0e4555737aa64db0" /><Relationship Type="http://schemas.openxmlformats.org/officeDocument/2006/relationships/slideLayout" Target="/ppt/slideLayouts/slideLayout4.xml" Id="R94ae12bf930f4ef9" /><Relationship Type="http://schemas.openxmlformats.org/officeDocument/2006/relationships/slideLayout" Target="/ppt/slideLayouts/slideLayout5.xml" Id="R98e1246179a34905" /><Relationship Type="http://schemas.openxmlformats.org/officeDocument/2006/relationships/slideLayout" Target="/ppt/slideLayouts/slideLayout6.xml" Id="Rca2b5b0e502d450a" /><Relationship Type="http://schemas.openxmlformats.org/officeDocument/2006/relationships/slideLayout" Target="/ppt/slideLayouts/slideLayout7.xml" Id="Rbf8f2f4135b74f4b" /><Relationship Type="http://schemas.openxmlformats.org/officeDocument/2006/relationships/slideLayout" Target="/ppt/slideLayouts/slideLayout8.xml" Id="R6de351f0bac844e1" /><Relationship Type="http://schemas.openxmlformats.org/officeDocument/2006/relationships/slideLayout" Target="/ppt/slideLayouts/slideLayout9.xml" Id="R9ba6b0af9fb840de" /><Relationship Type="http://schemas.openxmlformats.org/officeDocument/2006/relationships/slideLayout" Target="/ppt/slideLayouts/slideLayout10.xml" Id="R3ac9fa0095e64e91" /><Relationship Type="http://schemas.openxmlformats.org/officeDocument/2006/relationships/slideLayout" Target="/ppt/slideLayouts/slideLayout11.xml" Id="R123d145d53944b3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7734b487df745fa" /><Relationship Type="http://schemas.openxmlformats.org/officeDocument/2006/relationships/slideLayout" Target="/ppt/slideLayouts/slideLayout12.xml" Id="R57032da68f29455b" /><Relationship Type="http://schemas.openxmlformats.org/officeDocument/2006/relationships/slideLayout" Target="/ppt/slideLayouts/slideLayout13.xml" Id="Rf977b4e77671466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2c1efc373eb4ef6" /><Relationship Type="http://schemas.openxmlformats.org/officeDocument/2006/relationships/slideLayout" Target="/ppt/slideLayouts/slideLayout14.xml" Id="R47717e9c65644138" /><Relationship Type="http://schemas.openxmlformats.org/officeDocument/2006/relationships/slideLayout" Target="/ppt/slideLayouts/slideLayout15.xml" Id="R900566847c1f4e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67ba6e5f44438"/>
    <p:sldLayoutId xmlns:r="http://schemas.openxmlformats.org/officeDocument/2006/relationships" id="2147483650" r:id="R6b42f310544b464a"/>
    <p:sldLayoutId xmlns:r="http://schemas.openxmlformats.org/officeDocument/2006/relationships" id="2147483651" r:id="R0e4555737aa64db0"/>
    <p:sldLayoutId xmlns:r="http://schemas.openxmlformats.org/officeDocument/2006/relationships" id="2147483652" r:id="R94ae12bf930f4ef9"/>
    <p:sldLayoutId xmlns:r="http://schemas.openxmlformats.org/officeDocument/2006/relationships" id="2147483653" r:id="R98e1246179a34905"/>
    <p:sldLayoutId xmlns:r="http://schemas.openxmlformats.org/officeDocument/2006/relationships" id="2147483654" r:id="Rca2b5b0e502d450a"/>
    <p:sldLayoutId xmlns:r="http://schemas.openxmlformats.org/officeDocument/2006/relationships" id="2147483655" r:id="Rbf8f2f4135b74f4b"/>
    <p:sldLayoutId xmlns:r="http://schemas.openxmlformats.org/officeDocument/2006/relationships" id="2147483656" r:id="R6de351f0bac844e1"/>
    <p:sldLayoutId xmlns:r="http://schemas.openxmlformats.org/officeDocument/2006/relationships" id="2147483657" r:id="R9ba6b0af9fb840de"/>
    <p:sldLayoutId xmlns:r="http://schemas.openxmlformats.org/officeDocument/2006/relationships" id="2147483658" r:id="R3ac9fa0095e64e91"/>
    <p:sldLayoutId xmlns:r="http://schemas.openxmlformats.org/officeDocument/2006/relationships" id="2147483659" r:id="R123d145d53944b3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7032da68f29455b"/>
    <p:sldLayoutId xmlns:r="http://schemas.openxmlformats.org/officeDocument/2006/relationships" id="2147483662" r:id="Rf977b4e77671466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7717e9c65644138"/>
    <p:sldLayoutId xmlns:r="http://schemas.openxmlformats.org/officeDocument/2006/relationships" id="2147483665" r:id="R900566847c1f4eb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cbb85f1422405b" /><Relationship Type="http://schemas.openxmlformats.org/officeDocument/2006/relationships/image" Target="/ppt/media/image6.png" Id="R7f0fbfee5cfe4eaa" /><Relationship Type="http://schemas.openxmlformats.org/officeDocument/2006/relationships/notesSlide" Target="/ppt/notesSlides/notesSlide1.xml" Id="Rea6b2cce438c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8395305d29480f" /><Relationship Type="http://schemas.openxmlformats.org/officeDocument/2006/relationships/image" Target="/ppt/media/image6.png" Id="R48601f968c744ba8" /><Relationship Type="http://schemas.openxmlformats.org/officeDocument/2006/relationships/notesSlide" Target="/ppt/notesSlides/notesSlide2.xml" Id="Rb2036725ed6c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6a84a17802422d" /><Relationship Type="http://schemas.openxmlformats.org/officeDocument/2006/relationships/image" Target="/ppt/media/image6.png" Id="R8bfe17d355074a0f" /><Relationship Type="http://schemas.openxmlformats.org/officeDocument/2006/relationships/notesSlide" Target="/ppt/notesSlides/notesSlide3.xml" Id="R27fa8cfecfab4b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911dace094254" /><Relationship Type="http://schemas.openxmlformats.org/officeDocument/2006/relationships/image" Target="/ppt/media/image6.png" Id="R87040a3a736c46d2" /><Relationship Type="http://schemas.openxmlformats.org/officeDocument/2006/relationships/notesSlide" Target="/ppt/notesSlides/notesSlide4.xml" Id="R60ddb65c47b64a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c50c1ee9c04d87" /><Relationship Type="http://schemas.openxmlformats.org/officeDocument/2006/relationships/image" Target="/ppt/media/image6.png" Id="R341fdf93f1da415d" /><Relationship Type="http://schemas.openxmlformats.org/officeDocument/2006/relationships/notesSlide" Target="/ppt/notesSlides/notesSlide5.xml" Id="R317de90d919845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74779c44dd43f9" /><Relationship Type="http://schemas.openxmlformats.org/officeDocument/2006/relationships/image" Target="/ppt/media/image6.png" Id="Rc06f56531d144fcb" /><Relationship Type="http://schemas.openxmlformats.org/officeDocument/2006/relationships/notesSlide" Target="/ppt/notesSlides/notesSlide6.xml" Id="Rbbd61e843acb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c215adc5784b69" /><Relationship Type="http://schemas.openxmlformats.org/officeDocument/2006/relationships/image" Target="/ppt/media/image6.png" Id="R6599abee9b9a4170" /><Relationship Type="http://schemas.openxmlformats.org/officeDocument/2006/relationships/notesSlide" Target="/ppt/notesSlides/notesSlide7.xml" Id="Radcc41089a304b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c3e1a4f9db4fb4" /><Relationship Type="http://schemas.openxmlformats.org/officeDocument/2006/relationships/image" Target="/ppt/media/image6.png" Id="Rc34dbda29e3f4170" /><Relationship Type="http://schemas.openxmlformats.org/officeDocument/2006/relationships/notesSlide" Target="/ppt/notesSlides/notesSlide8.xml" Id="R6bbead77314c44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dd7cd6be684583" /><Relationship Type="http://schemas.openxmlformats.org/officeDocument/2006/relationships/image" Target="/ppt/media/image6.png" Id="R68ac391d26fc42fb" /><Relationship Type="http://schemas.openxmlformats.org/officeDocument/2006/relationships/notesSlide" Target="/ppt/notesSlides/notesSlide9.xml" Id="Rda4da2ffc29f44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c13cc878a84298" /><Relationship Type="http://schemas.openxmlformats.org/officeDocument/2006/relationships/image" Target="/ppt/media/image6.png" Id="R2d1059f523ac4fbd" /><Relationship Type="http://schemas.openxmlformats.org/officeDocument/2006/relationships/notesSlide" Target="/ppt/notesSlides/notesSlide10.xml" Id="Reb89c02f827049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cb9f83c5504990" /><Relationship Type="http://schemas.openxmlformats.org/officeDocument/2006/relationships/image" Target="/ppt/media/image6.png" Id="Rbd159224d7df4daa" /><Relationship Type="http://schemas.openxmlformats.org/officeDocument/2006/relationships/notesSlide" Target="/ppt/notesSlides/notesSlide11.xml" Id="R344e0a3af9f74a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4cb17e410a4b4a" /><Relationship Type="http://schemas.openxmlformats.org/officeDocument/2006/relationships/image" Target="/ppt/media/image6.png" Id="R27f20989b43f498a" /><Relationship Type="http://schemas.openxmlformats.org/officeDocument/2006/relationships/notesSlide" Target="/ppt/notesSlides/notesSlide12.xml" Id="R56d83d7f4cc84c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e7d4a981154d84" /><Relationship Type="http://schemas.openxmlformats.org/officeDocument/2006/relationships/image" Target="/ppt/media/image6.png" Id="R18ac2432c58744a9" /><Relationship Type="http://schemas.openxmlformats.org/officeDocument/2006/relationships/notesSlide" Target="/ppt/notesSlides/notesSlide13.xml" Id="R633ce111f4b94e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c987714e794fd8" /><Relationship Type="http://schemas.openxmlformats.org/officeDocument/2006/relationships/image" Target="/ppt/media/image6.png" Id="R4e835cb0daf94382" /><Relationship Type="http://schemas.openxmlformats.org/officeDocument/2006/relationships/notesSlide" Target="/ppt/notesSlides/notesSlide14.xml" Id="Re0dbb55a4d314f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b2301807d34663" /><Relationship Type="http://schemas.openxmlformats.org/officeDocument/2006/relationships/image" Target="/ppt/media/image6.png" Id="R3da98b89e5d04d95" /><Relationship Type="http://schemas.openxmlformats.org/officeDocument/2006/relationships/notesSlide" Target="/ppt/notesSlides/notesSlide15.xml" Id="R49464dfe3ee746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3a1e4f5e9b4d1a" /><Relationship Type="http://schemas.openxmlformats.org/officeDocument/2006/relationships/image" Target="/ppt/media/image6.png" Id="R842f1a2bad3f4c7a" /><Relationship Type="http://schemas.openxmlformats.org/officeDocument/2006/relationships/notesSlide" Target="/ppt/notesSlides/notesSlide16.xml" Id="R3eacd433501549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d0d68afbc94bbb" /><Relationship Type="http://schemas.openxmlformats.org/officeDocument/2006/relationships/image" Target="/ppt/media/image6.png" Id="R8a8595de41ff41f0" /><Relationship Type="http://schemas.openxmlformats.org/officeDocument/2006/relationships/notesSlide" Target="/ppt/notesSlides/notesSlide17.xml" Id="Ra29330effa3545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80640c3ba34cdc" /><Relationship Type="http://schemas.openxmlformats.org/officeDocument/2006/relationships/image" Target="/ppt/media/image6.png" Id="Rb36003fdd03b4209" /><Relationship Type="http://schemas.openxmlformats.org/officeDocument/2006/relationships/notesSlide" Target="/ppt/notesSlides/notesSlide18.xml" Id="Rcf4a9bad0cf84a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2beeddca2f421e" /><Relationship Type="http://schemas.openxmlformats.org/officeDocument/2006/relationships/image" Target="/ppt/media/image6.png" Id="Rff316680c6c148da" /><Relationship Type="http://schemas.openxmlformats.org/officeDocument/2006/relationships/notesSlide" Target="/ppt/notesSlides/notesSlide19.xml" Id="R970c3f15c0f84a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4e03e2dc4e4678" /><Relationship Type="http://schemas.openxmlformats.org/officeDocument/2006/relationships/image" Target="/ppt/media/image6.png" Id="R02aecfeccb954ed7" /><Relationship Type="http://schemas.openxmlformats.org/officeDocument/2006/relationships/notesSlide" Target="/ppt/notesSlides/notesSlide20.xml" Id="R889273ed315743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6708bc02b14d0e" /><Relationship Type="http://schemas.openxmlformats.org/officeDocument/2006/relationships/image" Target="/ppt/media/image6.png" Id="Rd0f48d84271e41ba" /><Relationship Type="http://schemas.openxmlformats.org/officeDocument/2006/relationships/notesSlide" Target="/ppt/notesSlides/notesSlide21.xml" Id="R51fea73b39aa4e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322045412e4c06" /><Relationship Type="http://schemas.openxmlformats.org/officeDocument/2006/relationships/image" Target="/ppt/media/image6.png" Id="Rc433a85dc73240c4" /><Relationship Type="http://schemas.openxmlformats.org/officeDocument/2006/relationships/notesSlide" Target="/ppt/notesSlides/notesSlide22.xml" Id="R9dc42871b4aa47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433f2e4dde43bf" /><Relationship Type="http://schemas.openxmlformats.org/officeDocument/2006/relationships/image" Target="/ppt/media/image6.png" Id="Rdb402c884c2843fc" /><Relationship Type="http://schemas.openxmlformats.org/officeDocument/2006/relationships/notesSlide" Target="/ppt/notesSlides/notesSlide23.xml" Id="Rc3e5bbdb851e47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b9972cef24e4f" /><Relationship Type="http://schemas.openxmlformats.org/officeDocument/2006/relationships/image" Target="/ppt/media/image6.png" Id="Rb2bba20d5da04558" /><Relationship Type="http://schemas.openxmlformats.org/officeDocument/2006/relationships/notesSlide" Target="/ppt/notesSlides/notesSlide24.xml" Id="R8f01a77bdb3c45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bfee5cfe4e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01f968c74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e17d355074a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40a3a736c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fdf93f1da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56531d144f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9abee9b9a4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dbda29e3f4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c391d26fc42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059f523ac4f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59224d7df4d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20989b43f49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c2432c58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35cb0daf94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98b89e5d04d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f1a2bad3f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595de41ff41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03fdd03b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16680c6c148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ecfeccb954e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48d84271e41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3a85dc732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02c884c2843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ba20d5da04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2026-09-27T01:01:21.3890000Z</dcterms:created>
  <dcterms:modified xsi:type="dcterms:W3CDTF">2026-09-27T01:01:21.3890000Z</dcterms:modified>
</coreProperties>
</file>